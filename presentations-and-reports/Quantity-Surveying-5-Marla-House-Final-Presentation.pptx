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260" r:id="rId2"/>
    <p:sldId id="263" r:id="rId3"/>
    <p:sldId id="267" r:id="rId4"/>
    <p:sldId id="311" r:id="rId5"/>
    <p:sldId id="264" r:id="rId6"/>
    <p:sldId id="312" r:id="rId7"/>
    <p:sldId id="292" r:id="rId8"/>
    <p:sldId id="313" r:id="rId9"/>
    <p:sldId id="295" r:id="rId10"/>
    <p:sldId id="314" r:id="rId11"/>
    <p:sldId id="301" r:id="rId12"/>
    <p:sldId id="305" r:id="rId13"/>
    <p:sldId id="315" r:id="rId14"/>
    <p:sldId id="317" r:id="rId15"/>
    <p:sldId id="316" r:id="rId16"/>
    <p:sldId id="331" r:id="rId17"/>
    <p:sldId id="329" r:id="rId18"/>
    <p:sldId id="330" r:id="rId19"/>
    <p:sldId id="318" r:id="rId20"/>
    <p:sldId id="319" r:id="rId21"/>
    <p:sldId id="341" r:id="rId22"/>
    <p:sldId id="342" r:id="rId23"/>
    <p:sldId id="320" r:id="rId24"/>
    <p:sldId id="343" r:id="rId25"/>
    <p:sldId id="344" r:id="rId26"/>
    <p:sldId id="332" r:id="rId27"/>
    <p:sldId id="323" r:id="rId28"/>
    <p:sldId id="324" r:id="rId29"/>
    <p:sldId id="334" r:id="rId30"/>
    <p:sldId id="350" r:id="rId31"/>
    <p:sldId id="351" r:id="rId32"/>
    <p:sldId id="345" r:id="rId33"/>
    <p:sldId id="346" r:id="rId34"/>
    <p:sldId id="347" r:id="rId35"/>
    <p:sldId id="349" r:id="rId36"/>
    <p:sldId id="337" r:id="rId37"/>
    <p:sldId id="338" r:id="rId38"/>
    <p:sldId id="348" r:id="rId39"/>
    <p:sldId id="327" r:id="rId40"/>
    <p:sldId id="328" r:id="rId41"/>
    <p:sldId id="335" r:id="rId42"/>
    <p:sldId id="321" r:id="rId43"/>
    <p:sldId id="322" r:id="rId44"/>
    <p:sldId id="333" r:id="rId45"/>
    <p:sldId id="339" r:id="rId46"/>
    <p:sldId id="340" r:id="rId47"/>
    <p:sldId id="325" r:id="rId48"/>
    <p:sldId id="326" r:id="rId49"/>
    <p:sldId id="336" r:id="rId50"/>
    <p:sldId id="310" r:id="rId51"/>
  </p:sldIdLst>
  <p:sldSz cx="12192000" cy="6858000"/>
  <p:notesSz cx="6858000" cy="9144000"/>
  <p:embeddedFontLst>
    <p:embeddedFont>
      <p:font typeface="Montserrat" panose="00000500000000000000" pitchFamily="2" charset="0"/>
      <p:regular r:id="rId54"/>
      <p:bold r:id="rId55"/>
      <p:italic r:id="rId56"/>
      <p:boldItalic r:id="rId57"/>
    </p:embeddedFont>
    <p:embeddedFont>
      <p:font typeface="Open Sans Light" panose="020B0306030504020204" pitchFamily="34" charset="0"/>
      <p:regular r:id="rId58"/>
      <p:italic r:id="rId59"/>
    </p:embeddedFont>
    <p:embeddedFont>
      <p:font typeface="Calibri Light" panose="020F0302020204030204" pitchFamily="34" charset="0"/>
      <p:regular r:id="rId60"/>
      <p:italic r:id="rId61"/>
    </p:embeddedFont>
    <p:embeddedFont>
      <p:font typeface="Open Sans" panose="020B0606030504020204" pitchFamily="34" charset="0"/>
      <p:regular r:id="rId62"/>
      <p:bold r:id="rId63"/>
      <p:italic r:id="rId64"/>
      <p:boldItalic r:id="rId65"/>
    </p:embeddedFont>
    <p:embeddedFont>
      <p:font typeface="Lato Black" panose="020F0502020204030203" pitchFamily="34" charset="0"/>
      <p:bold r:id="rId66"/>
      <p:boldItalic r:id="rId67"/>
    </p:embeddedFont>
    <p:embeddedFont>
      <p:font typeface="Montserrat SemiBold" panose="00000700000000000000" pitchFamily="2" charset="0"/>
      <p:bold r:id="rId68"/>
      <p:boldItalic r:id="rId69"/>
    </p:embeddedFont>
    <p:embeddedFont>
      <p:font typeface="Roboto" panose="02000000000000000000" pitchFamily="2" charset="0"/>
      <p:bold r:id="rId70"/>
    </p:embeddedFont>
    <p:embeddedFont>
      <p:font typeface="Helvetica Neue UltraLight" panose="02000206000000020004" pitchFamily="2"/>
      <p:regular r:id="rId71"/>
    </p:embeddedFont>
    <p:embeddedFont>
      <p:font typeface="Source Sans Pro" panose="020B0503030403020204" pitchFamily="34" charset="0"/>
      <p:regular r:id="rId72"/>
      <p:bold r:id="rId73"/>
      <p:italic r:id="rId74"/>
      <p:boldItalic r:id="rId75"/>
    </p:embeddedFont>
    <p:embeddedFont>
      <p:font typeface="Lato Regular" panose="020F0502020204030203" pitchFamily="34" charset="0"/>
      <p:regular r:id="rId76"/>
    </p:embeddedFont>
    <p:embeddedFont>
      <p:font typeface="Calibri" panose="020F0502020204030204" pitchFamily="34" charset="0"/>
      <p:regular r:id="rId77"/>
      <p:bold r:id="rId78"/>
      <p:italic r:id="rId79"/>
      <p:boldItalic r:id="rId80"/>
    </p:embeddedFont>
    <p:embeddedFont>
      <p:font typeface="Lato" panose="020F0502020204030203" pitchFamily="34" charset="0"/>
      <p:regular r:id="rId81"/>
      <p:bold r:id="rId82"/>
      <p:italic r:id="rId83"/>
      <p:boldItalic r:id="rId84"/>
    </p:embeddedFont>
    <p:embeddedFont>
      <p:font typeface="Lato Light" panose="020F0502020204030203" pitchFamily="34" charset="0"/>
      <p:regular r:id="rId85"/>
      <p:italic r:id="rId86"/>
    </p:embeddedFont>
    <p:embeddedFont>
      <p:font typeface="Playfair Display" panose="00000500000000000000" pitchFamily="2" charset="0"/>
      <p:regular r:id="rId87"/>
      <p:bold r:id="rId88"/>
      <p:italic r:id="rId89"/>
      <p:boldItalic r:id="rId9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CE02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093" autoAdjust="0"/>
    <p:restoredTop sz="94660"/>
  </p:normalViewPr>
  <p:slideViewPr>
    <p:cSldViewPr snapToGrid="0">
      <p:cViewPr>
        <p:scale>
          <a:sx n="75" d="100"/>
          <a:sy n="75" d="100"/>
        </p:scale>
        <p:origin x="1291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246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0.fntdata"/><Relationship Id="rId68" Type="http://schemas.openxmlformats.org/officeDocument/2006/relationships/font" Target="fonts/font15.fntdata"/><Relationship Id="rId84" Type="http://schemas.openxmlformats.org/officeDocument/2006/relationships/font" Target="fonts/font31.fntdata"/><Relationship Id="rId89" Type="http://schemas.openxmlformats.org/officeDocument/2006/relationships/font" Target="fonts/font36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handoutMaster" Target="handoutMasters/handoutMaster1.xml"/><Relationship Id="rId58" Type="http://schemas.openxmlformats.org/officeDocument/2006/relationships/font" Target="fonts/font5.fntdata"/><Relationship Id="rId74" Type="http://schemas.openxmlformats.org/officeDocument/2006/relationships/font" Target="fonts/font21.fntdata"/><Relationship Id="rId79" Type="http://schemas.openxmlformats.org/officeDocument/2006/relationships/font" Target="fonts/font26.fntdata"/><Relationship Id="rId5" Type="http://schemas.openxmlformats.org/officeDocument/2006/relationships/slide" Target="slides/slide4.xml"/><Relationship Id="rId90" Type="http://schemas.openxmlformats.org/officeDocument/2006/relationships/font" Target="fonts/font37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font" Target="fonts/font11.fntdata"/><Relationship Id="rId69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9.fntdata"/><Relationship Id="rId80" Type="http://schemas.openxmlformats.org/officeDocument/2006/relationships/font" Target="fonts/font27.fntdata"/><Relationship Id="rId85" Type="http://schemas.openxmlformats.org/officeDocument/2006/relationships/font" Target="fonts/font32.fntdata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6.fntdata"/><Relationship Id="rId67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62" Type="http://schemas.openxmlformats.org/officeDocument/2006/relationships/font" Target="fonts/font9.fntdata"/><Relationship Id="rId70" Type="http://schemas.openxmlformats.org/officeDocument/2006/relationships/font" Target="fonts/font17.fntdata"/><Relationship Id="rId75" Type="http://schemas.openxmlformats.org/officeDocument/2006/relationships/font" Target="fonts/font22.fntdata"/><Relationship Id="rId83" Type="http://schemas.openxmlformats.org/officeDocument/2006/relationships/font" Target="fonts/font30.fntdata"/><Relationship Id="rId88" Type="http://schemas.openxmlformats.org/officeDocument/2006/relationships/font" Target="fonts/font35.fntdata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7.fntdata"/><Relationship Id="rId65" Type="http://schemas.openxmlformats.org/officeDocument/2006/relationships/font" Target="fonts/font12.fntdata"/><Relationship Id="rId73" Type="http://schemas.openxmlformats.org/officeDocument/2006/relationships/font" Target="fonts/font20.fntdata"/><Relationship Id="rId78" Type="http://schemas.openxmlformats.org/officeDocument/2006/relationships/font" Target="fonts/font25.fntdata"/><Relationship Id="rId81" Type="http://schemas.openxmlformats.org/officeDocument/2006/relationships/font" Target="fonts/font28.fntdata"/><Relationship Id="rId86" Type="http://schemas.openxmlformats.org/officeDocument/2006/relationships/font" Target="fonts/font33.fntdata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2.fntdata"/><Relationship Id="rId76" Type="http://schemas.openxmlformats.org/officeDocument/2006/relationships/font" Target="fonts/font23.fntdata"/><Relationship Id="rId7" Type="http://schemas.openxmlformats.org/officeDocument/2006/relationships/slide" Target="slides/slide6.xml"/><Relationship Id="rId71" Type="http://schemas.openxmlformats.org/officeDocument/2006/relationships/font" Target="fonts/font18.fntdata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13.fntdata"/><Relationship Id="rId87" Type="http://schemas.openxmlformats.org/officeDocument/2006/relationships/font" Target="fonts/font34.fntdata"/><Relationship Id="rId61" Type="http://schemas.openxmlformats.org/officeDocument/2006/relationships/font" Target="fonts/font8.fntdata"/><Relationship Id="rId82" Type="http://schemas.openxmlformats.org/officeDocument/2006/relationships/font" Target="fonts/font2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font" Target="fonts/font3.fntdata"/><Relationship Id="rId77" Type="http://schemas.openxmlformats.org/officeDocument/2006/relationships/font" Target="fonts/font2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072DA2-C96F-43AA-B3CC-1E809524712B}" type="datetimeFigureOut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832B1-BDD1-4318-B3C3-D6365BB70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055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830EC7-BE32-4F26-AB4E-CF1CC69E7FFB}" type="datetimeFigureOut">
              <a:rPr lang="en-US" smtClean="0"/>
              <a:t>5/26/2021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F3531-89CA-404A-BAA5-42C6DBA6C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10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8FB6-C422-4801-AD76-7AE30B046B20}" type="datetime1">
              <a:rPr lang="en-US" smtClean="0"/>
              <a:t>5/26/2021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185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A19E8-28E6-42E7-9FCC-CC837981E560}" type="datetime1">
              <a:rPr lang="en-US" smtClean="0"/>
              <a:t>5/26/2021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624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247C8-8C05-426B-A56F-D2E2323A1CDE}" type="datetime1">
              <a:rPr lang="en-US" smtClean="0"/>
              <a:t>5/26/2021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347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B827-42ED-4FC5-BA80-655B2086F29C}" type="datetime1">
              <a:rPr lang="en-US" smtClean="0"/>
              <a:t>5/26/2021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396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8D85-B70B-4B76-B013-348B0A73AA9C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150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>
            <a:off x="5847577" y="1712341"/>
            <a:ext cx="2004561" cy="4155141"/>
            <a:chOff x="7941632" y="782048"/>
            <a:chExt cx="2228848" cy="4571972"/>
          </a:xfrm>
          <a:blipFill>
            <a:blip r:embed="rId2"/>
            <a:stretch>
              <a:fillRect/>
            </a:stretch>
          </a:blipFill>
          <a:effectLst>
            <a:outerShdw blurRad="431800" dist="457200" dir="8400000" sx="95000" sy="95000" rotWithShape="0">
              <a:schemeClr val="tx1">
                <a:lumMod val="85000"/>
                <a:lumOff val="15000"/>
                <a:alpha val="52000"/>
              </a:schemeClr>
            </a:outerShdw>
          </a:effectLst>
          <a:scene3d>
            <a:camera prst="orthographicFront"/>
            <a:lightRig rig="threePt" dir="t"/>
          </a:scene3d>
        </p:grpSpPr>
        <p:sp>
          <p:nvSpPr>
            <p:cNvPr id="9" name="Rounded Rectangle 8"/>
            <p:cNvSpPr/>
            <p:nvPr/>
          </p:nvSpPr>
          <p:spPr>
            <a:xfrm>
              <a:off x="7941632" y="782048"/>
              <a:ext cx="2228848" cy="4571972"/>
            </a:xfrm>
            <a:prstGeom prst="roundRect">
              <a:avLst/>
            </a:prstGeom>
            <a:solidFill>
              <a:schemeClr val="bg1"/>
            </a:solidFill>
            <a:ln w="28575">
              <a:noFill/>
            </a:ln>
            <a:sp3d>
              <a:bevelT w="6350" h="215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8893510" y="4927337"/>
              <a:ext cx="325096" cy="325096"/>
            </a:xfrm>
            <a:prstGeom prst="ellipse">
              <a:avLst/>
            </a:prstGeom>
            <a:grpFill/>
            <a:ln>
              <a:noFill/>
            </a:ln>
            <a:sp3d>
              <a:bevelT w="6350" h="215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8904188" y="1086612"/>
              <a:ext cx="294162" cy="0"/>
            </a:xfrm>
            <a:prstGeom prst="line">
              <a:avLst/>
            </a:prstGeom>
            <a:grpFill/>
            <a:ln w="38100" cap="rnd">
              <a:noFill/>
            </a:ln>
            <a:sp3d>
              <a:bevelT w="6350" h="2159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/>
            <p:cNvSpPr/>
            <p:nvPr/>
          </p:nvSpPr>
          <p:spPr>
            <a:xfrm>
              <a:off x="8754645" y="1050037"/>
              <a:ext cx="73152" cy="73151"/>
            </a:xfrm>
            <a:prstGeom prst="ellipse">
              <a:avLst/>
            </a:prstGeom>
            <a:grpFill/>
            <a:ln>
              <a:noFill/>
            </a:ln>
            <a:sp3d>
              <a:bevelT w="6350" h="215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9023861" y="927424"/>
              <a:ext cx="54864" cy="54864"/>
            </a:xfrm>
            <a:prstGeom prst="ellipse">
              <a:avLst/>
            </a:prstGeom>
            <a:grpFill/>
            <a:ln>
              <a:noFill/>
            </a:ln>
            <a:sp3d>
              <a:bevelT w="6350" h="215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5914429" y="2164642"/>
            <a:ext cx="1844350" cy="3222733"/>
          </a:xfr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7835505" y="2164642"/>
            <a:ext cx="2143887" cy="3266608"/>
          </a:xfr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9962759" y="2164642"/>
            <a:ext cx="2229241" cy="3266608"/>
          </a:xfr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8D85-B70B-4B76-B013-348B0A73AA9C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411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23520" y="1835608"/>
            <a:ext cx="4976623" cy="3012166"/>
            <a:chOff x="1519265" y="1074060"/>
            <a:chExt cx="5419508" cy="3280228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9265" y="1074060"/>
              <a:ext cx="5419508" cy="3280228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2201636" y="1247435"/>
              <a:ext cx="4059804" cy="25765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/>
          <p:cNvSpPr/>
          <p:nvPr userDrawn="1"/>
        </p:nvSpPr>
        <p:spPr>
          <a:xfrm>
            <a:off x="2013186" y="2255041"/>
            <a:ext cx="3487727" cy="1032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2011035" y="2350674"/>
            <a:ext cx="1748166" cy="1681455"/>
          </a:xfrm>
          <a:solidFill>
            <a:schemeClr val="bg2">
              <a:lumMod val="1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3748445" y="2350674"/>
            <a:ext cx="1748166" cy="1681455"/>
          </a:xfrm>
          <a:solidFill>
            <a:schemeClr val="bg2">
              <a:lumMod val="1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8D85-B70B-4B76-B013-348B0A73AA9C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992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5250308"/>
            <a:ext cx="12192000" cy="16076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714" y="1877232"/>
            <a:ext cx="4334573" cy="3974393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4205994" y="2131509"/>
            <a:ext cx="3776863" cy="2266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500541" y="2375469"/>
            <a:ext cx="3126548" cy="18429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8D85-B70B-4B76-B013-348B0A73AA9C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4500541" y="2261794"/>
            <a:ext cx="3154729" cy="113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185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8D85-B70B-4B76-B013-348B0A73AA9C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684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-1"/>
            <a:ext cx="12192000" cy="504784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682497" y="4245144"/>
            <a:ext cx="2771736" cy="167384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8D85-B70B-4B76-B013-348B0A73AA9C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542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1769536" y="1661541"/>
            <a:ext cx="2415707" cy="2097660"/>
          </a:xfrm>
          <a:custGeom>
            <a:avLst/>
            <a:gdLst>
              <a:gd name="connsiteX0" fmla="*/ 0 w 2415707"/>
              <a:gd name="connsiteY0" fmla="*/ 0 h 2097660"/>
              <a:gd name="connsiteX1" fmla="*/ 1774601 w 2415707"/>
              <a:gd name="connsiteY1" fmla="*/ 0 h 2097660"/>
              <a:gd name="connsiteX2" fmla="*/ 2415707 w 2415707"/>
              <a:gd name="connsiteY2" fmla="*/ 641106 h 2097660"/>
              <a:gd name="connsiteX3" fmla="*/ 2415707 w 2415707"/>
              <a:gd name="connsiteY3" fmla="*/ 2097660 h 2097660"/>
              <a:gd name="connsiteX4" fmla="*/ 0 w 2415707"/>
              <a:gd name="connsiteY4" fmla="*/ 2097660 h 209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15707" h="2097660">
                <a:moveTo>
                  <a:pt x="0" y="0"/>
                </a:moveTo>
                <a:lnTo>
                  <a:pt x="1774601" y="0"/>
                </a:lnTo>
                <a:lnTo>
                  <a:pt x="2415707" y="641106"/>
                </a:lnTo>
                <a:lnTo>
                  <a:pt x="2415707" y="2097660"/>
                </a:lnTo>
                <a:lnTo>
                  <a:pt x="0" y="209766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4326901" y="1661541"/>
            <a:ext cx="2415707" cy="2097660"/>
          </a:xfrm>
          <a:custGeom>
            <a:avLst/>
            <a:gdLst>
              <a:gd name="connsiteX0" fmla="*/ 0 w 2415707"/>
              <a:gd name="connsiteY0" fmla="*/ 0 h 2097660"/>
              <a:gd name="connsiteX1" fmla="*/ 1774601 w 2415707"/>
              <a:gd name="connsiteY1" fmla="*/ 0 h 2097660"/>
              <a:gd name="connsiteX2" fmla="*/ 2415707 w 2415707"/>
              <a:gd name="connsiteY2" fmla="*/ 641106 h 2097660"/>
              <a:gd name="connsiteX3" fmla="*/ 2415707 w 2415707"/>
              <a:gd name="connsiteY3" fmla="*/ 2097660 h 2097660"/>
              <a:gd name="connsiteX4" fmla="*/ 0 w 2415707"/>
              <a:gd name="connsiteY4" fmla="*/ 2097660 h 209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15707" h="2097660">
                <a:moveTo>
                  <a:pt x="0" y="0"/>
                </a:moveTo>
                <a:lnTo>
                  <a:pt x="1774601" y="0"/>
                </a:lnTo>
                <a:lnTo>
                  <a:pt x="2415707" y="641106"/>
                </a:lnTo>
                <a:lnTo>
                  <a:pt x="2415707" y="2097660"/>
                </a:lnTo>
                <a:lnTo>
                  <a:pt x="0" y="209766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84267" y="1661541"/>
            <a:ext cx="2415707" cy="2097660"/>
          </a:xfrm>
          <a:custGeom>
            <a:avLst/>
            <a:gdLst>
              <a:gd name="connsiteX0" fmla="*/ 0 w 2415707"/>
              <a:gd name="connsiteY0" fmla="*/ 0 h 2097660"/>
              <a:gd name="connsiteX1" fmla="*/ 1774601 w 2415707"/>
              <a:gd name="connsiteY1" fmla="*/ 0 h 2097660"/>
              <a:gd name="connsiteX2" fmla="*/ 2415707 w 2415707"/>
              <a:gd name="connsiteY2" fmla="*/ 641106 h 2097660"/>
              <a:gd name="connsiteX3" fmla="*/ 2415707 w 2415707"/>
              <a:gd name="connsiteY3" fmla="*/ 2097660 h 2097660"/>
              <a:gd name="connsiteX4" fmla="*/ 0 w 2415707"/>
              <a:gd name="connsiteY4" fmla="*/ 2097660 h 209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15707" h="2097660">
                <a:moveTo>
                  <a:pt x="0" y="0"/>
                </a:moveTo>
                <a:lnTo>
                  <a:pt x="1774601" y="0"/>
                </a:lnTo>
                <a:lnTo>
                  <a:pt x="2415707" y="641106"/>
                </a:lnTo>
                <a:lnTo>
                  <a:pt x="2415707" y="2097660"/>
                </a:lnTo>
                <a:lnTo>
                  <a:pt x="0" y="209766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9441633" y="1661541"/>
            <a:ext cx="2415707" cy="2097660"/>
          </a:xfrm>
          <a:custGeom>
            <a:avLst/>
            <a:gdLst>
              <a:gd name="connsiteX0" fmla="*/ 0 w 2415707"/>
              <a:gd name="connsiteY0" fmla="*/ 0 h 2097660"/>
              <a:gd name="connsiteX1" fmla="*/ 1774601 w 2415707"/>
              <a:gd name="connsiteY1" fmla="*/ 0 h 2097660"/>
              <a:gd name="connsiteX2" fmla="*/ 2415707 w 2415707"/>
              <a:gd name="connsiteY2" fmla="*/ 641106 h 2097660"/>
              <a:gd name="connsiteX3" fmla="*/ 2415707 w 2415707"/>
              <a:gd name="connsiteY3" fmla="*/ 2097660 h 2097660"/>
              <a:gd name="connsiteX4" fmla="*/ 0 w 2415707"/>
              <a:gd name="connsiteY4" fmla="*/ 2097660 h 209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15707" h="2097660">
                <a:moveTo>
                  <a:pt x="0" y="0"/>
                </a:moveTo>
                <a:lnTo>
                  <a:pt x="1774601" y="0"/>
                </a:lnTo>
                <a:lnTo>
                  <a:pt x="2415707" y="641106"/>
                </a:lnTo>
                <a:lnTo>
                  <a:pt x="2415707" y="2097660"/>
                </a:lnTo>
                <a:lnTo>
                  <a:pt x="0" y="209766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8D85-B70B-4B76-B013-348B0A73AA9C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814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8D85-B70B-4B76-B013-348B0A73AA9C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3923817" cy="6858000"/>
          </a:xfrm>
          <a:custGeom>
            <a:avLst/>
            <a:gdLst>
              <a:gd name="connsiteX0" fmla="*/ 3330947 w 3923817"/>
              <a:gd name="connsiteY0" fmla="*/ 0 h 6858000"/>
              <a:gd name="connsiteX1" fmla="*/ 3923817 w 3923817"/>
              <a:gd name="connsiteY1" fmla="*/ 0 h 6858000"/>
              <a:gd name="connsiteX2" fmla="*/ 3923817 w 3923817"/>
              <a:gd name="connsiteY2" fmla="*/ 2910 h 6858000"/>
              <a:gd name="connsiteX3" fmla="*/ 0 w 3923817"/>
              <a:gd name="connsiteY3" fmla="*/ 0 h 6858000"/>
              <a:gd name="connsiteX4" fmla="*/ 3330947 w 3923817"/>
              <a:gd name="connsiteY4" fmla="*/ 0 h 6858000"/>
              <a:gd name="connsiteX5" fmla="*/ 3921147 w 3923817"/>
              <a:gd name="connsiteY5" fmla="*/ 746579 h 6858000"/>
              <a:gd name="connsiteX6" fmla="*/ 3923817 w 3923817"/>
              <a:gd name="connsiteY6" fmla="*/ 749438 h 6858000"/>
              <a:gd name="connsiteX7" fmla="*/ 3923817 w 3923817"/>
              <a:gd name="connsiteY7" fmla="*/ 6858000 h 6858000"/>
              <a:gd name="connsiteX8" fmla="*/ 0 w 3923817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23817" h="6858000">
                <a:moveTo>
                  <a:pt x="3330947" y="0"/>
                </a:moveTo>
                <a:lnTo>
                  <a:pt x="3923817" y="0"/>
                </a:lnTo>
                <a:lnTo>
                  <a:pt x="3923817" y="2910"/>
                </a:lnTo>
                <a:close/>
                <a:moveTo>
                  <a:pt x="0" y="0"/>
                </a:moveTo>
                <a:lnTo>
                  <a:pt x="3330947" y="0"/>
                </a:lnTo>
                <a:cubicBezTo>
                  <a:pt x="3338280" y="10417"/>
                  <a:pt x="3848257" y="661683"/>
                  <a:pt x="3921147" y="746579"/>
                </a:cubicBezTo>
                <a:lnTo>
                  <a:pt x="3923817" y="749438"/>
                </a:lnTo>
                <a:lnTo>
                  <a:pt x="3923817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2553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1769535" y="1648841"/>
            <a:ext cx="2415708" cy="21103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346530" y="1648841"/>
            <a:ext cx="2415708" cy="211036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923526" y="1648841"/>
            <a:ext cx="2415708" cy="21103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9491568" y="1648841"/>
            <a:ext cx="2415708" cy="211036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8D85-B70B-4B76-B013-348B0A73AA9C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0691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2435645" y="2171700"/>
            <a:ext cx="2866627" cy="2133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5302272" y="2171700"/>
            <a:ext cx="2437023" cy="21336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4083760" y="4320567"/>
            <a:ext cx="2437023" cy="213360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530963" y="4320567"/>
            <a:ext cx="2437023" cy="21336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8D85-B70B-4B76-B013-348B0A73AA9C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924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7725172" y="-1"/>
            <a:ext cx="2233414" cy="44550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9958586" y="2402975"/>
            <a:ext cx="2233414" cy="445502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8D85-B70B-4B76-B013-348B0A73AA9C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7725172" y="4455025"/>
            <a:ext cx="2233414" cy="24029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9958586" y="0"/>
            <a:ext cx="2233414" cy="24029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103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1774370" y="1394564"/>
            <a:ext cx="5959929" cy="4358536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8D85-B70B-4B76-B013-348B0A73AA9C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9883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143934" y="1648840"/>
            <a:ext cx="2832100" cy="52091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165123" y="1648840"/>
            <a:ext cx="2832100" cy="520916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166388" y="1648840"/>
            <a:ext cx="2832100" cy="52091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9187577" y="1648840"/>
            <a:ext cx="2832100" cy="520916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8D85-B70B-4B76-B013-348B0A73AA9C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9420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1799771" y="1496164"/>
            <a:ext cx="2844800" cy="22603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799771" y="3829587"/>
            <a:ext cx="2844800" cy="22603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644571" y="1496164"/>
            <a:ext cx="7082972" cy="2260348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644571" y="3829587"/>
            <a:ext cx="7082972" cy="2260348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8D85-B70B-4B76-B013-348B0A73AA9C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7819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1793174" y="1689100"/>
            <a:ext cx="4731053" cy="19431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6879724" y="1689100"/>
            <a:ext cx="4893175" cy="19431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8D85-B70B-4B76-B013-348B0A73AA9C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3589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1793174" y="1354238"/>
            <a:ext cx="10398827" cy="5503762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8D85-B70B-4B76-B013-348B0A73AA9C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9034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1793174" y="3490750"/>
            <a:ext cx="10398827" cy="336725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8D85-B70B-4B76-B013-348B0A73AA9C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049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7731889" y="0"/>
            <a:ext cx="4460112" cy="65532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8D85-B70B-4B76-B013-348B0A73AA9C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204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1801587" y="1365662"/>
            <a:ext cx="5929250" cy="51748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8D85-B70B-4B76-B013-348B0A73AA9C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7069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2013187" y="4113212"/>
            <a:ext cx="7242629" cy="24257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8D85-B70B-4B76-B013-348B0A73AA9C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9255816" y="4117445"/>
            <a:ext cx="2936184" cy="242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677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1816100" y="1651000"/>
            <a:ext cx="10375900" cy="24257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8D85-B70B-4B76-B013-348B0A73AA9C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8229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8079530" y="0"/>
            <a:ext cx="3947369" cy="60198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8D85-B70B-4B76-B013-348B0A73AA9C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9238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CCE1A-373A-476D-A926-A57C1516D179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1011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2918-C868-4DAA-9B1A-C7BBEBC1FA18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1628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706867" y="3009202"/>
            <a:ext cx="2158511" cy="2212515"/>
          </a:xfrm>
          <a:prstGeom prst="ellipse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800">
                <a:solidFill>
                  <a:schemeClr val="lt1"/>
                </a:solidFill>
                <a:latin typeface="+mn-lt"/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2918-C868-4DAA-9B1A-C7BBEBC1FA18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7048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2918-C868-4DAA-9B1A-C7BBEBC1FA18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Isosceles Triangle 83"/>
          <p:cNvSpPr/>
          <p:nvPr userDrawn="1"/>
        </p:nvSpPr>
        <p:spPr>
          <a:xfrm rot="5400000" flipH="1">
            <a:off x="4102579" y="-1382277"/>
            <a:ext cx="1216948" cy="9422103"/>
          </a:xfrm>
          <a:custGeom>
            <a:avLst/>
            <a:gdLst/>
            <a:ahLst/>
            <a:cxnLst/>
            <a:rect l="l" t="t" r="r" b="b"/>
            <a:pathLst>
              <a:path w="914401" h="7066578">
                <a:moveTo>
                  <a:pt x="914401" y="266705"/>
                </a:moveTo>
                <a:lnTo>
                  <a:pt x="914401" y="1751636"/>
                </a:lnTo>
                <a:lnTo>
                  <a:pt x="914401" y="5581647"/>
                </a:lnTo>
                <a:lnTo>
                  <a:pt x="914401" y="7066578"/>
                </a:lnTo>
                <a:lnTo>
                  <a:pt x="0" y="7066578"/>
                </a:lnTo>
                <a:lnTo>
                  <a:pt x="0" y="5581647"/>
                </a:lnTo>
                <a:lnTo>
                  <a:pt x="0" y="1484931"/>
                </a:lnTo>
                <a:lnTo>
                  <a:pt x="0" y="0"/>
                </a:lnTo>
                <a:lnTo>
                  <a:pt x="2" y="0"/>
                </a:lnTo>
                <a:lnTo>
                  <a:pt x="2" y="640556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4"/>
          <p:cNvSpPr/>
          <p:nvPr userDrawn="1"/>
        </p:nvSpPr>
        <p:spPr>
          <a:xfrm>
            <a:off x="1594927" y="0"/>
            <a:ext cx="10119741" cy="6858000"/>
          </a:xfrm>
          <a:custGeom>
            <a:avLst/>
            <a:gdLst/>
            <a:ahLst/>
            <a:cxnLst/>
            <a:rect l="l" t="t" r="r" b="b"/>
            <a:pathLst>
              <a:path w="7589806" h="5153025">
                <a:moveTo>
                  <a:pt x="0" y="0"/>
                </a:moveTo>
                <a:lnTo>
                  <a:pt x="5445248" y="6791"/>
                </a:lnTo>
                <a:lnTo>
                  <a:pt x="7589806" y="5153025"/>
                </a:lnTo>
                <a:lnTo>
                  <a:pt x="2117881" y="5153025"/>
                </a:lnTo>
                <a:close/>
              </a:path>
            </a:pathLst>
          </a:custGeom>
          <a:solidFill>
            <a:schemeClr val="accent1">
              <a:alpha val="7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83"/>
          <p:cNvSpPr/>
          <p:nvPr userDrawn="1"/>
        </p:nvSpPr>
        <p:spPr>
          <a:xfrm rot="16200000">
            <a:off x="6872474" y="-1382277"/>
            <a:ext cx="1216948" cy="9422103"/>
          </a:xfrm>
          <a:custGeom>
            <a:avLst/>
            <a:gdLst/>
            <a:ahLst/>
            <a:cxnLst/>
            <a:rect l="l" t="t" r="r" b="b"/>
            <a:pathLst>
              <a:path w="914401" h="7066578">
                <a:moveTo>
                  <a:pt x="914401" y="266705"/>
                </a:moveTo>
                <a:lnTo>
                  <a:pt x="914401" y="1751636"/>
                </a:lnTo>
                <a:lnTo>
                  <a:pt x="914401" y="5581647"/>
                </a:lnTo>
                <a:lnTo>
                  <a:pt x="914401" y="7066578"/>
                </a:lnTo>
                <a:lnTo>
                  <a:pt x="0" y="7066578"/>
                </a:lnTo>
                <a:lnTo>
                  <a:pt x="0" y="5581647"/>
                </a:lnTo>
                <a:lnTo>
                  <a:pt x="0" y="1484931"/>
                </a:lnTo>
                <a:lnTo>
                  <a:pt x="0" y="0"/>
                </a:lnTo>
                <a:lnTo>
                  <a:pt x="2" y="0"/>
                </a:lnTo>
                <a:lnTo>
                  <a:pt x="2" y="6405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3500" y="3005608"/>
            <a:ext cx="6140232" cy="646331"/>
          </a:xfrm>
          <a:noFill/>
        </p:spPr>
        <p:txBody>
          <a:bodyPr wrap="square" rtlCol="0" anchor="ctr">
            <a:spAutoFit/>
          </a:bodyPr>
          <a:lstStyle>
            <a:lvl1pPr>
              <a:defRPr 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Open Sans" panose="020B0606030504020204" pitchFamily="34" charset="0"/>
                <a:cs typeface="Lato" panose="020F0502020204030203" pitchFamily="34" charset="0"/>
              </a:defRPr>
            </a:lvl1pPr>
          </a:lstStyle>
          <a:p>
            <a:pPr marL="0" lvl="0"/>
            <a:r>
              <a:rPr lang="en-US" dirty="0" smtClean="0"/>
              <a:t>Click to edit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9273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5094514" y="653143"/>
            <a:ext cx="4397829" cy="555171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2918-C868-4DAA-9B1A-C7BBEBC1FA18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688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281390" y="0"/>
            <a:ext cx="11466110" cy="210567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nip Single Corner Rectangle 8"/>
          <p:cNvSpPr/>
          <p:nvPr userDrawn="1"/>
        </p:nvSpPr>
        <p:spPr>
          <a:xfrm rot="16200000" flipH="1" flipV="1">
            <a:off x="672474" y="1716389"/>
            <a:ext cx="2107155" cy="2889323"/>
          </a:xfrm>
          <a:prstGeom prst="snip1Rect">
            <a:avLst>
              <a:gd name="adj" fmla="val 4077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314" y="2344152"/>
            <a:ext cx="2305475" cy="1257908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2918-C868-4DAA-9B1A-C7BBEBC1FA18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91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2918-C868-4DAA-9B1A-C7BBEBC1FA18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Isosceles Triangle 83"/>
          <p:cNvSpPr/>
          <p:nvPr userDrawn="1"/>
        </p:nvSpPr>
        <p:spPr>
          <a:xfrm rot="16200000">
            <a:off x="6117219" y="65973"/>
            <a:ext cx="4525701" cy="5972537"/>
          </a:xfrm>
          <a:custGeom>
            <a:avLst/>
            <a:gdLst>
              <a:gd name="connsiteX0" fmla="*/ 914401 w 914401"/>
              <a:gd name="connsiteY0" fmla="*/ 0 h 5922172"/>
              <a:gd name="connsiteX1" fmla="*/ 914401 w 914401"/>
              <a:gd name="connsiteY1" fmla="*/ 581266 h 5922172"/>
              <a:gd name="connsiteX2" fmla="*/ 914401 w 914401"/>
              <a:gd name="connsiteY2" fmla="*/ 581266 h 5922172"/>
              <a:gd name="connsiteX3" fmla="*/ 914401 w 914401"/>
              <a:gd name="connsiteY3" fmla="*/ 5922172 h 5922172"/>
              <a:gd name="connsiteX4" fmla="*/ 0 w 914401"/>
              <a:gd name="connsiteY4" fmla="*/ 5922172 h 5922172"/>
              <a:gd name="connsiteX5" fmla="*/ 0 w 914401"/>
              <a:gd name="connsiteY5" fmla="*/ 550072 h 5922172"/>
              <a:gd name="connsiteX6" fmla="*/ 715422 w 914401"/>
              <a:gd name="connsiteY6" fmla="*/ 550072 h 5922172"/>
              <a:gd name="connsiteX7" fmla="*/ 914401 w 914401"/>
              <a:gd name="connsiteY7" fmla="*/ 0 h 5922172"/>
              <a:gd name="connsiteX0" fmla="*/ 914401 w 914401"/>
              <a:gd name="connsiteY0" fmla="*/ 0 h 5922172"/>
              <a:gd name="connsiteX1" fmla="*/ 914401 w 914401"/>
              <a:gd name="connsiteY1" fmla="*/ 581266 h 5922172"/>
              <a:gd name="connsiteX2" fmla="*/ 914401 w 914401"/>
              <a:gd name="connsiteY2" fmla="*/ 581266 h 5922172"/>
              <a:gd name="connsiteX3" fmla="*/ 914401 w 914401"/>
              <a:gd name="connsiteY3" fmla="*/ 5922172 h 5922172"/>
              <a:gd name="connsiteX4" fmla="*/ 0 w 914401"/>
              <a:gd name="connsiteY4" fmla="*/ 5922172 h 5922172"/>
              <a:gd name="connsiteX5" fmla="*/ 0 w 914401"/>
              <a:gd name="connsiteY5" fmla="*/ 550072 h 5922172"/>
              <a:gd name="connsiteX6" fmla="*/ 715422 w 914401"/>
              <a:gd name="connsiteY6" fmla="*/ 550072 h 5922172"/>
              <a:gd name="connsiteX7" fmla="*/ 914401 w 914401"/>
              <a:gd name="connsiteY7" fmla="*/ 0 h 5922172"/>
              <a:gd name="connsiteX0" fmla="*/ 914401 w 914401"/>
              <a:gd name="connsiteY0" fmla="*/ 0 h 5922172"/>
              <a:gd name="connsiteX1" fmla="*/ 914401 w 914401"/>
              <a:gd name="connsiteY1" fmla="*/ 581266 h 5922172"/>
              <a:gd name="connsiteX2" fmla="*/ 914401 w 914401"/>
              <a:gd name="connsiteY2" fmla="*/ 581266 h 5922172"/>
              <a:gd name="connsiteX3" fmla="*/ 914401 w 914401"/>
              <a:gd name="connsiteY3" fmla="*/ 5922172 h 5922172"/>
              <a:gd name="connsiteX4" fmla="*/ 0 w 914401"/>
              <a:gd name="connsiteY4" fmla="*/ 5922172 h 5922172"/>
              <a:gd name="connsiteX5" fmla="*/ 0 w 914401"/>
              <a:gd name="connsiteY5" fmla="*/ 550072 h 5922172"/>
              <a:gd name="connsiteX6" fmla="*/ 715422 w 914401"/>
              <a:gd name="connsiteY6" fmla="*/ 550072 h 5922172"/>
              <a:gd name="connsiteX7" fmla="*/ 914401 w 914401"/>
              <a:gd name="connsiteY7" fmla="*/ 0 h 5922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1" h="5922172">
                <a:moveTo>
                  <a:pt x="914401" y="0"/>
                </a:moveTo>
                <a:lnTo>
                  <a:pt x="914401" y="581266"/>
                </a:lnTo>
                <a:lnTo>
                  <a:pt x="914401" y="581266"/>
                </a:lnTo>
                <a:lnTo>
                  <a:pt x="914401" y="5922172"/>
                </a:lnTo>
                <a:lnTo>
                  <a:pt x="0" y="5922172"/>
                </a:lnTo>
                <a:lnTo>
                  <a:pt x="0" y="550072"/>
                </a:lnTo>
                <a:lnTo>
                  <a:pt x="715422" y="550072"/>
                </a:lnTo>
                <a:cubicBezTo>
                  <a:pt x="718583" y="553325"/>
                  <a:pt x="912676" y="15022"/>
                  <a:pt x="91440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-29988" y="5600700"/>
            <a:ext cx="12221987" cy="1257300"/>
            <a:chOff x="-29987" y="5600700"/>
            <a:chExt cx="10708800" cy="1257300"/>
          </a:xfrm>
        </p:grpSpPr>
        <p:grpSp>
          <p:nvGrpSpPr>
            <p:cNvPr id="12" name="Group 11"/>
            <p:cNvGrpSpPr/>
            <p:nvPr/>
          </p:nvGrpSpPr>
          <p:grpSpPr>
            <a:xfrm>
              <a:off x="-29987" y="5600700"/>
              <a:ext cx="5354400" cy="1257300"/>
              <a:chOff x="-76202" y="2595961"/>
              <a:chExt cx="9241478" cy="2170049"/>
            </a:xfrm>
            <a:solidFill>
              <a:schemeClr val="bg1">
                <a:alpha val="20000"/>
              </a:schemeClr>
            </a:solidFill>
          </p:grpSpPr>
          <p:sp>
            <p:nvSpPr>
              <p:cNvPr id="19" name="Rectangle 15"/>
              <p:cNvSpPr/>
              <p:nvPr/>
            </p:nvSpPr>
            <p:spPr>
              <a:xfrm>
                <a:off x="-76202" y="2764910"/>
                <a:ext cx="9241478" cy="2001100"/>
              </a:xfrm>
              <a:custGeom>
                <a:avLst/>
                <a:gdLst/>
                <a:ahLst/>
                <a:cxnLst/>
                <a:rect l="l" t="t" r="r" b="b"/>
                <a:pathLst>
                  <a:path w="7210524" h="1561328">
                    <a:moveTo>
                      <a:pt x="4784746" y="0"/>
                    </a:moveTo>
                    <a:lnTo>
                      <a:pt x="5079978" y="0"/>
                    </a:lnTo>
                    <a:cubicBezTo>
                      <a:pt x="5088758" y="0"/>
                      <a:pt x="5095875" y="7117"/>
                      <a:pt x="5095875" y="15897"/>
                    </a:cubicBezTo>
                    <a:lnTo>
                      <a:pt x="5095875" y="41275"/>
                    </a:lnTo>
                    <a:lnTo>
                      <a:pt x="5158295" y="41275"/>
                    </a:lnTo>
                    <a:cubicBezTo>
                      <a:pt x="5171166" y="41275"/>
                      <a:pt x="5181600" y="51709"/>
                      <a:pt x="5181600" y="64580"/>
                    </a:cubicBezTo>
                    <a:lnTo>
                      <a:pt x="5181600" y="180374"/>
                    </a:lnTo>
                    <a:lnTo>
                      <a:pt x="5359379" y="180374"/>
                    </a:lnTo>
                    <a:cubicBezTo>
                      <a:pt x="5368159" y="180374"/>
                      <a:pt x="5375276" y="187491"/>
                      <a:pt x="5375276" y="196271"/>
                    </a:cubicBezTo>
                    <a:lnTo>
                      <a:pt x="5375276" y="652908"/>
                    </a:lnTo>
                    <a:cubicBezTo>
                      <a:pt x="5375276" y="601134"/>
                      <a:pt x="5423962" y="559162"/>
                      <a:pt x="5484019" y="559162"/>
                    </a:cubicBezTo>
                    <a:cubicBezTo>
                      <a:pt x="5530057" y="559162"/>
                      <a:pt x="5569413" y="583826"/>
                      <a:pt x="5584794" y="618883"/>
                    </a:cubicBezTo>
                    <a:lnTo>
                      <a:pt x="5586436" y="618883"/>
                    </a:lnTo>
                    <a:lnTo>
                      <a:pt x="5636496" y="668943"/>
                    </a:lnTo>
                    <a:lnTo>
                      <a:pt x="5686405" y="668943"/>
                    </a:lnTo>
                    <a:cubicBezTo>
                      <a:pt x="5695185" y="668943"/>
                      <a:pt x="5702302" y="676060"/>
                      <a:pt x="5702302" y="684840"/>
                    </a:cubicBezTo>
                    <a:lnTo>
                      <a:pt x="5702302" y="1166526"/>
                    </a:lnTo>
                    <a:lnTo>
                      <a:pt x="5791200" y="1166526"/>
                    </a:lnTo>
                    <a:lnTo>
                      <a:pt x="5791200" y="1096032"/>
                    </a:lnTo>
                    <a:cubicBezTo>
                      <a:pt x="5791200" y="1088488"/>
                      <a:pt x="5797315" y="1082373"/>
                      <a:pt x="5804859" y="1082373"/>
                    </a:cubicBezTo>
                    <a:lnTo>
                      <a:pt x="5931693" y="1082373"/>
                    </a:lnTo>
                    <a:lnTo>
                      <a:pt x="5931693" y="1062785"/>
                    </a:lnTo>
                    <a:cubicBezTo>
                      <a:pt x="5931693" y="1059013"/>
                      <a:pt x="5934750" y="1055956"/>
                      <a:pt x="5938522" y="1055956"/>
                    </a:cubicBezTo>
                    <a:lnTo>
                      <a:pt x="6065357" y="1055956"/>
                    </a:lnTo>
                    <a:cubicBezTo>
                      <a:pt x="6069129" y="1055956"/>
                      <a:pt x="6072186" y="1059013"/>
                      <a:pt x="6072186" y="1062785"/>
                    </a:cubicBezTo>
                    <a:lnTo>
                      <a:pt x="6072186" y="1096030"/>
                    </a:lnTo>
                    <a:lnTo>
                      <a:pt x="6072187" y="1166526"/>
                    </a:lnTo>
                    <a:lnTo>
                      <a:pt x="6110287" y="1166526"/>
                    </a:lnTo>
                    <a:lnTo>
                      <a:pt x="6110287" y="943036"/>
                    </a:lnTo>
                    <a:cubicBezTo>
                      <a:pt x="6110287" y="936437"/>
                      <a:pt x="6113873" y="930676"/>
                      <a:pt x="6119811" y="928649"/>
                    </a:cubicBezTo>
                    <a:lnTo>
                      <a:pt x="6119811" y="868533"/>
                    </a:lnTo>
                    <a:cubicBezTo>
                      <a:pt x="6119811" y="860177"/>
                      <a:pt x="6125961" y="853257"/>
                      <a:pt x="6134100" y="852850"/>
                    </a:cubicBezTo>
                    <a:lnTo>
                      <a:pt x="6134100" y="833649"/>
                    </a:lnTo>
                    <a:cubicBezTo>
                      <a:pt x="6134100" y="825466"/>
                      <a:pt x="6140733" y="818833"/>
                      <a:pt x="6148916" y="818833"/>
                    </a:cubicBezTo>
                    <a:lnTo>
                      <a:pt x="6153150" y="818833"/>
                    </a:lnTo>
                    <a:lnTo>
                      <a:pt x="6153150" y="775217"/>
                    </a:lnTo>
                    <a:cubicBezTo>
                      <a:pt x="6153150" y="768057"/>
                      <a:pt x="6158954" y="762253"/>
                      <a:pt x="6166114" y="762253"/>
                    </a:cubicBezTo>
                    <a:lnTo>
                      <a:pt x="6406886" y="762253"/>
                    </a:lnTo>
                    <a:cubicBezTo>
                      <a:pt x="6414046" y="762253"/>
                      <a:pt x="6419850" y="768057"/>
                      <a:pt x="6419850" y="775217"/>
                    </a:cubicBezTo>
                    <a:lnTo>
                      <a:pt x="6419850" y="818833"/>
                    </a:lnTo>
                    <a:lnTo>
                      <a:pt x="6424084" y="818833"/>
                    </a:lnTo>
                    <a:cubicBezTo>
                      <a:pt x="6432267" y="818833"/>
                      <a:pt x="6438900" y="825466"/>
                      <a:pt x="6438900" y="833649"/>
                    </a:cubicBezTo>
                    <a:lnTo>
                      <a:pt x="6438900" y="851865"/>
                    </a:lnTo>
                    <a:lnTo>
                      <a:pt x="6446044" y="851865"/>
                    </a:lnTo>
                    <a:cubicBezTo>
                      <a:pt x="6455249" y="851865"/>
                      <a:pt x="6462712" y="859328"/>
                      <a:pt x="6462712" y="868533"/>
                    </a:cubicBezTo>
                    <a:lnTo>
                      <a:pt x="6462712" y="926675"/>
                    </a:lnTo>
                    <a:cubicBezTo>
                      <a:pt x="6470977" y="927338"/>
                      <a:pt x="6477000" y="934483"/>
                      <a:pt x="6477000" y="943036"/>
                    </a:cubicBezTo>
                    <a:lnTo>
                      <a:pt x="6477000" y="1224505"/>
                    </a:lnTo>
                    <a:lnTo>
                      <a:pt x="6757988" y="1224505"/>
                    </a:lnTo>
                    <a:lnTo>
                      <a:pt x="6757988" y="1040165"/>
                    </a:lnTo>
                    <a:cubicBezTo>
                      <a:pt x="6757988" y="1032860"/>
                      <a:pt x="6762892" y="1026700"/>
                      <a:pt x="6769894" y="1025876"/>
                    </a:cubicBezTo>
                    <a:lnTo>
                      <a:pt x="6769894" y="1000357"/>
                    </a:lnTo>
                    <a:cubicBezTo>
                      <a:pt x="6769894" y="993900"/>
                      <a:pt x="6775128" y="988666"/>
                      <a:pt x="6781585" y="988666"/>
                    </a:cubicBezTo>
                    <a:lnTo>
                      <a:pt x="6998709" y="988666"/>
                    </a:lnTo>
                    <a:cubicBezTo>
                      <a:pt x="7005166" y="988666"/>
                      <a:pt x="7010400" y="993900"/>
                      <a:pt x="7010400" y="1000357"/>
                    </a:cubicBezTo>
                    <a:lnTo>
                      <a:pt x="7010400" y="1024191"/>
                    </a:lnTo>
                    <a:lnTo>
                      <a:pt x="7070626" y="1024191"/>
                    </a:lnTo>
                    <a:cubicBezTo>
                      <a:pt x="7079448" y="1024191"/>
                      <a:pt x="7086600" y="1031343"/>
                      <a:pt x="7086600" y="1040165"/>
                    </a:cubicBezTo>
                    <a:lnTo>
                      <a:pt x="7086600" y="1224505"/>
                    </a:lnTo>
                    <a:lnTo>
                      <a:pt x="7210524" y="1224505"/>
                    </a:lnTo>
                    <a:lnTo>
                      <a:pt x="7210524" y="1561328"/>
                    </a:lnTo>
                    <a:lnTo>
                      <a:pt x="6058528" y="1561328"/>
                    </a:lnTo>
                    <a:lnTo>
                      <a:pt x="5804859" y="1561328"/>
                    </a:lnTo>
                    <a:lnTo>
                      <a:pt x="0" y="1561328"/>
                    </a:lnTo>
                    <a:lnTo>
                      <a:pt x="0" y="1224505"/>
                    </a:lnTo>
                    <a:lnTo>
                      <a:pt x="152400" y="1224505"/>
                    </a:lnTo>
                    <a:lnTo>
                      <a:pt x="152400" y="777019"/>
                    </a:lnTo>
                    <a:lnTo>
                      <a:pt x="533400" y="777019"/>
                    </a:lnTo>
                    <a:lnTo>
                      <a:pt x="533400" y="912465"/>
                    </a:lnTo>
                    <a:lnTo>
                      <a:pt x="571500" y="912465"/>
                    </a:lnTo>
                    <a:lnTo>
                      <a:pt x="571500" y="881415"/>
                    </a:lnTo>
                    <a:lnTo>
                      <a:pt x="762000" y="881415"/>
                    </a:lnTo>
                    <a:lnTo>
                      <a:pt x="762000" y="805214"/>
                    </a:lnTo>
                    <a:lnTo>
                      <a:pt x="899160" y="805214"/>
                    </a:lnTo>
                    <a:lnTo>
                      <a:pt x="899160" y="729014"/>
                    </a:lnTo>
                    <a:lnTo>
                      <a:pt x="1143000" y="729014"/>
                    </a:lnTo>
                    <a:lnTo>
                      <a:pt x="1143000" y="805213"/>
                    </a:lnTo>
                    <a:lnTo>
                      <a:pt x="1264920" y="805213"/>
                    </a:lnTo>
                    <a:lnTo>
                      <a:pt x="1323975" y="977274"/>
                    </a:lnTo>
                    <a:lnTo>
                      <a:pt x="1326707" y="1091343"/>
                    </a:lnTo>
                    <a:lnTo>
                      <a:pt x="1454467" y="1091343"/>
                    </a:lnTo>
                    <a:lnTo>
                      <a:pt x="1454467" y="1007716"/>
                    </a:lnTo>
                    <a:lnTo>
                      <a:pt x="1511617" y="1007716"/>
                    </a:lnTo>
                    <a:lnTo>
                      <a:pt x="1511617" y="969616"/>
                    </a:lnTo>
                    <a:lnTo>
                      <a:pt x="1586865" y="969616"/>
                    </a:lnTo>
                    <a:lnTo>
                      <a:pt x="1586865" y="943516"/>
                    </a:lnTo>
                    <a:lnTo>
                      <a:pt x="1822132" y="943516"/>
                    </a:lnTo>
                    <a:lnTo>
                      <a:pt x="1830705" y="943516"/>
                    </a:lnTo>
                    <a:lnTo>
                      <a:pt x="1897380" y="943516"/>
                    </a:lnTo>
                    <a:lnTo>
                      <a:pt x="1897380" y="724441"/>
                    </a:lnTo>
                    <a:lnTo>
                      <a:pt x="1997710" y="724441"/>
                    </a:lnTo>
                    <a:lnTo>
                      <a:pt x="1997710" y="610552"/>
                    </a:lnTo>
                    <a:lnTo>
                      <a:pt x="2057400" y="610552"/>
                    </a:lnTo>
                    <a:lnTo>
                      <a:pt x="2057400" y="724441"/>
                    </a:lnTo>
                    <a:lnTo>
                      <a:pt x="2262392" y="724441"/>
                    </a:lnTo>
                    <a:lnTo>
                      <a:pt x="2266950" y="737720"/>
                    </a:lnTo>
                    <a:lnTo>
                      <a:pt x="2266950" y="438311"/>
                    </a:lnTo>
                    <a:lnTo>
                      <a:pt x="2334260" y="438311"/>
                    </a:lnTo>
                    <a:lnTo>
                      <a:pt x="2334260" y="380085"/>
                    </a:lnTo>
                    <a:lnTo>
                      <a:pt x="2438400" y="380085"/>
                    </a:lnTo>
                    <a:lnTo>
                      <a:pt x="2438400" y="354685"/>
                    </a:lnTo>
                    <a:lnTo>
                      <a:pt x="2594478" y="354685"/>
                    </a:lnTo>
                    <a:lnTo>
                      <a:pt x="2597160" y="380085"/>
                    </a:lnTo>
                    <a:lnTo>
                      <a:pt x="2646415" y="380085"/>
                    </a:lnTo>
                    <a:lnTo>
                      <a:pt x="2741065" y="445970"/>
                    </a:lnTo>
                    <a:lnTo>
                      <a:pt x="2739890" y="566557"/>
                    </a:lnTo>
                    <a:lnTo>
                      <a:pt x="2768600" y="566557"/>
                    </a:lnTo>
                    <a:lnTo>
                      <a:pt x="2895600" y="744180"/>
                    </a:lnTo>
                    <a:lnTo>
                      <a:pt x="2895600" y="124488"/>
                    </a:lnTo>
                    <a:lnTo>
                      <a:pt x="2968625" y="124488"/>
                    </a:lnTo>
                    <a:lnTo>
                      <a:pt x="2968625" y="71358"/>
                    </a:lnTo>
                    <a:lnTo>
                      <a:pt x="2919956" y="22689"/>
                    </a:lnTo>
                    <a:lnTo>
                      <a:pt x="3228975" y="22688"/>
                    </a:lnTo>
                    <a:lnTo>
                      <a:pt x="3181350" y="70313"/>
                    </a:lnTo>
                    <a:lnTo>
                      <a:pt x="3181350" y="124488"/>
                    </a:lnTo>
                    <a:lnTo>
                      <a:pt x="3232150" y="124488"/>
                    </a:lnTo>
                    <a:lnTo>
                      <a:pt x="3232150" y="369951"/>
                    </a:lnTo>
                    <a:lnTo>
                      <a:pt x="3292475" y="369951"/>
                    </a:lnTo>
                    <a:lnTo>
                      <a:pt x="3292475" y="988666"/>
                    </a:lnTo>
                    <a:lnTo>
                      <a:pt x="3359150" y="988666"/>
                    </a:lnTo>
                    <a:lnTo>
                      <a:pt x="3359150" y="1126967"/>
                    </a:lnTo>
                    <a:lnTo>
                      <a:pt x="3402061" y="1126967"/>
                    </a:lnTo>
                    <a:lnTo>
                      <a:pt x="3402061" y="978091"/>
                    </a:lnTo>
                    <a:lnTo>
                      <a:pt x="3404394" y="978091"/>
                    </a:lnTo>
                    <a:lnTo>
                      <a:pt x="3404394" y="958397"/>
                    </a:lnTo>
                    <a:cubicBezTo>
                      <a:pt x="3404394" y="906623"/>
                      <a:pt x="3453080" y="864651"/>
                      <a:pt x="3513137" y="864651"/>
                    </a:cubicBezTo>
                    <a:cubicBezTo>
                      <a:pt x="3573194" y="864651"/>
                      <a:pt x="3621880" y="906623"/>
                      <a:pt x="3621880" y="958397"/>
                    </a:cubicBezTo>
                    <a:lnTo>
                      <a:pt x="3621880" y="978091"/>
                    </a:lnTo>
                    <a:lnTo>
                      <a:pt x="3621880" y="1052143"/>
                    </a:lnTo>
                    <a:lnTo>
                      <a:pt x="3621880" y="1064867"/>
                    </a:lnTo>
                    <a:lnTo>
                      <a:pt x="3706862" y="1064867"/>
                    </a:lnTo>
                    <a:lnTo>
                      <a:pt x="3706862" y="666051"/>
                    </a:lnTo>
                    <a:lnTo>
                      <a:pt x="3751312" y="666051"/>
                    </a:lnTo>
                    <a:lnTo>
                      <a:pt x="3751312" y="612776"/>
                    </a:lnTo>
                    <a:lnTo>
                      <a:pt x="3798937" y="612776"/>
                    </a:lnTo>
                    <a:lnTo>
                      <a:pt x="3798937" y="567626"/>
                    </a:lnTo>
                    <a:lnTo>
                      <a:pt x="3824337" y="567626"/>
                    </a:lnTo>
                    <a:lnTo>
                      <a:pt x="3824337" y="523876"/>
                    </a:lnTo>
                    <a:lnTo>
                      <a:pt x="3840212" y="523876"/>
                    </a:lnTo>
                    <a:lnTo>
                      <a:pt x="3840212" y="417637"/>
                    </a:lnTo>
                    <a:cubicBezTo>
                      <a:pt x="3840212" y="412011"/>
                      <a:pt x="3844772" y="407451"/>
                      <a:pt x="3850398" y="407451"/>
                    </a:cubicBezTo>
                    <a:lnTo>
                      <a:pt x="4000598" y="407451"/>
                    </a:lnTo>
                    <a:lnTo>
                      <a:pt x="4000598" y="334200"/>
                    </a:lnTo>
                    <a:cubicBezTo>
                      <a:pt x="4000598" y="318867"/>
                      <a:pt x="4012438" y="306299"/>
                      <a:pt x="4027537" y="305968"/>
                    </a:cubicBezTo>
                    <a:lnTo>
                      <a:pt x="4027537" y="260510"/>
                    </a:lnTo>
                    <a:cubicBezTo>
                      <a:pt x="4027537" y="246635"/>
                      <a:pt x="4036546" y="234864"/>
                      <a:pt x="4049762" y="232929"/>
                    </a:cubicBezTo>
                    <a:lnTo>
                      <a:pt x="4049762" y="151757"/>
                    </a:lnTo>
                    <a:lnTo>
                      <a:pt x="4057651" y="132711"/>
                    </a:lnTo>
                    <a:lnTo>
                      <a:pt x="4057651" y="87364"/>
                    </a:lnTo>
                    <a:cubicBezTo>
                      <a:pt x="4057651" y="78879"/>
                      <a:pt x="4063922" y="71859"/>
                      <a:pt x="4072195" y="71469"/>
                    </a:cubicBezTo>
                    <a:lnTo>
                      <a:pt x="4075160" y="69282"/>
                    </a:lnTo>
                    <a:lnTo>
                      <a:pt x="4075160" y="27288"/>
                    </a:lnTo>
                    <a:cubicBezTo>
                      <a:pt x="4075160" y="17981"/>
                      <a:pt x="4082704" y="10437"/>
                      <a:pt x="4092011" y="10437"/>
                    </a:cubicBezTo>
                    <a:lnTo>
                      <a:pt x="4277385" y="10437"/>
                    </a:lnTo>
                    <a:cubicBezTo>
                      <a:pt x="4286692" y="10437"/>
                      <a:pt x="4294236" y="17981"/>
                      <a:pt x="4294236" y="27288"/>
                    </a:cubicBezTo>
                    <a:lnTo>
                      <a:pt x="4294236" y="71924"/>
                    </a:lnTo>
                    <a:cubicBezTo>
                      <a:pt x="4302022" y="72565"/>
                      <a:pt x="4307681" y="79303"/>
                      <a:pt x="4307681" y="87364"/>
                    </a:cubicBezTo>
                    <a:lnTo>
                      <a:pt x="4307681" y="128879"/>
                    </a:lnTo>
                    <a:cubicBezTo>
                      <a:pt x="4317879" y="131341"/>
                      <a:pt x="4324349" y="140794"/>
                      <a:pt x="4324349" y="151757"/>
                    </a:cubicBezTo>
                    <a:lnTo>
                      <a:pt x="4324349" y="234244"/>
                    </a:lnTo>
                    <a:cubicBezTo>
                      <a:pt x="4336018" y="237113"/>
                      <a:pt x="4343400" y="247949"/>
                      <a:pt x="4343400" y="260510"/>
                    </a:cubicBezTo>
                    <a:lnTo>
                      <a:pt x="4343400" y="306605"/>
                    </a:lnTo>
                    <a:cubicBezTo>
                      <a:pt x="4357816" y="307230"/>
                      <a:pt x="4368799" y="319433"/>
                      <a:pt x="4368799" y="334200"/>
                    </a:cubicBezTo>
                    <a:lnTo>
                      <a:pt x="4368799" y="942596"/>
                    </a:lnTo>
                    <a:lnTo>
                      <a:pt x="4395836" y="942596"/>
                    </a:lnTo>
                    <a:lnTo>
                      <a:pt x="4395836" y="1052544"/>
                    </a:lnTo>
                    <a:lnTo>
                      <a:pt x="4518025" y="1052544"/>
                    </a:lnTo>
                    <a:lnTo>
                      <a:pt x="4518025" y="776079"/>
                    </a:lnTo>
                    <a:lnTo>
                      <a:pt x="4605338" y="688767"/>
                    </a:lnTo>
                    <a:lnTo>
                      <a:pt x="4692650" y="776079"/>
                    </a:lnTo>
                    <a:lnTo>
                      <a:pt x="4692650" y="1052544"/>
                    </a:lnTo>
                    <a:lnTo>
                      <a:pt x="4702174" y="1052544"/>
                    </a:lnTo>
                    <a:lnTo>
                      <a:pt x="4702174" y="64580"/>
                    </a:lnTo>
                    <a:cubicBezTo>
                      <a:pt x="4702174" y="51709"/>
                      <a:pt x="4712608" y="41275"/>
                      <a:pt x="4725479" y="41275"/>
                    </a:cubicBezTo>
                    <a:lnTo>
                      <a:pt x="4768849" y="41275"/>
                    </a:lnTo>
                    <a:lnTo>
                      <a:pt x="4768849" y="15897"/>
                    </a:lnTo>
                    <a:cubicBezTo>
                      <a:pt x="4768849" y="7117"/>
                      <a:pt x="4775966" y="0"/>
                      <a:pt x="478474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/>
              </a:p>
            </p:txBody>
          </p:sp>
          <p:cxnSp>
            <p:nvCxnSpPr>
              <p:cNvPr id="20" name="Straight Connector 19"/>
              <p:cNvCxnSpPr/>
              <p:nvPr/>
            </p:nvCxnSpPr>
            <p:spPr>
              <a:xfrm>
                <a:off x="5826298" y="3437092"/>
                <a:ext cx="0" cy="226263"/>
              </a:xfrm>
              <a:prstGeom prst="lin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6174223" y="2595961"/>
                <a:ext cx="0" cy="168949"/>
              </a:xfrm>
              <a:prstGeom prst="lin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6369549" y="2595961"/>
                <a:ext cx="0" cy="226263"/>
              </a:xfrm>
              <a:prstGeom prst="lin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1541339" y="3584072"/>
                <a:ext cx="0" cy="302128"/>
              </a:xfrm>
              <a:prstGeom prst="lin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3" name="Group 12"/>
            <p:cNvGrpSpPr/>
            <p:nvPr/>
          </p:nvGrpSpPr>
          <p:grpSpPr>
            <a:xfrm>
              <a:off x="5324413" y="5600700"/>
              <a:ext cx="5354400" cy="1257300"/>
              <a:chOff x="-76202" y="2595961"/>
              <a:chExt cx="9241478" cy="2170049"/>
            </a:xfrm>
            <a:solidFill>
              <a:schemeClr val="bg1">
                <a:alpha val="20000"/>
              </a:schemeClr>
            </a:solidFill>
          </p:grpSpPr>
          <p:sp>
            <p:nvSpPr>
              <p:cNvPr id="14" name="Rectangle 15"/>
              <p:cNvSpPr/>
              <p:nvPr/>
            </p:nvSpPr>
            <p:spPr>
              <a:xfrm>
                <a:off x="-76202" y="2764910"/>
                <a:ext cx="9241478" cy="2001100"/>
              </a:xfrm>
              <a:custGeom>
                <a:avLst/>
                <a:gdLst/>
                <a:ahLst/>
                <a:cxnLst/>
                <a:rect l="l" t="t" r="r" b="b"/>
                <a:pathLst>
                  <a:path w="7210524" h="1561328">
                    <a:moveTo>
                      <a:pt x="4784746" y="0"/>
                    </a:moveTo>
                    <a:lnTo>
                      <a:pt x="5079978" y="0"/>
                    </a:lnTo>
                    <a:cubicBezTo>
                      <a:pt x="5088758" y="0"/>
                      <a:pt x="5095875" y="7117"/>
                      <a:pt x="5095875" y="15897"/>
                    </a:cubicBezTo>
                    <a:lnTo>
                      <a:pt x="5095875" y="41275"/>
                    </a:lnTo>
                    <a:lnTo>
                      <a:pt x="5158295" y="41275"/>
                    </a:lnTo>
                    <a:cubicBezTo>
                      <a:pt x="5171166" y="41275"/>
                      <a:pt x="5181600" y="51709"/>
                      <a:pt x="5181600" y="64580"/>
                    </a:cubicBezTo>
                    <a:lnTo>
                      <a:pt x="5181600" y="180374"/>
                    </a:lnTo>
                    <a:lnTo>
                      <a:pt x="5359379" y="180374"/>
                    </a:lnTo>
                    <a:cubicBezTo>
                      <a:pt x="5368159" y="180374"/>
                      <a:pt x="5375276" y="187491"/>
                      <a:pt x="5375276" y="196271"/>
                    </a:cubicBezTo>
                    <a:lnTo>
                      <a:pt x="5375276" y="652908"/>
                    </a:lnTo>
                    <a:cubicBezTo>
                      <a:pt x="5375276" y="601134"/>
                      <a:pt x="5423962" y="559162"/>
                      <a:pt x="5484019" y="559162"/>
                    </a:cubicBezTo>
                    <a:cubicBezTo>
                      <a:pt x="5530057" y="559162"/>
                      <a:pt x="5569413" y="583826"/>
                      <a:pt x="5584794" y="618883"/>
                    </a:cubicBezTo>
                    <a:lnTo>
                      <a:pt x="5586436" y="618883"/>
                    </a:lnTo>
                    <a:lnTo>
                      <a:pt x="5636496" y="668943"/>
                    </a:lnTo>
                    <a:lnTo>
                      <a:pt x="5686405" y="668943"/>
                    </a:lnTo>
                    <a:cubicBezTo>
                      <a:pt x="5695185" y="668943"/>
                      <a:pt x="5702302" y="676060"/>
                      <a:pt x="5702302" y="684840"/>
                    </a:cubicBezTo>
                    <a:lnTo>
                      <a:pt x="5702302" y="1166526"/>
                    </a:lnTo>
                    <a:lnTo>
                      <a:pt x="5791200" y="1166526"/>
                    </a:lnTo>
                    <a:lnTo>
                      <a:pt x="5791200" y="1096032"/>
                    </a:lnTo>
                    <a:cubicBezTo>
                      <a:pt x="5791200" y="1088488"/>
                      <a:pt x="5797315" y="1082373"/>
                      <a:pt x="5804859" y="1082373"/>
                    </a:cubicBezTo>
                    <a:lnTo>
                      <a:pt x="5931693" y="1082373"/>
                    </a:lnTo>
                    <a:lnTo>
                      <a:pt x="5931693" y="1062785"/>
                    </a:lnTo>
                    <a:cubicBezTo>
                      <a:pt x="5931693" y="1059013"/>
                      <a:pt x="5934750" y="1055956"/>
                      <a:pt x="5938522" y="1055956"/>
                    </a:cubicBezTo>
                    <a:lnTo>
                      <a:pt x="6065357" y="1055956"/>
                    </a:lnTo>
                    <a:cubicBezTo>
                      <a:pt x="6069129" y="1055956"/>
                      <a:pt x="6072186" y="1059013"/>
                      <a:pt x="6072186" y="1062785"/>
                    </a:cubicBezTo>
                    <a:lnTo>
                      <a:pt x="6072186" y="1096030"/>
                    </a:lnTo>
                    <a:lnTo>
                      <a:pt x="6072187" y="1166526"/>
                    </a:lnTo>
                    <a:lnTo>
                      <a:pt x="6110287" y="1166526"/>
                    </a:lnTo>
                    <a:lnTo>
                      <a:pt x="6110287" y="943036"/>
                    </a:lnTo>
                    <a:cubicBezTo>
                      <a:pt x="6110287" y="936437"/>
                      <a:pt x="6113873" y="930676"/>
                      <a:pt x="6119811" y="928649"/>
                    </a:cubicBezTo>
                    <a:lnTo>
                      <a:pt x="6119811" y="868533"/>
                    </a:lnTo>
                    <a:cubicBezTo>
                      <a:pt x="6119811" y="860177"/>
                      <a:pt x="6125961" y="853257"/>
                      <a:pt x="6134100" y="852850"/>
                    </a:cubicBezTo>
                    <a:lnTo>
                      <a:pt x="6134100" y="833649"/>
                    </a:lnTo>
                    <a:cubicBezTo>
                      <a:pt x="6134100" y="825466"/>
                      <a:pt x="6140733" y="818833"/>
                      <a:pt x="6148916" y="818833"/>
                    </a:cubicBezTo>
                    <a:lnTo>
                      <a:pt x="6153150" y="818833"/>
                    </a:lnTo>
                    <a:lnTo>
                      <a:pt x="6153150" y="775217"/>
                    </a:lnTo>
                    <a:cubicBezTo>
                      <a:pt x="6153150" y="768057"/>
                      <a:pt x="6158954" y="762253"/>
                      <a:pt x="6166114" y="762253"/>
                    </a:cubicBezTo>
                    <a:lnTo>
                      <a:pt x="6406886" y="762253"/>
                    </a:lnTo>
                    <a:cubicBezTo>
                      <a:pt x="6414046" y="762253"/>
                      <a:pt x="6419850" y="768057"/>
                      <a:pt x="6419850" y="775217"/>
                    </a:cubicBezTo>
                    <a:lnTo>
                      <a:pt x="6419850" y="818833"/>
                    </a:lnTo>
                    <a:lnTo>
                      <a:pt x="6424084" y="818833"/>
                    </a:lnTo>
                    <a:cubicBezTo>
                      <a:pt x="6432267" y="818833"/>
                      <a:pt x="6438900" y="825466"/>
                      <a:pt x="6438900" y="833649"/>
                    </a:cubicBezTo>
                    <a:lnTo>
                      <a:pt x="6438900" y="851865"/>
                    </a:lnTo>
                    <a:lnTo>
                      <a:pt x="6446044" y="851865"/>
                    </a:lnTo>
                    <a:cubicBezTo>
                      <a:pt x="6455249" y="851865"/>
                      <a:pt x="6462712" y="859328"/>
                      <a:pt x="6462712" y="868533"/>
                    </a:cubicBezTo>
                    <a:lnTo>
                      <a:pt x="6462712" y="926675"/>
                    </a:lnTo>
                    <a:cubicBezTo>
                      <a:pt x="6470977" y="927338"/>
                      <a:pt x="6477000" y="934483"/>
                      <a:pt x="6477000" y="943036"/>
                    </a:cubicBezTo>
                    <a:lnTo>
                      <a:pt x="6477000" y="1224505"/>
                    </a:lnTo>
                    <a:lnTo>
                      <a:pt x="6757988" y="1224505"/>
                    </a:lnTo>
                    <a:lnTo>
                      <a:pt x="6757988" y="1040165"/>
                    </a:lnTo>
                    <a:cubicBezTo>
                      <a:pt x="6757988" y="1032860"/>
                      <a:pt x="6762892" y="1026700"/>
                      <a:pt x="6769894" y="1025876"/>
                    </a:cubicBezTo>
                    <a:lnTo>
                      <a:pt x="6769894" y="1000357"/>
                    </a:lnTo>
                    <a:cubicBezTo>
                      <a:pt x="6769894" y="993900"/>
                      <a:pt x="6775128" y="988666"/>
                      <a:pt x="6781585" y="988666"/>
                    </a:cubicBezTo>
                    <a:lnTo>
                      <a:pt x="6998709" y="988666"/>
                    </a:lnTo>
                    <a:cubicBezTo>
                      <a:pt x="7005166" y="988666"/>
                      <a:pt x="7010400" y="993900"/>
                      <a:pt x="7010400" y="1000357"/>
                    </a:cubicBezTo>
                    <a:lnTo>
                      <a:pt x="7010400" y="1024191"/>
                    </a:lnTo>
                    <a:lnTo>
                      <a:pt x="7070626" y="1024191"/>
                    </a:lnTo>
                    <a:cubicBezTo>
                      <a:pt x="7079448" y="1024191"/>
                      <a:pt x="7086600" y="1031343"/>
                      <a:pt x="7086600" y="1040165"/>
                    </a:cubicBezTo>
                    <a:lnTo>
                      <a:pt x="7086600" y="1224505"/>
                    </a:lnTo>
                    <a:lnTo>
                      <a:pt x="7210524" y="1224505"/>
                    </a:lnTo>
                    <a:lnTo>
                      <a:pt x="7210524" y="1561328"/>
                    </a:lnTo>
                    <a:lnTo>
                      <a:pt x="6058528" y="1561328"/>
                    </a:lnTo>
                    <a:lnTo>
                      <a:pt x="5804859" y="1561328"/>
                    </a:lnTo>
                    <a:lnTo>
                      <a:pt x="0" y="1561328"/>
                    </a:lnTo>
                    <a:lnTo>
                      <a:pt x="0" y="1224505"/>
                    </a:lnTo>
                    <a:lnTo>
                      <a:pt x="152400" y="1224505"/>
                    </a:lnTo>
                    <a:lnTo>
                      <a:pt x="152400" y="777019"/>
                    </a:lnTo>
                    <a:lnTo>
                      <a:pt x="533400" y="777019"/>
                    </a:lnTo>
                    <a:lnTo>
                      <a:pt x="533400" y="912465"/>
                    </a:lnTo>
                    <a:lnTo>
                      <a:pt x="571500" y="912465"/>
                    </a:lnTo>
                    <a:lnTo>
                      <a:pt x="571500" y="881415"/>
                    </a:lnTo>
                    <a:lnTo>
                      <a:pt x="762000" y="881415"/>
                    </a:lnTo>
                    <a:lnTo>
                      <a:pt x="762000" y="805214"/>
                    </a:lnTo>
                    <a:lnTo>
                      <a:pt x="899160" y="805214"/>
                    </a:lnTo>
                    <a:lnTo>
                      <a:pt x="899160" y="729014"/>
                    </a:lnTo>
                    <a:lnTo>
                      <a:pt x="1143000" y="729014"/>
                    </a:lnTo>
                    <a:lnTo>
                      <a:pt x="1143000" y="805213"/>
                    </a:lnTo>
                    <a:lnTo>
                      <a:pt x="1264920" y="805213"/>
                    </a:lnTo>
                    <a:lnTo>
                      <a:pt x="1323975" y="977274"/>
                    </a:lnTo>
                    <a:lnTo>
                      <a:pt x="1326707" y="1091343"/>
                    </a:lnTo>
                    <a:lnTo>
                      <a:pt x="1454467" y="1091343"/>
                    </a:lnTo>
                    <a:lnTo>
                      <a:pt x="1454467" y="1007716"/>
                    </a:lnTo>
                    <a:lnTo>
                      <a:pt x="1511617" y="1007716"/>
                    </a:lnTo>
                    <a:lnTo>
                      <a:pt x="1511617" y="969616"/>
                    </a:lnTo>
                    <a:lnTo>
                      <a:pt x="1586865" y="969616"/>
                    </a:lnTo>
                    <a:lnTo>
                      <a:pt x="1586865" y="943516"/>
                    </a:lnTo>
                    <a:lnTo>
                      <a:pt x="1822132" y="943516"/>
                    </a:lnTo>
                    <a:lnTo>
                      <a:pt x="1830705" y="943516"/>
                    </a:lnTo>
                    <a:lnTo>
                      <a:pt x="1897380" y="943516"/>
                    </a:lnTo>
                    <a:lnTo>
                      <a:pt x="1897380" y="724441"/>
                    </a:lnTo>
                    <a:lnTo>
                      <a:pt x="1997710" y="724441"/>
                    </a:lnTo>
                    <a:lnTo>
                      <a:pt x="1997710" y="610552"/>
                    </a:lnTo>
                    <a:lnTo>
                      <a:pt x="2057400" y="610552"/>
                    </a:lnTo>
                    <a:lnTo>
                      <a:pt x="2057400" y="724441"/>
                    </a:lnTo>
                    <a:lnTo>
                      <a:pt x="2262392" y="724441"/>
                    </a:lnTo>
                    <a:lnTo>
                      <a:pt x="2266950" y="737720"/>
                    </a:lnTo>
                    <a:lnTo>
                      <a:pt x="2266950" y="438311"/>
                    </a:lnTo>
                    <a:lnTo>
                      <a:pt x="2334260" y="438311"/>
                    </a:lnTo>
                    <a:lnTo>
                      <a:pt x="2334260" y="380085"/>
                    </a:lnTo>
                    <a:lnTo>
                      <a:pt x="2438400" y="380085"/>
                    </a:lnTo>
                    <a:lnTo>
                      <a:pt x="2438400" y="354685"/>
                    </a:lnTo>
                    <a:lnTo>
                      <a:pt x="2594478" y="354685"/>
                    </a:lnTo>
                    <a:lnTo>
                      <a:pt x="2597160" y="380085"/>
                    </a:lnTo>
                    <a:lnTo>
                      <a:pt x="2646415" y="380085"/>
                    </a:lnTo>
                    <a:lnTo>
                      <a:pt x="2741065" y="445970"/>
                    </a:lnTo>
                    <a:lnTo>
                      <a:pt x="2739890" y="566557"/>
                    </a:lnTo>
                    <a:lnTo>
                      <a:pt x="2768600" y="566557"/>
                    </a:lnTo>
                    <a:lnTo>
                      <a:pt x="2895600" y="744180"/>
                    </a:lnTo>
                    <a:lnTo>
                      <a:pt x="2895600" y="124488"/>
                    </a:lnTo>
                    <a:lnTo>
                      <a:pt x="2968625" y="124488"/>
                    </a:lnTo>
                    <a:lnTo>
                      <a:pt x="2968625" y="71358"/>
                    </a:lnTo>
                    <a:lnTo>
                      <a:pt x="2919956" y="22689"/>
                    </a:lnTo>
                    <a:lnTo>
                      <a:pt x="3228975" y="22688"/>
                    </a:lnTo>
                    <a:lnTo>
                      <a:pt x="3181350" y="70313"/>
                    </a:lnTo>
                    <a:lnTo>
                      <a:pt x="3181350" y="124488"/>
                    </a:lnTo>
                    <a:lnTo>
                      <a:pt x="3232150" y="124488"/>
                    </a:lnTo>
                    <a:lnTo>
                      <a:pt x="3232150" y="369951"/>
                    </a:lnTo>
                    <a:lnTo>
                      <a:pt x="3292475" y="369951"/>
                    </a:lnTo>
                    <a:lnTo>
                      <a:pt x="3292475" y="988666"/>
                    </a:lnTo>
                    <a:lnTo>
                      <a:pt x="3359150" y="988666"/>
                    </a:lnTo>
                    <a:lnTo>
                      <a:pt x="3359150" y="1126967"/>
                    </a:lnTo>
                    <a:lnTo>
                      <a:pt x="3402061" y="1126967"/>
                    </a:lnTo>
                    <a:lnTo>
                      <a:pt x="3402061" y="978091"/>
                    </a:lnTo>
                    <a:lnTo>
                      <a:pt x="3404394" y="978091"/>
                    </a:lnTo>
                    <a:lnTo>
                      <a:pt x="3404394" y="958397"/>
                    </a:lnTo>
                    <a:cubicBezTo>
                      <a:pt x="3404394" y="906623"/>
                      <a:pt x="3453080" y="864651"/>
                      <a:pt x="3513137" y="864651"/>
                    </a:cubicBezTo>
                    <a:cubicBezTo>
                      <a:pt x="3573194" y="864651"/>
                      <a:pt x="3621880" y="906623"/>
                      <a:pt x="3621880" y="958397"/>
                    </a:cubicBezTo>
                    <a:lnTo>
                      <a:pt x="3621880" y="978091"/>
                    </a:lnTo>
                    <a:lnTo>
                      <a:pt x="3621880" y="1052143"/>
                    </a:lnTo>
                    <a:lnTo>
                      <a:pt x="3621880" y="1064867"/>
                    </a:lnTo>
                    <a:lnTo>
                      <a:pt x="3706862" y="1064867"/>
                    </a:lnTo>
                    <a:lnTo>
                      <a:pt x="3706862" y="666051"/>
                    </a:lnTo>
                    <a:lnTo>
                      <a:pt x="3751312" y="666051"/>
                    </a:lnTo>
                    <a:lnTo>
                      <a:pt x="3751312" y="612776"/>
                    </a:lnTo>
                    <a:lnTo>
                      <a:pt x="3798937" y="612776"/>
                    </a:lnTo>
                    <a:lnTo>
                      <a:pt x="3798937" y="567626"/>
                    </a:lnTo>
                    <a:lnTo>
                      <a:pt x="3824337" y="567626"/>
                    </a:lnTo>
                    <a:lnTo>
                      <a:pt x="3824337" y="523876"/>
                    </a:lnTo>
                    <a:lnTo>
                      <a:pt x="3840212" y="523876"/>
                    </a:lnTo>
                    <a:lnTo>
                      <a:pt x="3840212" y="417637"/>
                    </a:lnTo>
                    <a:cubicBezTo>
                      <a:pt x="3840212" y="412011"/>
                      <a:pt x="3844772" y="407451"/>
                      <a:pt x="3850398" y="407451"/>
                    </a:cubicBezTo>
                    <a:lnTo>
                      <a:pt x="4000598" y="407451"/>
                    </a:lnTo>
                    <a:lnTo>
                      <a:pt x="4000598" y="334200"/>
                    </a:lnTo>
                    <a:cubicBezTo>
                      <a:pt x="4000598" y="318867"/>
                      <a:pt x="4012438" y="306299"/>
                      <a:pt x="4027537" y="305968"/>
                    </a:cubicBezTo>
                    <a:lnTo>
                      <a:pt x="4027537" y="260510"/>
                    </a:lnTo>
                    <a:cubicBezTo>
                      <a:pt x="4027537" y="246635"/>
                      <a:pt x="4036546" y="234864"/>
                      <a:pt x="4049762" y="232929"/>
                    </a:cubicBezTo>
                    <a:lnTo>
                      <a:pt x="4049762" y="151757"/>
                    </a:lnTo>
                    <a:lnTo>
                      <a:pt x="4057651" y="132711"/>
                    </a:lnTo>
                    <a:lnTo>
                      <a:pt x="4057651" y="87364"/>
                    </a:lnTo>
                    <a:cubicBezTo>
                      <a:pt x="4057651" y="78879"/>
                      <a:pt x="4063922" y="71859"/>
                      <a:pt x="4072195" y="71469"/>
                    </a:cubicBezTo>
                    <a:lnTo>
                      <a:pt x="4075160" y="69282"/>
                    </a:lnTo>
                    <a:lnTo>
                      <a:pt x="4075160" y="27288"/>
                    </a:lnTo>
                    <a:cubicBezTo>
                      <a:pt x="4075160" y="17981"/>
                      <a:pt x="4082704" y="10437"/>
                      <a:pt x="4092011" y="10437"/>
                    </a:cubicBezTo>
                    <a:lnTo>
                      <a:pt x="4277385" y="10437"/>
                    </a:lnTo>
                    <a:cubicBezTo>
                      <a:pt x="4286692" y="10437"/>
                      <a:pt x="4294236" y="17981"/>
                      <a:pt x="4294236" y="27288"/>
                    </a:cubicBezTo>
                    <a:lnTo>
                      <a:pt x="4294236" y="71924"/>
                    </a:lnTo>
                    <a:cubicBezTo>
                      <a:pt x="4302022" y="72565"/>
                      <a:pt x="4307681" y="79303"/>
                      <a:pt x="4307681" y="87364"/>
                    </a:cubicBezTo>
                    <a:lnTo>
                      <a:pt x="4307681" y="128879"/>
                    </a:lnTo>
                    <a:cubicBezTo>
                      <a:pt x="4317879" y="131341"/>
                      <a:pt x="4324349" y="140794"/>
                      <a:pt x="4324349" y="151757"/>
                    </a:cubicBezTo>
                    <a:lnTo>
                      <a:pt x="4324349" y="234244"/>
                    </a:lnTo>
                    <a:cubicBezTo>
                      <a:pt x="4336018" y="237113"/>
                      <a:pt x="4343400" y="247949"/>
                      <a:pt x="4343400" y="260510"/>
                    </a:cubicBezTo>
                    <a:lnTo>
                      <a:pt x="4343400" y="306605"/>
                    </a:lnTo>
                    <a:cubicBezTo>
                      <a:pt x="4357816" y="307230"/>
                      <a:pt x="4368799" y="319433"/>
                      <a:pt x="4368799" y="334200"/>
                    </a:cubicBezTo>
                    <a:lnTo>
                      <a:pt x="4368799" y="942596"/>
                    </a:lnTo>
                    <a:lnTo>
                      <a:pt x="4395836" y="942596"/>
                    </a:lnTo>
                    <a:lnTo>
                      <a:pt x="4395836" y="1052544"/>
                    </a:lnTo>
                    <a:lnTo>
                      <a:pt x="4518025" y="1052544"/>
                    </a:lnTo>
                    <a:lnTo>
                      <a:pt x="4518025" y="776079"/>
                    </a:lnTo>
                    <a:lnTo>
                      <a:pt x="4605338" y="688767"/>
                    </a:lnTo>
                    <a:lnTo>
                      <a:pt x="4692650" y="776079"/>
                    </a:lnTo>
                    <a:lnTo>
                      <a:pt x="4692650" y="1052544"/>
                    </a:lnTo>
                    <a:lnTo>
                      <a:pt x="4702174" y="1052544"/>
                    </a:lnTo>
                    <a:lnTo>
                      <a:pt x="4702174" y="64580"/>
                    </a:lnTo>
                    <a:cubicBezTo>
                      <a:pt x="4702174" y="51709"/>
                      <a:pt x="4712608" y="41275"/>
                      <a:pt x="4725479" y="41275"/>
                    </a:cubicBezTo>
                    <a:lnTo>
                      <a:pt x="4768849" y="41275"/>
                    </a:lnTo>
                    <a:lnTo>
                      <a:pt x="4768849" y="15897"/>
                    </a:lnTo>
                    <a:cubicBezTo>
                      <a:pt x="4768849" y="7117"/>
                      <a:pt x="4775966" y="0"/>
                      <a:pt x="478474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/>
              </a:p>
            </p:txBody>
          </p:sp>
          <p:cxnSp>
            <p:nvCxnSpPr>
              <p:cNvPr id="15" name="Straight Connector 14"/>
              <p:cNvCxnSpPr/>
              <p:nvPr/>
            </p:nvCxnSpPr>
            <p:spPr>
              <a:xfrm>
                <a:off x="5826298" y="3437092"/>
                <a:ext cx="0" cy="226263"/>
              </a:xfrm>
              <a:prstGeom prst="lin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6174223" y="2595961"/>
                <a:ext cx="0" cy="168949"/>
              </a:xfrm>
              <a:prstGeom prst="lin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6369549" y="2595961"/>
                <a:ext cx="0" cy="226263"/>
              </a:xfrm>
              <a:prstGeom prst="lin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1541339" y="3584072"/>
                <a:ext cx="0" cy="302128"/>
              </a:xfrm>
              <a:prstGeom prst="lin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23249" y="1308100"/>
            <a:ext cx="3141451" cy="112548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4"/>
          </p:nvPr>
        </p:nvSpPr>
        <p:spPr>
          <a:xfrm>
            <a:off x="838200" y="789390"/>
            <a:ext cx="5105400" cy="4525963"/>
          </a:xfrm>
          <a:custGeom>
            <a:avLst/>
            <a:gdLst>
              <a:gd name="connsiteX0" fmla="*/ 0 w 5105400"/>
              <a:gd name="connsiteY0" fmla="*/ 0 h 4525963"/>
              <a:gd name="connsiteX1" fmla="*/ 4555601 w 5105400"/>
              <a:gd name="connsiteY1" fmla="*/ 0 h 4525963"/>
              <a:gd name="connsiteX2" fmla="*/ 5104828 w 5105400"/>
              <a:gd name="connsiteY2" fmla="*/ 971275 h 4525963"/>
              <a:gd name="connsiteX3" fmla="*/ 5105400 w 5105400"/>
              <a:gd name="connsiteY3" fmla="*/ 972677 h 4525963"/>
              <a:gd name="connsiteX4" fmla="*/ 5105400 w 5105400"/>
              <a:gd name="connsiteY4" fmla="*/ 4525963 h 4525963"/>
              <a:gd name="connsiteX5" fmla="*/ 0 w 5105400"/>
              <a:gd name="connsiteY5" fmla="*/ 4525963 h 4525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05400" h="4525963">
                <a:moveTo>
                  <a:pt x="0" y="0"/>
                </a:moveTo>
                <a:lnTo>
                  <a:pt x="4555601" y="0"/>
                </a:lnTo>
                <a:cubicBezTo>
                  <a:pt x="4569804" y="8004"/>
                  <a:pt x="5047833" y="852814"/>
                  <a:pt x="5104828" y="971275"/>
                </a:cubicBezTo>
                <a:lnTo>
                  <a:pt x="5105400" y="972677"/>
                </a:lnTo>
                <a:lnTo>
                  <a:pt x="5105400" y="4525963"/>
                </a:lnTo>
                <a:lnTo>
                  <a:pt x="0" y="45259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6879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2918-C868-4DAA-9B1A-C7BBEBC1FA18}" type="datetime1">
              <a:rPr lang="en-US" smtClean="0"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84"/>
          <p:cNvSpPr/>
          <p:nvPr userDrawn="1"/>
        </p:nvSpPr>
        <p:spPr>
          <a:xfrm>
            <a:off x="0" y="3048001"/>
            <a:ext cx="12192000" cy="3810000"/>
          </a:xfrm>
          <a:prstGeom prst="rect">
            <a:avLst/>
          </a:prstGeom>
          <a:solidFill>
            <a:schemeClr val="tx1">
              <a:lumMod val="85000"/>
              <a:lumOff val="15000"/>
              <a:alpha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4"/>
          <p:cNvSpPr/>
          <p:nvPr userDrawn="1"/>
        </p:nvSpPr>
        <p:spPr>
          <a:xfrm>
            <a:off x="0" y="4434618"/>
            <a:ext cx="12192000" cy="2411439"/>
          </a:xfrm>
          <a:prstGeom prst="rect">
            <a:avLst/>
          </a:prstGeom>
          <a:solidFill>
            <a:schemeClr val="bg2">
              <a:lumMod val="10000"/>
              <a:alpha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1350888" y="3055269"/>
            <a:ext cx="1429251" cy="1372081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83"/>
          <p:cNvSpPr/>
          <p:nvPr userDrawn="1"/>
        </p:nvSpPr>
        <p:spPr>
          <a:xfrm rot="16200000">
            <a:off x="5958013" y="-437035"/>
            <a:ext cx="1390794" cy="8375404"/>
          </a:xfrm>
          <a:custGeom>
            <a:avLst/>
            <a:gdLst/>
            <a:ahLst/>
            <a:cxnLst/>
            <a:rect l="l" t="t" r="r" b="b"/>
            <a:pathLst>
              <a:path w="914401" h="5581647">
                <a:moveTo>
                  <a:pt x="914401" y="0"/>
                </a:moveTo>
                <a:lnTo>
                  <a:pt x="914401" y="240741"/>
                </a:lnTo>
                <a:lnTo>
                  <a:pt x="914401" y="240741"/>
                </a:lnTo>
                <a:lnTo>
                  <a:pt x="914401" y="5581647"/>
                </a:lnTo>
                <a:lnTo>
                  <a:pt x="0" y="5581647"/>
                </a:lnTo>
                <a:lnTo>
                  <a:pt x="0" y="209547"/>
                </a:lnTo>
                <a:lnTo>
                  <a:pt x="715422" y="2095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1644564" y="3312472"/>
            <a:ext cx="841897" cy="874404"/>
            <a:chOff x="440156" y="4452837"/>
            <a:chExt cx="414092" cy="430081"/>
          </a:xfrm>
          <a:solidFill>
            <a:schemeClr val="bg1"/>
          </a:solidFill>
        </p:grpSpPr>
        <p:sp>
          <p:nvSpPr>
            <p:cNvPr id="13" name="Freeform 65"/>
            <p:cNvSpPr>
              <a:spLocks noEditPoints="1"/>
            </p:cNvSpPr>
            <p:nvPr/>
          </p:nvSpPr>
          <p:spPr bwMode="auto">
            <a:xfrm>
              <a:off x="508296" y="4452837"/>
              <a:ext cx="277812" cy="277813"/>
            </a:xfrm>
            <a:custGeom>
              <a:avLst/>
              <a:gdLst>
                <a:gd name="T0" fmla="*/ 735 w 874"/>
                <a:gd name="T1" fmla="*/ 724 h 874"/>
                <a:gd name="T2" fmla="*/ 728 w 874"/>
                <a:gd name="T3" fmla="*/ 728 h 874"/>
                <a:gd name="T4" fmla="*/ 724 w 874"/>
                <a:gd name="T5" fmla="*/ 736 h 874"/>
                <a:gd name="T6" fmla="*/ 150 w 874"/>
                <a:gd name="T7" fmla="*/ 784 h 874"/>
                <a:gd name="T8" fmla="*/ 149 w 874"/>
                <a:gd name="T9" fmla="*/ 733 h 874"/>
                <a:gd name="T10" fmla="*/ 144 w 874"/>
                <a:gd name="T11" fmla="*/ 726 h 874"/>
                <a:gd name="T12" fmla="*/ 135 w 874"/>
                <a:gd name="T13" fmla="*/ 724 h 874"/>
                <a:gd name="T14" fmla="*/ 135 w 874"/>
                <a:gd name="T15" fmla="*/ 151 h 874"/>
                <a:gd name="T16" fmla="*/ 144 w 874"/>
                <a:gd name="T17" fmla="*/ 149 h 874"/>
                <a:gd name="T18" fmla="*/ 149 w 874"/>
                <a:gd name="T19" fmla="*/ 141 h 874"/>
                <a:gd name="T20" fmla="*/ 150 w 874"/>
                <a:gd name="T21" fmla="*/ 91 h 874"/>
                <a:gd name="T22" fmla="*/ 724 w 874"/>
                <a:gd name="T23" fmla="*/ 139 h 874"/>
                <a:gd name="T24" fmla="*/ 728 w 874"/>
                <a:gd name="T25" fmla="*/ 147 h 874"/>
                <a:gd name="T26" fmla="*/ 735 w 874"/>
                <a:gd name="T27" fmla="*/ 151 h 874"/>
                <a:gd name="T28" fmla="*/ 784 w 874"/>
                <a:gd name="T29" fmla="*/ 724 h 874"/>
                <a:gd name="T30" fmla="*/ 754 w 874"/>
                <a:gd name="T31" fmla="*/ 754 h 874"/>
                <a:gd name="T32" fmla="*/ 120 w 874"/>
                <a:gd name="T33" fmla="*/ 844 h 874"/>
                <a:gd name="T34" fmla="*/ 120 w 874"/>
                <a:gd name="T35" fmla="*/ 754 h 874"/>
                <a:gd name="T36" fmla="*/ 120 w 874"/>
                <a:gd name="T37" fmla="*/ 30 h 874"/>
                <a:gd name="T38" fmla="*/ 30 w 874"/>
                <a:gd name="T39" fmla="*/ 30 h 874"/>
                <a:gd name="T40" fmla="*/ 844 w 874"/>
                <a:gd name="T41" fmla="*/ 121 h 874"/>
                <a:gd name="T42" fmla="*/ 859 w 874"/>
                <a:gd name="T43" fmla="*/ 151 h 874"/>
                <a:gd name="T44" fmla="*/ 868 w 874"/>
                <a:gd name="T45" fmla="*/ 149 h 874"/>
                <a:gd name="T46" fmla="*/ 873 w 874"/>
                <a:gd name="T47" fmla="*/ 141 h 874"/>
                <a:gd name="T48" fmla="*/ 874 w 874"/>
                <a:gd name="T49" fmla="*/ 15 h 874"/>
                <a:gd name="T50" fmla="*/ 871 w 874"/>
                <a:gd name="T51" fmla="*/ 7 h 874"/>
                <a:gd name="T52" fmla="*/ 865 w 874"/>
                <a:gd name="T53" fmla="*/ 1 h 874"/>
                <a:gd name="T54" fmla="*/ 739 w 874"/>
                <a:gd name="T55" fmla="*/ 0 h 874"/>
                <a:gd name="T56" fmla="*/ 730 w 874"/>
                <a:gd name="T57" fmla="*/ 2 h 874"/>
                <a:gd name="T58" fmla="*/ 725 w 874"/>
                <a:gd name="T59" fmla="*/ 9 h 874"/>
                <a:gd name="T60" fmla="*/ 724 w 874"/>
                <a:gd name="T61" fmla="*/ 60 h 874"/>
                <a:gd name="T62" fmla="*/ 149 w 874"/>
                <a:gd name="T63" fmla="*/ 12 h 874"/>
                <a:gd name="T64" fmla="*/ 146 w 874"/>
                <a:gd name="T65" fmla="*/ 5 h 874"/>
                <a:gd name="T66" fmla="*/ 138 w 874"/>
                <a:gd name="T67" fmla="*/ 0 h 874"/>
                <a:gd name="T68" fmla="*/ 12 w 874"/>
                <a:gd name="T69" fmla="*/ 0 h 874"/>
                <a:gd name="T70" fmla="*/ 4 w 874"/>
                <a:gd name="T71" fmla="*/ 5 h 874"/>
                <a:gd name="T72" fmla="*/ 0 w 874"/>
                <a:gd name="T73" fmla="*/ 12 h 874"/>
                <a:gd name="T74" fmla="*/ 0 w 874"/>
                <a:gd name="T75" fmla="*/ 139 h 874"/>
                <a:gd name="T76" fmla="*/ 4 w 874"/>
                <a:gd name="T77" fmla="*/ 147 h 874"/>
                <a:gd name="T78" fmla="*/ 12 w 874"/>
                <a:gd name="T79" fmla="*/ 151 h 874"/>
                <a:gd name="T80" fmla="*/ 60 w 874"/>
                <a:gd name="T81" fmla="*/ 724 h 874"/>
                <a:gd name="T82" fmla="*/ 8 w 874"/>
                <a:gd name="T83" fmla="*/ 725 h 874"/>
                <a:gd name="T84" fmla="*/ 2 w 874"/>
                <a:gd name="T85" fmla="*/ 730 h 874"/>
                <a:gd name="T86" fmla="*/ 0 w 874"/>
                <a:gd name="T87" fmla="*/ 739 h 874"/>
                <a:gd name="T88" fmla="*/ 1 w 874"/>
                <a:gd name="T89" fmla="*/ 865 h 874"/>
                <a:gd name="T90" fmla="*/ 6 w 874"/>
                <a:gd name="T91" fmla="*/ 872 h 874"/>
                <a:gd name="T92" fmla="*/ 15 w 874"/>
                <a:gd name="T93" fmla="*/ 874 h 874"/>
                <a:gd name="T94" fmla="*/ 141 w 874"/>
                <a:gd name="T95" fmla="*/ 873 h 874"/>
                <a:gd name="T96" fmla="*/ 147 w 874"/>
                <a:gd name="T97" fmla="*/ 868 h 874"/>
                <a:gd name="T98" fmla="*/ 150 w 874"/>
                <a:gd name="T99" fmla="*/ 859 h 874"/>
                <a:gd name="T100" fmla="*/ 724 w 874"/>
                <a:gd name="T101" fmla="*/ 859 h 874"/>
                <a:gd name="T102" fmla="*/ 726 w 874"/>
                <a:gd name="T103" fmla="*/ 868 h 874"/>
                <a:gd name="T104" fmla="*/ 732 w 874"/>
                <a:gd name="T105" fmla="*/ 873 h 874"/>
                <a:gd name="T106" fmla="*/ 859 w 874"/>
                <a:gd name="T107" fmla="*/ 874 h 874"/>
                <a:gd name="T108" fmla="*/ 868 w 874"/>
                <a:gd name="T109" fmla="*/ 872 h 874"/>
                <a:gd name="T110" fmla="*/ 873 w 874"/>
                <a:gd name="T111" fmla="*/ 865 h 874"/>
                <a:gd name="T112" fmla="*/ 874 w 874"/>
                <a:gd name="T113" fmla="*/ 739 h 874"/>
                <a:gd name="T114" fmla="*/ 871 w 874"/>
                <a:gd name="T115" fmla="*/ 730 h 874"/>
                <a:gd name="T116" fmla="*/ 865 w 874"/>
                <a:gd name="T117" fmla="*/ 725 h 874"/>
                <a:gd name="T118" fmla="*/ 814 w 874"/>
                <a:gd name="T119" fmla="*/ 724 h 8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74" h="874">
                  <a:moveTo>
                    <a:pt x="784" y="724"/>
                  </a:moveTo>
                  <a:lnTo>
                    <a:pt x="739" y="724"/>
                  </a:lnTo>
                  <a:lnTo>
                    <a:pt x="735" y="724"/>
                  </a:lnTo>
                  <a:lnTo>
                    <a:pt x="732" y="725"/>
                  </a:lnTo>
                  <a:lnTo>
                    <a:pt x="730" y="726"/>
                  </a:lnTo>
                  <a:lnTo>
                    <a:pt x="728" y="728"/>
                  </a:lnTo>
                  <a:lnTo>
                    <a:pt x="726" y="730"/>
                  </a:lnTo>
                  <a:lnTo>
                    <a:pt x="725" y="733"/>
                  </a:lnTo>
                  <a:lnTo>
                    <a:pt x="724" y="736"/>
                  </a:lnTo>
                  <a:lnTo>
                    <a:pt x="724" y="739"/>
                  </a:lnTo>
                  <a:lnTo>
                    <a:pt x="724" y="784"/>
                  </a:lnTo>
                  <a:lnTo>
                    <a:pt x="150" y="784"/>
                  </a:lnTo>
                  <a:lnTo>
                    <a:pt x="150" y="739"/>
                  </a:lnTo>
                  <a:lnTo>
                    <a:pt x="149" y="736"/>
                  </a:lnTo>
                  <a:lnTo>
                    <a:pt x="149" y="733"/>
                  </a:lnTo>
                  <a:lnTo>
                    <a:pt x="147" y="730"/>
                  </a:lnTo>
                  <a:lnTo>
                    <a:pt x="146" y="728"/>
                  </a:lnTo>
                  <a:lnTo>
                    <a:pt x="144" y="726"/>
                  </a:lnTo>
                  <a:lnTo>
                    <a:pt x="141" y="725"/>
                  </a:lnTo>
                  <a:lnTo>
                    <a:pt x="138" y="724"/>
                  </a:lnTo>
                  <a:lnTo>
                    <a:pt x="135" y="724"/>
                  </a:lnTo>
                  <a:lnTo>
                    <a:pt x="90" y="724"/>
                  </a:lnTo>
                  <a:lnTo>
                    <a:pt x="90" y="151"/>
                  </a:lnTo>
                  <a:lnTo>
                    <a:pt x="135" y="151"/>
                  </a:lnTo>
                  <a:lnTo>
                    <a:pt x="138" y="151"/>
                  </a:lnTo>
                  <a:lnTo>
                    <a:pt x="141" y="150"/>
                  </a:lnTo>
                  <a:lnTo>
                    <a:pt x="144" y="149"/>
                  </a:lnTo>
                  <a:lnTo>
                    <a:pt x="146" y="147"/>
                  </a:lnTo>
                  <a:lnTo>
                    <a:pt x="147" y="144"/>
                  </a:lnTo>
                  <a:lnTo>
                    <a:pt x="149" y="141"/>
                  </a:lnTo>
                  <a:lnTo>
                    <a:pt x="149" y="139"/>
                  </a:lnTo>
                  <a:lnTo>
                    <a:pt x="150" y="136"/>
                  </a:lnTo>
                  <a:lnTo>
                    <a:pt x="150" y="91"/>
                  </a:lnTo>
                  <a:lnTo>
                    <a:pt x="724" y="91"/>
                  </a:lnTo>
                  <a:lnTo>
                    <a:pt x="724" y="136"/>
                  </a:lnTo>
                  <a:lnTo>
                    <a:pt x="724" y="139"/>
                  </a:lnTo>
                  <a:lnTo>
                    <a:pt x="725" y="141"/>
                  </a:lnTo>
                  <a:lnTo>
                    <a:pt x="726" y="144"/>
                  </a:lnTo>
                  <a:lnTo>
                    <a:pt x="728" y="147"/>
                  </a:lnTo>
                  <a:lnTo>
                    <a:pt x="730" y="149"/>
                  </a:lnTo>
                  <a:lnTo>
                    <a:pt x="732" y="150"/>
                  </a:lnTo>
                  <a:lnTo>
                    <a:pt x="735" y="151"/>
                  </a:lnTo>
                  <a:lnTo>
                    <a:pt x="739" y="151"/>
                  </a:lnTo>
                  <a:lnTo>
                    <a:pt x="784" y="151"/>
                  </a:lnTo>
                  <a:lnTo>
                    <a:pt x="784" y="724"/>
                  </a:lnTo>
                  <a:close/>
                  <a:moveTo>
                    <a:pt x="844" y="844"/>
                  </a:moveTo>
                  <a:lnTo>
                    <a:pt x="754" y="844"/>
                  </a:lnTo>
                  <a:lnTo>
                    <a:pt x="754" y="754"/>
                  </a:lnTo>
                  <a:lnTo>
                    <a:pt x="844" y="754"/>
                  </a:lnTo>
                  <a:lnTo>
                    <a:pt x="844" y="844"/>
                  </a:lnTo>
                  <a:close/>
                  <a:moveTo>
                    <a:pt x="120" y="844"/>
                  </a:moveTo>
                  <a:lnTo>
                    <a:pt x="30" y="844"/>
                  </a:lnTo>
                  <a:lnTo>
                    <a:pt x="30" y="754"/>
                  </a:lnTo>
                  <a:lnTo>
                    <a:pt x="120" y="754"/>
                  </a:lnTo>
                  <a:lnTo>
                    <a:pt x="120" y="844"/>
                  </a:lnTo>
                  <a:close/>
                  <a:moveTo>
                    <a:pt x="30" y="30"/>
                  </a:moveTo>
                  <a:lnTo>
                    <a:pt x="120" y="30"/>
                  </a:lnTo>
                  <a:lnTo>
                    <a:pt x="120" y="121"/>
                  </a:lnTo>
                  <a:lnTo>
                    <a:pt x="30" y="121"/>
                  </a:lnTo>
                  <a:lnTo>
                    <a:pt x="30" y="30"/>
                  </a:lnTo>
                  <a:close/>
                  <a:moveTo>
                    <a:pt x="754" y="30"/>
                  </a:moveTo>
                  <a:lnTo>
                    <a:pt x="844" y="30"/>
                  </a:lnTo>
                  <a:lnTo>
                    <a:pt x="844" y="121"/>
                  </a:lnTo>
                  <a:lnTo>
                    <a:pt x="754" y="121"/>
                  </a:lnTo>
                  <a:lnTo>
                    <a:pt x="754" y="30"/>
                  </a:lnTo>
                  <a:close/>
                  <a:moveTo>
                    <a:pt x="859" y="151"/>
                  </a:moveTo>
                  <a:lnTo>
                    <a:pt x="862" y="151"/>
                  </a:lnTo>
                  <a:lnTo>
                    <a:pt x="865" y="150"/>
                  </a:lnTo>
                  <a:lnTo>
                    <a:pt x="868" y="149"/>
                  </a:lnTo>
                  <a:lnTo>
                    <a:pt x="870" y="147"/>
                  </a:lnTo>
                  <a:lnTo>
                    <a:pt x="871" y="144"/>
                  </a:lnTo>
                  <a:lnTo>
                    <a:pt x="873" y="141"/>
                  </a:lnTo>
                  <a:lnTo>
                    <a:pt x="873" y="139"/>
                  </a:lnTo>
                  <a:lnTo>
                    <a:pt x="874" y="136"/>
                  </a:lnTo>
                  <a:lnTo>
                    <a:pt x="874" y="15"/>
                  </a:lnTo>
                  <a:lnTo>
                    <a:pt x="873" y="12"/>
                  </a:lnTo>
                  <a:lnTo>
                    <a:pt x="873" y="9"/>
                  </a:lnTo>
                  <a:lnTo>
                    <a:pt x="871" y="7"/>
                  </a:lnTo>
                  <a:lnTo>
                    <a:pt x="870" y="5"/>
                  </a:lnTo>
                  <a:lnTo>
                    <a:pt x="868" y="2"/>
                  </a:lnTo>
                  <a:lnTo>
                    <a:pt x="865" y="1"/>
                  </a:lnTo>
                  <a:lnTo>
                    <a:pt x="862" y="0"/>
                  </a:lnTo>
                  <a:lnTo>
                    <a:pt x="859" y="0"/>
                  </a:lnTo>
                  <a:lnTo>
                    <a:pt x="739" y="0"/>
                  </a:lnTo>
                  <a:lnTo>
                    <a:pt x="735" y="0"/>
                  </a:lnTo>
                  <a:lnTo>
                    <a:pt x="732" y="1"/>
                  </a:lnTo>
                  <a:lnTo>
                    <a:pt x="730" y="2"/>
                  </a:lnTo>
                  <a:lnTo>
                    <a:pt x="728" y="5"/>
                  </a:lnTo>
                  <a:lnTo>
                    <a:pt x="726" y="7"/>
                  </a:lnTo>
                  <a:lnTo>
                    <a:pt x="725" y="9"/>
                  </a:lnTo>
                  <a:lnTo>
                    <a:pt x="724" y="12"/>
                  </a:lnTo>
                  <a:lnTo>
                    <a:pt x="724" y="15"/>
                  </a:lnTo>
                  <a:lnTo>
                    <a:pt x="724" y="60"/>
                  </a:lnTo>
                  <a:lnTo>
                    <a:pt x="150" y="60"/>
                  </a:lnTo>
                  <a:lnTo>
                    <a:pt x="150" y="15"/>
                  </a:lnTo>
                  <a:lnTo>
                    <a:pt x="149" y="12"/>
                  </a:lnTo>
                  <a:lnTo>
                    <a:pt x="149" y="9"/>
                  </a:lnTo>
                  <a:lnTo>
                    <a:pt x="147" y="7"/>
                  </a:lnTo>
                  <a:lnTo>
                    <a:pt x="146" y="5"/>
                  </a:lnTo>
                  <a:lnTo>
                    <a:pt x="144" y="2"/>
                  </a:lnTo>
                  <a:lnTo>
                    <a:pt x="141" y="1"/>
                  </a:lnTo>
                  <a:lnTo>
                    <a:pt x="138" y="0"/>
                  </a:lnTo>
                  <a:lnTo>
                    <a:pt x="135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6" y="2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36"/>
                  </a:lnTo>
                  <a:lnTo>
                    <a:pt x="0" y="139"/>
                  </a:lnTo>
                  <a:lnTo>
                    <a:pt x="1" y="141"/>
                  </a:lnTo>
                  <a:lnTo>
                    <a:pt x="2" y="144"/>
                  </a:lnTo>
                  <a:lnTo>
                    <a:pt x="4" y="147"/>
                  </a:lnTo>
                  <a:lnTo>
                    <a:pt x="6" y="149"/>
                  </a:lnTo>
                  <a:lnTo>
                    <a:pt x="8" y="150"/>
                  </a:lnTo>
                  <a:lnTo>
                    <a:pt x="12" y="151"/>
                  </a:lnTo>
                  <a:lnTo>
                    <a:pt x="15" y="151"/>
                  </a:lnTo>
                  <a:lnTo>
                    <a:pt x="60" y="151"/>
                  </a:lnTo>
                  <a:lnTo>
                    <a:pt x="60" y="724"/>
                  </a:lnTo>
                  <a:lnTo>
                    <a:pt x="15" y="724"/>
                  </a:lnTo>
                  <a:lnTo>
                    <a:pt x="12" y="724"/>
                  </a:lnTo>
                  <a:lnTo>
                    <a:pt x="8" y="725"/>
                  </a:lnTo>
                  <a:lnTo>
                    <a:pt x="6" y="726"/>
                  </a:lnTo>
                  <a:lnTo>
                    <a:pt x="4" y="728"/>
                  </a:lnTo>
                  <a:lnTo>
                    <a:pt x="2" y="730"/>
                  </a:lnTo>
                  <a:lnTo>
                    <a:pt x="1" y="733"/>
                  </a:lnTo>
                  <a:lnTo>
                    <a:pt x="0" y="736"/>
                  </a:lnTo>
                  <a:lnTo>
                    <a:pt x="0" y="739"/>
                  </a:lnTo>
                  <a:lnTo>
                    <a:pt x="0" y="859"/>
                  </a:lnTo>
                  <a:lnTo>
                    <a:pt x="0" y="863"/>
                  </a:lnTo>
                  <a:lnTo>
                    <a:pt x="1" y="865"/>
                  </a:lnTo>
                  <a:lnTo>
                    <a:pt x="2" y="868"/>
                  </a:lnTo>
                  <a:lnTo>
                    <a:pt x="4" y="870"/>
                  </a:lnTo>
                  <a:lnTo>
                    <a:pt x="6" y="872"/>
                  </a:lnTo>
                  <a:lnTo>
                    <a:pt x="8" y="873"/>
                  </a:lnTo>
                  <a:lnTo>
                    <a:pt x="12" y="874"/>
                  </a:lnTo>
                  <a:lnTo>
                    <a:pt x="15" y="874"/>
                  </a:lnTo>
                  <a:lnTo>
                    <a:pt x="135" y="874"/>
                  </a:lnTo>
                  <a:lnTo>
                    <a:pt x="138" y="874"/>
                  </a:lnTo>
                  <a:lnTo>
                    <a:pt x="141" y="873"/>
                  </a:lnTo>
                  <a:lnTo>
                    <a:pt x="144" y="872"/>
                  </a:lnTo>
                  <a:lnTo>
                    <a:pt x="146" y="870"/>
                  </a:lnTo>
                  <a:lnTo>
                    <a:pt x="147" y="868"/>
                  </a:lnTo>
                  <a:lnTo>
                    <a:pt x="149" y="865"/>
                  </a:lnTo>
                  <a:lnTo>
                    <a:pt x="149" y="863"/>
                  </a:lnTo>
                  <a:lnTo>
                    <a:pt x="150" y="859"/>
                  </a:lnTo>
                  <a:lnTo>
                    <a:pt x="150" y="814"/>
                  </a:lnTo>
                  <a:lnTo>
                    <a:pt x="724" y="814"/>
                  </a:lnTo>
                  <a:lnTo>
                    <a:pt x="724" y="859"/>
                  </a:lnTo>
                  <a:lnTo>
                    <a:pt x="724" y="863"/>
                  </a:lnTo>
                  <a:lnTo>
                    <a:pt x="725" y="865"/>
                  </a:lnTo>
                  <a:lnTo>
                    <a:pt x="726" y="868"/>
                  </a:lnTo>
                  <a:lnTo>
                    <a:pt x="728" y="870"/>
                  </a:lnTo>
                  <a:lnTo>
                    <a:pt x="730" y="872"/>
                  </a:lnTo>
                  <a:lnTo>
                    <a:pt x="732" y="873"/>
                  </a:lnTo>
                  <a:lnTo>
                    <a:pt x="735" y="874"/>
                  </a:lnTo>
                  <a:lnTo>
                    <a:pt x="739" y="874"/>
                  </a:lnTo>
                  <a:lnTo>
                    <a:pt x="859" y="874"/>
                  </a:lnTo>
                  <a:lnTo>
                    <a:pt x="862" y="874"/>
                  </a:lnTo>
                  <a:lnTo>
                    <a:pt x="865" y="873"/>
                  </a:lnTo>
                  <a:lnTo>
                    <a:pt x="868" y="872"/>
                  </a:lnTo>
                  <a:lnTo>
                    <a:pt x="870" y="870"/>
                  </a:lnTo>
                  <a:lnTo>
                    <a:pt x="871" y="868"/>
                  </a:lnTo>
                  <a:lnTo>
                    <a:pt x="873" y="865"/>
                  </a:lnTo>
                  <a:lnTo>
                    <a:pt x="873" y="863"/>
                  </a:lnTo>
                  <a:lnTo>
                    <a:pt x="874" y="859"/>
                  </a:lnTo>
                  <a:lnTo>
                    <a:pt x="874" y="739"/>
                  </a:lnTo>
                  <a:lnTo>
                    <a:pt x="873" y="736"/>
                  </a:lnTo>
                  <a:lnTo>
                    <a:pt x="873" y="733"/>
                  </a:lnTo>
                  <a:lnTo>
                    <a:pt x="871" y="730"/>
                  </a:lnTo>
                  <a:lnTo>
                    <a:pt x="870" y="728"/>
                  </a:lnTo>
                  <a:lnTo>
                    <a:pt x="868" y="726"/>
                  </a:lnTo>
                  <a:lnTo>
                    <a:pt x="865" y="725"/>
                  </a:lnTo>
                  <a:lnTo>
                    <a:pt x="862" y="724"/>
                  </a:lnTo>
                  <a:lnTo>
                    <a:pt x="859" y="724"/>
                  </a:lnTo>
                  <a:lnTo>
                    <a:pt x="814" y="724"/>
                  </a:lnTo>
                  <a:lnTo>
                    <a:pt x="814" y="151"/>
                  </a:lnTo>
                  <a:lnTo>
                    <a:pt x="859" y="151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40156" y="4754243"/>
              <a:ext cx="414092" cy="12867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id-ID" sz="1100" dirty="0" smtClean="0">
                  <a:solidFill>
                    <a:schemeClr val="bg1"/>
                  </a:solidFill>
                  <a:latin typeface="+mj-lt"/>
                  <a:ea typeface="Roboto" panose="02000000000000000000" pitchFamily="2" charset="0"/>
                  <a:cs typeface="Open Sans" panose="020B0606030504020204" pitchFamily="34" charset="0"/>
                </a:rPr>
                <a:t>YOURLOGO</a:t>
              </a:r>
              <a:endParaRPr lang="en-US" sz="1100" dirty="0">
                <a:solidFill>
                  <a:schemeClr val="bg1"/>
                </a:solidFill>
                <a:latin typeface="+mj-lt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5" name="Group 14"/>
          <p:cNvGrpSpPr/>
          <p:nvPr userDrawn="1"/>
        </p:nvGrpSpPr>
        <p:grpSpPr>
          <a:xfrm>
            <a:off x="8497141" y="2308763"/>
            <a:ext cx="2092412" cy="768280"/>
            <a:chOff x="5765132" y="1520825"/>
            <a:chExt cx="1807245" cy="603249"/>
          </a:xfrm>
          <a:solidFill>
            <a:schemeClr val="bg1"/>
          </a:solidFill>
        </p:grpSpPr>
        <p:grpSp>
          <p:nvGrpSpPr>
            <p:cNvPr id="16" name="Group 15"/>
            <p:cNvGrpSpPr/>
            <p:nvPr/>
          </p:nvGrpSpPr>
          <p:grpSpPr>
            <a:xfrm>
              <a:off x="6307137" y="1520825"/>
              <a:ext cx="603251" cy="603249"/>
              <a:chOff x="7023101" y="1917700"/>
              <a:chExt cx="287338" cy="287337"/>
            </a:xfrm>
            <a:grpFill/>
          </p:grpSpPr>
          <p:sp>
            <p:nvSpPr>
              <p:cNvPr id="23" name="Freeform 274"/>
              <p:cNvSpPr>
                <a:spLocks noEditPoints="1"/>
              </p:cNvSpPr>
              <p:nvPr/>
            </p:nvSpPr>
            <p:spPr bwMode="auto">
              <a:xfrm>
                <a:off x="7023101" y="1917700"/>
                <a:ext cx="287338" cy="287337"/>
              </a:xfrm>
              <a:custGeom>
                <a:avLst/>
                <a:gdLst>
                  <a:gd name="T0" fmla="*/ 813 w 903"/>
                  <a:gd name="T1" fmla="*/ 795 h 903"/>
                  <a:gd name="T2" fmla="*/ 807 w 903"/>
                  <a:gd name="T3" fmla="*/ 785 h 903"/>
                  <a:gd name="T4" fmla="*/ 738 w 903"/>
                  <a:gd name="T5" fmla="*/ 782 h 903"/>
                  <a:gd name="T6" fmla="*/ 727 w 903"/>
                  <a:gd name="T7" fmla="*/ 787 h 903"/>
                  <a:gd name="T8" fmla="*/ 723 w 903"/>
                  <a:gd name="T9" fmla="*/ 798 h 903"/>
                  <a:gd name="T10" fmla="*/ 678 w 903"/>
                  <a:gd name="T11" fmla="*/ 391 h 903"/>
                  <a:gd name="T12" fmla="*/ 753 w 903"/>
                  <a:gd name="T13" fmla="*/ 873 h 903"/>
                  <a:gd name="T14" fmla="*/ 753 w 903"/>
                  <a:gd name="T15" fmla="*/ 873 h 903"/>
                  <a:gd name="T16" fmla="*/ 181 w 903"/>
                  <a:gd name="T17" fmla="*/ 873 h 903"/>
                  <a:gd name="T18" fmla="*/ 286 w 903"/>
                  <a:gd name="T19" fmla="*/ 300 h 903"/>
                  <a:gd name="T20" fmla="*/ 211 w 903"/>
                  <a:gd name="T21" fmla="*/ 797 h 903"/>
                  <a:gd name="T22" fmla="*/ 207 w 903"/>
                  <a:gd name="T23" fmla="*/ 787 h 903"/>
                  <a:gd name="T24" fmla="*/ 196 w 903"/>
                  <a:gd name="T25" fmla="*/ 783 h 903"/>
                  <a:gd name="T26" fmla="*/ 128 w 903"/>
                  <a:gd name="T27" fmla="*/ 785 h 903"/>
                  <a:gd name="T28" fmla="*/ 121 w 903"/>
                  <a:gd name="T29" fmla="*/ 795 h 903"/>
                  <a:gd name="T30" fmla="*/ 30 w 903"/>
                  <a:gd name="T31" fmla="*/ 300 h 903"/>
                  <a:gd name="T32" fmla="*/ 90 w 903"/>
                  <a:gd name="T33" fmla="*/ 270 h 903"/>
                  <a:gd name="T34" fmla="*/ 362 w 903"/>
                  <a:gd name="T35" fmla="*/ 873 h 903"/>
                  <a:gd name="T36" fmla="*/ 813 w 903"/>
                  <a:gd name="T37" fmla="*/ 300 h 903"/>
                  <a:gd name="T38" fmla="*/ 888 w 903"/>
                  <a:gd name="T39" fmla="*/ 361 h 903"/>
                  <a:gd name="T40" fmla="*/ 842 w 903"/>
                  <a:gd name="T41" fmla="*/ 280 h 903"/>
                  <a:gd name="T42" fmla="*/ 834 w 903"/>
                  <a:gd name="T43" fmla="*/ 271 h 903"/>
                  <a:gd name="T44" fmla="*/ 675 w 903"/>
                  <a:gd name="T45" fmla="*/ 271 h 903"/>
                  <a:gd name="T46" fmla="*/ 665 w 903"/>
                  <a:gd name="T47" fmla="*/ 278 h 903"/>
                  <a:gd name="T48" fmla="*/ 663 w 903"/>
                  <a:gd name="T49" fmla="*/ 361 h 903"/>
                  <a:gd name="T50" fmla="*/ 609 w 903"/>
                  <a:gd name="T51" fmla="*/ 364 h 903"/>
                  <a:gd name="T52" fmla="*/ 603 w 903"/>
                  <a:gd name="T53" fmla="*/ 373 h 903"/>
                  <a:gd name="T54" fmla="*/ 362 w 903"/>
                  <a:gd name="T55" fmla="*/ 285 h 903"/>
                  <a:gd name="T56" fmla="*/ 357 w 903"/>
                  <a:gd name="T57" fmla="*/ 274 h 903"/>
                  <a:gd name="T58" fmla="*/ 347 w 903"/>
                  <a:gd name="T59" fmla="*/ 270 h 903"/>
                  <a:gd name="T60" fmla="*/ 300 w 903"/>
                  <a:gd name="T61" fmla="*/ 160 h 903"/>
                  <a:gd name="T62" fmla="*/ 292 w 903"/>
                  <a:gd name="T63" fmla="*/ 151 h 903"/>
                  <a:gd name="T64" fmla="*/ 181 w 903"/>
                  <a:gd name="T65" fmla="*/ 15 h 903"/>
                  <a:gd name="T66" fmla="*/ 177 w 903"/>
                  <a:gd name="T67" fmla="*/ 4 h 903"/>
                  <a:gd name="T68" fmla="*/ 166 w 903"/>
                  <a:gd name="T69" fmla="*/ 0 h 903"/>
                  <a:gd name="T70" fmla="*/ 156 w 903"/>
                  <a:gd name="T71" fmla="*/ 4 h 903"/>
                  <a:gd name="T72" fmla="*/ 151 w 903"/>
                  <a:gd name="T73" fmla="*/ 15 h 903"/>
                  <a:gd name="T74" fmla="*/ 70 w 903"/>
                  <a:gd name="T75" fmla="*/ 151 h 903"/>
                  <a:gd name="T76" fmla="*/ 61 w 903"/>
                  <a:gd name="T77" fmla="*/ 160 h 903"/>
                  <a:gd name="T78" fmla="*/ 15 w 903"/>
                  <a:gd name="T79" fmla="*/ 270 h 903"/>
                  <a:gd name="T80" fmla="*/ 4 w 903"/>
                  <a:gd name="T81" fmla="*/ 274 h 903"/>
                  <a:gd name="T82" fmla="*/ 0 w 903"/>
                  <a:gd name="T83" fmla="*/ 285 h 903"/>
                  <a:gd name="T84" fmla="*/ 3 w 903"/>
                  <a:gd name="T85" fmla="*/ 897 h 903"/>
                  <a:gd name="T86" fmla="*/ 12 w 903"/>
                  <a:gd name="T87" fmla="*/ 903 h 903"/>
                  <a:gd name="T88" fmla="*/ 347 w 903"/>
                  <a:gd name="T89" fmla="*/ 903 h 903"/>
                  <a:gd name="T90" fmla="*/ 888 w 903"/>
                  <a:gd name="T91" fmla="*/ 903 h 903"/>
                  <a:gd name="T92" fmla="*/ 899 w 903"/>
                  <a:gd name="T93" fmla="*/ 899 h 903"/>
                  <a:gd name="T94" fmla="*/ 903 w 903"/>
                  <a:gd name="T95" fmla="*/ 888 h 903"/>
                  <a:gd name="T96" fmla="*/ 901 w 903"/>
                  <a:gd name="T97" fmla="*/ 368 h 903"/>
                  <a:gd name="T98" fmla="*/ 891 w 903"/>
                  <a:gd name="T99" fmla="*/ 361 h 9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903" h="903">
                    <a:moveTo>
                      <a:pt x="873" y="873"/>
                    </a:moveTo>
                    <a:lnTo>
                      <a:pt x="813" y="873"/>
                    </a:lnTo>
                    <a:lnTo>
                      <a:pt x="813" y="797"/>
                    </a:lnTo>
                    <a:lnTo>
                      <a:pt x="813" y="795"/>
                    </a:lnTo>
                    <a:lnTo>
                      <a:pt x="812" y="792"/>
                    </a:lnTo>
                    <a:lnTo>
                      <a:pt x="811" y="789"/>
                    </a:lnTo>
                    <a:lnTo>
                      <a:pt x="809" y="787"/>
                    </a:lnTo>
                    <a:lnTo>
                      <a:pt x="807" y="785"/>
                    </a:lnTo>
                    <a:lnTo>
                      <a:pt x="804" y="784"/>
                    </a:lnTo>
                    <a:lnTo>
                      <a:pt x="801" y="783"/>
                    </a:lnTo>
                    <a:lnTo>
                      <a:pt x="798" y="783"/>
                    </a:lnTo>
                    <a:lnTo>
                      <a:pt x="738" y="782"/>
                    </a:lnTo>
                    <a:lnTo>
                      <a:pt x="735" y="783"/>
                    </a:lnTo>
                    <a:lnTo>
                      <a:pt x="733" y="784"/>
                    </a:lnTo>
                    <a:lnTo>
                      <a:pt x="729" y="785"/>
                    </a:lnTo>
                    <a:lnTo>
                      <a:pt x="727" y="787"/>
                    </a:lnTo>
                    <a:lnTo>
                      <a:pt x="725" y="789"/>
                    </a:lnTo>
                    <a:lnTo>
                      <a:pt x="724" y="792"/>
                    </a:lnTo>
                    <a:lnTo>
                      <a:pt x="723" y="795"/>
                    </a:lnTo>
                    <a:lnTo>
                      <a:pt x="723" y="798"/>
                    </a:lnTo>
                    <a:lnTo>
                      <a:pt x="723" y="873"/>
                    </a:lnTo>
                    <a:lnTo>
                      <a:pt x="633" y="873"/>
                    </a:lnTo>
                    <a:lnTo>
                      <a:pt x="633" y="391"/>
                    </a:lnTo>
                    <a:lnTo>
                      <a:pt x="678" y="391"/>
                    </a:lnTo>
                    <a:lnTo>
                      <a:pt x="828" y="391"/>
                    </a:lnTo>
                    <a:lnTo>
                      <a:pt x="873" y="391"/>
                    </a:lnTo>
                    <a:lnTo>
                      <a:pt x="873" y="873"/>
                    </a:lnTo>
                    <a:close/>
                    <a:moveTo>
                      <a:pt x="753" y="873"/>
                    </a:moveTo>
                    <a:lnTo>
                      <a:pt x="753" y="813"/>
                    </a:lnTo>
                    <a:lnTo>
                      <a:pt x="783" y="813"/>
                    </a:lnTo>
                    <a:lnTo>
                      <a:pt x="783" y="873"/>
                    </a:lnTo>
                    <a:lnTo>
                      <a:pt x="753" y="873"/>
                    </a:lnTo>
                    <a:close/>
                    <a:moveTo>
                      <a:pt x="151" y="873"/>
                    </a:moveTo>
                    <a:lnTo>
                      <a:pt x="151" y="813"/>
                    </a:lnTo>
                    <a:lnTo>
                      <a:pt x="181" y="813"/>
                    </a:lnTo>
                    <a:lnTo>
                      <a:pt x="181" y="873"/>
                    </a:lnTo>
                    <a:lnTo>
                      <a:pt x="151" y="873"/>
                    </a:lnTo>
                    <a:close/>
                    <a:moveTo>
                      <a:pt x="30" y="300"/>
                    </a:moveTo>
                    <a:lnTo>
                      <a:pt x="75" y="300"/>
                    </a:lnTo>
                    <a:lnTo>
                      <a:pt x="286" y="300"/>
                    </a:lnTo>
                    <a:lnTo>
                      <a:pt x="331" y="300"/>
                    </a:lnTo>
                    <a:lnTo>
                      <a:pt x="331" y="873"/>
                    </a:lnTo>
                    <a:lnTo>
                      <a:pt x="211" y="873"/>
                    </a:lnTo>
                    <a:lnTo>
                      <a:pt x="211" y="797"/>
                    </a:lnTo>
                    <a:lnTo>
                      <a:pt x="210" y="795"/>
                    </a:lnTo>
                    <a:lnTo>
                      <a:pt x="210" y="792"/>
                    </a:lnTo>
                    <a:lnTo>
                      <a:pt x="208" y="789"/>
                    </a:lnTo>
                    <a:lnTo>
                      <a:pt x="207" y="787"/>
                    </a:lnTo>
                    <a:lnTo>
                      <a:pt x="205" y="785"/>
                    </a:lnTo>
                    <a:lnTo>
                      <a:pt x="202" y="784"/>
                    </a:lnTo>
                    <a:lnTo>
                      <a:pt x="200" y="783"/>
                    </a:lnTo>
                    <a:lnTo>
                      <a:pt x="196" y="783"/>
                    </a:lnTo>
                    <a:lnTo>
                      <a:pt x="136" y="782"/>
                    </a:lnTo>
                    <a:lnTo>
                      <a:pt x="133" y="783"/>
                    </a:lnTo>
                    <a:lnTo>
                      <a:pt x="130" y="784"/>
                    </a:lnTo>
                    <a:lnTo>
                      <a:pt x="128" y="785"/>
                    </a:lnTo>
                    <a:lnTo>
                      <a:pt x="126" y="787"/>
                    </a:lnTo>
                    <a:lnTo>
                      <a:pt x="123" y="789"/>
                    </a:lnTo>
                    <a:lnTo>
                      <a:pt x="122" y="792"/>
                    </a:lnTo>
                    <a:lnTo>
                      <a:pt x="121" y="795"/>
                    </a:lnTo>
                    <a:lnTo>
                      <a:pt x="121" y="798"/>
                    </a:lnTo>
                    <a:lnTo>
                      <a:pt x="121" y="873"/>
                    </a:lnTo>
                    <a:lnTo>
                      <a:pt x="30" y="873"/>
                    </a:lnTo>
                    <a:lnTo>
                      <a:pt x="30" y="300"/>
                    </a:lnTo>
                    <a:close/>
                    <a:moveTo>
                      <a:pt x="90" y="180"/>
                    </a:moveTo>
                    <a:lnTo>
                      <a:pt x="271" y="180"/>
                    </a:lnTo>
                    <a:lnTo>
                      <a:pt x="271" y="270"/>
                    </a:lnTo>
                    <a:lnTo>
                      <a:pt x="90" y="270"/>
                    </a:lnTo>
                    <a:lnTo>
                      <a:pt x="90" y="180"/>
                    </a:lnTo>
                    <a:close/>
                    <a:moveTo>
                      <a:pt x="603" y="542"/>
                    </a:moveTo>
                    <a:lnTo>
                      <a:pt x="603" y="873"/>
                    </a:lnTo>
                    <a:lnTo>
                      <a:pt x="362" y="873"/>
                    </a:lnTo>
                    <a:lnTo>
                      <a:pt x="362" y="542"/>
                    </a:lnTo>
                    <a:lnTo>
                      <a:pt x="603" y="542"/>
                    </a:lnTo>
                    <a:close/>
                    <a:moveTo>
                      <a:pt x="693" y="300"/>
                    </a:moveTo>
                    <a:lnTo>
                      <a:pt x="813" y="300"/>
                    </a:lnTo>
                    <a:lnTo>
                      <a:pt x="813" y="361"/>
                    </a:lnTo>
                    <a:lnTo>
                      <a:pt x="693" y="361"/>
                    </a:lnTo>
                    <a:lnTo>
                      <a:pt x="693" y="300"/>
                    </a:lnTo>
                    <a:close/>
                    <a:moveTo>
                      <a:pt x="888" y="361"/>
                    </a:moveTo>
                    <a:lnTo>
                      <a:pt x="843" y="361"/>
                    </a:lnTo>
                    <a:lnTo>
                      <a:pt x="843" y="285"/>
                    </a:lnTo>
                    <a:lnTo>
                      <a:pt x="843" y="282"/>
                    </a:lnTo>
                    <a:lnTo>
                      <a:pt x="842" y="280"/>
                    </a:lnTo>
                    <a:lnTo>
                      <a:pt x="841" y="277"/>
                    </a:lnTo>
                    <a:lnTo>
                      <a:pt x="839" y="274"/>
                    </a:lnTo>
                    <a:lnTo>
                      <a:pt x="837" y="273"/>
                    </a:lnTo>
                    <a:lnTo>
                      <a:pt x="834" y="271"/>
                    </a:lnTo>
                    <a:lnTo>
                      <a:pt x="831" y="271"/>
                    </a:lnTo>
                    <a:lnTo>
                      <a:pt x="828" y="270"/>
                    </a:lnTo>
                    <a:lnTo>
                      <a:pt x="678" y="270"/>
                    </a:lnTo>
                    <a:lnTo>
                      <a:pt x="675" y="271"/>
                    </a:lnTo>
                    <a:lnTo>
                      <a:pt x="671" y="271"/>
                    </a:lnTo>
                    <a:lnTo>
                      <a:pt x="669" y="273"/>
                    </a:lnTo>
                    <a:lnTo>
                      <a:pt x="667" y="274"/>
                    </a:lnTo>
                    <a:lnTo>
                      <a:pt x="665" y="278"/>
                    </a:lnTo>
                    <a:lnTo>
                      <a:pt x="664" y="280"/>
                    </a:lnTo>
                    <a:lnTo>
                      <a:pt x="663" y="283"/>
                    </a:lnTo>
                    <a:lnTo>
                      <a:pt x="663" y="285"/>
                    </a:lnTo>
                    <a:lnTo>
                      <a:pt x="663" y="361"/>
                    </a:lnTo>
                    <a:lnTo>
                      <a:pt x="618" y="361"/>
                    </a:lnTo>
                    <a:lnTo>
                      <a:pt x="615" y="361"/>
                    </a:lnTo>
                    <a:lnTo>
                      <a:pt x="611" y="362"/>
                    </a:lnTo>
                    <a:lnTo>
                      <a:pt x="609" y="364"/>
                    </a:lnTo>
                    <a:lnTo>
                      <a:pt x="607" y="366"/>
                    </a:lnTo>
                    <a:lnTo>
                      <a:pt x="605" y="368"/>
                    </a:lnTo>
                    <a:lnTo>
                      <a:pt x="604" y="370"/>
                    </a:lnTo>
                    <a:lnTo>
                      <a:pt x="603" y="373"/>
                    </a:lnTo>
                    <a:lnTo>
                      <a:pt x="603" y="376"/>
                    </a:lnTo>
                    <a:lnTo>
                      <a:pt x="603" y="512"/>
                    </a:lnTo>
                    <a:lnTo>
                      <a:pt x="362" y="512"/>
                    </a:lnTo>
                    <a:lnTo>
                      <a:pt x="362" y="285"/>
                    </a:lnTo>
                    <a:lnTo>
                      <a:pt x="362" y="282"/>
                    </a:lnTo>
                    <a:lnTo>
                      <a:pt x="360" y="280"/>
                    </a:lnTo>
                    <a:lnTo>
                      <a:pt x="359" y="277"/>
                    </a:lnTo>
                    <a:lnTo>
                      <a:pt x="357" y="274"/>
                    </a:lnTo>
                    <a:lnTo>
                      <a:pt x="355" y="273"/>
                    </a:lnTo>
                    <a:lnTo>
                      <a:pt x="352" y="271"/>
                    </a:lnTo>
                    <a:lnTo>
                      <a:pt x="350" y="271"/>
                    </a:lnTo>
                    <a:lnTo>
                      <a:pt x="347" y="270"/>
                    </a:lnTo>
                    <a:lnTo>
                      <a:pt x="301" y="270"/>
                    </a:lnTo>
                    <a:lnTo>
                      <a:pt x="301" y="165"/>
                    </a:lnTo>
                    <a:lnTo>
                      <a:pt x="301" y="162"/>
                    </a:lnTo>
                    <a:lnTo>
                      <a:pt x="300" y="160"/>
                    </a:lnTo>
                    <a:lnTo>
                      <a:pt x="299" y="156"/>
                    </a:lnTo>
                    <a:lnTo>
                      <a:pt x="297" y="154"/>
                    </a:lnTo>
                    <a:lnTo>
                      <a:pt x="295" y="152"/>
                    </a:lnTo>
                    <a:lnTo>
                      <a:pt x="292" y="151"/>
                    </a:lnTo>
                    <a:lnTo>
                      <a:pt x="290" y="150"/>
                    </a:lnTo>
                    <a:lnTo>
                      <a:pt x="286" y="150"/>
                    </a:lnTo>
                    <a:lnTo>
                      <a:pt x="181" y="150"/>
                    </a:lnTo>
                    <a:lnTo>
                      <a:pt x="181" y="15"/>
                    </a:lnTo>
                    <a:lnTo>
                      <a:pt x="180" y="12"/>
                    </a:lnTo>
                    <a:lnTo>
                      <a:pt x="180" y="8"/>
                    </a:lnTo>
                    <a:lnTo>
                      <a:pt x="178" y="6"/>
                    </a:lnTo>
                    <a:lnTo>
                      <a:pt x="177" y="4"/>
                    </a:lnTo>
                    <a:lnTo>
                      <a:pt x="174" y="2"/>
                    </a:lnTo>
                    <a:lnTo>
                      <a:pt x="172" y="1"/>
                    </a:lnTo>
                    <a:lnTo>
                      <a:pt x="168" y="0"/>
                    </a:lnTo>
                    <a:lnTo>
                      <a:pt x="166" y="0"/>
                    </a:lnTo>
                    <a:lnTo>
                      <a:pt x="163" y="0"/>
                    </a:lnTo>
                    <a:lnTo>
                      <a:pt x="160" y="1"/>
                    </a:lnTo>
                    <a:lnTo>
                      <a:pt x="158" y="2"/>
                    </a:lnTo>
                    <a:lnTo>
                      <a:pt x="156" y="4"/>
                    </a:lnTo>
                    <a:lnTo>
                      <a:pt x="153" y="6"/>
                    </a:lnTo>
                    <a:lnTo>
                      <a:pt x="152" y="8"/>
                    </a:lnTo>
                    <a:lnTo>
                      <a:pt x="151" y="12"/>
                    </a:lnTo>
                    <a:lnTo>
                      <a:pt x="151" y="15"/>
                    </a:lnTo>
                    <a:lnTo>
                      <a:pt x="151" y="150"/>
                    </a:lnTo>
                    <a:lnTo>
                      <a:pt x="75" y="150"/>
                    </a:lnTo>
                    <a:lnTo>
                      <a:pt x="73" y="150"/>
                    </a:lnTo>
                    <a:lnTo>
                      <a:pt x="70" y="151"/>
                    </a:lnTo>
                    <a:lnTo>
                      <a:pt x="68" y="152"/>
                    </a:lnTo>
                    <a:lnTo>
                      <a:pt x="64" y="154"/>
                    </a:lnTo>
                    <a:lnTo>
                      <a:pt x="63" y="156"/>
                    </a:lnTo>
                    <a:lnTo>
                      <a:pt x="61" y="160"/>
                    </a:lnTo>
                    <a:lnTo>
                      <a:pt x="61" y="162"/>
                    </a:lnTo>
                    <a:lnTo>
                      <a:pt x="60" y="165"/>
                    </a:lnTo>
                    <a:lnTo>
                      <a:pt x="60" y="270"/>
                    </a:lnTo>
                    <a:lnTo>
                      <a:pt x="15" y="270"/>
                    </a:lnTo>
                    <a:lnTo>
                      <a:pt x="12" y="271"/>
                    </a:lnTo>
                    <a:lnTo>
                      <a:pt x="10" y="271"/>
                    </a:lnTo>
                    <a:lnTo>
                      <a:pt x="7" y="273"/>
                    </a:lnTo>
                    <a:lnTo>
                      <a:pt x="4" y="274"/>
                    </a:lnTo>
                    <a:lnTo>
                      <a:pt x="3" y="278"/>
                    </a:lnTo>
                    <a:lnTo>
                      <a:pt x="1" y="280"/>
                    </a:lnTo>
                    <a:lnTo>
                      <a:pt x="1" y="283"/>
                    </a:lnTo>
                    <a:lnTo>
                      <a:pt x="0" y="285"/>
                    </a:lnTo>
                    <a:lnTo>
                      <a:pt x="0" y="888"/>
                    </a:lnTo>
                    <a:lnTo>
                      <a:pt x="1" y="891"/>
                    </a:lnTo>
                    <a:lnTo>
                      <a:pt x="1" y="894"/>
                    </a:lnTo>
                    <a:lnTo>
                      <a:pt x="3" y="897"/>
                    </a:lnTo>
                    <a:lnTo>
                      <a:pt x="4" y="899"/>
                    </a:lnTo>
                    <a:lnTo>
                      <a:pt x="7" y="900"/>
                    </a:lnTo>
                    <a:lnTo>
                      <a:pt x="10" y="902"/>
                    </a:lnTo>
                    <a:lnTo>
                      <a:pt x="12" y="903"/>
                    </a:lnTo>
                    <a:lnTo>
                      <a:pt x="15" y="903"/>
                    </a:lnTo>
                    <a:lnTo>
                      <a:pt x="136" y="903"/>
                    </a:lnTo>
                    <a:lnTo>
                      <a:pt x="196" y="903"/>
                    </a:lnTo>
                    <a:lnTo>
                      <a:pt x="347" y="903"/>
                    </a:lnTo>
                    <a:lnTo>
                      <a:pt x="618" y="903"/>
                    </a:lnTo>
                    <a:lnTo>
                      <a:pt x="738" y="903"/>
                    </a:lnTo>
                    <a:lnTo>
                      <a:pt x="798" y="903"/>
                    </a:lnTo>
                    <a:lnTo>
                      <a:pt x="888" y="903"/>
                    </a:lnTo>
                    <a:lnTo>
                      <a:pt x="891" y="902"/>
                    </a:lnTo>
                    <a:lnTo>
                      <a:pt x="895" y="902"/>
                    </a:lnTo>
                    <a:lnTo>
                      <a:pt x="897" y="900"/>
                    </a:lnTo>
                    <a:lnTo>
                      <a:pt x="899" y="899"/>
                    </a:lnTo>
                    <a:lnTo>
                      <a:pt x="901" y="897"/>
                    </a:lnTo>
                    <a:lnTo>
                      <a:pt x="902" y="894"/>
                    </a:lnTo>
                    <a:lnTo>
                      <a:pt x="903" y="891"/>
                    </a:lnTo>
                    <a:lnTo>
                      <a:pt x="903" y="888"/>
                    </a:lnTo>
                    <a:lnTo>
                      <a:pt x="903" y="376"/>
                    </a:lnTo>
                    <a:lnTo>
                      <a:pt x="903" y="373"/>
                    </a:lnTo>
                    <a:lnTo>
                      <a:pt x="902" y="370"/>
                    </a:lnTo>
                    <a:lnTo>
                      <a:pt x="901" y="368"/>
                    </a:lnTo>
                    <a:lnTo>
                      <a:pt x="899" y="366"/>
                    </a:lnTo>
                    <a:lnTo>
                      <a:pt x="897" y="364"/>
                    </a:lnTo>
                    <a:lnTo>
                      <a:pt x="895" y="362"/>
                    </a:lnTo>
                    <a:lnTo>
                      <a:pt x="891" y="361"/>
                    </a:lnTo>
                    <a:lnTo>
                      <a:pt x="888" y="36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275"/>
              <p:cNvSpPr>
                <a:spLocks/>
              </p:cNvSpPr>
              <p:nvPr/>
            </p:nvSpPr>
            <p:spPr bwMode="auto">
              <a:xfrm>
                <a:off x="7044785" y="1984375"/>
                <a:ext cx="38100" cy="9525"/>
              </a:xfrm>
              <a:custGeom>
                <a:avLst/>
                <a:gdLst>
                  <a:gd name="T0" fmla="*/ 105 w 120"/>
                  <a:gd name="T1" fmla="*/ 0 h 30"/>
                  <a:gd name="T2" fmla="*/ 15 w 120"/>
                  <a:gd name="T3" fmla="*/ 0 h 30"/>
                  <a:gd name="T4" fmla="*/ 12 w 120"/>
                  <a:gd name="T5" fmla="*/ 0 h 30"/>
                  <a:gd name="T6" fmla="*/ 9 w 120"/>
                  <a:gd name="T7" fmla="*/ 1 h 30"/>
                  <a:gd name="T8" fmla="*/ 7 w 120"/>
                  <a:gd name="T9" fmla="*/ 3 h 30"/>
                  <a:gd name="T10" fmla="*/ 5 w 120"/>
                  <a:gd name="T11" fmla="*/ 4 h 30"/>
                  <a:gd name="T12" fmla="*/ 2 w 120"/>
                  <a:gd name="T13" fmla="*/ 7 h 30"/>
                  <a:gd name="T14" fmla="*/ 1 w 120"/>
                  <a:gd name="T15" fmla="*/ 10 h 30"/>
                  <a:gd name="T16" fmla="*/ 0 w 120"/>
                  <a:gd name="T17" fmla="*/ 12 h 30"/>
                  <a:gd name="T18" fmla="*/ 0 w 120"/>
                  <a:gd name="T19" fmla="*/ 15 h 30"/>
                  <a:gd name="T20" fmla="*/ 0 w 120"/>
                  <a:gd name="T21" fmla="*/ 18 h 30"/>
                  <a:gd name="T22" fmla="*/ 1 w 120"/>
                  <a:gd name="T23" fmla="*/ 22 h 30"/>
                  <a:gd name="T24" fmla="*/ 2 w 120"/>
                  <a:gd name="T25" fmla="*/ 24 h 30"/>
                  <a:gd name="T26" fmla="*/ 5 w 120"/>
                  <a:gd name="T27" fmla="*/ 26 h 30"/>
                  <a:gd name="T28" fmla="*/ 7 w 120"/>
                  <a:gd name="T29" fmla="*/ 28 h 30"/>
                  <a:gd name="T30" fmla="*/ 9 w 120"/>
                  <a:gd name="T31" fmla="*/ 29 h 30"/>
                  <a:gd name="T32" fmla="*/ 12 w 120"/>
                  <a:gd name="T33" fmla="*/ 30 h 30"/>
                  <a:gd name="T34" fmla="*/ 15 w 120"/>
                  <a:gd name="T35" fmla="*/ 30 h 30"/>
                  <a:gd name="T36" fmla="*/ 105 w 120"/>
                  <a:gd name="T37" fmla="*/ 30 h 30"/>
                  <a:gd name="T38" fmla="*/ 109 w 120"/>
                  <a:gd name="T39" fmla="*/ 30 h 30"/>
                  <a:gd name="T40" fmla="*/ 111 w 120"/>
                  <a:gd name="T41" fmla="*/ 29 h 30"/>
                  <a:gd name="T42" fmla="*/ 114 w 120"/>
                  <a:gd name="T43" fmla="*/ 28 h 30"/>
                  <a:gd name="T44" fmla="*/ 116 w 120"/>
                  <a:gd name="T45" fmla="*/ 26 h 30"/>
                  <a:gd name="T46" fmla="*/ 117 w 120"/>
                  <a:gd name="T47" fmla="*/ 24 h 30"/>
                  <a:gd name="T48" fmla="*/ 119 w 120"/>
                  <a:gd name="T49" fmla="*/ 22 h 30"/>
                  <a:gd name="T50" fmla="*/ 120 w 120"/>
                  <a:gd name="T51" fmla="*/ 18 h 30"/>
                  <a:gd name="T52" fmla="*/ 120 w 120"/>
                  <a:gd name="T53" fmla="*/ 15 h 30"/>
                  <a:gd name="T54" fmla="*/ 120 w 120"/>
                  <a:gd name="T55" fmla="*/ 12 h 30"/>
                  <a:gd name="T56" fmla="*/ 119 w 120"/>
                  <a:gd name="T57" fmla="*/ 10 h 30"/>
                  <a:gd name="T58" fmla="*/ 117 w 120"/>
                  <a:gd name="T59" fmla="*/ 7 h 30"/>
                  <a:gd name="T60" fmla="*/ 116 w 120"/>
                  <a:gd name="T61" fmla="*/ 4 h 30"/>
                  <a:gd name="T62" fmla="*/ 114 w 120"/>
                  <a:gd name="T63" fmla="*/ 3 h 30"/>
                  <a:gd name="T64" fmla="*/ 111 w 120"/>
                  <a:gd name="T65" fmla="*/ 1 h 30"/>
                  <a:gd name="T66" fmla="*/ 109 w 120"/>
                  <a:gd name="T67" fmla="*/ 0 h 30"/>
                  <a:gd name="T68" fmla="*/ 105 w 120"/>
                  <a:gd name="T6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20" h="30">
                    <a:moveTo>
                      <a:pt x="105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9" y="1"/>
                    </a:lnTo>
                    <a:lnTo>
                      <a:pt x="7" y="3"/>
                    </a:lnTo>
                    <a:lnTo>
                      <a:pt x="5" y="4"/>
                    </a:lnTo>
                    <a:lnTo>
                      <a:pt x="2" y="7"/>
                    </a:lnTo>
                    <a:lnTo>
                      <a:pt x="1" y="10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2"/>
                    </a:lnTo>
                    <a:lnTo>
                      <a:pt x="2" y="24"/>
                    </a:lnTo>
                    <a:lnTo>
                      <a:pt x="5" y="26"/>
                    </a:lnTo>
                    <a:lnTo>
                      <a:pt x="7" y="28"/>
                    </a:lnTo>
                    <a:lnTo>
                      <a:pt x="9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105" y="30"/>
                    </a:lnTo>
                    <a:lnTo>
                      <a:pt x="109" y="30"/>
                    </a:lnTo>
                    <a:lnTo>
                      <a:pt x="111" y="29"/>
                    </a:lnTo>
                    <a:lnTo>
                      <a:pt x="114" y="28"/>
                    </a:lnTo>
                    <a:lnTo>
                      <a:pt x="116" y="26"/>
                    </a:lnTo>
                    <a:lnTo>
                      <a:pt x="117" y="24"/>
                    </a:lnTo>
                    <a:lnTo>
                      <a:pt x="119" y="22"/>
                    </a:lnTo>
                    <a:lnTo>
                      <a:pt x="120" y="18"/>
                    </a:lnTo>
                    <a:lnTo>
                      <a:pt x="120" y="15"/>
                    </a:lnTo>
                    <a:lnTo>
                      <a:pt x="120" y="12"/>
                    </a:lnTo>
                    <a:lnTo>
                      <a:pt x="119" y="10"/>
                    </a:lnTo>
                    <a:lnTo>
                      <a:pt x="117" y="7"/>
                    </a:lnTo>
                    <a:lnTo>
                      <a:pt x="116" y="4"/>
                    </a:lnTo>
                    <a:lnTo>
                      <a:pt x="114" y="3"/>
                    </a:lnTo>
                    <a:lnTo>
                      <a:pt x="111" y="1"/>
                    </a:lnTo>
                    <a:lnTo>
                      <a:pt x="109" y="0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276"/>
              <p:cNvSpPr>
                <a:spLocks/>
              </p:cNvSpPr>
              <p:nvPr/>
            </p:nvSpPr>
            <p:spPr bwMode="auto">
              <a:xfrm>
                <a:off x="7025735" y="2051050"/>
                <a:ext cx="52046" cy="9525"/>
              </a:xfrm>
              <a:custGeom>
                <a:avLst/>
                <a:gdLst>
                  <a:gd name="T0" fmla="*/ 15 w 241"/>
                  <a:gd name="T1" fmla="*/ 30 h 30"/>
                  <a:gd name="T2" fmla="*/ 226 w 241"/>
                  <a:gd name="T3" fmla="*/ 30 h 30"/>
                  <a:gd name="T4" fmla="*/ 230 w 241"/>
                  <a:gd name="T5" fmla="*/ 29 h 30"/>
                  <a:gd name="T6" fmla="*/ 232 w 241"/>
                  <a:gd name="T7" fmla="*/ 29 h 30"/>
                  <a:gd name="T8" fmla="*/ 235 w 241"/>
                  <a:gd name="T9" fmla="*/ 27 h 30"/>
                  <a:gd name="T10" fmla="*/ 237 w 241"/>
                  <a:gd name="T11" fmla="*/ 26 h 30"/>
                  <a:gd name="T12" fmla="*/ 239 w 241"/>
                  <a:gd name="T13" fmla="*/ 23 h 30"/>
                  <a:gd name="T14" fmla="*/ 240 w 241"/>
                  <a:gd name="T15" fmla="*/ 21 h 30"/>
                  <a:gd name="T16" fmla="*/ 241 w 241"/>
                  <a:gd name="T17" fmla="*/ 18 h 30"/>
                  <a:gd name="T18" fmla="*/ 241 w 241"/>
                  <a:gd name="T19" fmla="*/ 15 h 30"/>
                  <a:gd name="T20" fmla="*/ 241 w 241"/>
                  <a:gd name="T21" fmla="*/ 12 h 30"/>
                  <a:gd name="T22" fmla="*/ 240 w 241"/>
                  <a:gd name="T23" fmla="*/ 9 h 30"/>
                  <a:gd name="T24" fmla="*/ 239 w 241"/>
                  <a:gd name="T25" fmla="*/ 7 h 30"/>
                  <a:gd name="T26" fmla="*/ 237 w 241"/>
                  <a:gd name="T27" fmla="*/ 5 h 30"/>
                  <a:gd name="T28" fmla="*/ 235 w 241"/>
                  <a:gd name="T29" fmla="*/ 3 h 30"/>
                  <a:gd name="T30" fmla="*/ 232 w 241"/>
                  <a:gd name="T31" fmla="*/ 1 h 30"/>
                  <a:gd name="T32" fmla="*/ 230 w 241"/>
                  <a:gd name="T33" fmla="*/ 0 h 30"/>
                  <a:gd name="T34" fmla="*/ 226 w 241"/>
                  <a:gd name="T35" fmla="*/ 0 h 30"/>
                  <a:gd name="T36" fmla="*/ 15 w 241"/>
                  <a:gd name="T37" fmla="*/ 0 h 30"/>
                  <a:gd name="T38" fmla="*/ 13 w 241"/>
                  <a:gd name="T39" fmla="*/ 0 h 30"/>
                  <a:gd name="T40" fmla="*/ 10 w 241"/>
                  <a:gd name="T41" fmla="*/ 1 h 30"/>
                  <a:gd name="T42" fmla="*/ 8 w 241"/>
                  <a:gd name="T43" fmla="*/ 3 h 30"/>
                  <a:gd name="T44" fmla="*/ 4 w 241"/>
                  <a:gd name="T45" fmla="*/ 5 h 30"/>
                  <a:gd name="T46" fmla="*/ 3 w 241"/>
                  <a:gd name="T47" fmla="*/ 7 h 30"/>
                  <a:gd name="T48" fmla="*/ 1 w 241"/>
                  <a:gd name="T49" fmla="*/ 9 h 30"/>
                  <a:gd name="T50" fmla="*/ 1 w 241"/>
                  <a:gd name="T51" fmla="*/ 12 h 30"/>
                  <a:gd name="T52" fmla="*/ 0 w 241"/>
                  <a:gd name="T53" fmla="*/ 15 h 30"/>
                  <a:gd name="T54" fmla="*/ 1 w 241"/>
                  <a:gd name="T55" fmla="*/ 18 h 30"/>
                  <a:gd name="T56" fmla="*/ 1 w 241"/>
                  <a:gd name="T57" fmla="*/ 21 h 30"/>
                  <a:gd name="T58" fmla="*/ 3 w 241"/>
                  <a:gd name="T59" fmla="*/ 23 h 30"/>
                  <a:gd name="T60" fmla="*/ 4 w 241"/>
                  <a:gd name="T61" fmla="*/ 26 h 30"/>
                  <a:gd name="T62" fmla="*/ 8 w 241"/>
                  <a:gd name="T63" fmla="*/ 27 h 30"/>
                  <a:gd name="T64" fmla="*/ 10 w 241"/>
                  <a:gd name="T65" fmla="*/ 29 h 30"/>
                  <a:gd name="T66" fmla="*/ 13 w 241"/>
                  <a:gd name="T67" fmla="*/ 29 h 30"/>
                  <a:gd name="T68" fmla="*/ 15 w 241"/>
                  <a:gd name="T69" fmla="*/ 30 h 30"/>
                  <a:gd name="T70" fmla="*/ 15 w 241"/>
                  <a:gd name="T7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1" h="30">
                    <a:moveTo>
                      <a:pt x="15" y="30"/>
                    </a:moveTo>
                    <a:lnTo>
                      <a:pt x="226" y="30"/>
                    </a:lnTo>
                    <a:lnTo>
                      <a:pt x="230" y="29"/>
                    </a:lnTo>
                    <a:lnTo>
                      <a:pt x="232" y="29"/>
                    </a:lnTo>
                    <a:lnTo>
                      <a:pt x="235" y="27"/>
                    </a:lnTo>
                    <a:lnTo>
                      <a:pt x="237" y="26"/>
                    </a:lnTo>
                    <a:lnTo>
                      <a:pt x="239" y="23"/>
                    </a:lnTo>
                    <a:lnTo>
                      <a:pt x="240" y="21"/>
                    </a:lnTo>
                    <a:lnTo>
                      <a:pt x="241" y="18"/>
                    </a:lnTo>
                    <a:lnTo>
                      <a:pt x="241" y="15"/>
                    </a:lnTo>
                    <a:lnTo>
                      <a:pt x="241" y="12"/>
                    </a:lnTo>
                    <a:lnTo>
                      <a:pt x="240" y="9"/>
                    </a:lnTo>
                    <a:lnTo>
                      <a:pt x="239" y="7"/>
                    </a:lnTo>
                    <a:lnTo>
                      <a:pt x="237" y="5"/>
                    </a:lnTo>
                    <a:lnTo>
                      <a:pt x="235" y="3"/>
                    </a:lnTo>
                    <a:lnTo>
                      <a:pt x="232" y="1"/>
                    </a:lnTo>
                    <a:lnTo>
                      <a:pt x="230" y="0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0" y="1"/>
                    </a:lnTo>
                    <a:lnTo>
                      <a:pt x="8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1" y="18"/>
                    </a:lnTo>
                    <a:lnTo>
                      <a:pt x="1" y="21"/>
                    </a:lnTo>
                    <a:lnTo>
                      <a:pt x="3" y="23"/>
                    </a:lnTo>
                    <a:lnTo>
                      <a:pt x="4" y="26"/>
                    </a:lnTo>
                    <a:lnTo>
                      <a:pt x="8" y="27"/>
                    </a:lnTo>
                    <a:lnTo>
                      <a:pt x="10" y="29"/>
                    </a:lnTo>
                    <a:lnTo>
                      <a:pt x="13" y="29"/>
                    </a:lnTo>
                    <a:lnTo>
                      <a:pt x="15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277"/>
              <p:cNvSpPr>
                <a:spLocks/>
              </p:cNvSpPr>
              <p:nvPr/>
            </p:nvSpPr>
            <p:spPr bwMode="auto">
              <a:xfrm>
                <a:off x="7025735" y="2022475"/>
                <a:ext cx="76200" cy="9525"/>
              </a:xfrm>
              <a:custGeom>
                <a:avLst/>
                <a:gdLst>
                  <a:gd name="T0" fmla="*/ 15 w 241"/>
                  <a:gd name="T1" fmla="*/ 31 h 31"/>
                  <a:gd name="T2" fmla="*/ 226 w 241"/>
                  <a:gd name="T3" fmla="*/ 31 h 31"/>
                  <a:gd name="T4" fmla="*/ 230 w 241"/>
                  <a:gd name="T5" fmla="*/ 30 h 31"/>
                  <a:gd name="T6" fmla="*/ 232 w 241"/>
                  <a:gd name="T7" fmla="*/ 29 h 31"/>
                  <a:gd name="T8" fmla="*/ 235 w 241"/>
                  <a:gd name="T9" fmla="*/ 28 h 31"/>
                  <a:gd name="T10" fmla="*/ 237 w 241"/>
                  <a:gd name="T11" fmla="*/ 26 h 31"/>
                  <a:gd name="T12" fmla="*/ 239 w 241"/>
                  <a:gd name="T13" fmla="*/ 24 h 31"/>
                  <a:gd name="T14" fmla="*/ 240 w 241"/>
                  <a:gd name="T15" fmla="*/ 22 h 31"/>
                  <a:gd name="T16" fmla="*/ 241 w 241"/>
                  <a:gd name="T17" fmla="*/ 18 h 31"/>
                  <a:gd name="T18" fmla="*/ 241 w 241"/>
                  <a:gd name="T19" fmla="*/ 16 h 31"/>
                  <a:gd name="T20" fmla="*/ 241 w 241"/>
                  <a:gd name="T21" fmla="*/ 13 h 31"/>
                  <a:gd name="T22" fmla="*/ 240 w 241"/>
                  <a:gd name="T23" fmla="*/ 10 h 31"/>
                  <a:gd name="T24" fmla="*/ 239 w 241"/>
                  <a:gd name="T25" fmla="*/ 8 h 31"/>
                  <a:gd name="T26" fmla="*/ 237 w 241"/>
                  <a:gd name="T27" fmla="*/ 6 h 31"/>
                  <a:gd name="T28" fmla="*/ 235 w 241"/>
                  <a:gd name="T29" fmla="*/ 3 h 31"/>
                  <a:gd name="T30" fmla="*/ 232 w 241"/>
                  <a:gd name="T31" fmla="*/ 2 h 31"/>
                  <a:gd name="T32" fmla="*/ 230 w 241"/>
                  <a:gd name="T33" fmla="*/ 1 h 31"/>
                  <a:gd name="T34" fmla="*/ 226 w 241"/>
                  <a:gd name="T35" fmla="*/ 0 h 31"/>
                  <a:gd name="T36" fmla="*/ 15 w 241"/>
                  <a:gd name="T37" fmla="*/ 0 h 31"/>
                  <a:gd name="T38" fmla="*/ 13 w 241"/>
                  <a:gd name="T39" fmla="*/ 1 h 31"/>
                  <a:gd name="T40" fmla="*/ 10 w 241"/>
                  <a:gd name="T41" fmla="*/ 2 h 31"/>
                  <a:gd name="T42" fmla="*/ 8 w 241"/>
                  <a:gd name="T43" fmla="*/ 3 h 31"/>
                  <a:gd name="T44" fmla="*/ 4 w 241"/>
                  <a:gd name="T45" fmla="*/ 6 h 31"/>
                  <a:gd name="T46" fmla="*/ 3 w 241"/>
                  <a:gd name="T47" fmla="*/ 8 h 31"/>
                  <a:gd name="T48" fmla="*/ 1 w 241"/>
                  <a:gd name="T49" fmla="*/ 10 h 31"/>
                  <a:gd name="T50" fmla="*/ 1 w 241"/>
                  <a:gd name="T51" fmla="*/ 13 h 31"/>
                  <a:gd name="T52" fmla="*/ 0 w 241"/>
                  <a:gd name="T53" fmla="*/ 16 h 31"/>
                  <a:gd name="T54" fmla="*/ 1 w 241"/>
                  <a:gd name="T55" fmla="*/ 18 h 31"/>
                  <a:gd name="T56" fmla="*/ 1 w 241"/>
                  <a:gd name="T57" fmla="*/ 22 h 31"/>
                  <a:gd name="T58" fmla="*/ 3 w 241"/>
                  <a:gd name="T59" fmla="*/ 24 h 31"/>
                  <a:gd name="T60" fmla="*/ 4 w 241"/>
                  <a:gd name="T61" fmla="*/ 26 h 31"/>
                  <a:gd name="T62" fmla="*/ 8 w 241"/>
                  <a:gd name="T63" fmla="*/ 28 h 31"/>
                  <a:gd name="T64" fmla="*/ 10 w 241"/>
                  <a:gd name="T65" fmla="*/ 29 h 31"/>
                  <a:gd name="T66" fmla="*/ 13 w 241"/>
                  <a:gd name="T67" fmla="*/ 30 h 31"/>
                  <a:gd name="T68" fmla="*/ 15 w 241"/>
                  <a:gd name="T69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1" h="31">
                    <a:moveTo>
                      <a:pt x="15" y="31"/>
                    </a:moveTo>
                    <a:lnTo>
                      <a:pt x="226" y="31"/>
                    </a:lnTo>
                    <a:lnTo>
                      <a:pt x="230" y="30"/>
                    </a:lnTo>
                    <a:lnTo>
                      <a:pt x="232" y="29"/>
                    </a:lnTo>
                    <a:lnTo>
                      <a:pt x="235" y="28"/>
                    </a:lnTo>
                    <a:lnTo>
                      <a:pt x="237" y="26"/>
                    </a:lnTo>
                    <a:lnTo>
                      <a:pt x="239" y="24"/>
                    </a:lnTo>
                    <a:lnTo>
                      <a:pt x="240" y="22"/>
                    </a:lnTo>
                    <a:lnTo>
                      <a:pt x="241" y="18"/>
                    </a:lnTo>
                    <a:lnTo>
                      <a:pt x="241" y="16"/>
                    </a:lnTo>
                    <a:lnTo>
                      <a:pt x="241" y="13"/>
                    </a:lnTo>
                    <a:lnTo>
                      <a:pt x="240" y="10"/>
                    </a:lnTo>
                    <a:lnTo>
                      <a:pt x="239" y="8"/>
                    </a:lnTo>
                    <a:lnTo>
                      <a:pt x="237" y="6"/>
                    </a:lnTo>
                    <a:lnTo>
                      <a:pt x="235" y="3"/>
                    </a:lnTo>
                    <a:lnTo>
                      <a:pt x="232" y="2"/>
                    </a:lnTo>
                    <a:lnTo>
                      <a:pt x="230" y="1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1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4" y="6"/>
                    </a:lnTo>
                    <a:lnTo>
                      <a:pt x="3" y="8"/>
                    </a:lnTo>
                    <a:lnTo>
                      <a:pt x="1" y="10"/>
                    </a:lnTo>
                    <a:lnTo>
                      <a:pt x="1" y="13"/>
                    </a:lnTo>
                    <a:lnTo>
                      <a:pt x="0" y="16"/>
                    </a:lnTo>
                    <a:lnTo>
                      <a:pt x="1" y="18"/>
                    </a:lnTo>
                    <a:lnTo>
                      <a:pt x="1" y="22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8" y="28"/>
                    </a:lnTo>
                    <a:lnTo>
                      <a:pt x="10" y="29"/>
                    </a:lnTo>
                    <a:lnTo>
                      <a:pt x="13" y="30"/>
                    </a:lnTo>
                    <a:lnTo>
                      <a:pt x="1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" name="Freeform 278"/>
              <p:cNvSpPr>
                <a:spLocks/>
              </p:cNvSpPr>
              <p:nvPr/>
            </p:nvSpPr>
            <p:spPr bwMode="auto">
              <a:xfrm>
                <a:off x="7025735" y="2079625"/>
                <a:ext cx="35549" cy="9525"/>
              </a:xfrm>
              <a:custGeom>
                <a:avLst/>
                <a:gdLst>
                  <a:gd name="T0" fmla="*/ 15 w 241"/>
                  <a:gd name="T1" fmla="*/ 31 h 31"/>
                  <a:gd name="T2" fmla="*/ 226 w 241"/>
                  <a:gd name="T3" fmla="*/ 31 h 31"/>
                  <a:gd name="T4" fmla="*/ 230 w 241"/>
                  <a:gd name="T5" fmla="*/ 31 h 31"/>
                  <a:gd name="T6" fmla="*/ 232 w 241"/>
                  <a:gd name="T7" fmla="*/ 29 h 31"/>
                  <a:gd name="T8" fmla="*/ 235 w 241"/>
                  <a:gd name="T9" fmla="*/ 27 h 31"/>
                  <a:gd name="T10" fmla="*/ 237 w 241"/>
                  <a:gd name="T11" fmla="*/ 26 h 31"/>
                  <a:gd name="T12" fmla="*/ 239 w 241"/>
                  <a:gd name="T13" fmla="*/ 24 h 31"/>
                  <a:gd name="T14" fmla="*/ 240 w 241"/>
                  <a:gd name="T15" fmla="*/ 21 h 31"/>
                  <a:gd name="T16" fmla="*/ 241 w 241"/>
                  <a:gd name="T17" fmla="*/ 19 h 31"/>
                  <a:gd name="T18" fmla="*/ 241 w 241"/>
                  <a:gd name="T19" fmla="*/ 16 h 31"/>
                  <a:gd name="T20" fmla="*/ 241 w 241"/>
                  <a:gd name="T21" fmla="*/ 12 h 31"/>
                  <a:gd name="T22" fmla="*/ 240 w 241"/>
                  <a:gd name="T23" fmla="*/ 9 h 31"/>
                  <a:gd name="T24" fmla="*/ 239 w 241"/>
                  <a:gd name="T25" fmla="*/ 7 h 31"/>
                  <a:gd name="T26" fmla="*/ 237 w 241"/>
                  <a:gd name="T27" fmla="*/ 5 h 31"/>
                  <a:gd name="T28" fmla="*/ 235 w 241"/>
                  <a:gd name="T29" fmla="*/ 3 h 31"/>
                  <a:gd name="T30" fmla="*/ 232 w 241"/>
                  <a:gd name="T31" fmla="*/ 2 h 31"/>
                  <a:gd name="T32" fmla="*/ 230 w 241"/>
                  <a:gd name="T33" fmla="*/ 0 h 31"/>
                  <a:gd name="T34" fmla="*/ 226 w 241"/>
                  <a:gd name="T35" fmla="*/ 0 h 31"/>
                  <a:gd name="T36" fmla="*/ 15 w 241"/>
                  <a:gd name="T37" fmla="*/ 0 h 31"/>
                  <a:gd name="T38" fmla="*/ 13 w 241"/>
                  <a:gd name="T39" fmla="*/ 0 h 31"/>
                  <a:gd name="T40" fmla="*/ 10 w 241"/>
                  <a:gd name="T41" fmla="*/ 2 h 31"/>
                  <a:gd name="T42" fmla="*/ 8 w 241"/>
                  <a:gd name="T43" fmla="*/ 3 h 31"/>
                  <a:gd name="T44" fmla="*/ 4 w 241"/>
                  <a:gd name="T45" fmla="*/ 5 h 31"/>
                  <a:gd name="T46" fmla="*/ 3 w 241"/>
                  <a:gd name="T47" fmla="*/ 7 h 31"/>
                  <a:gd name="T48" fmla="*/ 1 w 241"/>
                  <a:gd name="T49" fmla="*/ 9 h 31"/>
                  <a:gd name="T50" fmla="*/ 1 w 241"/>
                  <a:gd name="T51" fmla="*/ 12 h 31"/>
                  <a:gd name="T52" fmla="*/ 0 w 241"/>
                  <a:gd name="T53" fmla="*/ 16 h 31"/>
                  <a:gd name="T54" fmla="*/ 1 w 241"/>
                  <a:gd name="T55" fmla="*/ 19 h 31"/>
                  <a:gd name="T56" fmla="*/ 1 w 241"/>
                  <a:gd name="T57" fmla="*/ 21 h 31"/>
                  <a:gd name="T58" fmla="*/ 3 w 241"/>
                  <a:gd name="T59" fmla="*/ 24 h 31"/>
                  <a:gd name="T60" fmla="*/ 4 w 241"/>
                  <a:gd name="T61" fmla="*/ 26 h 31"/>
                  <a:gd name="T62" fmla="*/ 8 w 241"/>
                  <a:gd name="T63" fmla="*/ 27 h 31"/>
                  <a:gd name="T64" fmla="*/ 10 w 241"/>
                  <a:gd name="T65" fmla="*/ 29 h 31"/>
                  <a:gd name="T66" fmla="*/ 13 w 241"/>
                  <a:gd name="T67" fmla="*/ 31 h 31"/>
                  <a:gd name="T68" fmla="*/ 15 w 241"/>
                  <a:gd name="T69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1" h="31">
                    <a:moveTo>
                      <a:pt x="15" y="31"/>
                    </a:moveTo>
                    <a:lnTo>
                      <a:pt x="226" y="31"/>
                    </a:lnTo>
                    <a:lnTo>
                      <a:pt x="230" y="31"/>
                    </a:lnTo>
                    <a:lnTo>
                      <a:pt x="232" y="29"/>
                    </a:lnTo>
                    <a:lnTo>
                      <a:pt x="235" y="27"/>
                    </a:lnTo>
                    <a:lnTo>
                      <a:pt x="237" y="26"/>
                    </a:lnTo>
                    <a:lnTo>
                      <a:pt x="239" y="24"/>
                    </a:lnTo>
                    <a:lnTo>
                      <a:pt x="240" y="21"/>
                    </a:lnTo>
                    <a:lnTo>
                      <a:pt x="241" y="19"/>
                    </a:lnTo>
                    <a:lnTo>
                      <a:pt x="241" y="16"/>
                    </a:lnTo>
                    <a:lnTo>
                      <a:pt x="241" y="12"/>
                    </a:lnTo>
                    <a:lnTo>
                      <a:pt x="240" y="9"/>
                    </a:lnTo>
                    <a:lnTo>
                      <a:pt x="239" y="7"/>
                    </a:lnTo>
                    <a:lnTo>
                      <a:pt x="237" y="5"/>
                    </a:lnTo>
                    <a:lnTo>
                      <a:pt x="235" y="3"/>
                    </a:lnTo>
                    <a:lnTo>
                      <a:pt x="232" y="2"/>
                    </a:lnTo>
                    <a:lnTo>
                      <a:pt x="230" y="0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6"/>
                    </a:lnTo>
                    <a:lnTo>
                      <a:pt x="1" y="19"/>
                    </a:lnTo>
                    <a:lnTo>
                      <a:pt x="1" y="21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8" y="27"/>
                    </a:lnTo>
                    <a:lnTo>
                      <a:pt x="10" y="29"/>
                    </a:lnTo>
                    <a:lnTo>
                      <a:pt x="13" y="31"/>
                    </a:lnTo>
                    <a:lnTo>
                      <a:pt x="1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" name="Freeform 276"/>
              <p:cNvSpPr>
                <a:spLocks/>
              </p:cNvSpPr>
              <p:nvPr/>
            </p:nvSpPr>
            <p:spPr bwMode="auto">
              <a:xfrm>
                <a:off x="7128670" y="2134780"/>
                <a:ext cx="52046" cy="9525"/>
              </a:xfrm>
              <a:custGeom>
                <a:avLst/>
                <a:gdLst>
                  <a:gd name="T0" fmla="*/ 15 w 241"/>
                  <a:gd name="T1" fmla="*/ 30 h 30"/>
                  <a:gd name="T2" fmla="*/ 226 w 241"/>
                  <a:gd name="T3" fmla="*/ 30 h 30"/>
                  <a:gd name="T4" fmla="*/ 230 w 241"/>
                  <a:gd name="T5" fmla="*/ 29 h 30"/>
                  <a:gd name="T6" fmla="*/ 232 w 241"/>
                  <a:gd name="T7" fmla="*/ 29 h 30"/>
                  <a:gd name="T8" fmla="*/ 235 w 241"/>
                  <a:gd name="T9" fmla="*/ 27 h 30"/>
                  <a:gd name="T10" fmla="*/ 237 w 241"/>
                  <a:gd name="T11" fmla="*/ 26 h 30"/>
                  <a:gd name="T12" fmla="*/ 239 w 241"/>
                  <a:gd name="T13" fmla="*/ 23 h 30"/>
                  <a:gd name="T14" fmla="*/ 240 w 241"/>
                  <a:gd name="T15" fmla="*/ 21 h 30"/>
                  <a:gd name="T16" fmla="*/ 241 w 241"/>
                  <a:gd name="T17" fmla="*/ 18 h 30"/>
                  <a:gd name="T18" fmla="*/ 241 w 241"/>
                  <a:gd name="T19" fmla="*/ 15 h 30"/>
                  <a:gd name="T20" fmla="*/ 241 w 241"/>
                  <a:gd name="T21" fmla="*/ 12 h 30"/>
                  <a:gd name="T22" fmla="*/ 240 w 241"/>
                  <a:gd name="T23" fmla="*/ 9 h 30"/>
                  <a:gd name="T24" fmla="*/ 239 w 241"/>
                  <a:gd name="T25" fmla="*/ 7 h 30"/>
                  <a:gd name="T26" fmla="*/ 237 w 241"/>
                  <a:gd name="T27" fmla="*/ 5 h 30"/>
                  <a:gd name="T28" fmla="*/ 235 w 241"/>
                  <a:gd name="T29" fmla="*/ 3 h 30"/>
                  <a:gd name="T30" fmla="*/ 232 w 241"/>
                  <a:gd name="T31" fmla="*/ 1 h 30"/>
                  <a:gd name="T32" fmla="*/ 230 w 241"/>
                  <a:gd name="T33" fmla="*/ 0 h 30"/>
                  <a:gd name="T34" fmla="*/ 226 w 241"/>
                  <a:gd name="T35" fmla="*/ 0 h 30"/>
                  <a:gd name="T36" fmla="*/ 15 w 241"/>
                  <a:gd name="T37" fmla="*/ 0 h 30"/>
                  <a:gd name="T38" fmla="*/ 13 w 241"/>
                  <a:gd name="T39" fmla="*/ 0 h 30"/>
                  <a:gd name="T40" fmla="*/ 10 w 241"/>
                  <a:gd name="T41" fmla="*/ 1 h 30"/>
                  <a:gd name="T42" fmla="*/ 8 w 241"/>
                  <a:gd name="T43" fmla="*/ 3 h 30"/>
                  <a:gd name="T44" fmla="*/ 4 w 241"/>
                  <a:gd name="T45" fmla="*/ 5 h 30"/>
                  <a:gd name="T46" fmla="*/ 3 w 241"/>
                  <a:gd name="T47" fmla="*/ 7 h 30"/>
                  <a:gd name="T48" fmla="*/ 1 w 241"/>
                  <a:gd name="T49" fmla="*/ 9 h 30"/>
                  <a:gd name="T50" fmla="*/ 1 w 241"/>
                  <a:gd name="T51" fmla="*/ 12 h 30"/>
                  <a:gd name="T52" fmla="*/ 0 w 241"/>
                  <a:gd name="T53" fmla="*/ 15 h 30"/>
                  <a:gd name="T54" fmla="*/ 1 w 241"/>
                  <a:gd name="T55" fmla="*/ 18 h 30"/>
                  <a:gd name="T56" fmla="*/ 1 w 241"/>
                  <a:gd name="T57" fmla="*/ 21 h 30"/>
                  <a:gd name="T58" fmla="*/ 3 w 241"/>
                  <a:gd name="T59" fmla="*/ 23 h 30"/>
                  <a:gd name="T60" fmla="*/ 4 w 241"/>
                  <a:gd name="T61" fmla="*/ 26 h 30"/>
                  <a:gd name="T62" fmla="*/ 8 w 241"/>
                  <a:gd name="T63" fmla="*/ 27 h 30"/>
                  <a:gd name="T64" fmla="*/ 10 w 241"/>
                  <a:gd name="T65" fmla="*/ 29 h 30"/>
                  <a:gd name="T66" fmla="*/ 13 w 241"/>
                  <a:gd name="T67" fmla="*/ 29 h 30"/>
                  <a:gd name="T68" fmla="*/ 15 w 241"/>
                  <a:gd name="T69" fmla="*/ 30 h 30"/>
                  <a:gd name="T70" fmla="*/ 15 w 241"/>
                  <a:gd name="T7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1" h="30">
                    <a:moveTo>
                      <a:pt x="15" y="30"/>
                    </a:moveTo>
                    <a:lnTo>
                      <a:pt x="226" y="30"/>
                    </a:lnTo>
                    <a:lnTo>
                      <a:pt x="230" y="29"/>
                    </a:lnTo>
                    <a:lnTo>
                      <a:pt x="232" y="29"/>
                    </a:lnTo>
                    <a:lnTo>
                      <a:pt x="235" y="27"/>
                    </a:lnTo>
                    <a:lnTo>
                      <a:pt x="237" y="26"/>
                    </a:lnTo>
                    <a:lnTo>
                      <a:pt x="239" y="23"/>
                    </a:lnTo>
                    <a:lnTo>
                      <a:pt x="240" y="21"/>
                    </a:lnTo>
                    <a:lnTo>
                      <a:pt x="241" y="18"/>
                    </a:lnTo>
                    <a:lnTo>
                      <a:pt x="241" y="15"/>
                    </a:lnTo>
                    <a:lnTo>
                      <a:pt x="241" y="12"/>
                    </a:lnTo>
                    <a:lnTo>
                      <a:pt x="240" y="9"/>
                    </a:lnTo>
                    <a:lnTo>
                      <a:pt x="239" y="7"/>
                    </a:lnTo>
                    <a:lnTo>
                      <a:pt x="237" y="5"/>
                    </a:lnTo>
                    <a:lnTo>
                      <a:pt x="235" y="3"/>
                    </a:lnTo>
                    <a:lnTo>
                      <a:pt x="232" y="1"/>
                    </a:lnTo>
                    <a:lnTo>
                      <a:pt x="230" y="0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0" y="1"/>
                    </a:lnTo>
                    <a:lnTo>
                      <a:pt x="8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1" y="18"/>
                    </a:lnTo>
                    <a:lnTo>
                      <a:pt x="1" y="21"/>
                    </a:lnTo>
                    <a:lnTo>
                      <a:pt x="3" y="23"/>
                    </a:lnTo>
                    <a:lnTo>
                      <a:pt x="4" y="26"/>
                    </a:lnTo>
                    <a:lnTo>
                      <a:pt x="8" y="27"/>
                    </a:lnTo>
                    <a:lnTo>
                      <a:pt x="10" y="29"/>
                    </a:lnTo>
                    <a:lnTo>
                      <a:pt x="13" y="29"/>
                    </a:lnTo>
                    <a:lnTo>
                      <a:pt x="15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" name="Freeform 277"/>
              <p:cNvSpPr>
                <a:spLocks/>
              </p:cNvSpPr>
              <p:nvPr/>
            </p:nvSpPr>
            <p:spPr bwMode="auto">
              <a:xfrm>
                <a:off x="7128670" y="2106205"/>
                <a:ext cx="76200" cy="9525"/>
              </a:xfrm>
              <a:custGeom>
                <a:avLst/>
                <a:gdLst>
                  <a:gd name="T0" fmla="*/ 15 w 241"/>
                  <a:gd name="T1" fmla="*/ 31 h 31"/>
                  <a:gd name="T2" fmla="*/ 226 w 241"/>
                  <a:gd name="T3" fmla="*/ 31 h 31"/>
                  <a:gd name="T4" fmla="*/ 230 w 241"/>
                  <a:gd name="T5" fmla="*/ 30 h 31"/>
                  <a:gd name="T6" fmla="*/ 232 w 241"/>
                  <a:gd name="T7" fmla="*/ 29 h 31"/>
                  <a:gd name="T8" fmla="*/ 235 w 241"/>
                  <a:gd name="T9" fmla="*/ 28 h 31"/>
                  <a:gd name="T10" fmla="*/ 237 w 241"/>
                  <a:gd name="T11" fmla="*/ 26 h 31"/>
                  <a:gd name="T12" fmla="*/ 239 w 241"/>
                  <a:gd name="T13" fmla="*/ 24 h 31"/>
                  <a:gd name="T14" fmla="*/ 240 w 241"/>
                  <a:gd name="T15" fmla="*/ 22 h 31"/>
                  <a:gd name="T16" fmla="*/ 241 w 241"/>
                  <a:gd name="T17" fmla="*/ 18 h 31"/>
                  <a:gd name="T18" fmla="*/ 241 w 241"/>
                  <a:gd name="T19" fmla="*/ 16 h 31"/>
                  <a:gd name="T20" fmla="*/ 241 w 241"/>
                  <a:gd name="T21" fmla="*/ 13 h 31"/>
                  <a:gd name="T22" fmla="*/ 240 w 241"/>
                  <a:gd name="T23" fmla="*/ 10 h 31"/>
                  <a:gd name="T24" fmla="*/ 239 w 241"/>
                  <a:gd name="T25" fmla="*/ 8 h 31"/>
                  <a:gd name="T26" fmla="*/ 237 w 241"/>
                  <a:gd name="T27" fmla="*/ 6 h 31"/>
                  <a:gd name="T28" fmla="*/ 235 w 241"/>
                  <a:gd name="T29" fmla="*/ 3 h 31"/>
                  <a:gd name="T30" fmla="*/ 232 w 241"/>
                  <a:gd name="T31" fmla="*/ 2 h 31"/>
                  <a:gd name="T32" fmla="*/ 230 w 241"/>
                  <a:gd name="T33" fmla="*/ 1 h 31"/>
                  <a:gd name="T34" fmla="*/ 226 w 241"/>
                  <a:gd name="T35" fmla="*/ 0 h 31"/>
                  <a:gd name="T36" fmla="*/ 15 w 241"/>
                  <a:gd name="T37" fmla="*/ 0 h 31"/>
                  <a:gd name="T38" fmla="*/ 13 w 241"/>
                  <a:gd name="T39" fmla="*/ 1 h 31"/>
                  <a:gd name="T40" fmla="*/ 10 w 241"/>
                  <a:gd name="T41" fmla="*/ 2 h 31"/>
                  <a:gd name="T42" fmla="*/ 8 w 241"/>
                  <a:gd name="T43" fmla="*/ 3 h 31"/>
                  <a:gd name="T44" fmla="*/ 4 w 241"/>
                  <a:gd name="T45" fmla="*/ 6 h 31"/>
                  <a:gd name="T46" fmla="*/ 3 w 241"/>
                  <a:gd name="T47" fmla="*/ 8 h 31"/>
                  <a:gd name="T48" fmla="*/ 1 w 241"/>
                  <a:gd name="T49" fmla="*/ 10 h 31"/>
                  <a:gd name="T50" fmla="*/ 1 w 241"/>
                  <a:gd name="T51" fmla="*/ 13 h 31"/>
                  <a:gd name="T52" fmla="*/ 0 w 241"/>
                  <a:gd name="T53" fmla="*/ 16 h 31"/>
                  <a:gd name="T54" fmla="*/ 1 w 241"/>
                  <a:gd name="T55" fmla="*/ 18 h 31"/>
                  <a:gd name="T56" fmla="*/ 1 w 241"/>
                  <a:gd name="T57" fmla="*/ 22 h 31"/>
                  <a:gd name="T58" fmla="*/ 3 w 241"/>
                  <a:gd name="T59" fmla="*/ 24 h 31"/>
                  <a:gd name="T60" fmla="*/ 4 w 241"/>
                  <a:gd name="T61" fmla="*/ 26 h 31"/>
                  <a:gd name="T62" fmla="*/ 8 w 241"/>
                  <a:gd name="T63" fmla="*/ 28 h 31"/>
                  <a:gd name="T64" fmla="*/ 10 w 241"/>
                  <a:gd name="T65" fmla="*/ 29 h 31"/>
                  <a:gd name="T66" fmla="*/ 13 w 241"/>
                  <a:gd name="T67" fmla="*/ 30 h 31"/>
                  <a:gd name="T68" fmla="*/ 15 w 241"/>
                  <a:gd name="T69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1" h="31">
                    <a:moveTo>
                      <a:pt x="15" y="31"/>
                    </a:moveTo>
                    <a:lnTo>
                      <a:pt x="226" y="31"/>
                    </a:lnTo>
                    <a:lnTo>
                      <a:pt x="230" y="30"/>
                    </a:lnTo>
                    <a:lnTo>
                      <a:pt x="232" y="29"/>
                    </a:lnTo>
                    <a:lnTo>
                      <a:pt x="235" y="28"/>
                    </a:lnTo>
                    <a:lnTo>
                      <a:pt x="237" y="26"/>
                    </a:lnTo>
                    <a:lnTo>
                      <a:pt x="239" y="24"/>
                    </a:lnTo>
                    <a:lnTo>
                      <a:pt x="240" y="22"/>
                    </a:lnTo>
                    <a:lnTo>
                      <a:pt x="241" y="18"/>
                    </a:lnTo>
                    <a:lnTo>
                      <a:pt x="241" y="16"/>
                    </a:lnTo>
                    <a:lnTo>
                      <a:pt x="241" y="13"/>
                    </a:lnTo>
                    <a:lnTo>
                      <a:pt x="240" y="10"/>
                    </a:lnTo>
                    <a:lnTo>
                      <a:pt x="239" y="8"/>
                    </a:lnTo>
                    <a:lnTo>
                      <a:pt x="237" y="6"/>
                    </a:lnTo>
                    <a:lnTo>
                      <a:pt x="235" y="3"/>
                    </a:lnTo>
                    <a:lnTo>
                      <a:pt x="232" y="2"/>
                    </a:lnTo>
                    <a:lnTo>
                      <a:pt x="230" y="1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1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4" y="6"/>
                    </a:lnTo>
                    <a:lnTo>
                      <a:pt x="3" y="8"/>
                    </a:lnTo>
                    <a:lnTo>
                      <a:pt x="1" y="10"/>
                    </a:lnTo>
                    <a:lnTo>
                      <a:pt x="1" y="13"/>
                    </a:lnTo>
                    <a:lnTo>
                      <a:pt x="0" y="16"/>
                    </a:lnTo>
                    <a:lnTo>
                      <a:pt x="1" y="18"/>
                    </a:lnTo>
                    <a:lnTo>
                      <a:pt x="1" y="22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8" y="28"/>
                    </a:lnTo>
                    <a:lnTo>
                      <a:pt x="10" y="29"/>
                    </a:lnTo>
                    <a:lnTo>
                      <a:pt x="13" y="30"/>
                    </a:lnTo>
                    <a:lnTo>
                      <a:pt x="1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" name="Freeform 278"/>
              <p:cNvSpPr>
                <a:spLocks/>
              </p:cNvSpPr>
              <p:nvPr/>
            </p:nvSpPr>
            <p:spPr bwMode="auto">
              <a:xfrm>
                <a:off x="7128670" y="2163355"/>
                <a:ext cx="35549" cy="9525"/>
              </a:xfrm>
              <a:custGeom>
                <a:avLst/>
                <a:gdLst>
                  <a:gd name="T0" fmla="*/ 15 w 241"/>
                  <a:gd name="T1" fmla="*/ 31 h 31"/>
                  <a:gd name="T2" fmla="*/ 226 w 241"/>
                  <a:gd name="T3" fmla="*/ 31 h 31"/>
                  <a:gd name="T4" fmla="*/ 230 w 241"/>
                  <a:gd name="T5" fmla="*/ 31 h 31"/>
                  <a:gd name="T6" fmla="*/ 232 w 241"/>
                  <a:gd name="T7" fmla="*/ 29 h 31"/>
                  <a:gd name="T8" fmla="*/ 235 w 241"/>
                  <a:gd name="T9" fmla="*/ 27 h 31"/>
                  <a:gd name="T10" fmla="*/ 237 w 241"/>
                  <a:gd name="T11" fmla="*/ 26 h 31"/>
                  <a:gd name="T12" fmla="*/ 239 w 241"/>
                  <a:gd name="T13" fmla="*/ 24 h 31"/>
                  <a:gd name="T14" fmla="*/ 240 w 241"/>
                  <a:gd name="T15" fmla="*/ 21 h 31"/>
                  <a:gd name="T16" fmla="*/ 241 w 241"/>
                  <a:gd name="T17" fmla="*/ 19 h 31"/>
                  <a:gd name="T18" fmla="*/ 241 w 241"/>
                  <a:gd name="T19" fmla="*/ 16 h 31"/>
                  <a:gd name="T20" fmla="*/ 241 w 241"/>
                  <a:gd name="T21" fmla="*/ 12 h 31"/>
                  <a:gd name="T22" fmla="*/ 240 w 241"/>
                  <a:gd name="T23" fmla="*/ 9 h 31"/>
                  <a:gd name="T24" fmla="*/ 239 w 241"/>
                  <a:gd name="T25" fmla="*/ 7 h 31"/>
                  <a:gd name="T26" fmla="*/ 237 w 241"/>
                  <a:gd name="T27" fmla="*/ 5 h 31"/>
                  <a:gd name="T28" fmla="*/ 235 w 241"/>
                  <a:gd name="T29" fmla="*/ 3 h 31"/>
                  <a:gd name="T30" fmla="*/ 232 w 241"/>
                  <a:gd name="T31" fmla="*/ 2 h 31"/>
                  <a:gd name="T32" fmla="*/ 230 w 241"/>
                  <a:gd name="T33" fmla="*/ 0 h 31"/>
                  <a:gd name="T34" fmla="*/ 226 w 241"/>
                  <a:gd name="T35" fmla="*/ 0 h 31"/>
                  <a:gd name="T36" fmla="*/ 15 w 241"/>
                  <a:gd name="T37" fmla="*/ 0 h 31"/>
                  <a:gd name="T38" fmla="*/ 13 w 241"/>
                  <a:gd name="T39" fmla="*/ 0 h 31"/>
                  <a:gd name="T40" fmla="*/ 10 w 241"/>
                  <a:gd name="T41" fmla="*/ 2 h 31"/>
                  <a:gd name="T42" fmla="*/ 8 w 241"/>
                  <a:gd name="T43" fmla="*/ 3 h 31"/>
                  <a:gd name="T44" fmla="*/ 4 w 241"/>
                  <a:gd name="T45" fmla="*/ 5 h 31"/>
                  <a:gd name="T46" fmla="*/ 3 w 241"/>
                  <a:gd name="T47" fmla="*/ 7 h 31"/>
                  <a:gd name="T48" fmla="*/ 1 w 241"/>
                  <a:gd name="T49" fmla="*/ 9 h 31"/>
                  <a:gd name="T50" fmla="*/ 1 w 241"/>
                  <a:gd name="T51" fmla="*/ 12 h 31"/>
                  <a:gd name="T52" fmla="*/ 0 w 241"/>
                  <a:gd name="T53" fmla="*/ 16 h 31"/>
                  <a:gd name="T54" fmla="*/ 1 w 241"/>
                  <a:gd name="T55" fmla="*/ 19 h 31"/>
                  <a:gd name="T56" fmla="*/ 1 w 241"/>
                  <a:gd name="T57" fmla="*/ 21 h 31"/>
                  <a:gd name="T58" fmla="*/ 3 w 241"/>
                  <a:gd name="T59" fmla="*/ 24 h 31"/>
                  <a:gd name="T60" fmla="*/ 4 w 241"/>
                  <a:gd name="T61" fmla="*/ 26 h 31"/>
                  <a:gd name="T62" fmla="*/ 8 w 241"/>
                  <a:gd name="T63" fmla="*/ 27 h 31"/>
                  <a:gd name="T64" fmla="*/ 10 w 241"/>
                  <a:gd name="T65" fmla="*/ 29 h 31"/>
                  <a:gd name="T66" fmla="*/ 13 w 241"/>
                  <a:gd name="T67" fmla="*/ 31 h 31"/>
                  <a:gd name="T68" fmla="*/ 15 w 241"/>
                  <a:gd name="T69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1" h="31">
                    <a:moveTo>
                      <a:pt x="15" y="31"/>
                    </a:moveTo>
                    <a:lnTo>
                      <a:pt x="226" y="31"/>
                    </a:lnTo>
                    <a:lnTo>
                      <a:pt x="230" y="31"/>
                    </a:lnTo>
                    <a:lnTo>
                      <a:pt x="232" y="29"/>
                    </a:lnTo>
                    <a:lnTo>
                      <a:pt x="235" y="27"/>
                    </a:lnTo>
                    <a:lnTo>
                      <a:pt x="237" y="26"/>
                    </a:lnTo>
                    <a:lnTo>
                      <a:pt x="239" y="24"/>
                    </a:lnTo>
                    <a:lnTo>
                      <a:pt x="240" y="21"/>
                    </a:lnTo>
                    <a:lnTo>
                      <a:pt x="241" y="19"/>
                    </a:lnTo>
                    <a:lnTo>
                      <a:pt x="241" y="16"/>
                    </a:lnTo>
                    <a:lnTo>
                      <a:pt x="241" y="12"/>
                    </a:lnTo>
                    <a:lnTo>
                      <a:pt x="240" y="9"/>
                    </a:lnTo>
                    <a:lnTo>
                      <a:pt x="239" y="7"/>
                    </a:lnTo>
                    <a:lnTo>
                      <a:pt x="237" y="5"/>
                    </a:lnTo>
                    <a:lnTo>
                      <a:pt x="235" y="3"/>
                    </a:lnTo>
                    <a:lnTo>
                      <a:pt x="232" y="2"/>
                    </a:lnTo>
                    <a:lnTo>
                      <a:pt x="230" y="0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6"/>
                    </a:lnTo>
                    <a:lnTo>
                      <a:pt x="1" y="19"/>
                    </a:lnTo>
                    <a:lnTo>
                      <a:pt x="1" y="21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8" y="27"/>
                    </a:lnTo>
                    <a:lnTo>
                      <a:pt x="10" y="29"/>
                    </a:lnTo>
                    <a:lnTo>
                      <a:pt x="13" y="31"/>
                    </a:lnTo>
                    <a:lnTo>
                      <a:pt x="1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" name="Freeform 276"/>
              <p:cNvSpPr>
                <a:spLocks/>
              </p:cNvSpPr>
              <p:nvPr/>
            </p:nvSpPr>
            <p:spPr bwMode="auto">
              <a:xfrm>
                <a:off x="7221318" y="2090103"/>
                <a:ext cx="39104" cy="9525"/>
              </a:xfrm>
              <a:custGeom>
                <a:avLst/>
                <a:gdLst>
                  <a:gd name="T0" fmla="*/ 15 w 241"/>
                  <a:gd name="T1" fmla="*/ 30 h 30"/>
                  <a:gd name="T2" fmla="*/ 226 w 241"/>
                  <a:gd name="T3" fmla="*/ 30 h 30"/>
                  <a:gd name="T4" fmla="*/ 230 w 241"/>
                  <a:gd name="T5" fmla="*/ 29 h 30"/>
                  <a:gd name="T6" fmla="*/ 232 w 241"/>
                  <a:gd name="T7" fmla="*/ 29 h 30"/>
                  <a:gd name="T8" fmla="*/ 235 w 241"/>
                  <a:gd name="T9" fmla="*/ 27 h 30"/>
                  <a:gd name="T10" fmla="*/ 237 w 241"/>
                  <a:gd name="T11" fmla="*/ 26 h 30"/>
                  <a:gd name="T12" fmla="*/ 239 w 241"/>
                  <a:gd name="T13" fmla="*/ 23 h 30"/>
                  <a:gd name="T14" fmla="*/ 240 w 241"/>
                  <a:gd name="T15" fmla="*/ 21 h 30"/>
                  <a:gd name="T16" fmla="*/ 241 w 241"/>
                  <a:gd name="T17" fmla="*/ 18 h 30"/>
                  <a:gd name="T18" fmla="*/ 241 w 241"/>
                  <a:gd name="T19" fmla="*/ 15 h 30"/>
                  <a:gd name="T20" fmla="*/ 241 w 241"/>
                  <a:gd name="T21" fmla="*/ 12 h 30"/>
                  <a:gd name="T22" fmla="*/ 240 w 241"/>
                  <a:gd name="T23" fmla="*/ 9 h 30"/>
                  <a:gd name="T24" fmla="*/ 239 w 241"/>
                  <a:gd name="T25" fmla="*/ 7 h 30"/>
                  <a:gd name="T26" fmla="*/ 237 w 241"/>
                  <a:gd name="T27" fmla="*/ 5 h 30"/>
                  <a:gd name="T28" fmla="*/ 235 w 241"/>
                  <a:gd name="T29" fmla="*/ 3 h 30"/>
                  <a:gd name="T30" fmla="*/ 232 w 241"/>
                  <a:gd name="T31" fmla="*/ 1 h 30"/>
                  <a:gd name="T32" fmla="*/ 230 w 241"/>
                  <a:gd name="T33" fmla="*/ 0 h 30"/>
                  <a:gd name="T34" fmla="*/ 226 w 241"/>
                  <a:gd name="T35" fmla="*/ 0 h 30"/>
                  <a:gd name="T36" fmla="*/ 15 w 241"/>
                  <a:gd name="T37" fmla="*/ 0 h 30"/>
                  <a:gd name="T38" fmla="*/ 13 w 241"/>
                  <a:gd name="T39" fmla="*/ 0 h 30"/>
                  <a:gd name="T40" fmla="*/ 10 w 241"/>
                  <a:gd name="T41" fmla="*/ 1 h 30"/>
                  <a:gd name="T42" fmla="*/ 8 w 241"/>
                  <a:gd name="T43" fmla="*/ 3 h 30"/>
                  <a:gd name="T44" fmla="*/ 4 w 241"/>
                  <a:gd name="T45" fmla="*/ 5 h 30"/>
                  <a:gd name="T46" fmla="*/ 3 w 241"/>
                  <a:gd name="T47" fmla="*/ 7 h 30"/>
                  <a:gd name="T48" fmla="*/ 1 w 241"/>
                  <a:gd name="T49" fmla="*/ 9 h 30"/>
                  <a:gd name="T50" fmla="*/ 1 w 241"/>
                  <a:gd name="T51" fmla="*/ 12 h 30"/>
                  <a:gd name="T52" fmla="*/ 0 w 241"/>
                  <a:gd name="T53" fmla="*/ 15 h 30"/>
                  <a:gd name="T54" fmla="*/ 1 w 241"/>
                  <a:gd name="T55" fmla="*/ 18 h 30"/>
                  <a:gd name="T56" fmla="*/ 1 w 241"/>
                  <a:gd name="T57" fmla="*/ 21 h 30"/>
                  <a:gd name="T58" fmla="*/ 3 w 241"/>
                  <a:gd name="T59" fmla="*/ 23 h 30"/>
                  <a:gd name="T60" fmla="*/ 4 w 241"/>
                  <a:gd name="T61" fmla="*/ 26 h 30"/>
                  <a:gd name="T62" fmla="*/ 8 w 241"/>
                  <a:gd name="T63" fmla="*/ 27 h 30"/>
                  <a:gd name="T64" fmla="*/ 10 w 241"/>
                  <a:gd name="T65" fmla="*/ 29 h 30"/>
                  <a:gd name="T66" fmla="*/ 13 w 241"/>
                  <a:gd name="T67" fmla="*/ 29 h 30"/>
                  <a:gd name="T68" fmla="*/ 15 w 241"/>
                  <a:gd name="T69" fmla="*/ 30 h 30"/>
                  <a:gd name="T70" fmla="*/ 15 w 241"/>
                  <a:gd name="T7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1" h="30">
                    <a:moveTo>
                      <a:pt x="15" y="30"/>
                    </a:moveTo>
                    <a:lnTo>
                      <a:pt x="226" y="30"/>
                    </a:lnTo>
                    <a:lnTo>
                      <a:pt x="230" y="29"/>
                    </a:lnTo>
                    <a:lnTo>
                      <a:pt x="232" y="29"/>
                    </a:lnTo>
                    <a:lnTo>
                      <a:pt x="235" y="27"/>
                    </a:lnTo>
                    <a:lnTo>
                      <a:pt x="237" y="26"/>
                    </a:lnTo>
                    <a:lnTo>
                      <a:pt x="239" y="23"/>
                    </a:lnTo>
                    <a:lnTo>
                      <a:pt x="240" y="21"/>
                    </a:lnTo>
                    <a:lnTo>
                      <a:pt x="241" y="18"/>
                    </a:lnTo>
                    <a:lnTo>
                      <a:pt x="241" y="15"/>
                    </a:lnTo>
                    <a:lnTo>
                      <a:pt x="241" y="12"/>
                    </a:lnTo>
                    <a:lnTo>
                      <a:pt x="240" y="9"/>
                    </a:lnTo>
                    <a:lnTo>
                      <a:pt x="239" y="7"/>
                    </a:lnTo>
                    <a:lnTo>
                      <a:pt x="237" y="5"/>
                    </a:lnTo>
                    <a:lnTo>
                      <a:pt x="235" y="3"/>
                    </a:lnTo>
                    <a:lnTo>
                      <a:pt x="232" y="1"/>
                    </a:lnTo>
                    <a:lnTo>
                      <a:pt x="230" y="0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0" y="1"/>
                    </a:lnTo>
                    <a:lnTo>
                      <a:pt x="8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1" y="18"/>
                    </a:lnTo>
                    <a:lnTo>
                      <a:pt x="1" y="21"/>
                    </a:lnTo>
                    <a:lnTo>
                      <a:pt x="3" y="23"/>
                    </a:lnTo>
                    <a:lnTo>
                      <a:pt x="4" y="26"/>
                    </a:lnTo>
                    <a:lnTo>
                      <a:pt x="8" y="27"/>
                    </a:lnTo>
                    <a:lnTo>
                      <a:pt x="10" y="29"/>
                    </a:lnTo>
                    <a:lnTo>
                      <a:pt x="13" y="29"/>
                    </a:lnTo>
                    <a:lnTo>
                      <a:pt x="15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" name="Freeform 277"/>
              <p:cNvSpPr>
                <a:spLocks/>
              </p:cNvSpPr>
              <p:nvPr/>
            </p:nvSpPr>
            <p:spPr bwMode="auto">
              <a:xfrm>
                <a:off x="7221318" y="2061528"/>
                <a:ext cx="57251" cy="9525"/>
              </a:xfrm>
              <a:custGeom>
                <a:avLst/>
                <a:gdLst>
                  <a:gd name="T0" fmla="*/ 15 w 241"/>
                  <a:gd name="T1" fmla="*/ 31 h 31"/>
                  <a:gd name="T2" fmla="*/ 226 w 241"/>
                  <a:gd name="T3" fmla="*/ 31 h 31"/>
                  <a:gd name="T4" fmla="*/ 230 w 241"/>
                  <a:gd name="T5" fmla="*/ 30 h 31"/>
                  <a:gd name="T6" fmla="*/ 232 w 241"/>
                  <a:gd name="T7" fmla="*/ 29 h 31"/>
                  <a:gd name="T8" fmla="*/ 235 w 241"/>
                  <a:gd name="T9" fmla="*/ 28 h 31"/>
                  <a:gd name="T10" fmla="*/ 237 w 241"/>
                  <a:gd name="T11" fmla="*/ 26 h 31"/>
                  <a:gd name="T12" fmla="*/ 239 w 241"/>
                  <a:gd name="T13" fmla="*/ 24 h 31"/>
                  <a:gd name="T14" fmla="*/ 240 w 241"/>
                  <a:gd name="T15" fmla="*/ 22 h 31"/>
                  <a:gd name="T16" fmla="*/ 241 w 241"/>
                  <a:gd name="T17" fmla="*/ 18 h 31"/>
                  <a:gd name="T18" fmla="*/ 241 w 241"/>
                  <a:gd name="T19" fmla="*/ 16 h 31"/>
                  <a:gd name="T20" fmla="*/ 241 w 241"/>
                  <a:gd name="T21" fmla="*/ 13 h 31"/>
                  <a:gd name="T22" fmla="*/ 240 w 241"/>
                  <a:gd name="T23" fmla="*/ 10 h 31"/>
                  <a:gd name="T24" fmla="*/ 239 w 241"/>
                  <a:gd name="T25" fmla="*/ 8 h 31"/>
                  <a:gd name="T26" fmla="*/ 237 w 241"/>
                  <a:gd name="T27" fmla="*/ 6 h 31"/>
                  <a:gd name="T28" fmla="*/ 235 w 241"/>
                  <a:gd name="T29" fmla="*/ 3 h 31"/>
                  <a:gd name="T30" fmla="*/ 232 w 241"/>
                  <a:gd name="T31" fmla="*/ 2 h 31"/>
                  <a:gd name="T32" fmla="*/ 230 w 241"/>
                  <a:gd name="T33" fmla="*/ 1 h 31"/>
                  <a:gd name="T34" fmla="*/ 226 w 241"/>
                  <a:gd name="T35" fmla="*/ 0 h 31"/>
                  <a:gd name="T36" fmla="*/ 15 w 241"/>
                  <a:gd name="T37" fmla="*/ 0 h 31"/>
                  <a:gd name="T38" fmla="*/ 13 w 241"/>
                  <a:gd name="T39" fmla="*/ 1 h 31"/>
                  <a:gd name="T40" fmla="*/ 10 w 241"/>
                  <a:gd name="T41" fmla="*/ 2 h 31"/>
                  <a:gd name="T42" fmla="*/ 8 w 241"/>
                  <a:gd name="T43" fmla="*/ 3 h 31"/>
                  <a:gd name="T44" fmla="*/ 4 w 241"/>
                  <a:gd name="T45" fmla="*/ 6 h 31"/>
                  <a:gd name="T46" fmla="*/ 3 w 241"/>
                  <a:gd name="T47" fmla="*/ 8 h 31"/>
                  <a:gd name="T48" fmla="*/ 1 w 241"/>
                  <a:gd name="T49" fmla="*/ 10 h 31"/>
                  <a:gd name="T50" fmla="*/ 1 w 241"/>
                  <a:gd name="T51" fmla="*/ 13 h 31"/>
                  <a:gd name="T52" fmla="*/ 0 w 241"/>
                  <a:gd name="T53" fmla="*/ 16 h 31"/>
                  <a:gd name="T54" fmla="*/ 1 w 241"/>
                  <a:gd name="T55" fmla="*/ 18 h 31"/>
                  <a:gd name="T56" fmla="*/ 1 w 241"/>
                  <a:gd name="T57" fmla="*/ 22 h 31"/>
                  <a:gd name="T58" fmla="*/ 3 w 241"/>
                  <a:gd name="T59" fmla="*/ 24 h 31"/>
                  <a:gd name="T60" fmla="*/ 4 w 241"/>
                  <a:gd name="T61" fmla="*/ 26 h 31"/>
                  <a:gd name="T62" fmla="*/ 8 w 241"/>
                  <a:gd name="T63" fmla="*/ 28 h 31"/>
                  <a:gd name="T64" fmla="*/ 10 w 241"/>
                  <a:gd name="T65" fmla="*/ 29 h 31"/>
                  <a:gd name="T66" fmla="*/ 13 w 241"/>
                  <a:gd name="T67" fmla="*/ 30 h 31"/>
                  <a:gd name="T68" fmla="*/ 15 w 241"/>
                  <a:gd name="T69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1" h="31">
                    <a:moveTo>
                      <a:pt x="15" y="31"/>
                    </a:moveTo>
                    <a:lnTo>
                      <a:pt x="226" y="31"/>
                    </a:lnTo>
                    <a:lnTo>
                      <a:pt x="230" y="30"/>
                    </a:lnTo>
                    <a:lnTo>
                      <a:pt x="232" y="29"/>
                    </a:lnTo>
                    <a:lnTo>
                      <a:pt x="235" y="28"/>
                    </a:lnTo>
                    <a:lnTo>
                      <a:pt x="237" y="26"/>
                    </a:lnTo>
                    <a:lnTo>
                      <a:pt x="239" y="24"/>
                    </a:lnTo>
                    <a:lnTo>
                      <a:pt x="240" y="22"/>
                    </a:lnTo>
                    <a:lnTo>
                      <a:pt x="241" y="18"/>
                    </a:lnTo>
                    <a:lnTo>
                      <a:pt x="241" y="16"/>
                    </a:lnTo>
                    <a:lnTo>
                      <a:pt x="241" y="13"/>
                    </a:lnTo>
                    <a:lnTo>
                      <a:pt x="240" y="10"/>
                    </a:lnTo>
                    <a:lnTo>
                      <a:pt x="239" y="8"/>
                    </a:lnTo>
                    <a:lnTo>
                      <a:pt x="237" y="6"/>
                    </a:lnTo>
                    <a:lnTo>
                      <a:pt x="235" y="3"/>
                    </a:lnTo>
                    <a:lnTo>
                      <a:pt x="232" y="2"/>
                    </a:lnTo>
                    <a:lnTo>
                      <a:pt x="230" y="1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1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4" y="6"/>
                    </a:lnTo>
                    <a:lnTo>
                      <a:pt x="3" y="8"/>
                    </a:lnTo>
                    <a:lnTo>
                      <a:pt x="1" y="10"/>
                    </a:lnTo>
                    <a:lnTo>
                      <a:pt x="1" y="13"/>
                    </a:lnTo>
                    <a:lnTo>
                      <a:pt x="0" y="16"/>
                    </a:lnTo>
                    <a:lnTo>
                      <a:pt x="1" y="18"/>
                    </a:lnTo>
                    <a:lnTo>
                      <a:pt x="1" y="22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8" y="28"/>
                    </a:lnTo>
                    <a:lnTo>
                      <a:pt x="10" y="29"/>
                    </a:lnTo>
                    <a:lnTo>
                      <a:pt x="13" y="30"/>
                    </a:lnTo>
                    <a:lnTo>
                      <a:pt x="1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" name="Freeform 278"/>
              <p:cNvSpPr>
                <a:spLocks/>
              </p:cNvSpPr>
              <p:nvPr/>
            </p:nvSpPr>
            <p:spPr bwMode="auto">
              <a:xfrm>
                <a:off x="7221318" y="2118678"/>
                <a:ext cx="26708" cy="9525"/>
              </a:xfrm>
              <a:custGeom>
                <a:avLst/>
                <a:gdLst>
                  <a:gd name="T0" fmla="*/ 15 w 241"/>
                  <a:gd name="T1" fmla="*/ 31 h 31"/>
                  <a:gd name="T2" fmla="*/ 226 w 241"/>
                  <a:gd name="T3" fmla="*/ 31 h 31"/>
                  <a:gd name="T4" fmla="*/ 230 w 241"/>
                  <a:gd name="T5" fmla="*/ 31 h 31"/>
                  <a:gd name="T6" fmla="*/ 232 w 241"/>
                  <a:gd name="T7" fmla="*/ 29 h 31"/>
                  <a:gd name="T8" fmla="*/ 235 w 241"/>
                  <a:gd name="T9" fmla="*/ 27 h 31"/>
                  <a:gd name="T10" fmla="*/ 237 w 241"/>
                  <a:gd name="T11" fmla="*/ 26 h 31"/>
                  <a:gd name="T12" fmla="*/ 239 w 241"/>
                  <a:gd name="T13" fmla="*/ 24 h 31"/>
                  <a:gd name="T14" fmla="*/ 240 w 241"/>
                  <a:gd name="T15" fmla="*/ 21 h 31"/>
                  <a:gd name="T16" fmla="*/ 241 w 241"/>
                  <a:gd name="T17" fmla="*/ 19 h 31"/>
                  <a:gd name="T18" fmla="*/ 241 w 241"/>
                  <a:gd name="T19" fmla="*/ 16 h 31"/>
                  <a:gd name="T20" fmla="*/ 241 w 241"/>
                  <a:gd name="T21" fmla="*/ 12 h 31"/>
                  <a:gd name="T22" fmla="*/ 240 w 241"/>
                  <a:gd name="T23" fmla="*/ 9 h 31"/>
                  <a:gd name="T24" fmla="*/ 239 w 241"/>
                  <a:gd name="T25" fmla="*/ 7 h 31"/>
                  <a:gd name="T26" fmla="*/ 237 w 241"/>
                  <a:gd name="T27" fmla="*/ 5 h 31"/>
                  <a:gd name="T28" fmla="*/ 235 w 241"/>
                  <a:gd name="T29" fmla="*/ 3 h 31"/>
                  <a:gd name="T30" fmla="*/ 232 w 241"/>
                  <a:gd name="T31" fmla="*/ 2 h 31"/>
                  <a:gd name="T32" fmla="*/ 230 w 241"/>
                  <a:gd name="T33" fmla="*/ 0 h 31"/>
                  <a:gd name="T34" fmla="*/ 226 w 241"/>
                  <a:gd name="T35" fmla="*/ 0 h 31"/>
                  <a:gd name="T36" fmla="*/ 15 w 241"/>
                  <a:gd name="T37" fmla="*/ 0 h 31"/>
                  <a:gd name="T38" fmla="*/ 13 w 241"/>
                  <a:gd name="T39" fmla="*/ 0 h 31"/>
                  <a:gd name="T40" fmla="*/ 10 w 241"/>
                  <a:gd name="T41" fmla="*/ 2 h 31"/>
                  <a:gd name="T42" fmla="*/ 8 w 241"/>
                  <a:gd name="T43" fmla="*/ 3 h 31"/>
                  <a:gd name="T44" fmla="*/ 4 w 241"/>
                  <a:gd name="T45" fmla="*/ 5 h 31"/>
                  <a:gd name="T46" fmla="*/ 3 w 241"/>
                  <a:gd name="T47" fmla="*/ 7 h 31"/>
                  <a:gd name="T48" fmla="*/ 1 w 241"/>
                  <a:gd name="T49" fmla="*/ 9 h 31"/>
                  <a:gd name="T50" fmla="*/ 1 w 241"/>
                  <a:gd name="T51" fmla="*/ 12 h 31"/>
                  <a:gd name="T52" fmla="*/ 0 w 241"/>
                  <a:gd name="T53" fmla="*/ 16 h 31"/>
                  <a:gd name="T54" fmla="*/ 1 w 241"/>
                  <a:gd name="T55" fmla="*/ 19 h 31"/>
                  <a:gd name="T56" fmla="*/ 1 w 241"/>
                  <a:gd name="T57" fmla="*/ 21 h 31"/>
                  <a:gd name="T58" fmla="*/ 3 w 241"/>
                  <a:gd name="T59" fmla="*/ 24 h 31"/>
                  <a:gd name="T60" fmla="*/ 4 w 241"/>
                  <a:gd name="T61" fmla="*/ 26 h 31"/>
                  <a:gd name="T62" fmla="*/ 8 w 241"/>
                  <a:gd name="T63" fmla="*/ 27 h 31"/>
                  <a:gd name="T64" fmla="*/ 10 w 241"/>
                  <a:gd name="T65" fmla="*/ 29 h 31"/>
                  <a:gd name="T66" fmla="*/ 13 w 241"/>
                  <a:gd name="T67" fmla="*/ 31 h 31"/>
                  <a:gd name="T68" fmla="*/ 15 w 241"/>
                  <a:gd name="T69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1" h="31">
                    <a:moveTo>
                      <a:pt x="15" y="31"/>
                    </a:moveTo>
                    <a:lnTo>
                      <a:pt x="226" y="31"/>
                    </a:lnTo>
                    <a:lnTo>
                      <a:pt x="230" y="31"/>
                    </a:lnTo>
                    <a:lnTo>
                      <a:pt x="232" y="29"/>
                    </a:lnTo>
                    <a:lnTo>
                      <a:pt x="235" y="27"/>
                    </a:lnTo>
                    <a:lnTo>
                      <a:pt x="237" y="26"/>
                    </a:lnTo>
                    <a:lnTo>
                      <a:pt x="239" y="24"/>
                    </a:lnTo>
                    <a:lnTo>
                      <a:pt x="240" y="21"/>
                    </a:lnTo>
                    <a:lnTo>
                      <a:pt x="241" y="19"/>
                    </a:lnTo>
                    <a:lnTo>
                      <a:pt x="241" y="16"/>
                    </a:lnTo>
                    <a:lnTo>
                      <a:pt x="241" y="12"/>
                    </a:lnTo>
                    <a:lnTo>
                      <a:pt x="240" y="9"/>
                    </a:lnTo>
                    <a:lnTo>
                      <a:pt x="239" y="7"/>
                    </a:lnTo>
                    <a:lnTo>
                      <a:pt x="237" y="5"/>
                    </a:lnTo>
                    <a:lnTo>
                      <a:pt x="235" y="3"/>
                    </a:lnTo>
                    <a:lnTo>
                      <a:pt x="232" y="2"/>
                    </a:lnTo>
                    <a:lnTo>
                      <a:pt x="230" y="0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6"/>
                    </a:lnTo>
                    <a:lnTo>
                      <a:pt x="1" y="19"/>
                    </a:lnTo>
                    <a:lnTo>
                      <a:pt x="1" y="21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8" y="27"/>
                    </a:lnTo>
                    <a:lnTo>
                      <a:pt x="10" y="29"/>
                    </a:lnTo>
                    <a:lnTo>
                      <a:pt x="13" y="31"/>
                    </a:lnTo>
                    <a:lnTo>
                      <a:pt x="1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7" name="Freeform 247"/>
            <p:cNvSpPr>
              <a:spLocks noEditPoints="1"/>
            </p:cNvSpPr>
            <p:nvPr/>
          </p:nvSpPr>
          <p:spPr bwMode="auto">
            <a:xfrm>
              <a:off x="5765132" y="1520825"/>
              <a:ext cx="483268" cy="603249"/>
            </a:xfrm>
            <a:custGeom>
              <a:avLst/>
              <a:gdLst>
                <a:gd name="T0" fmla="*/ 632 w 723"/>
                <a:gd name="T1" fmla="*/ 765 h 904"/>
                <a:gd name="T2" fmla="*/ 625 w 723"/>
                <a:gd name="T3" fmla="*/ 756 h 904"/>
                <a:gd name="T4" fmla="*/ 497 w 723"/>
                <a:gd name="T5" fmla="*/ 753 h 904"/>
                <a:gd name="T6" fmla="*/ 486 w 723"/>
                <a:gd name="T7" fmla="*/ 757 h 904"/>
                <a:gd name="T8" fmla="*/ 482 w 723"/>
                <a:gd name="T9" fmla="*/ 768 h 904"/>
                <a:gd name="T10" fmla="*/ 421 w 723"/>
                <a:gd name="T11" fmla="*/ 343 h 904"/>
                <a:gd name="T12" fmla="*/ 415 w 723"/>
                <a:gd name="T13" fmla="*/ 335 h 904"/>
                <a:gd name="T14" fmla="*/ 331 w 723"/>
                <a:gd name="T15" fmla="*/ 331 h 904"/>
                <a:gd name="T16" fmla="*/ 442 w 723"/>
                <a:gd name="T17" fmla="*/ 300 h 904"/>
                <a:gd name="T18" fmla="*/ 450 w 723"/>
                <a:gd name="T19" fmla="*/ 293 h 904"/>
                <a:gd name="T20" fmla="*/ 450 w 723"/>
                <a:gd name="T21" fmla="*/ 281 h 904"/>
                <a:gd name="T22" fmla="*/ 442 w 723"/>
                <a:gd name="T23" fmla="*/ 272 h 904"/>
                <a:gd name="T24" fmla="*/ 331 w 723"/>
                <a:gd name="T25" fmla="*/ 211 h 904"/>
                <a:gd name="T26" fmla="*/ 505 w 723"/>
                <a:gd name="T27" fmla="*/ 209 h 904"/>
                <a:gd name="T28" fmla="*/ 512 w 723"/>
                <a:gd name="T29" fmla="*/ 199 h 904"/>
                <a:gd name="T30" fmla="*/ 509 w 723"/>
                <a:gd name="T31" fmla="*/ 188 h 904"/>
                <a:gd name="T32" fmla="*/ 500 w 723"/>
                <a:gd name="T33" fmla="*/ 181 h 904"/>
                <a:gd name="T34" fmla="*/ 557 w 723"/>
                <a:gd name="T35" fmla="*/ 121 h 904"/>
                <a:gd name="T36" fmla="*/ 567 w 723"/>
                <a:gd name="T37" fmla="*/ 117 h 904"/>
                <a:gd name="T38" fmla="*/ 572 w 723"/>
                <a:gd name="T39" fmla="*/ 106 h 904"/>
                <a:gd name="T40" fmla="*/ 567 w 723"/>
                <a:gd name="T41" fmla="*/ 95 h 904"/>
                <a:gd name="T42" fmla="*/ 557 w 723"/>
                <a:gd name="T43" fmla="*/ 91 h 904"/>
                <a:gd name="T44" fmla="*/ 693 w 723"/>
                <a:gd name="T45" fmla="*/ 873 h 904"/>
                <a:gd name="T46" fmla="*/ 602 w 723"/>
                <a:gd name="T47" fmla="*/ 873 h 904"/>
                <a:gd name="T48" fmla="*/ 210 w 723"/>
                <a:gd name="T49" fmla="*/ 783 h 904"/>
                <a:gd name="T50" fmla="*/ 105 w 723"/>
                <a:gd name="T51" fmla="*/ 633 h 904"/>
                <a:gd name="T52" fmla="*/ 116 w 723"/>
                <a:gd name="T53" fmla="*/ 629 h 904"/>
                <a:gd name="T54" fmla="*/ 120 w 723"/>
                <a:gd name="T55" fmla="*/ 618 h 904"/>
                <a:gd name="T56" fmla="*/ 116 w 723"/>
                <a:gd name="T57" fmla="*/ 607 h 904"/>
                <a:gd name="T58" fmla="*/ 105 w 723"/>
                <a:gd name="T59" fmla="*/ 603 h 904"/>
                <a:gd name="T60" fmla="*/ 168 w 723"/>
                <a:gd name="T61" fmla="*/ 542 h 904"/>
                <a:gd name="T62" fmla="*/ 178 w 723"/>
                <a:gd name="T63" fmla="*/ 536 h 904"/>
                <a:gd name="T64" fmla="*/ 180 w 723"/>
                <a:gd name="T65" fmla="*/ 525 h 904"/>
                <a:gd name="T66" fmla="*/ 174 w 723"/>
                <a:gd name="T67" fmla="*/ 515 h 904"/>
                <a:gd name="T68" fmla="*/ 30 w 723"/>
                <a:gd name="T69" fmla="*/ 513 h 904"/>
                <a:gd name="T70" fmla="*/ 202 w 723"/>
                <a:gd name="T71" fmla="*/ 451 h 904"/>
                <a:gd name="T72" fmla="*/ 209 w 723"/>
                <a:gd name="T73" fmla="*/ 443 h 904"/>
                <a:gd name="T74" fmla="*/ 209 w 723"/>
                <a:gd name="T75" fmla="*/ 431 h 904"/>
                <a:gd name="T76" fmla="*/ 202 w 723"/>
                <a:gd name="T77" fmla="*/ 424 h 904"/>
                <a:gd name="T78" fmla="*/ 30 w 723"/>
                <a:gd name="T79" fmla="*/ 361 h 904"/>
                <a:gd name="T80" fmla="*/ 241 w 723"/>
                <a:gd name="T81" fmla="*/ 768 h 904"/>
                <a:gd name="T82" fmla="*/ 236 w 723"/>
                <a:gd name="T83" fmla="*/ 757 h 904"/>
                <a:gd name="T84" fmla="*/ 225 w 723"/>
                <a:gd name="T85" fmla="*/ 753 h 904"/>
                <a:gd name="T86" fmla="*/ 97 w 723"/>
                <a:gd name="T87" fmla="*/ 756 h 904"/>
                <a:gd name="T88" fmla="*/ 90 w 723"/>
                <a:gd name="T89" fmla="*/ 765 h 904"/>
                <a:gd name="T90" fmla="*/ 30 w 723"/>
                <a:gd name="T91" fmla="*/ 633 h 904"/>
                <a:gd name="T92" fmla="*/ 310 w 723"/>
                <a:gd name="T93" fmla="*/ 2 h 904"/>
                <a:gd name="T94" fmla="*/ 302 w 723"/>
                <a:gd name="T95" fmla="*/ 10 h 904"/>
                <a:gd name="T96" fmla="*/ 15 w 723"/>
                <a:gd name="T97" fmla="*/ 331 h 904"/>
                <a:gd name="T98" fmla="*/ 4 w 723"/>
                <a:gd name="T99" fmla="*/ 336 h 904"/>
                <a:gd name="T100" fmla="*/ 0 w 723"/>
                <a:gd name="T101" fmla="*/ 346 h 904"/>
                <a:gd name="T102" fmla="*/ 2 w 723"/>
                <a:gd name="T103" fmla="*/ 897 h 904"/>
                <a:gd name="T104" fmla="*/ 12 w 723"/>
                <a:gd name="T105" fmla="*/ 903 h 904"/>
                <a:gd name="T106" fmla="*/ 406 w 723"/>
                <a:gd name="T107" fmla="*/ 903 h 904"/>
                <a:gd name="T108" fmla="*/ 710 w 723"/>
                <a:gd name="T109" fmla="*/ 903 h 904"/>
                <a:gd name="T110" fmla="*/ 720 w 723"/>
                <a:gd name="T111" fmla="*/ 897 h 904"/>
                <a:gd name="T112" fmla="*/ 723 w 723"/>
                <a:gd name="T113" fmla="*/ 15 h 904"/>
                <a:gd name="T114" fmla="*/ 719 w 723"/>
                <a:gd name="T115" fmla="*/ 5 h 904"/>
                <a:gd name="T116" fmla="*/ 708 w 723"/>
                <a:gd name="T117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23" h="904">
                  <a:moveTo>
                    <a:pt x="693" y="873"/>
                  </a:moveTo>
                  <a:lnTo>
                    <a:pt x="632" y="873"/>
                  </a:lnTo>
                  <a:lnTo>
                    <a:pt x="632" y="768"/>
                  </a:lnTo>
                  <a:lnTo>
                    <a:pt x="632" y="765"/>
                  </a:lnTo>
                  <a:lnTo>
                    <a:pt x="631" y="763"/>
                  </a:lnTo>
                  <a:lnTo>
                    <a:pt x="630" y="760"/>
                  </a:lnTo>
                  <a:lnTo>
                    <a:pt x="627" y="757"/>
                  </a:lnTo>
                  <a:lnTo>
                    <a:pt x="625" y="756"/>
                  </a:lnTo>
                  <a:lnTo>
                    <a:pt x="623" y="754"/>
                  </a:lnTo>
                  <a:lnTo>
                    <a:pt x="620" y="754"/>
                  </a:lnTo>
                  <a:lnTo>
                    <a:pt x="617" y="753"/>
                  </a:lnTo>
                  <a:lnTo>
                    <a:pt x="497" y="753"/>
                  </a:lnTo>
                  <a:lnTo>
                    <a:pt x="493" y="753"/>
                  </a:lnTo>
                  <a:lnTo>
                    <a:pt x="491" y="754"/>
                  </a:lnTo>
                  <a:lnTo>
                    <a:pt x="488" y="756"/>
                  </a:lnTo>
                  <a:lnTo>
                    <a:pt x="486" y="757"/>
                  </a:lnTo>
                  <a:lnTo>
                    <a:pt x="484" y="760"/>
                  </a:lnTo>
                  <a:lnTo>
                    <a:pt x="483" y="763"/>
                  </a:lnTo>
                  <a:lnTo>
                    <a:pt x="482" y="765"/>
                  </a:lnTo>
                  <a:lnTo>
                    <a:pt x="482" y="768"/>
                  </a:lnTo>
                  <a:lnTo>
                    <a:pt x="482" y="873"/>
                  </a:lnTo>
                  <a:lnTo>
                    <a:pt x="421" y="873"/>
                  </a:lnTo>
                  <a:lnTo>
                    <a:pt x="421" y="346"/>
                  </a:lnTo>
                  <a:lnTo>
                    <a:pt x="421" y="343"/>
                  </a:lnTo>
                  <a:lnTo>
                    <a:pt x="420" y="341"/>
                  </a:lnTo>
                  <a:lnTo>
                    <a:pt x="419" y="338"/>
                  </a:lnTo>
                  <a:lnTo>
                    <a:pt x="417" y="336"/>
                  </a:lnTo>
                  <a:lnTo>
                    <a:pt x="415" y="335"/>
                  </a:lnTo>
                  <a:lnTo>
                    <a:pt x="412" y="333"/>
                  </a:lnTo>
                  <a:lnTo>
                    <a:pt x="410" y="333"/>
                  </a:lnTo>
                  <a:lnTo>
                    <a:pt x="406" y="331"/>
                  </a:lnTo>
                  <a:lnTo>
                    <a:pt x="331" y="331"/>
                  </a:lnTo>
                  <a:lnTo>
                    <a:pt x="331" y="301"/>
                  </a:lnTo>
                  <a:lnTo>
                    <a:pt x="436" y="301"/>
                  </a:lnTo>
                  <a:lnTo>
                    <a:pt x="440" y="301"/>
                  </a:lnTo>
                  <a:lnTo>
                    <a:pt x="442" y="300"/>
                  </a:lnTo>
                  <a:lnTo>
                    <a:pt x="445" y="299"/>
                  </a:lnTo>
                  <a:lnTo>
                    <a:pt x="447" y="297"/>
                  </a:lnTo>
                  <a:lnTo>
                    <a:pt x="449" y="295"/>
                  </a:lnTo>
                  <a:lnTo>
                    <a:pt x="450" y="293"/>
                  </a:lnTo>
                  <a:lnTo>
                    <a:pt x="452" y="290"/>
                  </a:lnTo>
                  <a:lnTo>
                    <a:pt x="452" y="286"/>
                  </a:lnTo>
                  <a:lnTo>
                    <a:pt x="452" y="283"/>
                  </a:lnTo>
                  <a:lnTo>
                    <a:pt x="450" y="281"/>
                  </a:lnTo>
                  <a:lnTo>
                    <a:pt x="449" y="278"/>
                  </a:lnTo>
                  <a:lnTo>
                    <a:pt x="447" y="276"/>
                  </a:lnTo>
                  <a:lnTo>
                    <a:pt x="445" y="275"/>
                  </a:lnTo>
                  <a:lnTo>
                    <a:pt x="442" y="272"/>
                  </a:lnTo>
                  <a:lnTo>
                    <a:pt x="440" y="271"/>
                  </a:lnTo>
                  <a:lnTo>
                    <a:pt x="436" y="271"/>
                  </a:lnTo>
                  <a:lnTo>
                    <a:pt x="331" y="271"/>
                  </a:lnTo>
                  <a:lnTo>
                    <a:pt x="331" y="211"/>
                  </a:lnTo>
                  <a:lnTo>
                    <a:pt x="497" y="211"/>
                  </a:lnTo>
                  <a:lnTo>
                    <a:pt x="500" y="211"/>
                  </a:lnTo>
                  <a:lnTo>
                    <a:pt x="503" y="210"/>
                  </a:lnTo>
                  <a:lnTo>
                    <a:pt x="505" y="209"/>
                  </a:lnTo>
                  <a:lnTo>
                    <a:pt x="507" y="207"/>
                  </a:lnTo>
                  <a:lnTo>
                    <a:pt x="509" y="205"/>
                  </a:lnTo>
                  <a:lnTo>
                    <a:pt x="510" y="202"/>
                  </a:lnTo>
                  <a:lnTo>
                    <a:pt x="512" y="199"/>
                  </a:lnTo>
                  <a:lnTo>
                    <a:pt x="512" y="196"/>
                  </a:lnTo>
                  <a:lnTo>
                    <a:pt x="512" y="193"/>
                  </a:lnTo>
                  <a:lnTo>
                    <a:pt x="510" y="190"/>
                  </a:lnTo>
                  <a:lnTo>
                    <a:pt x="509" y="188"/>
                  </a:lnTo>
                  <a:lnTo>
                    <a:pt x="507" y="186"/>
                  </a:lnTo>
                  <a:lnTo>
                    <a:pt x="505" y="183"/>
                  </a:lnTo>
                  <a:lnTo>
                    <a:pt x="503" y="182"/>
                  </a:lnTo>
                  <a:lnTo>
                    <a:pt x="500" y="181"/>
                  </a:lnTo>
                  <a:lnTo>
                    <a:pt x="497" y="181"/>
                  </a:lnTo>
                  <a:lnTo>
                    <a:pt x="331" y="181"/>
                  </a:lnTo>
                  <a:lnTo>
                    <a:pt x="331" y="121"/>
                  </a:lnTo>
                  <a:lnTo>
                    <a:pt x="557" y="121"/>
                  </a:lnTo>
                  <a:lnTo>
                    <a:pt x="560" y="120"/>
                  </a:lnTo>
                  <a:lnTo>
                    <a:pt x="563" y="120"/>
                  </a:lnTo>
                  <a:lnTo>
                    <a:pt x="565" y="118"/>
                  </a:lnTo>
                  <a:lnTo>
                    <a:pt x="567" y="117"/>
                  </a:lnTo>
                  <a:lnTo>
                    <a:pt x="569" y="115"/>
                  </a:lnTo>
                  <a:lnTo>
                    <a:pt x="571" y="112"/>
                  </a:lnTo>
                  <a:lnTo>
                    <a:pt x="572" y="109"/>
                  </a:lnTo>
                  <a:lnTo>
                    <a:pt x="572" y="106"/>
                  </a:lnTo>
                  <a:lnTo>
                    <a:pt x="572" y="103"/>
                  </a:lnTo>
                  <a:lnTo>
                    <a:pt x="571" y="100"/>
                  </a:lnTo>
                  <a:lnTo>
                    <a:pt x="569" y="98"/>
                  </a:lnTo>
                  <a:lnTo>
                    <a:pt x="567" y="95"/>
                  </a:lnTo>
                  <a:lnTo>
                    <a:pt x="565" y="93"/>
                  </a:lnTo>
                  <a:lnTo>
                    <a:pt x="563" y="92"/>
                  </a:lnTo>
                  <a:lnTo>
                    <a:pt x="560" y="91"/>
                  </a:lnTo>
                  <a:lnTo>
                    <a:pt x="557" y="91"/>
                  </a:lnTo>
                  <a:lnTo>
                    <a:pt x="331" y="91"/>
                  </a:lnTo>
                  <a:lnTo>
                    <a:pt x="331" y="31"/>
                  </a:lnTo>
                  <a:lnTo>
                    <a:pt x="693" y="31"/>
                  </a:lnTo>
                  <a:lnTo>
                    <a:pt x="693" y="873"/>
                  </a:lnTo>
                  <a:close/>
                  <a:moveTo>
                    <a:pt x="512" y="873"/>
                  </a:moveTo>
                  <a:lnTo>
                    <a:pt x="512" y="783"/>
                  </a:lnTo>
                  <a:lnTo>
                    <a:pt x="602" y="783"/>
                  </a:lnTo>
                  <a:lnTo>
                    <a:pt x="602" y="873"/>
                  </a:lnTo>
                  <a:lnTo>
                    <a:pt x="512" y="873"/>
                  </a:lnTo>
                  <a:close/>
                  <a:moveTo>
                    <a:pt x="120" y="873"/>
                  </a:moveTo>
                  <a:lnTo>
                    <a:pt x="120" y="783"/>
                  </a:lnTo>
                  <a:lnTo>
                    <a:pt x="210" y="783"/>
                  </a:lnTo>
                  <a:lnTo>
                    <a:pt x="210" y="873"/>
                  </a:lnTo>
                  <a:lnTo>
                    <a:pt x="120" y="873"/>
                  </a:lnTo>
                  <a:close/>
                  <a:moveTo>
                    <a:pt x="30" y="633"/>
                  </a:moveTo>
                  <a:lnTo>
                    <a:pt x="105" y="633"/>
                  </a:lnTo>
                  <a:lnTo>
                    <a:pt x="108" y="633"/>
                  </a:lnTo>
                  <a:lnTo>
                    <a:pt x="112" y="632"/>
                  </a:lnTo>
                  <a:lnTo>
                    <a:pt x="114" y="630"/>
                  </a:lnTo>
                  <a:lnTo>
                    <a:pt x="116" y="629"/>
                  </a:lnTo>
                  <a:lnTo>
                    <a:pt x="118" y="627"/>
                  </a:lnTo>
                  <a:lnTo>
                    <a:pt x="119" y="623"/>
                  </a:lnTo>
                  <a:lnTo>
                    <a:pt x="120" y="621"/>
                  </a:lnTo>
                  <a:lnTo>
                    <a:pt x="120" y="618"/>
                  </a:lnTo>
                  <a:lnTo>
                    <a:pt x="120" y="615"/>
                  </a:lnTo>
                  <a:lnTo>
                    <a:pt x="119" y="611"/>
                  </a:lnTo>
                  <a:lnTo>
                    <a:pt x="118" y="609"/>
                  </a:lnTo>
                  <a:lnTo>
                    <a:pt x="116" y="607"/>
                  </a:lnTo>
                  <a:lnTo>
                    <a:pt x="114" y="605"/>
                  </a:lnTo>
                  <a:lnTo>
                    <a:pt x="112" y="604"/>
                  </a:lnTo>
                  <a:lnTo>
                    <a:pt x="108" y="603"/>
                  </a:lnTo>
                  <a:lnTo>
                    <a:pt x="105" y="603"/>
                  </a:lnTo>
                  <a:lnTo>
                    <a:pt x="30" y="603"/>
                  </a:lnTo>
                  <a:lnTo>
                    <a:pt x="30" y="543"/>
                  </a:lnTo>
                  <a:lnTo>
                    <a:pt x="165" y="543"/>
                  </a:lnTo>
                  <a:lnTo>
                    <a:pt x="168" y="542"/>
                  </a:lnTo>
                  <a:lnTo>
                    <a:pt x="172" y="542"/>
                  </a:lnTo>
                  <a:lnTo>
                    <a:pt x="174" y="540"/>
                  </a:lnTo>
                  <a:lnTo>
                    <a:pt x="176" y="539"/>
                  </a:lnTo>
                  <a:lnTo>
                    <a:pt x="178" y="536"/>
                  </a:lnTo>
                  <a:lnTo>
                    <a:pt x="179" y="533"/>
                  </a:lnTo>
                  <a:lnTo>
                    <a:pt x="180" y="531"/>
                  </a:lnTo>
                  <a:lnTo>
                    <a:pt x="180" y="528"/>
                  </a:lnTo>
                  <a:lnTo>
                    <a:pt x="180" y="525"/>
                  </a:lnTo>
                  <a:lnTo>
                    <a:pt x="179" y="521"/>
                  </a:lnTo>
                  <a:lnTo>
                    <a:pt x="178" y="519"/>
                  </a:lnTo>
                  <a:lnTo>
                    <a:pt x="176" y="517"/>
                  </a:lnTo>
                  <a:lnTo>
                    <a:pt x="174" y="515"/>
                  </a:lnTo>
                  <a:lnTo>
                    <a:pt x="172" y="514"/>
                  </a:lnTo>
                  <a:lnTo>
                    <a:pt x="168" y="513"/>
                  </a:lnTo>
                  <a:lnTo>
                    <a:pt x="165" y="513"/>
                  </a:lnTo>
                  <a:lnTo>
                    <a:pt x="30" y="513"/>
                  </a:lnTo>
                  <a:lnTo>
                    <a:pt x="30" y="452"/>
                  </a:lnTo>
                  <a:lnTo>
                    <a:pt x="195" y="452"/>
                  </a:lnTo>
                  <a:lnTo>
                    <a:pt x="198" y="452"/>
                  </a:lnTo>
                  <a:lnTo>
                    <a:pt x="202" y="451"/>
                  </a:lnTo>
                  <a:lnTo>
                    <a:pt x="204" y="449"/>
                  </a:lnTo>
                  <a:lnTo>
                    <a:pt x="206" y="447"/>
                  </a:lnTo>
                  <a:lnTo>
                    <a:pt x="208" y="445"/>
                  </a:lnTo>
                  <a:lnTo>
                    <a:pt x="209" y="443"/>
                  </a:lnTo>
                  <a:lnTo>
                    <a:pt x="210" y="440"/>
                  </a:lnTo>
                  <a:lnTo>
                    <a:pt x="210" y="438"/>
                  </a:lnTo>
                  <a:lnTo>
                    <a:pt x="210" y="434"/>
                  </a:lnTo>
                  <a:lnTo>
                    <a:pt x="209" y="431"/>
                  </a:lnTo>
                  <a:lnTo>
                    <a:pt x="208" y="429"/>
                  </a:lnTo>
                  <a:lnTo>
                    <a:pt x="206" y="427"/>
                  </a:lnTo>
                  <a:lnTo>
                    <a:pt x="204" y="425"/>
                  </a:lnTo>
                  <a:lnTo>
                    <a:pt x="202" y="424"/>
                  </a:lnTo>
                  <a:lnTo>
                    <a:pt x="198" y="423"/>
                  </a:lnTo>
                  <a:lnTo>
                    <a:pt x="195" y="422"/>
                  </a:lnTo>
                  <a:lnTo>
                    <a:pt x="30" y="422"/>
                  </a:lnTo>
                  <a:lnTo>
                    <a:pt x="30" y="361"/>
                  </a:lnTo>
                  <a:lnTo>
                    <a:pt x="391" y="361"/>
                  </a:lnTo>
                  <a:lnTo>
                    <a:pt x="391" y="873"/>
                  </a:lnTo>
                  <a:lnTo>
                    <a:pt x="241" y="873"/>
                  </a:lnTo>
                  <a:lnTo>
                    <a:pt x="241" y="768"/>
                  </a:lnTo>
                  <a:lnTo>
                    <a:pt x="240" y="765"/>
                  </a:lnTo>
                  <a:lnTo>
                    <a:pt x="239" y="763"/>
                  </a:lnTo>
                  <a:lnTo>
                    <a:pt x="238" y="760"/>
                  </a:lnTo>
                  <a:lnTo>
                    <a:pt x="236" y="757"/>
                  </a:lnTo>
                  <a:lnTo>
                    <a:pt x="234" y="756"/>
                  </a:lnTo>
                  <a:lnTo>
                    <a:pt x="232" y="754"/>
                  </a:lnTo>
                  <a:lnTo>
                    <a:pt x="228" y="754"/>
                  </a:lnTo>
                  <a:lnTo>
                    <a:pt x="225" y="753"/>
                  </a:lnTo>
                  <a:lnTo>
                    <a:pt x="105" y="753"/>
                  </a:lnTo>
                  <a:lnTo>
                    <a:pt x="102" y="753"/>
                  </a:lnTo>
                  <a:lnTo>
                    <a:pt x="100" y="754"/>
                  </a:lnTo>
                  <a:lnTo>
                    <a:pt x="97" y="756"/>
                  </a:lnTo>
                  <a:lnTo>
                    <a:pt x="94" y="757"/>
                  </a:lnTo>
                  <a:lnTo>
                    <a:pt x="93" y="760"/>
                  </a:lnTo>
                  <a:lnTo>
                    <a:pt x="91" y="763"/>
                  </a:lnTo>
                  <a:lnTo>
                    <a:pt x="90" y="765"/>
                  </a:lnTo>
                  <a:lnTo>
                    <a:pt x="90" y="768"/>
                  </a:lnTo>
                  <a:lnTo>
                    <a:pt x="90" y="873"/>
                  </a:lnTo>
                  <a:lnTo>
                    <a:pt x="30" y="873"/>
                  </a:lnTo>
                  <a:lnTo>
                    <a:pt x="30" y="633"/>
                  </a:lnTo>
                  <a:close/>
                  <a:moveTo>
                    <a:pt x="708" y="0"/>
                  </a:moveTo>
                  <a:lnTo>
                    <a:pt x="316" y="0"/>
                  </a:lnTo>
                  <a:lnTo>
                    <a:pt x="313" y="1"/>
                  </a:lnTo>
                  <a:lnTo>
                    <a:pt x="310" y="2"/>
                  </a:lnTo>
                  <a:lnTo>
                    <a:pt x="308" y="3"/>
                  </a:lnTo>
                  <a:lnTo>
                    <a:pt x="306" y="5"/>
                  </a:lnTo>
                  <a:lnTo>
                    <a:pt x="304" y="7"/>
                  </a:lnTo>
                  <a:lnTo>
                    <a:pt x="302" y="10"/>
                  </a:lnTo>
                  <a:lnTo>
                    <a:pt x="301" y="13"/>
                  </a:lnTo>
                  <a:lnTo>
                    <a:pt x="301" y="16"/>
                  </a:lnTo>
                  <a:lnTo>
                    <a:pt x="301" y="331"/>
                  </a:lnTo>
                  <a:lnTo>
                    <a:pt x="15" y="331"/>
                  </a:lnTo>
                  <a:lnTo>
                    <a:pt x="12" y="331"/>
                  </a:lnTo>
                  <a:lnTo>
                    <a:pt x="10" y="333"/>
                  </a:lnTo>
                  <a:lnTo>
                    <a:pt x="6" y="335"/>
                  </a:lnTo>
                  <a:lnTo>
                    <a:pt x="4" y="336"/>
                  </a:lnTo>
                  <a:lnTo>
                    <a:pt x="2" y="338"/>
                  </a:lnTo>
                  <a:lnTo>
                    <a:pt x="1" y="341"/>
                  </a:lnTo>
                  <a:lnTo>
                    <a:pt x="0" y="343"/>
                  </a:lnTo>
                  <a:lnTo>
                    <a:pt x="0" y="346"/>
                  </a:lnTo>
                  <a:lnTo>
                    <a:pt x="0" y="888"/>
                  </a:lnTo>
                  <a:lnTo>
                    <a:pt x="0" y="892"/>
                  </a:lnTo>
                  <a:lnTo>
                    <a:pt x="1" y="895"/>
                  </a:lnTo>
                  <a:lnTo>
                    <a:pt x="2" y="897"/>
                  </a:lnTo>
                  <a:lnTo>
                    <a:pt x="4" y="899"/>
                  </a:lnTo>
                  <a:lnTo>
                    <a:pt x="6" y="901"/>
                  </a:lnTo>
                  <a:lnTo>
                    <a:pt x="10" y="902"/>
                  </a:lnTo>
                  <a:lnTo>
                    <a:pt x="12" y="903"/>
                  </a:lnTo>
                  <a:lnTo>
                    <a:pt x="15" y="904"/>
                  </a:lnTo>
                  <a:lnTo>
                    <a:pt x="105" y="903"/>
                  </a:lnTo>
                  <a:lnTo>
                    <a:pt x="225" y="903"/>
                  </a:lnTo>
                  <a:lnTo>
                    <a:pt x="406" y="903"/>
                  </a:lnTo>
                  <a:lnTo>
                    <a:pt x="497" y="903"/>
                  </a:lnTo>
                  <a:lnTo>
                    <a:pt x="617" y="903"/>
                  </a:lnTo>
                  <a:lnTo>
                    <a:pt x="708" y="903"/>
                  </a:lnTo>
                  <a:lnTo>
                    <a:pt x="710" y="903"/>
                  </a:lnTo>
                  <a:lnTo>
                    <a:pt x="713" y="902"/>
                  </a:lnTo>
                  <a:lnTo>
                    <a:pt x="715" y="901"/>
                  </a:lnTo>
                  <a:lnTo>
                    <a:pt x="719" y="899"/>
                  </a:lnTo>
                  <a:lnTo>
                    <a:pt x="720" y="897"/>
                  </a:lnTo>
                  <a:lnTo>
                    <a:pt x="722" y="895"/>
                  </a:lnTo>
                  <a:lnTo>
                    <a:pt x="722" y="892"/>
                  </a:lnTo>
                  <a:lnTo>
                    <a:pt x="723" y="889"/>
                  </a:lnTo>
                  <a:lnTo>
                    <a:pt x="723" y="15"/>
                  </a:lnTo>
                  <a:lnTo>
                    <a:pt x="722" y="13"/>
                  </a:lnTo>
                  <a:lnTo>
                    <a:pt x="722" y="10"/>
                  </a:lnTo>
                  <a:lnTo>
                    <a:pt x="720" y="7"/>
                  </a:lnTo>
                  <a:lnTo>
                    <a:pt x="719" y="5"/>
                  </a:lnTo>
                  <a:lnTo>
                    <a:pt x="715" y="3"/>
                  </a:lnTo>
                  <a:lnTo>
                    <a:pt x="713" y="2"/>
                  </a:lnTo>
                  <a:lnTo>
                    <a:pt x="710" y="1"/>
                  </a:lnTo>
                  <a:lnTo>
                    <a:pt x="708" y="0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6969126" y="1584149"/>
              <a:ext cx="603251" cy="539925"/>
              <a:chOff x="6969126" y="1584149"/>
              <a:chExt cx="603251" cy="539925"/>
            </a:xfrm>
            <a:grpFill/>
          </p:grpSpPr>
          <p:sp>
            <p:nvSpPr>
              <p:cNvPr id="19" name="Freeform 254"/>
              <p:cNvSpPr>
                <a:spLocks noEditPoints="1"/>
              </p:cNvSpPr>
              <p:nvPr/>
            </p:nvSpPr>
            <p:spPr bwMode="auto">
              <a:xfrm>
                <a:off x="6969126" y="1584149"/>
                <a:ext cx="603251" cy="539925"/>
              </a:xfrm>
              <a:custGeom>
                <a:avLst/>
                <a:gdLst>
                  <a:gd name="T0" fmla="*/ 843 w 903"/>
                  <a:gd name="T1" fmla="*/ 452 h 813"/>
                  <a:gd name="T2" fmla="*/ 301 w 903"/>
                  <a:gd name="T3" fmla="*/ 782 h 813"/>
                  <a:gd name="T4" fmla="*/ 527 w 903"/>
                  <a:gd name="T5" fmla="*/ 120 h 813"/>
                  <a:gd name="T6" fmla="*/ 301 w 903"/>
                  <a:gd name="T7" fmla="*/ 782 h 813"/>
                  <a:gd name="T8" fmla="*/ 180 w 903"/>
                  <a:gd name="T9" fmla="*/ 452 h 813"/>
                  <a:gd name="T10" fmla="*/ 391 w 903"/>
                  <a:gd name="T11" fmla="*/ 30 h 813"/>
                  <a:gd name="T12" fmla="*/ 391 w 903"/>
                  <a:gd name="T13" fmla="*/ 90 h 813"/>
                  <a:gd name="T14" fmla="*/ 873 w 903"/>
                  <a:gd name="T15" fmla="*/ 782 h 813"/>
                  <a:gd name="T16" fmla="*/ 872 w 903"/>
                  <a:gd name="T17" fmla="*/ 430 h 813"/>
                  <a:gd name="T18" fmla="*/ 867 w 903"/>
                  <a:gd name="T19" fmla="*/ 424 h 813"/>
                  <a:gd name="T20" fmla="*/ 858 w 903"/>
                  <a:gd name="T21" fmla="*/ 422 h 813"/>
                  <a:gd name="T22" fmla="*/ 752 w 903"/>
                  <a:gd name="T23" fmla="*/ 373 h 813"/>
                  <a:gd name="T24" fmla="*/ 749 w 903"/>
                  <a:gd name="T25" fmla="*/ 366 h 813"/>
                  <a:gd name="T26" fmla="*/ 740 w 903"/>
                  <a:gd name="T27" fmla="*/ 362 h 813"/>
                  <a:gd name="T28" fmla="*/ 731 w 903"/>
                  <a:gd name="T29" fmla="*/ 363 h 813"/>
                  <a:gd name="T30" fmla="*/ 725 w 903"/>
                  <a:gd name="T31" fmla="*/ 368 h 813"/>
                  <a:gd name="T32" fmla="*/ 723 w 903"/>
                  <a:gd name="T33" fmla="*/ 377 h 813"/>
                  <a:gd name="T34" fmla="*/ 705 w 903"/>
                  <a:gd name="T35" fmla="*/ 422 h 813"/>
                  <a:gd name="T36" fmla="*/ 697 w 903"/>
                  <a:gd name="T37" fmla="*/ 426 h 813"/>
                  <a:gd name="T38" fmla="*/ 693 w 903"/>
                  <a:gd name="T39" fmla="*/ 434 h 813"/>
                  <a:gd name="T40" fmla="*/ 632 w 903"/>
                  <a:gd name="T41" fmla="*/ 782 h 813"/>
                  <a:gd name="T42" fmla="*/ 631 w 903"/>
                  <a:gd name="T43" fmla="*/ 99 h 813"/>
                  <a:gd name="T44" fmla="*/ 625 w 903"/>
                  <a:gd name="T45" fmla="*/ 92 h 813"/>
                  <a:gd name="T46" fmla="*/ 617 w 903"/>
                  <a:gd name="T47" fmla="*/ 90 h 813"/>
                  <a:gd name="T48" fmla="*/ 542 w 903"/>
                  <a:gd name="T49" fmla="*/ 12 h 813"/>
                  <a:gd name="T50" fmla="*/ 537 w 903"/>
                  <a:gd name="T51" fmla="*/ 4 h 813"/>
                  <a:gd name="T52" fmla="*/ 530 w 903"/>
                  <a:gd name="T53" fmla="*/ 0 h 813"/>
                  <a:gd name="T54" fmla="*/ 373 w 903"/>
                  <a:gd name="T55" fmla="*/ 0 h 813"/>
                  <a:gd name="T56" fmla="*/ 366 w 903"/>
                  <a:gd name="T57" fmla="*/ 4 h 813"/>
                  <a:gd name="T58" fmla="*/ 361 w 903"/>
                  <a:gd name="T59" fmla="*/ 12 h 813"/>
                  <a:gd name="T60" fmla="*/ 286 w 903"/>
                  <a:gd name="T61" fmla="*/ 90 h 813"/>
                  <a:gd name="T62" fmla="*/ 278 w 903"/>
                  <a:gd name="T63" fmla="*/ 92 h 813"/>
                  <a:gd name="T64" fmla="*/ 272 w 903"/>
                  <a:gd name="T65" fmla="*/ 99 h 813"/>
                  <a:gd name="T66" fmla="*/ 271 w 903"/>
                  <a:gd name="T67" fmla="*/ 782 h 813"/>
                  <a:gd name="T68" fmla="*/ 210 w 903"/>
                  <a:gd name="T69" fmla="*/ 434 h 813"/>
                  <a:gd name="T70" fmla="*/ 206 w 903"/>
                  <a:gd name="T71" fmla="*/ 426 h 813"/>
                  <a:gd name="T72" fmla="*/ 198 w 903"/>
                  <a:gd name="T73" fmla="*/ 422 h 813"/>
                  <a:gd name="T74" fmla="*/ 180 w 903"/>
                  <a:gd name="T75" fmla="*/ 376 h 813"/>
                  <a:gd name="T76" fmla="*/ 178 w 903"/>
                  <a:gd name="T77" fmla="*/ 368 h 813"/>
                  <a:gd name="T78" fmla="*/ 172 w 903"/>
                  <a:gd name="T79" fmla="*/ 363 h 813"/>
                  <a:gd name="T80" fmla="*/ 162 w 903"/>
                  <a:gd name="T81" fmla="*/ 362 h 813"/>
                  <a:gd name="T82" fmla="*/ 154 w 903"/>
                  <a:gd name="T83" fmla="*/ 366 h 813"/>
                  <a:gd name="T84" fmla="*/ 151 w 903"/>
                  <a:gd name="T85" fmla="*/ 373 h 813"/>
                  <a:gd name="T86" fmla="*/ 45 w 903"/>
                  <a:gd name="T87" fmla="*/ 422 h 813"/>
                  <a:gd name="T88" fmla="*/ 36 w 903"/>
                  <a:gd name="T89" fmla="*/ 424 h 813"/>
                  <a:gd name="T90" fmla="*/ 31 w 903"/>
                  <a:gd name="T91" fmla="*/ 430 h 813"/>
                  <a:gd name="T92" fmla="*/ 30 w 903"/>
                  <a:gd name="T93" fmla="*/ 782 h 813"/>
                  <a:gd name="T94" fmla="*/ 9 w 903"/>
                  <a:gd name="T95" fmla="*/ 784 h 813"/>
                  <a:gd name="T96" fmla="*/ 2 w 903"/>
                  <a:gd name="T97" fmla="*/ 790 h 813"/>
                  <a:gd name="T98" fmla="*/ 0 w 903"/>
                  <a:gd name="T99" fmla="*/ 798 h 813"/>
                  <a:gd name="T100" fmla="*/ 2 w 903"/>
                  <a:gd name="T101" fmla="*/ 806 h 813"/>
                  <a:gd name="T102" fmla="*/ 9 w 903"/>
                  <a:gd name="T103" fmla="*/ 811 h 813"/>
                  <a:gd name="T104" fmla="*/ 45 w 903"/>
                  <a:gd name="T105" fmla="*/ 812 h 813"/>
                  <a:gd name="T106" fmla="*/ 617 w 903"/>
                  <a:gd name="T107" fmla="*/ 812 h 813"/>
                  <a:gd name="T108" fmla="*/ 888 w 903"/>
                  <a:gd name="T109" fmla="*/ 812 h 813"/>
                  <a:gd name="T110" fmla="*/ 897 w 903"/>
                  <a:gd name="T111" fmla="*/ 810 h 813"/>
                  <a:gd name="T112" fmla="*/ 902 w 903"/>
                  <a:gd name="T113" fmla="*/ 804 h 813"/>
                  <a:gd name="T114" fmla="*/ 903 w 903"/>
                  <a:gd name="T115" fmla="*/ 795 h 813"/>
                  <a:gd name="T116" fmla="*/ 899 w 903"/>
                  <a:gd name="T117" fmla="*/ 788 h 813"/>
                  <a:gd name="T118" fmla="*/ 891 w 903"/>
                  <a:gd name="T119" fmla="*/ 783 h 8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903" h="813">
                    <a:moveTo>
                      <a:pt x="723" y="782"/>
                    </a:moveTo>
                    <a:lnTo>
                      <a:pt x="723" y="452"/>
                    </a:lnTo>
                    <a:lnTo>
                      <a:pt x="843" y="452"/>
                    </a:lnTo>
                    <a:lnTo>
                      <a:pt x="843" y="782"/>
                    </a:lnTo>
                    <a:lnTo>
                      <a:pt x="723" y="782"/>
                    </a:lnTo>
                    <a:close/>
                    <a:moveTo>
                      <a:pt x="301" y="782"/>
                    </a:moveTo>
                    <a:lnTo>
                      <a:pt x="301" y="120"/>
                    </a:lnTo>
                    <a:lnTo>
                      <a:pt x="376" y="120"/>
                    </a:lnTo>
                    <a:lnTo>
                      <a:pt x="527" y="120"/>
                    </a:lnTo>
                    <a:lnTo>
                      <a:pt x="602" y="120"/>
                    </a:lnTo>
                    <a:lnTo>
                      <a:pt x="602" y="782"/>
                    </a:lnTo>
                    <a:lnTo>
                      <a:pt x="301" y="782"/>
                    </a:lnTo>
                    <a:close/>
                    <a:moveTo>
                      <a:pt x="60" y="782"/>
                    </a:moveTo>
                    <a:lnTo>
                      <a:pt x="60" y="452"/>
                    </a:lnTo>
                    <a:lnTo>
                      <a:pt x="180" y="452"/>
                    </a:lnTo>
                    <a:lnTo>
                      <a:pt x="180" y="782"/>
                    </a:lnTo>
                    <a:lnTo>
                      <a:pt x="60" y="782"/>
                    </a:lnTo>
                    <a:close/>
                    <a:moveTo>
                      <a:pt x="391" y="30"/>
                    </a:moveTo>
                    <a:lnTo>
                      <a:pt x="512" y="30"/>
                    </a:lnTo>
                    <a:lnTo>
                      <a:pt x="512" y="90"/>
                    </a:lnTo>
                    <a:lnTo>
                      <a:pt x="391" y="90"/>
                    </a:lnTo>
                    <a:lnTo>
                      <a:pt x="391" y="30"/>
                    </a:lnTo>
                    <a:close/>
                    <a:moveTo>
                      <a:pt x="888" y="782"/>
                    </a:moveTo>
                    <a:lnTo>
                      <a:pt x="873" y="782"/>
                    </a:lnTo>
                    <a:lnTo>
                      <a:pt x="873" y="437"/>
                    </a:lnTo>
                    <a:lnTo>
                      <a:pt x="873" y="434"/>
                    </a:lnTo>
                    <a:lnTo>
                      <a:pt x="872" y="430"/>
                    </a:lnTo>
                    <a:lnTo>
                      <a:pt x="871" y="428"/>
                    </a:lnTo>
                    <a:lnTo>
                      <a:pt x="869" y="426"/>
                    </a:lnTo>
                    <a:lnTo>
                      <a:pt x="867" y="424"/>
                    </a:lnTo>
                    <a:lnTo>
                      <a:pt x="863" y="423"/>
                    </a:lnTo>
                    <a:lnTo>
                      <a:pt x="861" y="422"/>
                    </a:lnTo>
                    <a:lnTo>
                      <a:pt x="858" y="422"/>
                    </a:lnTo>
                    <a:lnTo>
                      <a:pt x="753" y="422"/>
                    </a:lnTo>
                    <a:lnTo>
                      <a:pt x="753" y="376"/>
                    </a:lnTo>
                    <a:lnTo>
                      <a:pt x="752" y="373"/>
                    </a:lnTo>
                    <a:lnTo>
                      <a:pt x="752" y="370"/>
                    </a:lnTo>
                    <a:lnTo>
                      <a:pt x="750" y="368"/>
                    </a:lnTo>
                    <a:lnTo>
                      <a:pt x="749" y="366"/>
                    </a:lnTo>
                    <a:lnTo>
                      <a:pt x="745" y="364"/>
                    </a:lnTo>
                    <a:lnTo>
                      <a:pt x="743" y="363"/>
                    </a:lnTo>
                    <a:lnTo>
                      <a:pt x="740" y="362"/>
                    </a:lnTo>
                    <a:lnTo>
                      <a:pt x="738" y="362"/>
                    </a:lnTo>
                    <a:lnTo>
                      <a:pt x="735" y="362"/>
                    </a:lnTo>
                    <a:lnTo>
                      <a:pt x="731" y="363"/>
                    </a:lnTo>
                    <a:lnTo>
                      <a:pt x="729" y="364"/>
                    </a:lnTo>
                    <a:lnTo>
                      <a:pt x="727" y="366"/>
                    </a:lnTo>
                    <a:lnTo>
                      <a:pt x="725" y="368"/>
                    </a:lnTo>
                    <a:lnTo>
                      <a:pt x="724" y="370"/>
                    </a:lnTo>
                    <a:lnTo>
                      <a:pt x="723" y="373"/>
                    </a:lnTo>
                    <a:lnTo>
                      <a:pt x="723" y="377"/>
                    </a:lnTo>
                    <a:lnTo>
                      <a:pt x="723" y="422"/>
                    </a:lnTo>
                    <a:lnTo>
                      <a:pt x="708" y="422"/>
                    </a:lnTo>
                    <a:lnTo>
                      <a:pt x="705" y="422"/>
                    </a:lnTo>
                    <a:lnTo>
                      <a:pt x="701" y="423"/>
                    </a:lnTo>
                    <a:lnTo>
                      <a:pt x="699" y="424"/>
                    </a:lnTo>
                    <a:lnTo>
                      <a:pt x="697" y="426"/>
                    </a:lnTo>
                    <a:lnTo>
                      <a:pt x="695" y="428"/>
                    </a:lnTo>
                    <a:lnTo>
                      <a:pt x="694" y="430"/>
                    </a:lnTo>
                    <a:lnTo>
                      <a:pt x="693" y="434"/>
                    </a:lnTo>
                    <a:lnTo>
                      <a:pt x="693" y="437"/>
                    </a:lnTo>
                    <a:lnTo>
                      <a:pt x="693" y="782"/>
                    </a:lnTo>
                    <a:lnTo>
                      <a:pt x="632" y="782"/>
                    </a:lnTo>
                    <a:lnTo>
                      <a:pt x="632" y="105"/>
                    </a:lnTo>
                    <a:lnTo>
                      <a:pt x="632" y="102"/>
                    </a:lnTo>
                    <a:lnTo>
                      <a:pt x="631" y="99"/>
                    </a:lnTo>
                    <a:lnTo>
                      <a:pt x="630" y="97"/>
                    </a:lnTo>
                    <a:lnTo>
                      <a:pt x="627" y="95"/>
                    </a:lnTo>
                    <a:lnTo>
                      <a:pt x="625" y="92"/>
                    </a:lnTo>
                    <a:lnTo>
                      <a:pt x="623" y="91"/>
                    </a:lnTo>
                    <a:lnTo>
                      <a:pt x="620" y="90"/>
                    </a:lnTo>
                    <a:lnTo>
                      <a:pt x="617" y="90"/>
                    </a:lnTo>
                    <a:lnTo>
                      <a:pt x="542" y="90"/>
                    </a:lnTo>
                    <a:lnTo>
                      <a:pt x="542" y="15"/>
                    </a:lnTo>
                    <a:lnTo>
                      <a:pt x="542" y="12"/>
                    </a:lnTo>
                    <a:lnTo>
                      <a:pt x="540" y="9"/>
                    </a:lnTo>
                    <a:lnTo>
                      <a:pt x="539" y="7"/>
                    </a:lnTo>
                    <a:lnTo>
                      <a:pt x="537" y="4"/>
                    </a:lnTo>
                    <a:lnTo>
                      <a:pt x="535" y="2"/>
                    </a:lnTo>
                    <a:lnTo>
                      <a:pt x="533" y="1"/>
                    </a:lnTo>
                    <a:lnTo>
                      <a:pt x="530" y="0"/>
                    </a:lnTo>
                    <a:lnTo>
                      <a:pt x="527" y="0"/>
                    </a:lnTo>
                    <a:lnTo>
                      <a:pt x="376" y="0"/>
                    </a:lnTo>
                    <a:lnTo>
                      <a:pt x="373" y="0"/>
                    </a:lnTo>
                    <a:lnTo>
                      <a:pt x="370" y="1"/>
                    </a:lnTo>
                    <a:lnTo>
                      <a:pt x="368" y="2"/>
                    </a:lnTo>
                    <a:lnTo>
                      <a:pt x="366" y="4"/>
                    </a:lnTo>
                    <a:lnTo>
                      <a:pt x="364" y="7"/>
                    </a:lnTo>
                    <a:lnTo>
                      <a:pt x="362" y="9"/>
                    </a:lnTo>
                    <a:lnTo>
                      <a:pt x="361" y="12"/>
                    </a:lnTo>
                    <a:lnTo>
                      <a:pt x="361" y="15"/>
                    </a:lnTo>
                    <a:lnTo>
                      <a:pt x="361" y="90"/>
                    </a:lnTo>
                    <a:lnTo>
                      <a:pt x="286" y="90"/>
                    </a:lnTo>
                    <a:lnTo>
                      <a:pt x="283" y="90"/>
                    </a:lnTo>
                    <a:lnTo>
                      <a:pt x="280" y="91"/>
                    </a:lnTo>
                    <a:lnTo>
                      <a:pt x="278" y="92"/>
                    </a:lnTo>
                    <a:lnTo>
                      <a:pt x="276" y="95"/>
                    </a:lnTo>
                    <a:lnTo>
                      <a:pt x="273" y="97"/>
                    </a:lnTo>
                    <a:lnTo>
                      <a:pt x="272" y="99"/>
                    </a:lnTo>
                    <a:lnTo>
                      <a:pt x="271" y="102"/>
                    </a:lnTo>
                    <a:lnTo>
                      <a:pt x="271" y="105"/>
                    </a:lnTo>
                    <a:lnTo>
                      <a:pt x="271" y="782"/>
                    </a:lnTo>
                    <a:lnTo>
                      <a:pt x="210" y="782"/>
                    </a:lnTo>
                    <a:lnTo>
                      <a:pt x="210" y="437"/>
                    </a:lnTo>
                    <a:lnTo>
                      <a:pt x="210" y="434"/>
                    </a:lnTo>
                    <a:lnTo>
                      <a:pt x="209" y="430"/>
                    </a:lnTo>
                    <a:lnTo>
                      <a:pt x="208" y="428"/>
                    </a:lnTo>
                    <a:lnTo>
                      <a:pt x="206" y="426"/>
                    </a:lnTo>
                    <a:lnTo>
                      <a:pt x="204" y="424"/>
                    </a:lnTo>
                    <a:lnTo>
                      <a:pt x="202" y="423"/>
                    </a:lnTo>
                    <a:lnTo>
                      <a:pt x="198" y="422"/>
                    </a:lnTo>
                    <a:lnTo>
                      <a:pt x="195" y="422"/>
                    </a:lnTo>
                    <a:lnTo>
                      <a:pt x="180" y="422"/>
                    </a:lnTo>
                    <a:lnTo>
                      <a:pt x="180" y="376"/>
                    </a:lnTo>
                    <a:lnTo>
                      <a:pt x="180" y="373"/>
                    </a:lnTo>
                    <a:lnTo>
                      <a:pt x="179" y="370"/>
                    </a:lnTo>
                    <a:lnTo>
                      <a:pt x="178" y="368"/>
                    </a:lnTo>
                    <a:lnTo>
                      <a:pt x="176" y="366"/>
                    </a:lnTo>
                    <a:lnTo>
                      <a:pt x="174" y="364"/>
                    </a:lnTo>
                    <a:lnTo>
                      <a:pt x="172" y="363"/>
                    </a:lnTo>
                    <a:lnTo>
                      <a:pt x="168" y="362"/>
                    </a:lnTo>
                    <a:lnTo>
                      <a:pt x="165" y="362"/>
                    </a:lnTo>
                    <a:lnTo>
                      <a:pt x="162" y="362"/>
                    </a:lnTo>
                    <a:lnTo>
                      <a:pt x="160" y="363"/>
                    </a:lnTo>
                    <a:lnTo>
                      <a:pt x="157" y="364"/>
                    </a:lnTo>
                    <a:lnTo>
                      <a:pt x="154" y="366"/>
                    </a:lnTo>
                    <a:lnTo>
                      <a:pt x="153" y="368"/>
                    </a:lnTo>
                    <a:lnTo>
                      <a:pt x="151" y="370"/>
                    </a:lnTo>
                    <a:lnTo>
                      <a:pt x="151" y="373"/>
                    </a:lnTo>
                    <a:lnTo>
                      <a:pt x="150" y="377"/>
                    </a:lnTo>
                    <a:lnTo>
                      <a:pt x="150" y="422"/>
                    </a:lnTo>
                    <a:lnTo>
                      <a:pt x="45" y="422"/>
                    </a:lnTo>
                    <a:lnTo>
                      <a:pt x="42" y="422"/>
                    </a:lnTo>
                    <a:lnTo>
                      <a:pt x="40" y="423"/>
                    </a:lnTo>
                    <a:lnTo>
                      <a:pt x="36" y="424"/>
                    </a:lnTo>
                    <a:lnTo>
                      <a:pt x="34" y="426"/>
                    </a:lnTo>
                    <a:lnTo>
                      <a:pt x="32" y="428"/>
                    </a:lnTo>
                    <a:lnTo>
                      <a:pt x="31" y="430"/>
                    </a:lnTo>
                    <a:lnTo>
                      <a:pt x="30" y="434"/>
                    </a:lnTo>
                    <a:lnTo>
                      <a:pt x="30" y="437"/>
                    </a:lnTo>
                    <a:lnTo>
                      <a:pt x="30" y="782"/>
                    </a:lnTo>
                    <a:lnTo>
                      <a:pt x="15" y="782"/>
                    </a:lnTo>
                    <a:lnTo>
                      <a:pt x="12" y="783"/>
                    </a:lnTo>
                    <a:lnTo>
                      <a:pt x="9" y="784"/>
                    </a:lnTo>
                    <a:lnTo>
                      <a:pt x="6" y="786"/>
                    </a:lnTo>
                    <a:lnTo>
                      <a:pt x="4" y="788"/>
                    </a:lnTo>
                    <a:lnTo>
                      <a:pt x="2" y="790"/>
                    </a:lnTo>
                    <a:lnTo>
                      <a:pt x="1" y="792"/>
                    </a:lnTo>
                    <a:lnTo>
                      <a:pt x="0" y="795"/>
                    </a:lnTo>
                    <a:lnTo>
                      <a:pt x="0" y="798"/>
                    </a:lnTo>
                    <a:lnTo>
                      <a:pt x="0" y="801"/>
                    </a:lnTo>
                    <a:lnTo>
                      <a:pt x="1" y="804"/>
                    </a:lnTo>
                    <a:lnTo>
                      <a:pt x="2" y="806"/>
                    </a:lnTo>
                    <a:lnTo>
                      <a:pt x="4" y="808"/>
                    </a:lnTo>
                    <a:lnTo>
                      <a:pt x="6" y="810"/>
                    </a:lnTo>
                    <a:lnTo>
                      <a:pt x="9" y="811"/>
                    </a:lnTo>
                    <a:lnTo>
                      <a:pt x="12" y="812"/>
                    </a:lnTo>
                    <a:lnTo>
                      <a:pt x="15" y="813"/>
                    </a:lnTo>
                    <a:lnTo>
                      <a:pt x="45" y="812"/>
                    </a:lnTo>
                    <a:lnTo>
                      <a:pt x="195" y="812"/>
                    </a:lnTo>
                    <a:lnTo>
                      <a:pt x="286" y="812"/>
                    </a:lnTo>
                    <a:lnTo>
                      <a:pt x="617" y="812"/>
                    </a:lnTo>
                    <a:lnTo>
                      <a:pt x="708" y="812"/>
                    </a:lnTo>
                    <a:lnTo>
                      <a:pt x="858" y="812"/>
                    </a:lnTo>
                    <a:lnTo>
                      <a:pt x="888" y="812"/>
                    </a:lnTo>
                    <a:lnTo>
                      <a:pt x="891" y="812"/>
                    </a:lnTo>
                    <a:lnTo>
                      <a:pt x="893" y="811"/>
                    </a:lnTo>
                    <a:lnTo>
                      <a:pt x="897" y="810"/>
                    </a:lnTo>
                    <a:lnTo>
                      <a:pt x="899" y="808"/>
                    </a:lnTo>
                    <a:lnTo>
                      <a:pt x="901" y="806"/>
                    </a:lnTo>
                    <a:lnTo>
                      <a:pt x="902" y="804"/>
                    </a:lnTo>
                    <a:lnTo>
                      <a:pt x="903" y="801"/>
                    </a:lnTo>
                    <a:lnTo>
                      <a:pt x="903" y="798"/>
                    </a:lnTo>
                    <a:lnTo>
                      <a:pt x="903" y="795"/>
                    </a:lnTo>
                    <a:lnTo>
                      <a:pt x="902" y="792"/>
                    </a:lnTo>
                    <a:lnTo>
                      <a:pt x="901" y="790"/>
                    </a:lnTo>
                    <a:lnTo>
                      <a:pt x="899" y="788"/>
                    </a:lnTo>
                    <a:lnTo>
                      <a:pt x="897" y="786"/>
                    </a:lnTo>
                    <a:lnTo>
                      <a:pt x="893" y="784"/>
                    </a:lnTo>
                    <a:lnTo>
                      <a:pt x="891" y="783"/>
                    </a:lnTo>
                    <a:lnTo>
                      <a:pt x="888" y="783"/>
                    </a:lnTo>
                    <a:lnTo>
                      <a:pt x="888" y="7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Freeform 276"/>
              <p:cNvSpPr>
                <a:spLocks/>
              </p:cNvSpPr>
              <p:nvPr/>
            </p:nvSpPr>
            <p:spPr bwMode="auto">
              <a:xfrm>
                <a:off x="7160080" y="1754394"/>
                <a:ext cx="82097" cy="19997"/>
              </a:xfrm>
              <a:custGeom>
                <a:avLst/>
                <a:gdLst>
                  <a:gd name="T0" fmla="*/ 15 w 241"/>
                  <a:gd name="T1" fmla="*/ 30 h 30"/>
                  <a:gd name="T2" fmla="*/ 226 w 241"/>
                  <a:gd name="T3" fmla="*/ 30 h 30"/>
                  <a:gd name="T4" fmla="*/ 230 w 241"/>
                  <a:gd name="T5" fmla="*/ 29 h 30"/>
                  <a:gd name="T6" fmla="*/ 232 w 241"/>
                  <a:gd name="T7" fmla="*/ 29 h 30"/>
                  <a:gd name="T8" fmla="*/ 235 w 241"/>
                  <a:gd name="T9" fmla="*/ 27 h 30"/>
                  <a:gd name="T10" fmla="*/ 237 w 241"/>
                  <a:gd name="T11" fmla="*/ 26 h 30"/>
                  <a:gd name="T12" fmla="*/ 239 w 241"/>
                  <a:gd name="T13" fmla="*/ 23 h 30"/>
                  <a:gd name="T14" fmla="*/ 240 w 241"/>
                  <a:gd name="T15" fmla="*/ 21 h 30"/>
                  <a:gd name="T16" fmla="*/ 241 w 241"/>
                  <a:gd name="T17" fmla="*/ 18 h 30"/>
                  <a:gd name="T18" fmla="*/ 241 w 241"/>
                  <a:gd name="T19" fmla="*/ 15 h 30"/>
                  <a:gd name="T20" fmla="*/ 241 w 241"/>
                  <a:gd name="T21" fmla="*/ 12 h 30"/>
                  <a:gd name="T22" fmla="*/ 240 w 241"/>
                  <a:gd name="T23" fmla="*/ 9 h 30"/>
                  <a:gd name="T24" fmla="*/ 239 w 241"/>
                  <a:gd name="T25" fmla="*/ 7 h 30"/>
                  <a:gd name="T26" fmla="*/ 237 w 241"/>
                  <a:gd name="T27" fmla="*/ 5 h 30"/>
                  <a:gd name="T28" fmla="*/ 235 w 241"/>
                  <a:gd name="T29" fmla="*/ 3 h 30"/>
                  <a:gd name="T30" fmla="*/ 232 w 241"/>
                  <a:gd name="T31" fmla="*/ 1 h 30"/>
                  <a:gd name="T32" fmla="*/ 230 w 241"/>
                  <a:gd name="T33" fmla="*/ 0 h 30"/>
                  <a:gd name="T34" fmla="*/ 226 w 241"/>
                  <a:gd name="T35" fmla="*/ 0 h 30"/>
                  <a:gd name="T36" fmla="*/ 15 w 241"/>
                  <a:gd name="T37" fmla="*/ 0 h 30"/>
                  <a:gd name="T38" fmla="*/ 13 w 241"/>
                  <a:gd name="T39" fmla="*/ 0 h 30"/>
                  <a:gd name="T40" fmla="*/ 10 w 241"/>
                  <a:gd name="T41" fmla="*/ 1 h 30"/>
                  <a:gd name="T42" fmla="*/ 8 w 241"/>
                  <a:gd name="T43" fmla="*/ 3 h 30"/>
                  <a:gd name="T44" fmla="*/ 4 w 241"/>
                  <a:gd name="T45" fmla="*/ 5 h 30"/>
                  <a:gd name="T46" fmla="*/ 3 w 241"/>
                  <a:gd name="T47" fmla="*/ 7 h 30"/>
                  <a:gd name="T48" fmla="*/ 1 w 241"/>
                  <a:gd name="T49" fmla="*/ 9 h 30"/>
                  <a:gd name="T50" fmla="*/ 1 w 241"/>
                  <a:gd name="T51" fmla="*/ 12 h 30"/>
                  <a:gd name="T52" fmla="*/ 0 w 241"/>
                  <a:gd name="T53" fmla="*/ 15 h 30"/>
                  <a:gd name="T54" fmla="*/ 1 w 241"/>
                  <a:gd name="T55" fmla="*/ 18 h 30"/>
                  <a:gd name="T56" fmla="*/ 1 w 241"/>
                  <a:gd name="T57" fmla="*/ 21 h 30"/>
                  <a:gd name="T58" fmla="*/ 3 w 241"/>
                  <a:gd name="T59" fmla="*/ 23 h 30"/>
                  <a:gd name="T60" fmla="*/ 4 w 241"/>
                  <a:gd name="T61" fmla="*/ 26 h 30"/>
                  <a:gd name="T62" fmla="*/ 8 w 241"/>
                  <a:gd name="T63" fmla="*/ 27 h 30"/>
                  <a:gd name="T64" fmla="*/ 10 w 241"/>
                  <a:gd name="T65" fmla="*/ 29 h 30"/>
                  <a:gd name="T66" fmla="*/ 13 w 241"/>
                  <a:gd name="T67" fmla="*/ 29 h 30"/>
                  <a:gd name="T68" fmla="*/ 15 w 241"/>
                  <a:gd name="T69" fmla="*/ 30 h 30"/>
                  <a:gd name="T70" fmla="*/ 15 w 241"/>
                  <a:gd name="T7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1" h="30">
                    <a:moveTo>
                      <a:pt x="15" y="30"/>
                    </a:moveTo>
                    <a:lnTo>
                      <a:pt x="226" y="30"/>
                    </a:lnTo>
                    <a:lnTo>
                      <a:pt x="230" y="29"/>
                    </a:lnTo>
                    <a:lnTo>
                      <a:pt x="232" y="29"/>
                    </a:lnTo>
                    <a:lnTo>
                      <a:pt x="235" y="27"/>
                    </a:lnTo>
                    <a:lnTo>
                      <a:pt x="237" y="26"/>
                    </a:lnTo>
                    <a:lnTo>
                      <a:pt x="239" y="23"/>
                    </a:lnTo>
                    <a:lnTo>
                      <a:pt x="240" y="21"/>
                    </a:lnTo>
                    <a:lnTo>
                      <a:pt x="241" y="18"/>
                    </a:lnTo>
                    <a:lnTo>
                      <a:pt x="241" y="15"/>
                    </a:lnTo>
                    <a:lnTo>
                      <a:pt x="241" y="12"/>
                    </a:lnTo>
                    <a:lnTo>
                      <a:pt x="240" y="9"/>
                    </a:lnTo>
                    <a:lnTo>
                      <a:pt x="239" y="7"/>
                    </a:lnTo>
                    <a:lnTo>
                      <a:pt x="237" y="5"/>
                    </a:lnTo>
                    <a:lnTo>
                      <a:pt x="235" y="3"/>
                    </a:lnTo>
                    <a:lnTo>
                      <a:pt x="232" y="1"/>
                    </a:lnTo>
                    <a:lnTo>
                      <a:pt x="230" y="0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0" y="1"/>
                    </a:lnTo>
                    <a:lnTo>
                      <a:pt x="8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1" y="18"/>
                    </a:lnTo>
                    <a:lnTo>
                      <a:pt x="1" y="21"/>
                    </a:lnTo>
                    <a:lnTo>
                      <a:pt x="3" y="23"/>
                    </a:lnTo>
                    <a:lnTo>
                      <a:pt x="4" y="26"/>
                    </a:lnTo>
                    <a:lnTo>
                      <a:pt x="8" y="27"/>
                    </a:lnTo>
                    <a:lnTo>
                      <a:pt x="10" y="29"/>
                    </a:lnTo>
                    <a:lnTo>
                      <a:pt x="13" y="29"/>
                    </a:lnTo>
                    <a:lnTo>
                      <a:pt x="15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277"/>
              <p:cNvSpPr>
                <a:spLocks/>
              </p:cNvSpPr>
              <p:nvPr/>
            </p:nvSpPr>
            <p:spPr bwMode="auto">
              <a:xfrm>
                <a:off x="7160080" y="1694402"/>
                <a:ext cx="120195" cy="19997"/>
              </a:xfrm>
              <a:custGeom>
                <a:avLst/>
                <a:gdLst>
                  <a:gd name="T0" fmla="*/ 15 w 241"/>
                  <a:gd name="T1" fmla="*/ 31 h 31"/>
                  <a:gd name="T2" fmla="*/ 226 w 241"/>
                  <a:gd name="T3" fmla="*/ 31 h 31"/>
                  <a:gd name="T4" fmla="*/ 230 w 241"/>
                  <a:gd name="T5" fmla="*/ 30 h 31"/>
                  <a:gd name="T6" fmla="*/ 232 w 241"/>
                  <a:gd name="T7" fmla="*/ 29 h 31"/>
                  <a:gd name="T8" fmla="*/ 235 w 241"/>
                  <a:gd name="T9" fmla="*/ 28 h 31"/>
                  <a:gd name="T10" fmla="*/ 237 w 241"/>
                  <a:gd name="T11" fmla="*/ 26 h 31"/>
                  <a:gd name="T12" fmla="*/ 239 w 241"/>
                  <a:gd name="T13" fmla="*/ 24 h 31"/>
                  <a:gd name="T14" fmla="*/ 240 w 241"/>
                  <a:gd name="T15" fmla="*/ 22 h 31"/>
                  <a:gd name="T16" fmla="*/ 241 w 241"/>
                  <a:gd name="T17" fmla="*/ 18 h 31"/>
                  <a:gd name="T18" fmla="*/ 241 w 241"/>
                  <a:gd name="T19" fmla="*/ 16 h 31"/>
                  <a:gd name="T20" fmla="*/ 241 w 241"/>
                  <a:gd name="T21" fmla="*/ 13 h 31"/>
                  <a:gd name="T22" fmla="*/ 240 w 241"/>
                  <a:gd name="T23" fmla="*/ 10 h 31"/>
                  <a:gd name="T24" fmla="*/ 239 w 241"/>
                  <a:gd name="T25" fmla="*/ 8 h 31"/>
                  <a:gd name="T26" fmla="*/ 237 w 241"/>
                  <a:gd name="T27" fmla="*/ 6 h 31"/>
                  <a:gd name="T28" fmla="*/ 235 w 241"/>
                  <a:gd name="T29" fmla="*/ 3 h 31"/>
                  <a:gd name="T30" fmla="*/ 232 w 241"/>
                  <a:gd name="T31" fmla="*/ 2 h 31"/>
                  <a:gd name="T32" fmla="*/ 230 w 241"/>
                  <a:gd name="T33" fmla="*/ 1 h 31"/>
                  <a:gd name="T34" fmla="*/ 226 w 241"/>
                  <a:gd name="T35" fmla="*/ 0 h 31"/>
                  <a:gd name="T36" fmla="*/ 15 w 241"/>
                  <a:gd name="T37" fmla="*/ 0 h 31"/>
                  <a:gd name="T38" fmla="*/ 13 w 241"/>
                  <a:gd name="T39" fmla="*/ 1 h 31"/>
                  <a:gd name="T40" fmla="*/ 10 w 241"/>
                  <a:gd name="T41" fmla="*/ 2 h 31"/>
                  <a:gd name="T42" fmla="*/ 8 w 241"/>
                  <a:gd name="T43" fmla="*/ 3 h 31"/>
                  <a:gd name="T44" fmla="*/ 4 w 241"/>
                  <a:gd name="T45" fmla="*/ 6 h 31"/>
                  <a:gd name="T46" fmla="*/ 3 w 241"/>
                  <a:gd name="T47" fmla="*/ 8 h 31"/>
                  <a:gd name="T48" fmla="*/ 1 w 241"/>
                  <a:gd name="T49" fmla="*/ 10 h 31"/>
                  <a:gd name="T50" fmla="*/ 1 w 241"/>
                  <a:gd name="T51" fmla="*/ 13 h 31"/>
                  <a:gd name="T52" fmla="*/ 0 w 241"/>
                  <a:gd name="T53" fmla="*/ 16 h 31"/>
                  <a:gd name="T54" fmla="*/ 1 w 241"/>
                  <a:gd name="T55" fmla="*/ 18 h 31"/>
                  <a:gd name="T56" fmla="*/ 1 w 241"/>
                  <a:gd name="T57" fmla="*/ 22 h 31"/>
                  <a:gd name="T58" fmla="*/ 3 w 241"/>
                  <a:gd name="T59" fmla="*/ 24 h 31"/>
                  <a:gd name="T60" fmla="*/ 4 w 241"/>
                  <a:gd name="T61" fmla="*/ 26 h 31"/>
                  <a:gd name="T62" fmla="*/ 8 w 241"/>
                  <a:gd name="T63" fmla="*/ 28 h 31"/>
                  <a:gd name="T64" fmla="*/ 10 w 241"/>
                  <a:gd name="T65" fmla="*/ 29 h 31"/>
                  <a:gd name="T66" fmla="*/ 13 w 241"/>
                  <a:gd name="T67" fmla="*/ 30 h 31"/>
                  <a:gd name="T68" fmla="*/ 15 w 241"/>
                  <a:gd name="T69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1" h="31">
                    <a:moveTo>
                      <a:pt x="15" y="31"/>
                    </a:moveTo>
                    <a:lnTo>
                      <a:pt x="226" y="31"/>
                    </a:lnTo>
                    <a:lnTo>
                      <a:pt x="230" y="30"/>
                    </a:lnTo>
                    <a:lnTo>
                      <a:pt x="232" y="29"/>
                    </a:lnTo>
                    <a:lnTo>
                      <a:pt x="235" y="28"/>
                    </a:lnTo>
                    <a:lnTo>
                      <a:pt x="237" y="26"/>
                    </a:lnTo>
                    <a:lnTo>
                      <a:pt x="239" y="24"/>
                    </a:lnTo>
                    <a:lnTo>
                      <a:pt x="240" y="22"/>
                    </a:lnTo>
                    <a:lnTo>
                      <a:pt x="241" y="18"/>
                    </a:lnTo>
                    <a:lnTo>
                      <a:pt x="241" y="16"/>
                    </a:lnTo>
                    <a:lnTo>
                      <a:pt x="241" y="13"/>
                    </a:lnTo>
                    <a:lnTo>
                      <a:pt x="240" y="10"/>
                    </a:lnTo>
                    <a:lnTo>
                      <a:pt x="239" y="8"/>
                    </a:lnTo>
                    <a:lnTo>
                      <a:pt x="237" y="6"/>
                    </a:lnTo>
                    <a:lnTo>
                      <a:pt x="235" y="3"/>
                    </a:lnTo>
                    <a:lnTo>
                      <a:pt x="232" y="2"/>
                    </a:lnTo>
                    <a:lnTo>
                      <a:pt x="230" y="1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1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4" y="6"/>
                    </a:lnTo>
                    <a:lnTo>
                      <a:pt x="3" y="8"/>
                    </a:lnTo>
                    <a:lnTo>
                      <a:pt x="1" y="10"/>
                    </a:lnTo>
                    <a:lnTo>
                      <a:pt x="1" y="13"/>
                    </a:lnTo>
                    <a:lnTo>
                      <a:pt x="0" y="16"/>
                    </a:lnTo>
                    <a:lnTo>
                      <a:pt x="1" y="18"/>
                    </a:lnTo>
                    <a:lnTo>
                      <a:pt x="1" y="22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8" y="28"/>
                    </a:lnTo>
                    <a:lnTo>
                      <a:pt x="10" y="29"/>
                    </a:lnTo>
                    <a:lnTo>
                      <a:pt x="13" y="30"/>
                    </a:lnTo>
                    <a:lnTo>
                      <a:pt x="1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278"/>
              <p:cNvSpPr>
                <a:spLocks/>
              </p:cNvSpPr>
              <p:nvPr/>
            </p:nvSpPr>
            <p:spPr bwMode="auto">
              <a:xfrm>
                <a:off x="7160080" y="1814386"/>
                <a:ext cx="56072" cy="19997"/>
              </a:xfrm>
              <a:custGeom>
                <a:avLst/>
                <a:gdLst>
                  <a:gd name="T0" fmla="*/ 15 w 241"/>
                  <a:gd name="T1" fmla="*/ 31 h 31"/>
                  <a:gd name="T2" fmla="*/ 226 w 241"/>
                  <a:gd name="T3" fmla="*/ 31 h 31"/>
                  <a:gd name="T4" fmla="*/ 230 w 241"/>
                  <a:gd name="T5" fmla="*/ 31 h 31"/>
                  <a:gd name="T6" fmla="*/ 232 w 241"/>
                  <a:gd name="T7" fmla="*/ 29 h 31"/>
                  <a:gd name="T8" fmla="*/ 235 w 241"/>
                  <a:gd name="T9" fmla="*/ 27 h 31"/>
                  <a:gd name="T10" fmla="*/ 237 w 241"/>
                  <a:gd name="T11" fmla="*/ 26 h 31"/>
                  <a:gd name="T12" fmla="*/ 239 w 241"/>
                  <a:gd name="T13" fmla="*/ 24 h 31"/>
                  <a:gd name="T14" fmla="*/ 240 w 241"/>
                  <a:gd name="T15" fmla="*/ 21 h 31"/>
                  <a:gd name="T16" fmla="*/ 241 w 241"/>
                  <a:gd name="T17" fmla="*/ 19 h 31"/>
                  <a:gd name="T18" fmla="*/ 241 w 241"/>
                  <a:gd name="T19" fmla="*/ 16 h 31"/>
                  <a:gd name="T20" fmla="*/ 241 w 241"/>
                  <a:gd name="T21" fmla="*/ 12 h 31"/>
                  <a:gd name="T22" fmla="*/ 240 w 241"/>
                  <a:gd name="T23" fmla="*/ 9 h 31"/>
                  <a:gd name="T24" fmla="*/ 239 w 241"/>
                  <a:gd name="T25" fmla="*/ 7 h 31"/>
                  <a:gd name="T26" fmla="*/ 237 w 241"/>
                  <a:gd name="T27" fmla="*/ 5 h 31"/>
                  <a:gd name="T28" fmla="*/ 235 w 241"/>
                  <a:gd name="T29" fmla="*/ 3 h 31"/>
                  <a:gd name="T30" fmla="*/ 232 w 241"/>
                  <a:gd name="T31" fmla="*/ 2 h 31"/>
                  <a:gd name="T32" fmla="*/ 230 w 241"/>
                  <a:gd name="T33" fmla="*/ 0 h 31"/>
                  <a:gd name="T34" fmla="*/ 226 w 241"/>
                  <a:gd name="T35" fmla="*/ 0 h 31"/>
                  <a:gd name="T36" fmla="*/ 15 w 241"/>
                  <a:gd name="T37" fmla="*/ 0 h 31"/>
                  <a:gd name="T38" fmla="*/ 13 w 241"/>
                  <a:gd name="T39" fmla="*/ 0 h 31"/>
                  <a:gd name="T40" fmla="*/ 10 w 241"/>
                  <a:gd name="T41" fmla="*/ 2 h 31"/>
                  <a:gd name="T42" fmla="*/ 8 w 241"/>
                  <a:gd name="T43" fmla="*/ 3 h 31"/>
                  <a:gd name="T44" fmla="*/ 4 w 241"/>
                  <a:gd name="T45" fmla="*/ 5 h 31"/>
                  <a:gd name="T46" fmla="*/ 3 w 241"/>
                  <a:gd name="T47" fmla="*/ 7 h 31"/>
                  <a:gd name="T48" fmla="*/ 1 w 241"/>
                  <a:gd name="T49" fmla="*/ 9 h 31"/>
                  <a:gd name="T50" fmla="*/ 1 w 241"/>
                  <a:gd name="T51" fmla="*/ 12 h 31"/>
                  <a:gd name="T52" fmla="*/ 0 w 241"/>
                  <a:gd name="T53" fmla="*/ 16 h 31"/>
                  <a:gd name="T54" fmla="*/ 1 w 241"/>
                  <a:gd name="T55" fmla="*/ 19 h 31"/>
                  <a:gd name="T56" fmla="*/ 1 w 241"/>
                  <a:gd name="T57" fmla="*/ 21 h 31"/>
                  <a:gd name="T58" fmla="*/ 3 w 241"/>
                  <a:gd name="T59" fmla="*/ 24 h 31"/>
                  <a:gd name="T60" fmla="*/ 4 w 241"/>
                  <a:gd name="T61" fmla="*/ 26 h 31"/>
                  <a:gd name="T62" fmla="*/ 8 w 241"/>
                  <a:gd name="T63" fmla="*/ 27 h 31"/>
                  <a:gd name="T64" fmla="*/ 10 w 241"/>
                  <a:gd name="T65" fmla="*/ 29 h 31"/>
                  <a:gd name="T66" fmla="*/ 13 w 241"/>
                  <a:gd name="T67" fmla="*/ 31 h 31"/>
                  <a:gd name="T68" fmla="*/ 15 w 241"/>
                  <a:gd name="T69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1" h="31">
                    <a:moveTo>
                      <a:pt x="15" y="31"/>
                    </a:moveTo>
                    <a:lnTo>
                      <a:pt x="226" y="31"/>
                    </a:lnTo>
                    <a:lnTo>
                      <a:pt x="230" y="31"/>
                    </a:lnTo>
                    <a:lnTo>
                      <a:pt x="232" y="29"/>
                    </a:lnTo>
                    <a:lnTo>
                      <a:pt x="235" y="27"/>
                    </a:lnTo>
                    <a:lnTo>
                      <a:pt x="237" y="26"/>
                    </a:lnTo>
                    <a:lnTo>
                      <a:pt x="239" y="24"/>
                    </a:lnTo>
                    <a:lnTo>
                      <a:pt x="240" y="21"/>
                    </a:lnTo>
                    <a:lnTo>
                      <a:pt x="241" y="19"/>
                    </a:lnTo>
                    <a:lnTo>
                      <a:pt x="241" y="16"/>
                    </a:lnTo>
                    <a:lnTo>
                      <a:pt x="241" y="12"/>
                    </a:lnTo>
                    <a:lnTo>
                      <a:pt x="240" y="9"/>
                    </a:lnTo>
                    <a:lnTo>
                      <a:pt x="239" y="7"/>
                    </a:lnTo>
                    <a:lnTo>
                      <a:pt x="237" y="5"/>
                    </a:lnTo>
                    <a:lnTo>
                      <a:pt x="235" y="3"/>
                    </a:lnTo>
                    <a:lnTo>
                      <a:pt x="232" y="2"/>
                    </a:lnTo>
                    <a:lnTo>
                      <a:pt x="230" y="0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6"/>
                    </a:lnTo>
                    <a:lnTo>
                      <a:pt x="1" y="19"/>
                    </a:lnTo>
                    <a:lnTo>
                      <a:pt x="1" y="21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8" y="27"/>
                    </a:lnTo>
                    <a:lnTo>
                      <a:pt x="10" y="29"/>
                    </a:lnTo>
                    <a:lnTo>
                      <a:pt x="13" y="31"/>
                    </a:lnTo>
                    <a:lnTo>
                      <a:pt x="1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34" name="Isosceles Triangle 83"/>
          <p:cNvSpPr/>
          <p:nvPr userDrawn="1"/>
        </p:nvSpPr>
        <p:spPr>
          <a:xfrm rot="16200000">
            <a:off x="6362758" y="940786"/>
            <a:ext cx="895734" cy="8060973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415" y="3077178"/>
            <a:ext cx="7515737" cy="1335682"/>
          </a:xfr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7200" b="1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  <a:cs typeface="Lato" panose="020F0502020204030203" pitchFamily="34" charset="0"/>
              </a:defRPr>
            </a:lvl1pPr>
          </a:lstStyle>
          <a:p>
            <a:pPr marL="0" lvl="0"/>
            <a:r>
              <a:rPr lang="en-US" dirty="0" smtClean="0"/>
              <a:t>Click to edit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1028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C3539-38D5-441B-97C1-7AD86DC54718}" type="datetime1">
              <a:rPr lang="en-US" smtClean="0"/>
              <a:t>5/26/2021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BD1998F-EBA5-4829-909A-1F92AEA0CC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638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 userDrawn="1"/>
        </p:nvSpPr>
        <p:spPr>
          <a:xfrm>
            <a:off x="1836552" y="1259157"/>
            <a:ext cx="5905498" cy="314006"/>
          </a:xfrm>
          <a:prstGeom prst="ellipse">
            <a:avLst/>
          </a:prstGeom>
          <a:gradFill flip="none" rotWithShape="1">
            <a:gsLst>
              <a:gs pos="0">
                <a:schemeClr val="tx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 userDrawn="1"/>
        </p:nvSpPr>
        <p:spPr>
          <a:xfrm>
            <a:off x="1195204" y="-3174"/>
            <a:ext cx="6546847" cy="1416337"/>
          </a:xfrm>
          <a:custGeom>
            <a:avLst/>
            <a:gdLst>
              <a:gd name="connsiteX0" fmla="*/ 736598 w 6261097"/>
              <a:gd name="connsiteY0" fmla="*/ 0 h 1390796"/>
              <a:gd name="connsiteX1" fmla="*/ 6261097 w 6261097"/>
              <a:gd name="connsiteY1" fmla="*/ 0 h 1390796"/>
              <a:gd name="connsiteX2" fmla="*/ 6261097 w 6261097"/>
              <a:gd name="connsiteY2" fmla="*/ 1390795 h 1390796"/>
              <a:gd name="connsiteX3" fmla="*/ 736599 w 6261097"/>
              <a:gd name="connsiteY3" fmla="*/ 1390795 h 1390796"/>
              <a:gd name="connsiteX4" fmla="*/ 736599 w 6261097"/>
              <a:gd name="connsiteY4" fmla="*/ 1390796 h 1390796"/>
              <a:gd name="connsiteX5" fmla="*/ 314431 w 6261097"/>
              <a:gd name="connsiteY5" fmla="*/ 1390796 h 1390796"/>
              <a:gd name="connsiteX6" fmla="*/ 314431 w 6261097"/>
              <a:gd name="connsiteY6" fmla="*/ 302647 h 1390796"/>
              <a:gd name="connsiteX7" fmla="*/ 0 w 6261097"/>
              <a:gd name="connsiteY7" fmla="*/ 2 h 1390796"/>
              <a:gd name="connsiteX8" fmla="*/ 361237 w 6261097"/>
              <a:gd name="connsiteY8" fmla="*/ 2 h 1390796"/>
              <a:gd name="connsiteX9" fmla="*/ 736598 w 6261097"/>
              <a:gd name="connsiteY9" fmla="*/ 2 h 1390796"/>
              <a:gd name="connsiteX0" fmla="*/ 736598 w 6261097"/>
              <a:gd name="connsiteY0" fmla="*/ 0 h 1390796"/>
              <a:gd name="connsiteX1" fmla="*/ 6261097 w 6261097"/>
              <a:gd name="connsiteY1" fmla="*/ 0 h 1390796"/>
              <a:gd name="connsiteX2" fmla="*/ 6261097 w 6261097"/>
              <a:gd name="connsiteY2" fmla="*/ 1390795 h 1390796"/>
              <a:gd name="connsiteX3" fmla="*/ 736599 w 6261097"/>
              <a:gd name="connsiteY3" fmla="*/ 1390795 h 1390796"/>
              <a:gd name="connsiteX4" fmla="*/ 736599 w 6261097"/>
              <a:gd name="connsiteY4" fmla="*/ 1390796 h 1390796"/>
              <a:gd name="connsiteX5" fmla="*/ 314431 w 6261097"/>
              <a:gd name="connsiteY5" fmla="*/ 1390796 h 1390796"/>
              <a:gd name="connsiteX6" fmla="*/ 312921 w 6261097"/>
              <a:gd name="connsiteY6" fmla="*/ 740565 h 1390796"/>
              <a:gd name="connsiteX7" fmla="*/ 314431 w 6261097"/>
              <a:gd name="connsiteY7" fmla="*/ 302647 h 1390796"/>
              <a:gd name="connsiteX8" fmla="*/ 0 w 6261097"/>
              <a:gd name="connsiteY8" fmla="*/ 2 h 1390796"/>
              <a:gd name="connsiteX9" fmla="*/ 361237 w 6261097"/>
              <a:gd name="connsiteY9" fmla="*/ 2 h 1390796"/>
              <a:gd name="connsiteX10" fmla="*/ 736598 w 6261097"/>
              <a:gd name="connsiteY10" fmla="*/ 2 h 1390796"/>
              <a:gd name="connsiteX11" fmla="*/ 736598 w 6261097"/>
              <a:gd name="connsiteY11" fmla="*/ 0 h 1390796"/>
              <a:gd name="connsiteX0" fmla="*/ 1022348 w 6546847"/>
              <a:gd name="connsiteY0" fmla="*/ 3123 h 1393919"/>
              <a:gd name="connsiteX1" fmla="*/ 6546847 w 6546847"/>
              <a:gd name="connsiteY1" fmla="*/ 3123 h 1393919"/>
              <a:gd name="connsiteX2" fmla="*/ 6546847 w 6546847"/>
              <a:gd name="connsiteY2" fmla="*/ 1393918 h 1393919"/>
              <a:gd name="connsiteX3" fmla="*/ 1022349 w 6546847"/>
              <a:gd name="connsiteY3" fmla="*/ 1393918 h 1393919"/>
              <a:gd name="connsiteX4" fmla="*/ 1022349 w 6546847"/>
              <a:gd name="connsiteY4" fmla="*/ 1393919 h 1393919"/>
              <a:gd name="connsiteX5" fmla="*/ 600181 w 6546847"/>
              <a:gd name="connsiteY5" fmla="*/ 1393919 h 1393919"/>
              <a:gd name="connsiteX6" fmla="*/ 598671 w 6546847"/>
              <a:gd name="connsiteY6" fmla="*/ 743688 h 1393919"/>
              <a:gd name="connsiteX7" fmla="*/ 600181 w 6546847"/>
              <a:gd name="connsiteY7" fmla="*/ 305770 h 1393919"/>
              <a:gd name="connsiteX8" fmla="*/ 0 w 6546847"/>
              <a:gd name="connsiteY8" fmla="*/ 0 h 1393919"/>
              <a:gd name="connsiteX9" fmla="*/ 646987 w 6546847"/>
              <a:gd name="connsiteY9" fmla="*/ 3125 h 1393919"/>
              <a:gd name="connsiteX10" fmla="*/ 1022348 w 6546847"/>
              <a:gd name="connsiteY10" fmla="*/ 3125 h 1393919"/>
              <a:gd name="connsiteX11" fmla="*/ 1022348 w 6546847"/>
              <a:gd name="connsiteY11" fmla="*/ 3123 h 1393919"/>
              <a:gd name="connsiteX0" fmla="*/ 1022442 w 6546941"/>
              <a:gd name="connsiteY0" fmla="*/ 3123 h 1393919"/>
              <a:gd name="connsiteX1" fmla="*/ 6546941 w 6546941"/>
              <a:gd name="connsiteY1" fmla="*/ 3123 h 1393919"/>
              <a:gd name="connsiteX2" fmla="*/ 6546941 w 6546941"/>
              <a:gd name="connsiteY2" fmla="*/ 1393918 h 1393919"/>
              <a:gd name="connsiteX3" fmla="*/ 1022443 w 6546941"/>
              <a:gd name="connsiteY3" fmla="*/ 1393918 h 1393919"/>
              <a:gd name="connsiteX4" fmla="*/ 1022443 w 6546941"/>
              <a:gd name="connsiteY4" fmla="*/ 1393919 h 1393919"/>
              <a:gd name="connsiteX5" fmla="*/ 600275 w 6546941"/>
              <a:gd name="connsiteY5" fmla="*/ 1393919 h 1393919"/>
              <a:gd name="connsiteX6" fmla="*/ 598765 w 6546941"/>
              <a:gd name="connsiteY6" fmla="*/ 743688 h 1393919"/>
              <a:gd name="connsiteX7" fmla="*/ 94 w 6546941"/>
              <a:gd name="connsiteY7" fmla="*/ 0 h 1393919"/>
              <a:gd name="connsiteX8" fmla="*/ 647081 w 6546941"/>
              <a:gd name="connsiteY8" fmla="*/ 3125 h 1393919"/>
              <a:gd name="connsiteX9" fmla="*/ 1022442 w 6546941"/>
              <a:gd name="connsiteY9" fmla="*/ 3125 h 1393919"/>
              <a:gd name="connsiteX10" fmla="*/ 1022442 w 6546941"/>
              <a:gd name="connsiteY10" fmla="*/ 3123 h 1393919"/>
              <a:gd name="connsiteX0" fmla="*/ 1022348 w 6546847"/>
              <a:gd name="connsiteY0" fmla="*/ 3123 h 1393919"/>
              <a:gd name="connsiteX1" fmla="*/ 6546847 w 6546847"/>
              <a:gd name="connsiteY1" fmla="*/ 3123 h 1393919"/>
              <a:gd name="connsiteX2" fmla="*/ 6546847 w 6546847"/>
              <a:gd name="connsiteY2" fmla="*/ 1393918 h 1393919"/>
              <a:gd name="connsiteX3" fmla="*/ 1022349 w 6546847"/>
              <a:gd name="connsiteY3" fmla="*/ 1393918 h 1393919"/>
              <a:gd name="connsiteX4" fmla="*/ 1022349 w 6546847"/>
              <a:gd name="connsiteY4" fmla="*/ 1393919 h 1393919"/>
              <a:gd name="connsiteX5" fmla="*/ 600181 w 6546847"/>
              <a:gd name="connsiteY5" fmla="*/ 1393919 h 1393919"/>
              <a:gd name="connsiteX6" fmla="*/ 598671 w 6546847"/>
              <a:gd name="connsiteY6" fmla="*/ 743688 h 1393919"/>
              <a:gd name="connsiteX7" fmla="*/ 0 w 6546847"/>
              <a:gd name="connsiteY7" fmla="*/ 0 h 1393919"/>
              <a:gd name="connsiteX8" fmla="*/ 646987 w 6546847"/>
              <a:gd name="connsiteY8" fmla="*/ 3125 h 1393919"/>
              <a:gd name="connsiteX9" fmla="*/ 1022348 w 6546847"/>
              <a:gd name="connsiteY9" fmla="*/ 3125 h 1393919"/>
              <a:gd name="connsiteX10" fmla="*/ 1022348 w 6546847"/>
              <a:gd name="connsiteY10" fmla="*/ 3123 h 1393919"/>
              <a:gd name="connsiteX0" fmla="*/ 1022348 w 6546847"/>
              <a:gd name="connsiteY0" fmla="*/ 3123 h 1393919"/>
              <a:gd name="connsiteX1" fmla="*/ 6546847 w 6546847"/>
              <a:gd name="connsiteY1" fmla="*/ 3123 h 1393919"/>
              <a:gd name="connsiteX2" fmla="*/ 6546847 w 6546847"/>
              <a:gd name="connsiteY2" fmla="*/ 1393918 h 1393919"/>
              <a:gd name="connsiteX3" fmla="*/ 1022349 w 6546847"/>
              <a:gd name="connsiteY3" fmla="*/ 1393918 h 1393919"/>
              <a:gd name="connsiteX4" fmla="*/ 1022349 w 6546847"/>
              <a:gd name="connsiteY4" fmla="*/ 1393919 h 1393919"/>
              <a:gd name="connsiteX5" fmla="*/ 600181 w 6546847"/>
              <a:gd name="connsiteY5" fmla="*/ 1393919 h 1393919"/>
              <a:gd name="connsiteX6" fmla="*/ 598671 w 6546847"/>
              <a:gd name="connsiteY6" fmla="*/ 743688 h 1393919"/>
              <a:gd name="connsiteX7" fmla="*/ 0 w 6546847"/>
              <a:gd name="connsiteY7" fmla="*/ 0 h 1393919"/>
              <a:gd name="connsiteX8" fmla="*/ 646987 w 6546847"/>
              <a:gd name="connsiteY8" fmla="*/ 3125 h 1393919"/>
              <a:gd name="connsiteX9" fmla="*/ 1022348 w 6546847"/>
              <a:gd name="connsiteY9" fmla="*/ 3125 h 1393919"/>
              <a:gd name="connsiteX10" fmla="*/ 1022348 w 6546847"/>
              <a:gd name="connsiteY10" fmla="*/ 3123 h 1393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46847" h="1393919">
                <a:moveTo>
                  <a:pt x="1022348" y="3123"/>
                </a:moveTo>
                <a:lnTo>
                  <a:pt x="6546847" y="3123"/>
                </a:lnTo>
                <a:lnTo>
                  <a:pt x="6546847" y="1393918"/>
                </a:lnTo>
                <a:lnTo>
                  <a:pt x="1022349" y="1393918"/>
                </a:lnTo>
                <a:lnTo>
                  <a:pt x="1022349" y="1393919"/>
                </a:lnTo>
                <a:lnTo>
                  <a:pt x="600181" y="1393919"/>
                </a:lnTo>
                <a:cubicBezTo>
                  <a:pt x="599678" y="1177175"/>
                  <a:pt x="599174" y="960432"/>
                  <a:pt x="598671" y="743688"/>
                </a:cubicBezTo>
                <a:cubicBezTo>
                  <a:pt x="587541" y="739474"/>
                  <a:pt x="7822" y="10936"/>
                  <a:pt x="0" y="0"/>
                </a:cubicBezTo>
                <a:lnTo>
                  <a:pt x="646987" y="3125"/>
                </a:lnTo>
                <a:lnTo>
                  <a:pt x="1022348" y="3125"/>
                </a:lnTo>
                <a:lnTo>
                  <a:pt x="1022348" y="31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 userDrawn="1">
            <p:custDataLst>
              <p:tags r:id="rId37"/>
            </p:custDataLst>
          </p:nvPr>
        </p:nvSpPr>
        <p:spPr>
          <a:xfrm>
            <a:off x="1222923" y="-2"/>
            <a:ext cx="6519127" cy="839457"/>
          </a:xfrm>
          <a:custGeom>
            <a:avLst/>
            <a:gdLst>
              <a:gd name="connsiteX0" fmla="*/ 368299 w 6629398"/>
              <a:gd name="connsiteY0" fmla="*/ 0 h 547112"/>
              <a:gd name="connsiteX1" fmla="*/ 6629398 w 6629398"/>
              <a:gd name="connsiteY1" fmla="*/ 0 h 547112"/>
              <a:gd name="connsiteX2" fmla="*/ 6629398 w 6629398"/>
              <a:gd name="connsiteY2" fmla="*/ 547112 h 547112"/>
              <a:gd name="connsiteX3" fmla="*/ 314431 w 6629398"/>
              <a:gd name="connsiteY3" fmla="*/ 547112 h 547112"/>
              <a:gd name="connsiteX4" fmla="*/ 314431 w 6629398"/>
              <a:gd name="connsiteY4" fmla="*/ 302648 h 547112"/>
              <a:gd name="connsiteX5" fmla="*/ 0 w 6629398"/>
              <a:gd name="connsiteY5" fmla="*/ 3 h 547112"/>
              <a:gd name="connsiteX6" fmla="*/ 361238 w 6629398"/>
              <a:gd name="connsiteY6" fmla="*/ 3 h 547112"/>
              <a:gd name="connsiteX7" fmla="*/ 368299 w 6629398"/>
              <a:gd name="connsiteY7" fmla="*/ 3 h 547112"/>
              <a:gd name="connsiteX0" fmla="*/ 368299 w 6629398"/>
              <a:gd name="connsiteY0" fmla="*/ 0 h 547112"/>
              <a:gd name="connsiteX1" fmla="*/ 6629398 w 6629398"/>
              <a:gd name="connsiteY1" fmla="*/ 0 h 547112"/>
              <a:gd name="connsiteX2" fmla="*/ 6629398 w 6629398"/>
              <a:gd name="connsiteY2" fmla="*/ 547112 h 547112"/>
              <a:gd name="connsiteX3" fmla="*/ 314431 w 6629398"/>
              <a:gd name="connsiteY3" fmla="*/ 547112 h 547112"/>
              <a:gd name="connsiteX4" fmla="*/ 334602 w 6629398"/>
              <a:gd name="connsiteY4" fmla="*/ 251357 h 547112"/>
              <a:gd name="connsiteX5" fmla="*/ 0 w 6629398"/>
              <a:gd name="connsiteY5" fmla="*/ 3 h 547112"/>
              <a:gd name="connsiteX6" fmla="*/ 361238 w 6629398"/>
              <a:gd name="connsiteY6" fmla="*/ 3 h 547112"/>
              <a:gd name="connsiteX7" fmla="*/ 368299 w 6629398"/>
              <a:gd name="connsiteY7" fmla="*/ 3 h 547112"/>
              <a:gd name="connsiteX8" fmla="*/ 368299 w 6629398"/>
              <a:gd name="connsiteY8" fmla="*/ 0 h 547112"/>
              <a:gd name="connsiteX0" fmla="*/ 368299 w 6629398"/>
              <a:gd name="connsiteY0" fmla="*/ 0 h 549085"/>
              <a:gd name="connsiteX1" fmla="*/ 6629398 w 6629398"/>
              <a:gd name="connsiteY1" fmla="*/ 0 h 549085"/>
              <a:gd name="connsiteX2" fmla="*/ 6629398 w 6629398"/>
              <a:gd name="connsiteY2" fmla="*/ 547112 h 549085"/>
              <a:gd name="connsiteX3" fmla="*/ 334602 w 6629398"/>
              <a:gd name="connsiteY3" fmla="*/ 549085 h 549085"/>
              <a:gd name="connsiteX4" fmla="*/ 334602 w 6629398"/>
              <a:gd name="connsiteY4" fmla="*/ 251357 h 549085"/>
              <a:gd name="connsiteX5" fmla="*/ 0 w 6629398"/>
              <a:gd name="connsiteY5" fmla="*/ 3 h 549085"/>
              <a:gd name="connsiteX6" fmla="*/ 361238 w 6629398"/>
              <a:gd name="connsiteY6" fmla="*/ 3 h 549085"/>
              <a:gd name="connsiteX7" fmla="*/ 368299 w 6629398"/>
              <a:gd name="connsiteY7" fmla="*/ 3 h 549085"/>
              <a:gd name="connsiteX8" fmla="*/ 368299 w 6629398"/>
              <a:gd name="connsiteY8" fmla="*/ 0 h 549085"/>
              <a:gd name="connsiteX0" fmla="*/ 368299 w 6629398"/>
              <a:gd name="connsiteY0" fmla="*/ 0 h 549085"/>
              <a:gd name="connsiteX1" fmla="*/ 6629398 w 6629398"/>
              <a:gd name="connsiteY1" fmla="*/ 0 h 549085"/>
              <a:gd name="connsiteX2" fmla="*/ 6629398 w 6629398"/>
              <a:gd name="connsiteY2" fmla="*/ 547112 h 549085"/>
              <a:gd name="connsiteX3" fmla="*/ 334602 w 6629398"/>
              <a:gd name="connsiteY3" fmla="*/ 549085 h 549085"/>
              <a:gd name="connsiteX4" fmla="*/ 334602 w 6629398"/>
              <a:gd name="connsiteY4" fmla="*/ 183602 h 549085"/>
              <a:gd name="connsiteX5" fmla="*/ 0 w 6629398"/>
              <a:gd name="connsiteY5" fmla="*/ 3 h 549085"/>
              <a:gd name="connsiteX6" fmla="*/ 361238 w 6629398"/>
              <a:gd name="connsiteY6" fmla="*/ 3 h 549085"/>
              <a:gd name="connsiteX7" fmla="*/ 368299 w 6629398"/>
              <a:gd name="connsiteY7" fmla="*/ 3 h 549085"/>
              <a:gd name="connsiteX8" fmla="*/ 368299 w 6629398"/>
              <a:gd name="connsiteY8" fmla="*/ 0 h 549085"/>
              <a:gd name="connsiteX0" fmla="*/ 368299 w 6629398"/>
              <a:gd name="connsiteY0" fmla="*/ 0 h 549085"/>
              <a:gd name="connsiteX1" fmla="*/ 6629398 w 6629398"/>
              <a:gd name="connsiteY1" fmla="*/ 0 h 549085"/>
              <a:gd name="connsiteX2" fmla="*/ 6629398 w 6629398"/>
              <a:gd name="connsiteY2" fmla="*/ 547112 h 549085"/>
              <a:gd name="connsiteX3" fmla="*/ 334602 w 6629398"/>
              <a:gd name="connsiteY3" fmla="*/ 549085 h 549085"/>
              <a:gd name="connsiteX4" fmla="*/ 613562 w 6629398"/>
              <a:gd name="connsiteY4" fmla="*/ 360888 h 549085"/>
              <a:gd name="connsiteX5" fmla="*/ 0 w 6629398"/>
              <a:gd name="connsiteY5" fmla="*/ 3 h 549085"/>
              <a:gd name="connsiteX6" fmla="*/ 361238 w 6629398"/>
              <a:gd name="connsiteY6" fmla="*/ 3 h 549085"/>
              <a:gd name="connsiteX7" fmla="*/ 368299 w 6629398"/>
              <a:gd name="connsiteY7" fmla="*/ 3 h 549085"/>
              <a:gd name="connsiteX8" fmla="*/ 368299 w 6629398"/>
              <a:gd name="connsiteY8" fmla="*/ 0 h 549085"/>
              <a:gd name="connsiteX0" fmla="*/ 368299 w 6629398"/>
              <a:gd name="connsiteY0" fmla="*/ 0 h 552703"/>
              <a:gd name="connsiteX1" fmla="*/ 6629398 w 6629398"/>
              <a:gd name="connsiteY1" fmla="*/ 0 h 552703"/>
              <a:gd name="connsiteX2" fmla="*/ 6629398 w 6629398"/>
              <a:gd name="connsiteY2" fmla="*/ 547112 h 552703"/>
              <a:gd name="connsiteX3" fmla="*/ 590315 w 6629398"/>
              <a:gd name="connsiteY3" fmla="*/ 552703 h 552703"/>
              <a:gd name="connsiteX4" fmla="*/ 613562 w 6629398"/>
              <a:gd name="connsiteY4" fmla="*/ 360888 h 552703"/>
              <a:gd name="connsiteX5" fmla="*/ 0 w 6629398"/>
              <a:gd name="connsiteY5" fmla="*/ 3 h 552703"/>
              <a:gd name="connsiteX6" fmla="*/ 361238 w 6629398"/>
              <a:gd name="connsiteY6" fmla="*/ 3 h 552703"/>
              <a:gd name="connsiteX7" fmla="*/ 368299 w 6629398"/>
              <a:gd name="connsiteY7" fmla="*/ 3 h 552703"/>
              <a:gd name="connsiteX8" fmla="*/ 368299 w 6629398"/>
              <a:gd name="connsiteY8" fmla="*/ 0 h 552703"/>
              <a:gd name="connsiteX0" fmla="*/ 368299 w 6629398"/>
              <a:gd name="connsiteY0" fmla="*/ 0 h 552703"/>
              <a:gd name="connsiteX1" fmla="*/ 6629398 w 6629398"/>
              <a:gd name="connsiteY1" fmla="*/ 0 h 552703"/>
              <a:gd name="connsiteX2" fmla="*/ 6629398 w 6629398"/>
              <a:gd name="connsiteY2" fmla="*/ 547112 h 552703"/>
              <a:gd name="connsiteX3" fmla="*/ 590315 w 6629398"/>
              <a:gd name="connsiteY3" fmla="*/ 552703 h 552703"/>
              <a:gd name="connsiteX4" fmla="*/ 574817 w 6629398"/>
              <a:gd name="connsiteY4" fmla="*/ 417784 h 552703"/>
              <a:gd name="connsiteX5" fmla="*/ 0 w 6629398"/>
              <a:gd name="connsiteY5" fmla="*/ 3 h 552703"/>
              <a:gd name="connsiteX6" fmla="*/ 361238 w 6629398"/>
              <a:gd name="connsiteY6" fmla="*/ 3 h 552703"/>
              <a:gd name="connsiteX7" fmla="*/ 368299 w 6629398"/>
              <a:gd name="connsiteY7" fmla="*/ 3 h 552703"/>
              <a:gd name="connsiteX8" fmla="*/ 368299 w 6629398"/>
              <a:gd name="connsiteY8" fmla="*/ 0 h 552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629398" h="552703">
                <a:moveTo>
                  <a:pt x="368299" y="0"/>
                </a:moveTo>
                <a:lnTo>
                  <a:pt x="6629398" y="0"/>
                </a:lnTo>
                <a:lnTo>
                  <a:pt x="6629398" y="547112"/>
                </a:lnTo>
                <a:lnTo>
                  <a:pt x="590315" y="552703"/>
                </a:lnTo>
                <a:lnTo>
                  <a:pt x="574817" y="417784"/>
                </a:lnTo>
                <a:lnTo>
                  <a:pt x="0" y="3"/>
                </a:lnTo>
                <a:lnTo>
                  <a:pt x="361238" y="3"/>
                </a:lnTo>
                <a:lnTo>
                  <a:pt x="368299" y="3"/>
                </a:lnTo>
                <a:lnTo>
                  <a:pt x="368299" y="0"/>
                </a:lnTo>
                <a:close/>
              </a:path>
            </a:pathLst>
          </a:custGeom>
          <a:solidFill>
            <a:schemeClr val="bg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 userDrawn="1"/>
        </p:nvSpPr>
        <p:spPr>
          <a:xfrm>
            <a:off x="252182" y="1027739"/>
            <a:ext cx="982962" cy="25391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id-ID" sz="1050" b="1" dirty="0" smtClean="0">
                <a:solidFill>
                  <a:schemeClr val="bg1"/>
                </a:solidFill>
                <a:latin typeface="Montserrat" panose="000005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CITYWORK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268672" y="575934"/>
            <a:ext cx="949982" cy="348808"/>
            <a:chOff x="5765132" y="1520825"/>
            <a:chExt cx="1807245" cy="603249"/>
          </a:xfrm>
          <a:solidFill>
            <a:schemeClr val="accent2"/>
          </a:solidFill>
        </p:grpSpPr>
        <p:grpSp>
          <p:nvGrpSpPr>
            <p:cNvPr id="14" name="Group 13"/>
            <p:cNvGrpSpPr/>
            <p:nvPr/>
          </p:nvGrpSpPr>
          <p:grpSpPr>
            <a:xfrm>
              <a:off x="6307137" y="1520825"/>
              <a:ext cx="603251" cy="603249"/>
              <a:chOff x="7023101" y="1917700"/>
              <a:chExt cx="287338" cy="287337"/>
            </a:xfrm>
            <a:grpFill/>
          </p:grpSpPr>
          <p:sp>
            <p:nvSpPr>
              <p:cNvPr id="21" name="Freeform 274"/>
              <p:cNvSpPr>
                <a:spLocks noEditPoints="1"/>
              </p:cNvSpPr>
              <p:nvPr/>
            </p:nvSpPr>
            <p:spPr bwMode="auto">
              <a:xfrm>
                <a:off x="7023101" y="1917700"/>
                <a:ext cx="287338" cy="287337"/>
              </a:xfrm>
              <a:custGeom>
                <a:avLst/>
                <a:gdLst>
                  <a:gd name="T0" fmla="*/ 813 w 903"/>
                  <a:gd name="T1" fmla="*/ 795 h 903"/>
                  <a:gd name="T2" fmla="*/ 807 w 903"/>
                  <a:gd name="T3" fmla="*/ 785 h 903"/>
                  <a:gd name="T4" fmla="*/ 738 w 903"/>
                  <a:gd name="T5" fmla="*/ 782 h 903"/>
                  <a:gd name="T6" fmla="*/ 727 w 903"/>
                  <a:gd name="T7" fmla="*/ 787 h 903"/>
                  <a:gd name="T8" fmla="*/ 723 w 903"/>
                  <a:gd name="T9" fmla="*/ 798 h 903"/>
                  <a:gd name="T10" fmla="*/ 678 w 903"/>
                  <a:gd name="T11" fmla="*/ 391 h 903"/>
                  <a:gd name="T12" fmla="*/ 753 w 903"/>
                  <a:gd name="T13" fmla="*/ 873 h 903"/>
                  <a:gd name="T14" fmla="*/ 753 w 903"/>
                  <a:gd name="T15" fmla="*/ 873 h 903"/>
                  <a:gd name="T16" fmla="*/ 181 w 903"/>
                  <a:gd name="T17" fmla="*/ 873 h 903"/>
                  <a:gd name="T18" fmla="*/ 286 w 903"/>
                  <a:gd name="T19" fmla="*/ 300 h 903"/>
                  <a:gd name="T20" fmla="*/ 211 w 903"/>
                  <a:gd name="T21" fmla="*/ 797 h 903"/>
                  <a:gd name="T22" fmla="*/ 207 w 903"/>
                  <a:gd name="T23" fmla="*/ 787 h 903"/>
                  <a:gd name="T24" fmla="*/ 196 w 903"/>
                  <a:gd name="T25" fmla="*/ 783 h 903"/>
                  <a:gd name="T26" fmla="*/ 128 w 903"/>
                  <a:gd name="T27" fmla="*/ 785 h 903"/>
                  <a:gd name="T28" fmla="*/ 121 w 903"/>
                  <a:gd name="T29" fmla="*/ 795 h 903"/>
                  <a:gd name="T30" fmla="*/ 30 w 903"/>
                  <a:gd name="T31" fmla="*/ 300 h 903"/>
                  <a:gd name="T32" fmla="*/ 90 w 903"/>
                  <a:gd name="T33" fmla="*/ 270 h 903"/>
                  <a:gd name="T34" fmla="*/ 362 w 903"/>
                  <a:gd name="T35" fmla="*/ 873 h 903"/>
                  <a:gd name="T36" fmla="*/ 813 w 903"/>
                  <a:gd name="T37" fmla="*/ 300 h 903"/>
                  <a:gd name="T38" fmla="*/ 888 w 903"/>
                  <a:gd name="T39" fmla="*/ 361 h 903"/>
                  <a:gd name="T40" fmla="*/ 842 w 903"/>
                  <a:gd name="T41" fmla="*/ 280 h 903"/>
                  <a:gd name="T42" fmla="*/ 834 w 903"/>
                  <a:gd name="T43" fmla="*/ 271 h 903"/>
                  <a:gd name="T44" fmla="*/ 675 w 903"/>
                  <a:gd name="T45" fmla="*/ 271 h 903"/>
                  <a:gd name="T46" fmla="*/ 665 w 903"/>
                  <a:gd name="T47" fmla="*/ 278 h 903"/>
                  <a:gd name="T48" fmla="*/ 663 w 903"/>
                  <a:gd name="T49" fmla="*/ 361 h 903"/>
                  <a:gd name="T50" fmla="*/ 609 w 903"/>
                  <a:gd name="T51" fmla="*/ 364 h 903"/>
                  <a:gd name="T52" fmla="*/ 603 w 903"/>
                  <a:gd name="T53" fmla="*/ 373 h 903"/>
                  <a:gd name="T54" fmla="*/ 362 w 903"/>
                  <a:gd name="T55" fmla="*/ 285 h 903"/>
                  <a:gd name="T56" fmla="*/ 357 w 903"/>
                  <a:gd name="T57" fmla="*/ 274 h 903"/>
                  <a:gd name="T58" fmla="*/ 347 w 903"/>
                  <a:gd name="T59" fmla="*/ 270 h 903"/>
                  <a:gd name="T60" fmla="*/ 300 w 903"/>
                  <a:gd name="T61" fmla="*/ 160 h 903"/>
                  <a:gd name="T62" fmla="*/ 292 w 903"/>
                  <a:gd name="T63" fmla="*/ 151 h 903"/>
                  <a:gd name="T64" fmla="*/ 181 w 903"/>
                  <a:gd name="T65" fmla="*/ 15 h 903"/>
                  <a:gd name="T66" fmla="*/ 177 w 903"/>
                  <a:gd name="T67" fmla="*/ 4 h 903"/>
                  <a:gd name="T68" fmla="*/ 166 w 903"/>
                  <a:gd name="T69" fmla="*/ 0 h 903"/>
                  <a:gd name="T70" fmla="*/ 156 w 903"/>
                  <a:gd name="T71" fmla="*/ 4 h 903"/>
                  <a:gd name="T72" fmla="*/ 151 w 903"/>
                  <a:gd name="T73" fmla="*/ 15 h 903"/>
                  <a:gd name="T74" fmla="*/ 70 w 903"/>
                  <a:gd name="T75" fmla="*/ 151 h 903"/>
                  <a:gd name="T76" fmla="*/ 61 w 903"/>
                  <a:gd name="T77" fmla="*/ 160 h 903"/>
                  <a:gd name="T78" fmla="*/ 15 w 903"/>
                  <a:gd name="T79" fmla="*/ 270 h 903"/>
                  <a:gd name="T80" fmla="*/ 4 w 903"/>
                  <a:gd name="T81" fmla="*/ 274 h 903"/>
                  <a:gd name="T82" fmla="*/ 0 w 903"/>
                  <a:gd name="T83" fmla="*/ 285 h 903"/>
                  <a:gd name="T84" fmla="*/ 3 w 903"/>
                  <a:gd name="T85" fmla="*/ 897 h 903"/>
                  <a:gd name="T86" fmla="*/ 12 w 903"/>
                  <a:gd name="T87" fmla="*/ 903 h 903"/>
                  <a:gd name="T88" fmla="*/ 347 w 903"/>
                  <a:gd name="T89" fmla="*/ 903 h 903"/>
                  <a:gd name="T90" fmla="*/ 888 w 903"/>
                  <a:gd name="T91" fmla="*/ 903 h 903"/>
                  <a:gd name="T92" fmla="*/ 899 w 903"/>
                  <a:gd name="T93" fmla="*/ 899 h 903"/>
                  <a:gd name="T94" fmla="*/ 903 w 903"/>
                  <a:gd name="T95" fmla="*/ 888 h 903"/>
                  <a:gd name="T96" fmla="*/ 901 w 903"/>
                  <a:gd name="T97" fmla="*/ 368 h 903"/>
                  <a:gd name="T98" fmla="*/ 891 w 903"/>
                  <a:gd name="T99" fmla="*/ 361 h 9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903" h="903">
                    <a:moveTo>
                      <a:pt x="873" y="873"/>
                    </a:moveTo>
                    <a:lnTo>
                      <a:pt x="813" y="873"/>
                    </a:lnTo>
                    <a:lnTo>
                      <a:pt x="813" y="797"/>
                    </a:lnTo>
                    <a:lnTo>
                      <a:pt x="813" y="795"/>
                    </a:lnTo>
                    <a:lnTo>
                      <a:pt x="812" y="792"/>
                    </a:lnTo>
                    <a:lnTo>
                      <a:pt x="811" y="789"/>
                    </a:lnTo>
                    <a:lnTo>
                      <a:pt x="809" y="787"/>
                    </a:lnTo>
                    <a:lnTo>
                      <a:pt x="807" y="785"/>
                    </a:lnTo>
                    <a:lnTo>
                      <a:pt x="804" y="784"/>
                    </a:lnTo>
                    <a:lnTo>
                      <a:pt x="801" y="783"/>
                    </a:lnTo>
                    <a:lnTo>
                      <a:pt x="798" y="783"/>
                    </a:lnTo>
                    <a:lnTo>
                      <a:pt x="738" y="782"/>
                    </a:lnTo>
                    <a:lnTo>
                      <a:pt x="735" y="783"/>
                    </a:lnTo>
                    <a:lnTo>
                      <a:pt x="733" y="784"/>
                    </a:lnTo>
                    <a:lnTo>
                      <a:pt x="729" y="785"/>
                    </a:lnTo>
                    <a:lnTo>
                      <a:pt x="727" y="787"/>
                    </a:lnTo>
                    <a:lnTo>
                      <a:pt x="725" y="789"/>
                    </a:lnTo>
                    <a:lnTo>
                      <a:pt x="724" y="792"/>
                    </a:lnTo>
                    <a:lnTo>
                      <a:pt x="723" y="795"/>
                    </a:lnTo>
                    <a:lnTo>
                      <a:pt x="723" y="798"/>
                    </a:lnTo>
                    <a:lnTo>
                      <a:pt x="723" y="873"/>
                    </a:lnTo>
                    <a:lnTo>
                      <a:pt x="633" y="873"/>
                    </a:lnTo>
                    <a:lnTo>
                      <a:pt x="633" y="391"/>
                    </a:lnTo>
                    <a:lnTo>
                      <a:pt x="678" y="391"/>
                    </a:lnTo>
                    <a:lnTo>
                      <a:pt x="828" y="391"/>
                    </a:lnTo>
                    <a:lnTo>
                      <a:pt x="873" y="391"/>
                    </a:lnTo>
                    <a:lnTo>
                      <a:pt x="873" y="873"/>
                    </a:lnTo>
                    <a:close/>
                    <a:moveTo>
                      <a:pt x="753" y="873"/>
                    </a:moveTo>
                    <a:lnTo>
                      <a:pt x="753" y="813"/>
                    </a:lnTo>
                    <a:lnTo>
                      <a:pt x="783" y="813"/>
                    </a:lnTo>
                    <a:lnTo>
                      <a:pt x="783" y="873"/>
                    </a:lnTo>
                    <a:lnTo>
                      <a:pt x="753" y="873"/>
                    </a:lnTo>
                    <a:close/>
                    <a:moveTo>
                      <a:pt x="151" y="873"/>
                    </a:moveTo>
                    <a:lnTo>
                      <a:pt x="151" y="813"/>
                    </a:lnTo>
                    <a:lnTo>
                      <a:pt x="181" y="813"/>
                    </a:lnTo>
                    <a:lnTo>
                      <a:pt x="181" y="873"/>
                    </a:lnTo>
                    <a:lnTo>
                      <a:pt x="151" y="873"/>
                    </a:lnTo>
                    <a:close/>
                    <a:moveTo>
                      <a:pt x="30" y="300"/>
                    </a:moveTo>
                    <a:lnTo>
                      <a:pt x="75" y="300"/>
                    </a:lnTo>
                    <a:lnTo>
                      <a:pt x="286" y="300"/>
                    </a:lnTo>
                    <a:lnTo>
                      <a:pt x="331" y="300"/>
                    </a:lnTo>
                    <a:lnTo>
                      <a:pt x="331" y="873"/>
                    </a:lnTo>
                    <a:lnTo>
                      <a:pt x="211" y="873"/>
                    </a:lnTo>
                    <a:lnTo>
                      <a:pt x="211" y="797"/>
                    </a:lnTo>
                    <a:lnTo>
                      <a:pt x="210" y="795"/>
                    </a:lnTo>
                    <a:lnTo>
                      <a:pt x="210" y="792"/>
                    </a:lnTo>
                    <a:lnTo>
                      <a:pt x="208" y="789"/>
                    </a:lnTo>
                    <a:lnTo>
                      <a:pt x="207" y="787"/>
                    </a:lnTo>
                    <a:lnTo>
                      <a:pt x="205" y="785"/>
                    </a:lnTo>
                    <a:lnTo>
                      <a:pt x="202" y="784"/>
                    </a:lnTo>
                    <a:lnTo>
                      <a:pt x="200" y="783"/>
                    </a:lnTo>
                    <a:lnTo>
                      <a:pt x="196" y="783"/>
                    </a:lnTo>
                    <a:lnTo>
                      <a:pt x="136" y="782"/>
                    </a:lnTo>
                    <a:lnTo>
                      <a:pt x="133" y="783"/>
                    </a:lnTo>
                    <a:lnTo>
                      <a:pt x="130" y="784"/>
                    </a:lnTo>
                    <a:lnTo>
                      <a:pt x="128" y="785"/>
                    </a:lnTo>
                    <a:lnTo>
                      <a:pt x="126" y="787"/>
                    </a:lnTo>
                    <a:lnTo>
                      <a:pt x="123" y="789"/>
                    </a:lnTo>
                    <a:lnTo>
                      <a:pt x="122" y="792"/>
                    </a:lnTo>
                    <a:lnTo>
                      <a:pt x="121" y="795"/>
                    </a:lnTo>
                    <a:lnTo>
                      <a:pt x="121" y="798"/>
                    </a:lnTo>
                    <a:lnTo>
                      <a:pt x="121" y="873"/>
                    </a:lnTo>
                    <a:lnTo>
                      <a:pt x="30" y="873"/>
                    </a:lnTo>
                    <a:lnTo>
                      <a:pt x="30" y="300"/>
                    </a:lnTo>
                    <a:close/>
                    <a:moveTo>
                      <a:pt x="90" y="180"/>
                    </a:moveTo>
                    <a:lnTo>
                      <a:pt x="271" y="180"/>
                    </a:lnTo>
                    <a:lnTo>
                      <a:pt x="271" y="270"/>
                    </a:lnTo>
                    <a:lnTo>
                      <a:pt x="90" y="270"/>
                    </a:lnTo>
                    <a:lnTo>
                      <a:pt x="90" y="180"/>
                    </a:lnTo>
                    <a:close/>
                    <a:moveTo>
                      <a:pt x="603" y="542"/>
                    </a:moveTo>
                    <a:lnTo>
                      <a:pt x="603" y="873"/>
                    </a:lnTo>
                    <a:lnTo>
                      <a:pt x="362" y="873"/>
                    </a:lnTo>
                    <a:lnTo>
                      <a:pt x="362" y="542"/>
                    </a:lnTo>
                    <a:lnTo>
                      <a:pt x="603" y="542"/>
                    </a:lnTo>
                    <a:close/>
                    <a:moveTo>
                      <a:pt x="693" y="300"/>
                    </a:moveTo>
                    <a:lnTo>
                      <a:pt x="813" y="300"/>
                    </a:lnTo>
                    <a:lnTo>
                      <a:pt x="813" y="361"/>
                    </a:lnTo>
                    <a:lnTo>
                      <a:pt x="693" y="361"/>
                    </a:lnTo>
                    <a:lnTo>
                      <a:pt x="693" y="300"/>
                    </a:lnTo>
                    <a:close/>
                    <a:moveTo>
                      <a:pt x="888" y="361"/>
                    </a:moveTo>
                    <a:lnTo>
                      <a:pt x="843" y="361"/>
                    </a:lnTo>
                    <a:lnTo>
                      <a:pt x="843" y="285"/>
                    </a:lnTo>
                    <a:lnTo>
                      <a:pt x="843" y="282"/>
                    </a:lnTo>
                    <a:lnTo>
                      <a:pt x="842" y="280"/>
                    </a:lnTo>
                    <a:lnTo>
                      <a:pt x="841" y="277"/>
                    </a:lnTo>
                    <a:lnTo>
                      <a:pt x="839" y="274"/>
                    </a:lnTo>
                    <a:lnTo>
                      <a:pt x="837" y="273"/>
                    </a:lnTo>
                    <a:lnTo>
                      <a:pt x="834" y="271"/>
                    </a:lnTo>
                    <a:lnTo>
                      <a:pt x="831" y="271"/>
                    </a:lnTo>
                    <a:lnTo>
                      <a:pt x="828" y="270"/>
                    </a:lnTo>
                    <a:lnTo>
                      <a:pt x="678" y="270"/>
                    </a:lnTo>
                    <a:lnTo>
                      <a:pt x="675" y="271"/>
                    </a:lnTo>
                    <a:lnTo>
                      <a:pt x="671" y="271"/>
                    </a:lnTo>
                    <a:lnTo>
                      <a:pt x="669" y="273"/>
                    </a:lnTo>
                    <a:lnTo>
                      <a:pt x="667" y="274"/>
                    </a:lnTo>
                    <a:lnTo>
                      <a:pt x="665" y="278"/>
                    </a:lnTo>
                    <a:lnTo>
                      <a:pt x="664" y="280"/>
                    </a:lnTo>
                    <a:lnTo>
                      <a:pt x="663" y="283"/>
                    </a:lnTo>
                    <a:lnTo>
                      <a:pt x="663" y="285"/>
                    </a:lnTo>
                    <a:lnTo>
                      <a:pt x="663" y="361"/>
                    </a:lnTo>
                    <a:lnTo>
                      <a:pt x="618" y="361"/>
                    </a:lnTo>
                    <a:lnTo>
                      <a:pt x="615" y="361"/>
                    </a:lnTo>
                    <a:lnTo>
                      <a:pt x="611" y="362"/>
                    </a:lnTo>
                    <a:lnTo>
                      <a:pt x="609" y="364"/>
                    </a:lnTo>
                    <a:lnTo>
                      <a:pt x="607" y="366"/>
                    </a:lnTo>
                    <a:lnTo>
                      <a:pt x="605" y="368"/>
                    </a:lnTo>
                    <a:lnTo>
                      <a:pt x="604" y="370"/>
                    </a:lnTo>
                    <a:lnTo>
                      <a:pt x="603" y="373"/>
                    </a:lnTo>
                    <a:lnTo>
                      <a:pt x="603" y="376"/>
                    </a:lnTo>
                    <a:lnTo>
                      <a:pt x="603" y="512"/>
                    </a:lnTo>
                    <a:lnTo>
                      <a:pt x="362" y="512"/>
                    </a:lnTo>
                    <a:lnTo>
                      <a:pt x="362" y="285"/>
                    </a:lnTo>
                    <a:lnTo>
                      <a:pt x="362" y="282"/>
                    </a:lnTo>
                    <a:lnTo>
                      <a:pt x="360" y="280"/>
                    </a:lnTo>
                    <a:lnTo>
                      <a:pt x="359" y="277"/>
                    </a:lnTo>
                    <a:lnTo>
                      <a:pt x="357" y="274"/>
                    </a:lnTo>
                    <a:lnTo>
                      <a:pt x="355" y="273"/>
                    </a:lnTo>
                    <a:lnTo>
                      <a:pt x="352" y="271"/>
                    </a:lnTo>
                    <a:lnTo>
                      <a:pt x="350" y="271"/>
                    </a:lnTo>
                    <a:lnTo>
                      <a:pt x="347" y="270"/>
                    </a:lnTo>
                    <a:lnTo>
                      <a:pt x="301" y="270"/>
                    </a:lnTo>
                    <a:lnTo>
                      <a:pt x="301" y="165"/>
                    </a:lnTo>
                    <a:lnTo>
                      <a:pt x="301" y="162"/>
                    </a:lnTo>
                    <a:lnTo>
                      <a:pt x="300" y="160"/>
                    </a:lnTo>
                    <a:lnTo>
                      <a:pt x="299" y="156"/>
                    </a:lnTo>
                    <a:lnTo>
                      <a:pt x="297" y="154"/>
                    </a:lnTo>
                    <a:lnTo>
                      <a:pt x="295" y="152"/>
                    </a:lnTo>
                    <a:lnTo>
                      <a:pt x="292" y="151"/>
                    </a:lnTo>
                    <a:lnTo>
                      <a:pt x="290" y="150"/>
                    </a:lnTo>
                    <a:lnTo>
                      <a:pt x="286" y="150"/>
                    </a:lnTo>
                    <a:lnTo>
                      <a:pt x="181" y="150"/>
                    </a:lnTo>
                    <a:lnTo>
                      <a:pt x="181" y="15"/>
                    </a:lnTo>
                    <a:lnTo>
                      <a:pt x="180" y="12"/>
                    </a:lnTo>
                    <a:lnTo>
                      <a:pt x="180" y="8"/>
                    </a:lnTo>
                    <a:lnTo>
                      <a:pt x="178" y="6"/>
                    </a:lnTo>
                    <a:lnTo>
                      <a:pt x="177" y="4"/>
                    </a:lnTo>
                    <a:lnTo>
                      <a:pt x="174" y="2"/>
                    </a:lnTo>
                    <a:lnTo>
                      <a:pt x="172" y="1"/>
                    </a:lnTo>
                    <a:lnTo>
                      <a:pt x="168" y="0"/>
                    </a:lnTo>
                    <a:lnTo>
                      <a:pt x="166" y="0"/>
                    </a:lnTo>
                    <a:lnTo>
                      <a:pt x="163" y="0"/>
                    </a:lnTo>
                    <a:lnTo>
                      <a:pt x="160" y="1"/>
                    </a:lnTo>
                    <a:lnTo>
                      <a:pt x="158" y="2"/>
                    </a:lnTo>
                    <a:lnTo>
                      <a:pt x="156" y="4"/>
                    </a:lnTo>
                    <a:lnTo>
                      <a:pt x="153" y="6"/>
                    </a:lnTo>
                    <a:lnTo>
                      <a:pt x="152" y="8"/>
                    </a:lnTo>
                    <a:lnTo>
                      <a:pt x="151" y="12"/>
                    </a:lnTo>
                    <a:lnTo>
                      <a:pt x="151" y="15"/>
                    </a:lnTo>
                    <a:lnTo>
                      <a:pt x="151" y="150"/>
                    </a:lnTo>
                    <a:lnTo>
                      <a:pt x="75" y="150"/>
                    </a:lnTo>
                    <a:lnTo>
                      <a:pt x="73" y="150"/>
                    </a:lnTo>
                    <a:lnTo>
                      <a:pt x="70" y="151"/>
                    </a:lnTo>
                    <a:lnTo>
                      <a:pt x="68" y="152"/>
                    </a:lnTo>
                    <a:lnTo>
                      <a:pt x="64" y="154"/>
                    </a:lnTo>
                    <a:lnTo>
                      <a:pt x="63" y="156"/>
                    </a:lnTo>
                    <a:lnTo>
                      <a:pt x="61" y="160"/>
                    </a:lnTo>
                    <a:lnTo>
                      <a:pt x="61" y="162"/>
                    </a:lnTo>
                    <a:lnTo>
                      <a:pt x="60" y="165"/>
                    </a:lnTo>
                    <a:lnTo>
                      <a:pt x="60" y="270"/>
                    </a:lnTo>
                    <a:lnTo>
                      <a:pt x="15" y="270"/>
                    </a:lnTo>
                    <a:lnTo>
                      <a:pt x="12" y="271"/>
                    </a:lnTo>
                    <a:lnTo>
                      <a:pt x="10" y="271"/>
                    </a:lnTo>
                    <a:lnTo>
                      <a:pt x="7" y="273"/>
                    </a:lnTo>
                    <a:lnTo>
                      <a:pt x="4" y="274"/>
                    </a:lnTo>
                    <a:lnTo>
                      <a:pt x="3" y="278"/>
                    </a:lnTo>
                    <a:lnTo>
                      <a:pt x="1" y="280"/>
                    </a:lnTo>
                    <a:lnTo>
                      <a:pt x="1" y="283"/>
                    </a:lnTo>
                    <a:lnTo>
                      <a:pt x="0" y="285"/>
                    </a:lnTo>
                    <a:lnTo>
                      <a:pt x="0" y="888"/>
                    </a:lnTo>
                    <a:lnTo>
                      <a:pt x="1" y="891"/>
                    </a:lnTo>
                    <a:lnTo>
                      <a:pt x="1" y="894"/>
                    </a:lnTo>
                    <a:lnTo>
                      <a:pt x="3" y="897"/>
                    </a:lnTo>
                    <a:lnTo>
                      <a:pt x="4" y="899"/>
                    </a:lnTo>
                    <a:lnTo>
                      <a:pt x="7" y="900"/>
                    </a:lnTo>
                    <a:lnTo>
                      <a:pt x="10" y="902"/>
                    </a:lnTo>
                    <a:lnTo>
                      <a:pt x="12" y="903"/>
                    </a:lnTo>
                    <a:lnTo>
                      <a:pt x="15" y="903"/>
                    </a:lnTo>
                    <a:lnTo>
                      <a:pt x="136" y="903"/>
                    </a:lnTo>
                    <a:lnTo>
                      <a:pt x="196" y="903"/>
                    </a:lnTo>
                    <a:lnTo>
                      <a:pt x="347" y="903"/>
                    </a:lnTo>
                    <a:lnTo>
                      <a:pt x="618" y="903"/>
                    </a:lnTo>
                    <a:lnTo>
                      <a:pt x="738" y="903"/>
                    </a:lnTo>
                    <a:lnTo>
                      <a:pt x="798" y="903"/>
                    </a:lnTo>
                    <a:lnTo>
                      <a:pt x="888" y="903"/>
                    </a:lnTo>
                    <a:lnTo>
                      <a:pt x="891" y="902"/>
                    </a:lnTo>
                    <a:lnTo>
                      <a:pt x="895" y="902"/>
                    </a:lnTo>
                    <a:lnTo>
                      <a:pt x="897" y="900"/>
                    </a:lnTo>
                    <a:lnTo>
                      <a:pt x="899" y="899"/>
                    </a:lnTo>
                    <a:lnTo>
                      <a:pt x="901" y="897"/>
                    </a:lnTo>
                    <a:lnTo>
                      <a:pt x="902" y="894"/>
                    </a:lnTo>
                    <a:lnTo>
                      <a:pt x="903" y="891"/>
                    </a:lnTo>
                    <a:lnTo>
                      <a:pt x="903" y="888"/>
                    </a:lnTo>
                    <a:lnTo>
                      <a:pt x="903" y="376"/>
                    </a:lnTo>
                    <a:lnTo>
                      <a:pt x="903" y="373"/>
                    </a:lnTo>
                    <a:lnTo>
                      <a:pt x="902" y="370"/>
                    </a:lnTo>
                    <a:lnTo>
                      <a:pt x="901" y="368"/>
                    </a:lnTo>
                    <a:lnTo>
                      <a:pt x="899" y="366"/>
                    </a:lnTo>
                    <a:lnTo>
                      <a:pt x="897" y="364"/>
                    </a:lnTo>
                    <a:lnTo>
                      <a:pt x="895" y="362"/>
                    </a:lnTo>
                    <a:lnTo>
                      <a:pt x="891" y="361"/>
                    </a:lnTo>
                    <a:lnTo>
                      <a:pt x="888" y="36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Freeform 275"/>
              <p:cNvSpPr>
                <a:spLocks/>
              </p:cNvSpPr>
              <p:nvPr/>
            </p:nvSpPr>
            <p:spPr bwMode="auto">
              <a:xfrm>
                <a:off x="7044785" y="1984375"/>
                <a:ext cx="38100" cy="9525"/>
              </a:xfrm>
              <a:custGeom>
                <a:avLst/>
                <a:gdLst>
                  <a:gd name="T0" fmla="*/ 105 w 120"/>
                  <a:gd name="T1" fmla="*/ 0 h 30"/>
                  <a:gd name="T2" fmla="*/ 15 w 120"/>
                  <a:gd name="T3" fmla="*/ 0 h 30"/>
                  <a:gd name="T4" fmla="*/ 12 w 120"/>
                  <a:gd name="T5" fmla="*/ 0 h 30"/>
                  <a:gd name="T6" fmla="*/ 9 w 120"/>
                  <a:gd name="T7" fmla="*/ 1 h 30"/>
                  <a:gd name="T8" fmla="*/ 7 w 120"/>
                  <a:gd name="T9" fmla="*/ 3 h 30"/>
                  <a:gd name="T10" fmla="*/ 5 w 120"/>
                  <a:gd name="T11" fmla="*/ 4 h 30"/>
                  <a:gd name="T12" fmla="*/ 2 w 120"/>
                  <a:gd name="T13" fmla="*/ 7 h 30"/>
                  <a:gd name="T14" fmla="*/ 1 w 120"/>
                  <a:gd name="T15" fmla="*/ 10 h 30"/>
                  <a:gd name="T16" fmla="*/ 0 w 120"/>
                  <a:gd name="T17" fmla="*/ 12 h 30"/>
                  <a:gd name="T18" fmla="*/ 0 w 120"/>
                  <a:gd name="T19" fmla="*/ 15 h 30"/>
                  <a:gd name="T20" fmla="*/ 0 w 120"/>
                  <a:gd name="T21" fmla="*/ 18 h 30"/>
                  <a:gd name="T22" fmla="*/ 1 w 120"/>
                  <a:gd name="T23" fmla="*/ 22 h 30"/>
                  <a:gd name="T24" fmla="*/ 2 w 120"/>
                  <a:gd name="T25" fmla="*/ 24 h 30"/>
                  <a:gd name="T26" fmla="*/ 5 w 120"/>
                  <a:gd name="T27" fmla="*/ 26 h 30"/>
                  <a:gd name="T28" fmla="*/ 7 w 120"/>
                  <a:gd name="T29" fmla="*/ 28 h 30"/>
                  <a:gd name="T30" fmla="*/ 9 w 120"/>
                  <a:gd name="T31" fmla="*/ 29 h 30"/>
                  <a:gd name="T32" fmla="*/ 12 w 120"/>
                  <a:gd name="T33" fmla="*/ 30 h 30"/>
                  <a:gd name="T34" fmla="*/ 15 w 120"/>
                  <a:gd name="T35" fmla="*/ 30 h 30"/>
                  <a:gd name="T36" fmla="*/ 105 w 120"/>
                  <a:gd name="T37" fmla="*/ 30 h 30"/>
                  <a:gd name="T38" fmla="*/ 109 w 120"/>
                  <a:gd name="T39" fmla="*/ 30 h 30"/>
                  <a:gd name="T40" fmla="*/ 111 w 120"/>
                  <a:gd name="T41" fmla="*/ 29 h 30"/>
                  <a:gd name="T42" fmla="*/ 114 w 120"/>
                  <a:gd name="T43" fmla="*/ 28 h 30"/>
                  <a:gd name="T44" fmla="*/ 116 w 120"/>
                  <a:gd name="T45" fmla="*/ 26 h 30"/>
                  <a:gd name="T46" fmla="*/ 117 w 120"/>
                  <a:gd name="T47" fmla="*/ 24 h 30"/>
                  <a:gd name="T48" fmla="*/ 119 w 120"/>
                  <a:gd name="T49" fmla="*/ 22 h 30"/>
                  <a:gd name="T50" fmla="*/ 120 w 120"/>
                  <a:gd name="T51" fmla="*/ 18 h 30"/>
                  <a:gd name="T52" fmla="*/ 120 w 120"/>
                  <a:gd name="T53" fmla="*/ 15 h 30"/>
                  <a:gd name="T54" fmla="*/ 120 w 120"/>
                  <a:gd name="T55" fmla="*/ 12 h 30"/>
                  <a:gd name="T56" fmla="*/ 119 w 120"/>
                  <a:gd name="T57" fmla="*/ 10 h 30"/>
                  <a:gd name="T58" fmla="*/ 117 w 120"/>
                  <a:gd name="T59" fmla="*/ 7 h 30"/>
                  <a:gd name="T60" fmla="*/ 116 w 120"/>
                  <a:gd name="T61" fmla="*/ 4 h 30"/>
                  <a:gd name="T62" fmla="*/ 114 w 120"/>
                  <a:gd name="T63" fmla="*/ 3 h 30"/>
                  <a:gd name="T64" fmla="*/ 111 w 120"/>
                  <a:gd name="T65" fmla="*/ 1 h 30"/>
                  <a:gd name="T66" fmla="*/ 109 w 120"/>
                  <a:gd name="T67" fmla="*/ 0 h 30"/>
                  <a:gd name="T68" fmla="*/ 105 w 120"/>
                  <a:gd name="T6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20" h="30">
                    <a:moveTo>
                      <a:pt x="105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9" y="1"/>
                    </a:lnTo>
                    <a:lnTo>
                      <a:pt x="7" y="3"/>
                    </a:lnTo>
                    <a:lnTo>
                      <a:pt x="5" y="4"/>
                    </a:lnTo>
                    <a:lnTo>
                      <a:pt x="2" y="7"/>
                    </a:lnTo>
                    <a:lnTo>
                      <a:pt x="1" y="10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2"/>
                    </a:lnTo>
                    <a:lnTo>
                      <a:pt x="2" y="24"/>
                    </a:lnTo>
                    <a:lnTo>
                      <a:pt x="5" y="26"/>
                    </a:lnTo>
                    <a:lnTo>
                      <a:pt x="7" y="28"/>
                    </a:lnTo>
                    <a:lnTo>
                      <a:pt x="9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105" y="30"/>
                    </a:lnTo>
                    <a:lnTo>
                      <a:pt x="109" y="30"/>
                    </a:lnTo>
                    <a:lnTo>
                      <a:pt x="111" y="29"/>
                    </a:lnTo>
                    <a:lnTo>
                      <a:pt x="114" y="28"/>
                    </a:lnTo>
                    <a:lnTo>
                      <a:pt x="116" y="26"/>
                    </a:lnTo>
                    <a:lnTo>
                      <a:pt x="117" y="24"/>
                    </a:lnTo>
                    <a:lnTo>
                      <a:pt x="119" y="22"/>
                    </a:lnTo>
                    <a:lnTo>
                      <a:pt x="120" y="18"/>
                    </a:lnTo>
                    <a:lnTo>
                      <a:pt x="120" y="15"/>
                    </a:lnTo>
                    <a:lnTo>
                      <a:pt x="120" y="12"/>
                    </a:lnTo>
                    <a:lnTo>
                      <a:pt x="119" y="10"/>
                    </a:lnTo>
                    <a:lnTo>
                      <a:pt x="117" y="7"/>
                    </a:lnTo>
                    <a:lnTo>
                      <a:pt x="116" y="4"/>
                    </a:lnTo>
                    <a:lnTo>
                      <a:pt x="114" y="3"/>
                    </a:lnTo>
                    <a:lnTo>
                      <a:pt x="111" y="1"/>
                    </a:lnTo>
                    <a:lnTo>
                      <a:pt x="109" y="0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Freeform 276"/>
              <p:cNvSpPr>
                <a:spLocks/>
              </p:cNvSpPr>
              <p:nvPr/>
            </p:nvSpPr>
            <p:spPr bwMode="auto">
              <a:xfrm>
                <a:off x="7025735" y="2051050"/>
                <a:ext cx="52046" cy="9525"/>
              </a:xfrm>
              <a:custGeom>
                <a:avLst/>
                <a:gdLst>
                  <a:gd name="T0" fmla="*/ 15 w 241"/>
                  <a:gd name="T1" fmla="*/ 30 h 30"/>
                  <a:gd name="T2" fmla="*/ 226 w 241"/>
                  <a:gd name="T3" fmla="*/ 30 h 30"/>
                  <a:gd name="T4" fmla="*/ 230 w 241"/>
                  <a:gd name="T5" fmla="*/ 29 h 30"/>
                  <a:gd name="T6" fmla="*/ 232 w 241"/>
                  <a:gd name="T7" fmla="*/ 29 h 30"/>
                  <a:gd name="T8" fmla="*/ 235 w 241"/>
                  <a:gd name="T9" fmla="*/ 27 h 30"/>
                  <a:gd name="T10" fmla="*/ 237 w 241"/>
                  <a:gd name="T11" fmla="*/ 26 h 30"/>
                  <a:gd name="T12" fmla="*/ 239 w 241"/>
                  <a:gd name="T13" fmla="*/ 23 h 30"/>
                  <a:gd name="T14" fmla="*/ 240 w 241"/>
                  <a:gd name="T15" fmla="*/ 21 h 30"/>
                  <a:gd name="T16" fmla="*/ 241 w 241"/>
                  <a:gd name="T17" fmla="*/ 18 h 30"/>
                  <a:gd name="T18" fmla="*/ 241 w 241"/>
                  <a:gd name="T19" fmla="*/ 15 h 30"/>
                  <a:gd name="T20" fmla="*/ 241 w 241"/>
                  <a:gd name="T21" fmla="*/ 12 h 30"/>
                  <a:gd name="T22" fmla="*/ 240 w 241"/>
                  <a:gd name="T23" fmla="*/ 9 h 30"/>
                  <a:gd name="T24" fmla="*/ 239 w 241"/>
                  <a:gd name="T25" fmla="*/ 7 h 30"/>
                  <a:gd name="T26" fmla="*/ 237 w 241"/>
                  <a:gd name="T27" fmla="*/ 5 h 30"/>
                  <a:gd name="T28" fmla="*/ 235 w 241"/>
                  <a:gd name="T29" fmla="*/ 3 h 30"/>
                  <a:gd name="T30" fmla="*/ 232 w 241"/>
                  <a:gd name="T31" fmla="*/ 1 h 30"/>
                  <a:gd name="T32" fmla="*/ 230 w 241"/>
                  <a:gd name="T33" fmla="*/ 0 h 30"/>
                  <a:gd name="T34" fmla="*/ 226 w 241"/>
                  <a:gd name="T35" fmla="*/ 0 h 30"/>
                  <a:gd name="T36" fmla="*/ 15 w 241"/>
                  <a:gd name="T37" fmla="*/ 0 h 30"/>
                  <a:gd name="T38" fmla="*/ 13 w 241"/>
                  <a:gd name="T39" fmla="*/ 0 h 30"/>
                  <a:gd name="T40" fmla="*/ 10 w 241"/>
                  <a:gd name="T41" fmla="*/ 1 h 30"/>
                  <a:gd name="T42" fmla="*/ 8 w 241"/>
                  <a:gd name="T43" fmla="*/ 3 h 30"/>
                  <a:gd name="T44" fmla="*/ 4 w 241"/>
                  <a:gd name="T45" fmla="*/ 5 h 30"/>
                  <a:gd name="T46" fmla="*/ 3 w 241"/>
                  <a:gd name="T47" fmla="*/ 7 h 30"/>
                  <a:gd name="T48" fmla="*/ 1 w 241"/>
                  <a:gd name="T49" fmla="*/ 9 h 30"/>
                  <a:gd name="T50" fmla="*/ 1 w 241"/>
                  <a:gd name="T51" fmla="*/ 12 h 30"/>
                  <a:gd name="T52" fmla="*/ 0 w 241"/>
                  <a:gd name="T53" fmla="*/ 15 h 30"/>
                  <a:gd name="T54" fmla="*/ 1 w 241"/>
                  <a:gd name="T55" fmla="*/ 18 h 30"/>
                  <a:gd name="T56" fmla="*/ 1 w 241"/>
                  <a:gd name="T57" fmla="*/ 21 h 30"/>
                  <a:gd name="T58" fmla="*/ 3 w 241"/>
                  <a:gd name="T59" fmla="*/ 23 h 30"/>
                  <a:gd name="T60" fmla="*/ 4 w 241"/>
                  <a:gd name="T61" fmla="*/ 26 h 30"/>
                  <a:gd name="T62" fmla="*/ 8 w 241"/>
                  <a:gd name="T63" fmla="*/ 27 h 30"/>
                  <a:gd name="T64" fmla="*/ 10 w 241"/>
                  <a:gd name="T65" fmla="*/ 29 h 30"/>
                  <a:gd name="T66" fmla="*/ 13 w 241"/>
                  <a:gd name="T67" fmla="*/ 29 h 30"/>
                  <a:gd name="T68" fmla="*/ 15 w 241"/>
                  <a:gd name="T69" fmla="*/ 30 h 30"/>
                  <a:gd name="T70" fmla="*/ 15 w 241"/>
                  <a:gd name="T7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1" h="30">
                    <a:moveTo>
                      <a:pt x="15" y="30"/>
                    </a:moveTo>
                    <a:lnTo>
                      <a:pt x="226" y="30"/>
                    </a:lnTo>
                    <a:lnTo>
                      <a:pt x="230" y="29"/>
                    </a:lnTo>
                    <a:lnTo>
                      <a:pt x="232" y="29"/>
                    </a:lnTo>
                    <a:lnTo>
                      <a:pt x="235" y="27"/>
                    </a:lnTo>
                    <a:lnTo>
                      <a:pt x="237" y="26"/>
                    </a:lnTo>
                    <a:lnTo>
                      <a:pt x="239" y="23"/>
                    </a:lnTo>
                    <a:lnTo>
                      <a:pt x="240" y="21"/>
                    </a:lnTo>
                    <a:lnTo>
                      <a:pt x="241" y="18"/>
                    </a:lnTo>
                    <a:lnTo>
                      <a:pt x="241" y="15"/>
                    </a:lnTo>
                    <a:lnTo>
                      <a:pt x="241" y="12"/>
                    </a:lnTo>
                    <a:lnTo>
                      <a:pt x="240" y="9"/>
                    </a:lnTo>
                    <a:lnTo>
                      <a:pt x="239" y="7"/>
                    </a:lnTo>
                    <a:lnTo>
                      <a:pt x="237" y="5"/>
                    </a:lnTo>
                    <a:lnTo>
                      <a:pt x="235" y="3"/>
                    </a:lnTo>
                    <a:lnTo>
                      <a:pt x="232" y="1"/>
                    </a:lnTo>
                    <a:lnTo>
                      <a:pt x="230" y="0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0" y="1"/>
                    </a:lnTo>
                    <a:lnTo>
                      <a:pt x="8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1" y="18"/>
                    </a:lnTo>
                    <a:lnTo>
                      <a:pt x="1" y="21"/>
                    </a:lnTo>
                    <a:lnTo>
                      <a:pt x="3" y="23"/>
                    </a:lnTo>
                    <a:lnTo>
                      <a:pt x="4" y="26"/>
                    </a:lnTo>
                    <a:lnTo>
                      <a:pt x="8" y="27"/>
                    </a:lnTo>
                    <a:lnTo>
                      <a:pt x="10" y="29"/>
                    </a:lnTo>
                    <a:lnTo>
                      <a:pt x="13" y="29"/>
                    </a:lnTo>
                    <a:lnTo>
                      <a:pt x="15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Freeform 277"/>
              <p:cNvSpPr>
                <a:spLocks/>
              </p:cNvSpPr>
              <p:nvPr/>
            </p:nvSpPr>
            <p:spPr bwMode="auto">
              <a:xfrm>
                <a:off x="7025735" y="2022475"/>
                <a:ext cx="76200" cy="9525"/>
              </a:xfrm>
              <a:custGeom>
                <a:avLst/>
                <a:gdLst>
                  <a:gd name="T0" fmla="*/ 15 w 241"/>
                  <a:gd name="T1" fmla="*/ 31 h 31"/>
                  <a:gd name="T2" fmla="*/ 226 w 241"/>
                  <a:gd name="T3" fmla="*/ 31 h 31"/>
                  <a:gd name="T4" fmla="*/ 230 w 241"/>
                  <a:gd name="T5" fmla="*/ 30 h 31"/>
                  <a:gd name="T6" fmla="*/ 232 w 241"/>
                  <a:gd name="T7" fmla="*/ 29 h 31"/>
                  <a:gd name="T8" fmla="*/ 235 w 241"/>
                  <a:gd name="T9" fmla="*/ 28 h 31"/>
                  <a:gd name="T10" fmla="*/ 237 w 241"/>
                  <a:gd name="T11" fmla="*/ 26 h 31"/>
                  <a:gd name="T12" fmla="*/ 239 w 241"/>
                  <a:gd name="T13" fmla="*/ 24 h 31"/>
                  <a:gd name="T14" fmla="*/ 240 w 241"/>
                  <a:gd name="T15" fmla="*/ 22 h 31"/>
                  <a:gd name="T16" fmla="*/ 241 w 241"/>
                  <a:gd name="T17" fmla="*/ 18 h 31"/>
                  <a:gd name="T18" fmla="*/ 241 w 241"/>
                  <a:gd name="T19" fmla="*/ 16 h 31"/>
                  <a:gd name="T20" fmla="*/ 241 w 241"/>
                  <a:gd name="T21" fmla="*/ 13 h 31"/>
                  <a:gd name="T22" fmla="*/ 240 w 241"/>
                  <a:gd name="T23" fmla="*/ 10 h 31"/>
                  <a:gd name="T24" fmla="*/ 239 w 241"/>
                  <a:gd name="T25" fmla="*/ 8 h 31"/>
                  <a:gd name="T26" fmla="*/ 237 w 241"/>
                  <a:gd name="T27" fmla="*/ 6 h 31"/>
                  <a:gd name="T28" fmla="*/ 235 w 241"/>
                  <a:gd name="T29" fmla="*/ 3 h 31"/>
                  <a:gd name="T30" fmla="*/ 232 w 241"/>
                  <a:gd name="T31" fmla="*/ 2 h 31"/>
                  <a:gd name="T32" fmla="*/ 230 w 241"/>
                  <a:gd name="T33" fmla="*/ 1 h 31"/>
                  <a:gd name="T34" fmla="*/ 226 w 241"/>
                  <a:gd name="T35" fmla="*/ 0 h 31"/>
                  <a:gd name="T36" fmla="*/ 15 w 241"/>
                  <a:gd name="T37" fmla="*/ 0 h 31"/>
                  <a:gd name="T38" fmla="*/ 13 w 241"/>
                  <a:gd name="T39" fmla="*/ 1 h 31"/>
                  <a:gd name="T40" fmla="*/ 10 w 241"/>
                  <a:gd name="T41" fmla="*/ 2 h 31"/>
                  <a:gd name="T42" fmla="*/ 8 w 241"/>
                  <a:gd name="T43" fmla="*/ 3 h 31"/>
                  <a:gd name="T44" fmla="*/ 4 w 241"/>
                  <a:gd name="T45" fmla="*/ 6 h 31"/>
                  <a:gd name="T46" fmla="*/ 3 w 241"/>
                  <a:gd name="T47" fmla="*/ 8 h 31"/>
                  <a:gd name="T48" fmla="*/ 1 w 241"/>
                  <a:gd name="T49" fmla="*/ 10 h 31"/>
                  <a:gd name="T50" fmla="*/ 1 w 241"/>
                  <a:gd name="T51" fmla="*/ 13 h 31"/>
                  <a:gd name="T52" fmla="*/ 0 w 241"/>
                  <a:gd name="T53" fmla="*/ 16 h 31"/>
                  <a:gd name="T54" fmla="*/ 1 w 241"/>
                  <a:gd name="T55" fmla="*/ 18 h 31"/>
                  <a:gd name="T56" fmla="*/ 1 w 241"/>
                  <a:gd name="T57" fmla="*/ 22 h 31"/>
                  <a:gd name="T58" fmla="*/ 3 w 241"/>
                  <a:gd name="T59" fmla="*/ 24 h 31"/>
                  <a:gd name="T60" fmla="*/ 4 w 241"/>
                  <a:gd name="T61" fmla="*/ 26 h 31"/>
                  <a:gd name="T62" fmla="*/ 8 w 241"/>
                  <a:gd name="T63" fmla="*/ 28 h 31"/>
                  <a:gd name="T64" fmla="*/ 10 w 241"/>
                  <a:gd name="T65" fmla="*/ 29 h 31"/>
                  <a:gd name="T66" fmla="*/ 13 w 241"/>
                  <a:gd name="T67" fmla="*/ 30 h 31"/>
                  <a:gd name="T68" fmla="*/ 15 w 241"/>
                  <a:gd name="T69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1" h="31">
                    <a:moveTo>
                      <a:pt x="15" y="31"/>
                    </a:moveTo>
                    <a:lnTo>
                      <a:pt x="226" y="31"/>
                    </a:lnTo>
                    <a:lnTo>
                      <a:pt x="230" y="30"/>
                    </a:lnTo>
                    <a:lnTo>
                      <a:pt x="232" y="29"/>
                    </a:lnTo>
                    <a:lnTo>
                      <a:pt x="235" y="28"/>
                    </a:lnTo>
                    <a:lnTo>
                      <a:pt x="237" y="26"/>
                    </a:lnTo>
                    <a:lnTo>
                      <a:pt x="239" y="24"/>
                    </a:lnTo>
                    <a:lnTo>
                      <a:pt x="240" y="22"/>
                    </a:lnTo>
                    <a:lnTo>
                      <a:pt x="241" y="18"/>
                    </a:lnTo>
                    <a:lnTo>
                      <a:pt x="241" y="16"/>
                    </a:lnTo>
                    <a:lnTo>
                      <a:pt x="241" y="13"/>
                    </a:lnTo>
                    <a:lnTo>
                      <a:pt x="240" y="10"/>
                    </a:lnTo>
                    <a:lnTo>
                      <a:pt x="239" y="8"/>
                    </a:lnTo>
                    <a:lnTo>
                      <a:pt x="237" y="6"/>
                    </a:lnTo>
                    <a:lnTo>
                      <a:pt x="235" y="3"/>
                    </a:lnTo>
                    <a:lnTo>
                      <a:pt x="232" y="2"/>
                    </a:lnTo>
                    <a:lnTo>
                      <a:pt x="230" y="1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1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4" y="6"/>
                    </a:lnTo>
                    <a:lnTo>
                      <a:pt x="3" y="8"/>
                    </a:lnTo>
                    <a:lnTo>
                      <a:pt x="1" y="10"/>
                    </a:lnTo>
                    <a:lnTo>
                      <a:pt x="1" y="13"/>
                    </a:lnTo>
                    <a:lnTo>
                      <a:pt x="0" y="16"/>
                    </a:lnTo>
                    <a:lnTo>
                      <a:pt x="1" y="18"/>
                    </a:lnTo>
                    <a:lnTo>
                      <a:pt x="1" y="22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8" y="28"/>
                    </a:lnTo>
                    <a:lnTo>
                      <a:pt x="10" y="29"/>
                    </a:lnTo>
                    <a:lnTo>
                      <a:pt x="13" y="30"/>
                    </a:lnTo>
                    <a:lnTo>
                      <a:pt x="1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Freeform 278"/>
              <p:cNvSpPr>
                <a:spLocks/>
              </p:cNvSpPr>
              <p:nvPr/>
            </p:nvSpPr>
            <p:spPr bwMode="auto">
              <a:xfrm>
                <a:off x="7025735" y="2079625"/>
                <a:ext cx="35549" cy="9525"/>
              </a:xfrm>
              <a:custGeom>
                <a:avLst/>
                <a:gdLst>
                  <a:gd name="T0" fmla="*/ 15 w 241"/>
                  <a:gd name="T1" fmla="*/ 31 h 31"/>
                  <a:gd name="T2" fmla="*/ 226 w 241"/>
                  <a:gd name="T3" fmla="*/ 31 h 31"/>
                  <a:gd name="T4" fmla="*/ 230 w 241"/>
                  <a:gd name="T5" fmla="*/ 31 h 31"/>
                  <a:gd name="T6" fmla="*/ 232 w 241"/>
                  <a:gd name="T7" fmla="*/ 29 h 31"/>
                  <a:gd name="T8" fmla="*/ 235 w 241"/>
                  <a:gd name="T9" fmla="*/ 27 h 31"/>
                  <a:gd name="T10" fmla="*/ 237 w 241"/>
                  <a:gd name="T11" fmla="*/ 26 h 31"/>
                  <a:gd name="T12" fmla="*/ 239 w 241"/>
                  <a:gd name="T13" fmla="*/ 24 h 31"/>
                  <a:gd name="T14" fmla="*/ 240 w 241"/>
                  <a:gd name="T15" fmla="*/ 21 h 31"/>
                  <a:gd name="T16" fmla="*/ 241 w 241"/>
                  <a:gd name="T17" fmla="*/ 19 h 31"/>
                  <a:gd name="T18" fmla="*/ 241 w 241"/>
                  <a:gd name="T19" fmla="*/ 16 h 31"/>
                  <a:gd name="T20" fmla="*/ 241 w 241"/>
                  <a:gd name="T21" fmla="*/ 12 h 31"/>
                  <a:gd name="T22" fmla="*/ 240 w 241"/>
                  <a:gd name="T23" fmla="*/ 9 h 31"/>
                  <a:gd name="T24" fmla="*/ 239 w 241"/>
                  <a:gd name="T25" fmla="*/ 7 h 31"/>
                  <a:gd name="T26" fmla="*/ 237 w 241"/>
                  <a:gd name="T27" fmla="*/ 5 h 31"/>
                  <a:gd name="T28" fmla="*/ 235 w 241"/>
                  <a:gd name="T29" fmla="*/ 3 h 31"/>
                  <a:gd name="T30" fmla="*/ 232 w 241"/>
                  <a:gd name="T31" fmla="*/ 2 h 31"/>
                  <a:gd name="T32" fmla="*/ 230 w 241"/>
                  <a:gd name="T33" fmla="*/ 0 h 31"/>
                  <a:gd name="T34" fmla="*/ 226 w 241"/>
                  <a:gd name="T35" fmla="*/ 0 h 31"/>
                  <a:gd name="T36" fmla="*/ 15 w 241"/>
                  <a:gd name="T37" fmla="*/ 0 h 31"/>
                  <a:gd name="T38" fmla="*/ 13 w 241"/>
                  <a:gd name="T39" fmla="*/ 0 h 31"/>
                  <a:gd name="T40" fmla="*/ 10 w 241"/>
                  <a:gd name="T41" fmla="*/ 2 h 31"/>
                  <a:gd name="T42" fmla="*/ 8 w 241"/>
                  <a:gd name="T43" fmla="*/ 3 h 31"/>
                  <a:gd name="T44" fmla="*/ 4 w 241"/>
                  <a:gd name="T45" fmla="*/ 5 h 31"/>
                  <a:gd name="T46" fmla="*/ 3 w 241"/>
                  <a:gd name="T47" fmla="*/ 7 h 31"/>
                  <a:gd name="T48" fmla="*/ 1 w 241"/>
                  <a:gd name="T49" fmla="*/ 9 h 31"/>
                  <a:gd name="T50" fmla="*/ 1 w 241"/>
                  <a:gd name="T51" fmla="*/ 12 h 31"/>
                  <a:gd name="T52" fmla="*/ 0 w 241"/>
                  <a:gd name="T53" fmla="*/ 16 h 31"/>
                  <a:gd name="T54" fmla="*/ 1 w 241"/>
                  <a:gd name="T55" fmla="*/ 19 h 31"/>
                  <a:gd name="T56" fmla="*/ 1 w 241"/>
                  <a:gd name="T57" fmla="*/ 21 h 31"/>
                  <a:gd name="T58" fmla="*/ 3 w 241"/>
                  <a:gd name="T59" fmla="*/ 24 h 31"/>
                  <a:gd name="T60" fmla="*/ 4 w 241"/>
                  <a:gd name="T61" fmla="*/ 26 h 31"/>
                  <a:gd name="T62" fmla="*/ 8 w 241"/>
                  <a:gd name="T63" fmla="*/ 27 h 31"/>
                  <a:gd name="T64" fmla="*/ 10 w 241"/>
                  <a:gd name="T65" fmla="*/ 29 h 31"/>
                  <a:gd name="T66" fmla="*/ 13 w 241"/>
                  <a:gd name="T67" fmla="*/ 31 h 31"/>
                  <a:gd name="T68" fmla="*/ 15 w 241"/>
                  <a:gd name="T69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1" h="31">
                    <a:moveTo>
                      <a:pt x="15" y="31"/>
                    </a:moveTo>
                    <a:lnTo>
                      <a:pt x="226" y="31"/>
                    </a:lnTo>
                    <a:lnTo>
                      <a:pt x="230" y="31"/>
                    </a:lnTo>
                    <a:lnTo>
                      <a:pt x="232" y="29"/>
                    </a:lnTo>
                    <a:lnTo>
                      <a:pt x="235" y="27"/>
                    </a:lnTo>
                    <a:lnTo>
                      <a:pt x="237" y="26"/>
                    </a:lnTo>
                    <a:lnTo>
                      <a:pt x="239" y="24"/>
                    </a:lnTo>
                    <a:lnTo>
                      <a:pt x="240" y="21"/>
                    </a:lnTo>
                    <a:lnTo>
                      <a:pt x="241" y="19"/>
                    </a:lnTo>
                    <a:lnTo>
                      <a:pt x="241" y="16"/>
                    </a:lnTo>
                    <a:lnTo>
                      <a:pt x="241" y="12"/>
                    </a:lnTo>
                    <a:lnTo>
                      <a:pt x="240" y="9"/>
                    </a:lnTo>
                    <a:lnTo>
                      <a:pt x="239" y="7"/>
                    </a:lnTo>
                    <a:lnTo>
                      <a:pt x="237" y="5"/>
                    </a:lnTo>
                    <a:lnTo>
                      <a:pt x="235" y="3"/>
                    </a:lnTo>
                    <a:lnTo>
                      <a:pt x="232" y="2"/>
                    </a:lnTo>
                    <a:lnTo>
                      <a:pt x="230" y="0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6"/>
                    </a:lnTo>
                    <a:lnTo>
                      <a:pt x="1" y="19"/>
                    </a:lnTo>
                    <a:lnTo>
                      <a:pt x="1" y="21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8" y="27"/>
                    </a:lnTo>
                    <a:lnTo>
                      <a:pt x="10" y="29"/>
                    </a:lnTo>
                    <a:lnTo>
                      <a:pt x="13" y="31"/>
                    </a:lnTo>
                    <a:lnTo>
                      <a:pt x="1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Freeform 276"/>
              <p:cNvSpPr>
                <a:spLocks/>
              </p:cNvSpPr>
              <p:nvPr/>
            </p:nvSpPr>
            <p:spPr bwMode="auto">
              <a:xfrm>
                <a:off x="7128670" y="2134780"/>
                <a:ext cx="52046" cy="9525"/>
              </a:xfrm>
              <a:custGeom>
                <a:avLst/>
                <a:gdLst>
                  <a:gd name="T0" fmla="*/ 15 w 241"/>
                  <a:gd name="T1" fmla="*/ 30 h 30"/>
                  <a:gd name="T2" fmla="*/ 226 w 241"/>
                  <a:gd name="T3" fmla="*/ 30 h 30"/>
                  <a:gd name="T4" fmla="*/ 230 w 241"/>
                  <a:gd name="T5" fmla="*/ 29 h 30"/>
                  <a:gd name="T6" fmla="*/ 232 w 241"/>
                  <a:gd name="T7" fmla="*/ 29 h 30"/>
                  <a:gd name="T8" fmla="*/ 235 w 241"/>
                  <a:gd name="T9" fmla="*/ 27 h 30"/>
                  <a:gd name="T10" fmla="*/ 237 w 241"/>
                  <a:gd name="T11" fmla="*/ 26 h 30"/>
                  <a:gd name="T12" fmla="*/ 239 w 241"/>
                  <a:gd name="T13" fmla="*/ 23 h 30"/>
                  <a:gd name="T14" fmla="*/ 240 w 241"/>
                  <a:gd name="T15" fmla="*/ 21 h 30"/>
                  <a:gd name="T16" fmla="*/ 241 w 241"/>
                  <a:gd name="T17" fmla="*/ 18 h 30"/>
                  <a:gd name="T18" fmla="*/ 241 w 241"/>
                  <a:gd name="T19" fmla="*/ 15 h 30"/>
                  <a:gd name="T20" fmla="*/ 241 w 241"/>
                  <a:gd name="T21" fmla="*/ 12 h 30"/>
                  <a:gd name="T22" fmla="*/ 240 w 241"/>
                  <a:gd name="T23" fmla="*/ 9 h 30"/>
                  <a:gd name="T24" fmla="*/ 239 w 241"/>
                  <a:gd name="T25" fmla="*/ 7 h 30"/>
                  <a:gd name="T26" fmla="*/ 237 w 241"/>
                  <a:gd name="T27" fmla="*/ 5 h 30"/>
                  <a:gd name="T28" fmla="*/ 235 w 241"/>
                  <a:gd name="T29" fmla="*/ 3 h 30"/>
                  <a:gd name="T30" fmla="*/ 232 w 241"/>
                  <a:gd name="T31" fmla="*/ 1 h 30"/>
                  <a:gd name="T32" fmla="*/ 230 w 241"/>
                  <a:gd name="T33" fmla="*/ 0 h 30"/>
                  <a:gd name="T34" fmla="*/ 226 w 241"/>
                  <a:gd name="T35" fmla="*/ 0 h 30"/>
                  <a:gd name="T36" fmla="*/ 15 w 241"/>
                  <a:gd name="T37" fmla="*/ 0 h 30"/>
                  <a:gd name="T38" fmla="*/ 13 w 241"/>
                  <a:gd name="T39" fmla="*/ 0 h 30"/>
                  <a:gd name="T40" fmla="*/ 10 w 241"/>
                  <a:gd name="T41" fmla="*/ 1 h 30"/>
                  <a:gd name="T42" fmla="*/ 8 w 241"/>
                  <a:gd name="T43" fmla="*/ 3 h 30"/>
                  <a:gd name="T44" fmla="*/ 4 w 241"/>
                  <a:gd name="T45" fmla="*/ 5 h 30"/>
                  <a:gd name="T46" fmla="*/ 3 w 241"/>
                  <a:gd name="T47" fmla="*/ 7 h 30"/>
                  <a:gd name="T48" fmla="*/ 1 w 241"/>
                  <a:gd name="T49" fmla="*/ 9 h 30"/>
                  <a:gd name="T50" fmla="*/ 1 w 241"/>
                  <a:gd name="T51" fmla="*/ 12 h 30"/>
                  <a:gd name="T52" fmla="*/ 0 w 241"/>
                  <a:gd name="T53" fmla="*/ 15 h 30"/>
                  <a:gd name="T54" fmla="*/ 1 w 241"/>
                  <a:gd name="T55" fmla="*/ 18 h 30"/>
                  <a:gd name="T56" fmla="*/ 1 w 241"/>
                  <a:gd name="T57" fmla="*/ 21 h 30"/>
                  <a:gd name="T58" fmla="*/ 3 w 241"/>
                  <a:gd name="T59" fmla="*/ 23 h 30"/>
                  <a:gd name="T60" fmla="*/ 4 w 241"/>
                  <a:gd name="T61" fmla="*/ 26 h 30"/>
                  <a:gd name="T62" fmla="*/ 8 w 241"/>
                  <a:gd name="T63" fmla="*/ 27 h 30"/>
                  <a:gd name="T64" fmla="*/ 10 w 241"/>
                  <a:gd name="T65" fmla="*/ 29 h 30"/>
                  <a:gd name="T66" fmla="*/ 13 w 241"/>
                  <a:gd name="T67" fmla="*/ 29 h 30"/>
                  <a:gd name="T68" fmla="*/ 15 w 241"/>
                  <a:gd name="T69" fmla="*/ 30 h 30"/>
                  <a:gd name="T70" fmla="*/ 15 w 241"/>
                  <a:gd name="T7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1" h="30">
                    <a:moveTo>
                      <a:pt x="15" y="30"/>
                    </a:moveTo>
                    <a:lnTo>
                      <a:pt x="226" y="30"/>
                    </a:lnTo>
                    <a:lnTo>
                      <a:pt x="230" y="29"/>
                    </a:lnTo>
                    <a:lnTo>
                      <a:pt x="232" y="29"/>
                    </a:lnTo>
                    <a:lnTo>
                      <a:pt x="235" y="27"/>
                    </a:lnTo>
                    <a:lnTo>
                      <a:pt x="237" y="26"/>
                    </a:lnTo>
                    <a:lnTo>
                      <a:pt x="239" y="23"/>
                    </a:lnTo>
                    <a:lnTo>
                      <a:pt x="240" y="21"/>
                    </a:lnTo>
                    <a:lnTo>
                      <a:pt x="241" y="18"/>
                    </a:lnTo>
                    <a:lnTo>
                      <a:pt x="241" y="15"/>
                    </a:lnTo>
                    <a:lnTo>
                      <a:pt x="241" y="12"/>
                    </a:lnTo>
                    <a:lnTo>
                      <a:pt x="240" y="9"/>
                    </a:lnTo>
                    <a:lnTo>
                      <a:pt x="239" y="7"/>
                    </a:lnTo>
                    <a:lnTo>
                      <a:pt x="237" y="5"/>
                    </a:lnTo>
                    <a:lnTo>
                      <a:pt x="235" y="3"/>
                    </a:lnTo>
                    <a:lnTo>
                      <a:pt x="232" y="1"/>
                    </a:lnTo>
                    <a:lnTo>
                      <a:pt x="230" y="0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0" y="1"/>
                    </a:lnTo>
                    <a:lnTo>
                      <a:pt x="8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1" y="18"/>
                    </a:lnTo>
                    <a:lnTo>
                      <a:pt x="1" y="21"/>
                    </a:lnTo>
                    <a:lnTo>
                      <a:pt x="3" y="23"/>
                    </a:lnTo>
                    <a:lnTo>
                      <a:pt x="4" y="26"/>
                    </a:lnTo>
                    <a:lnTo>
                      <a:pt x="8" y="27"/>
                    </a:lnTo>
                    <a:lnTo>
                      <a:pt x="10" y="29"/>
                    </a:lnTo>
                    <a:lnTo>
                      <a:pt x="13" y="29"/>
                    </a:lnTo>
                    <a:lnTo>
                      <a:pt x="15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Freeform 277"/>
              <p:cNvSpPr>
                <a:spLocks/>
              </p:cNvSpPr>
              <p:nvPr/>
            </p:nvSpPr>
            <p:spPr bwMode="auto">
              <a:xfrm>
                <a:off x="7128670" y="2106205"/>
                <a:ext cx="76200" cy="9525"/>
              </a:xfrm>
              <a:custGeom>
                <a:avLst/>
                <a:gdLst>
                  <a:gd name="T0" fmla="*/ 15 w 241"/>
                  <a:gd name="T1" fmla="*/ 31 h 31"/>
                  <a:gd name="T2" fmla="*/ 226 w 241"/>
                  <a:gd name="T3" fmla="*/ 31 h 31"/>
                  <a:gd name="T4" fmla="*/ 230 w 241"/>
                  <a:gd name="T5" fmla="*/ 30 h 31"/>
                  <a:gd name="T6" fmla="*/ 232 w 241"/>
                  <a:gd name="T7" fmla="*/ 29 h 31"/>
                  <a:gd name="T8" fmla="*/ 235 w 241"/>
                  <a:gd name="T9" fmla="*/ 28 h 31"/>
                  <a:gd name="T10" fmla="*/ 237 w 241"/>
                  <a:gd name="T11" fmla="*/ 26 h 31"/>
                  <a:gd name="T12" fmla="*/ 239 w 241"/>
                  <a:gd name="T13" fmla="*/ 24 h 31"/>
                  <a:gd name="T14" fmla="*/ 240 w 241"/>
                  <a:gd name="T15" fmla="*/ 22 h 31"/>
                  <a:gd name="T16" fmla="*/ 241 w 241"/>
                  <a:gd name="T17" fmla="*/ 18 h 31"/>
                  <a:gd name="T18" fmla="*/ 241 w 241"/>
                  <a:gd name="T19" fmla="*/ 16 h 31"/>
                  <a:gd name="T20" fmla="*/ 241 w 241"/>
                  <a:gd name="T21" fmla="*/ 13 h 31"/>
                  <a:gd name="T22" fmla="*/ 240 w 241"/>
                  <a:gd name="T23" fmla="*/ 10 h 31"/>
                  <a:gd name="T24" fmla="*/ 239 w 241"/>
                  <a:gd name="T25" fmla="*/ 8 h 31"/>
                  <a:gd name="T26" fmla="*/ 237 w 241"/>
                  <a:gd name="T27" fmla="*/ 6 h 31"/>
                  <a:gd name="T28" fmla="*/ 235 w 241"/>
                  <a:gd name="T29" fmla="*/ 3 h 31"/>
                  <a:gd name="T30" fmla="*/ 232 w 241"/>
                  <a:gd name="T31" fmla="*/ 2 h 31"/>
                  <a:gd name="T32" fmla="*/ 230 w 241"/>
                  <a:gd name="T33" fmla="*/ 1 h 31"/>
                  <a:gd name="T34" fmla="*/ 226 w 241"/>
                  <a:gd name="T35" fmla="*/ 0 h 31"/>
                  <a:gd name="T36" fmla="*/ 15 w 241"/>
                  <a:gd name="T37" fmla="*/ 0 h 31"/>
                  <a:gd name="T38" fmla="*/ 13 w 241"/>
                  <a:gd name="T39" fmla="*/ 1 h 31"/>
                  <a:gd name="T40" fmla="*/ 10 w 241"/>
                  <a:gd name="T41" fmla="*/ 2 h 31"/>
                  <a:gd name="T42" fmla="*/ 8 w 241"/>
                  <a:gd name="T43" fmla="*/ 3 h 31"/>
                  <a:gd name="T44" fmla="*/ 4 w 241"/>
                  <a:gd name="T45" fmla="*/ 6 h 31"/>
                  <a:gd name="T46" fmla="*/ 3 w 241"/>
                  <a:gd name="T47" fmla="*/ 8 h 31"/>
                  <a:gd name="T48" fmla="*/ 1 w 241"/>
                  <a:gd name="T49" fmla="*/ 10 h 31"/>
                  <a:gd name="T50" fmla="*/ 1 w 241"/>
                  <a:gd name="T51" fmla="*/ 13 h 31"/>
                  <a:gd name="T52" fmla="*/ 0 w 241"/>
                  <a:gd name="T53" fmla="*/ 16 h 31"/>
                  <a:gd name="T54" fmla="*/ 1 w 241"/>
                  <a:gd name="T55" fmla="*/ 18 h 31"/>
                  <a:gd name="T56" fmla="*/ 1 w 241"/>
                  <a:gd name="T57" fmla="*/ 22 h 31"/>
                  <a:gd name="T58" fmla="*/ 3 w 241"/>
                  <a:gd name="T59" fmla="*/ 24 h 31"/>
                  <a:gd name="T60" fmla="*/ 4 w 241"/>
                  <a:gd name="T61" fmla="*/ 26 h 31"/>
                  <a:gd name="T62" fmla="*/ 8 w 241"/>
                  <a:gd name="T63" fmla="*/ 28 h 31"/>
                  <a:gd name="T64" fmla="*/ 10 w 241"/>
                  <a:gd name="T65" fmla="*/ 29 h 31"/>
                  <a:gd name="T66" fmla="*/ 13 w 241"/>
                  <a:gd name="T67" fmla="*/ 30 h 31"/>
                  <a:gd name="T68" fmla="*/ 15 w 241"/>
                  <a:gd name="T69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1" h="31">
                    <a:moveTo>
                      <a:pt x="15" y="31"/>
                    </a:moveTo>
                    <a:lnTo>
                      <a:pt x="226" y="31"/>
                    </a:lnTo>
                    <a:lnTo>
                      <a:pt x="230" y="30"/>
                    </a:lnTo>
                    <a:lnTo>
                      <a:pt x="232" y="29"/>
                    </a:lnTo>
                    <a:lnTo>
                      <a:pt x="235" y="28"/>
                    </a:lnTo>
                    <a:lnTo>
                      <a:pt x="237" y="26"/>
                    </a:lnTo>
                    <a:lnTo>
                      <a:pt x="239" y="24"/>
                    </a:lnTo>
                    <a:lnTo>
                      <a:pt x="240" y="22"/>
                    </a:lnTo>
                    <a:lnTo>
                      <a:pt x="241" y="18"/>
                    </a:lnTo>
                    <a:lnTo>
                      <a:pt x="241" y="16"/>
                    </a:lnTo>
                    <a:lnTo>
                      <a:pt x="241" y="13"/>
                    </a:lnTo>
                    <a:lnTo>
                      <a:pt x="240" y="10"/>
                    </a:lnTo>
                    <a:lnTo>
                      <a:pt x="239" y="8"/>
                    </a:lnTo>
                    <a:lnTo>
                      <a:pt x="237" y="6"/>
                    </a:lnTo>
                    <a:lnTo>
                      <a:pt x="235" y="3"/>
                    </a:lnTo>
                    <a:lnTo>
                      <a:pt x="232" y="2"/>
                    </a:lnTo>
                    <a:lnTo>
                      <a:pt x="230" y="1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1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4" y="6"/>
                    </a:lnTo>
                    <a:lnTo>
                      <a:pt x="3" y="8"/>
                    </a:lnTo>
                    <a:lnTo>
                      <a:pt x="1" y="10"/>
                    </a:lnTo>
                    <a:lnTo>
                      <a:pt x="1" y="13"/>
                    </a:lnTo>
                    <a:lnTo>
                      <a:pt x="0" y="16"/>
                    </a:lnTo>
                    <a:lnTo>
                      <a:pt x="1" y="18"/>
                    </a:lnTo>
                    <a:lnTo>
                      <a:pt x="1" y="22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8" y="28"/>
                    </a:lnTo>
                    <a:lnTo>
                      <a:pt x="10" y="29"/>
                    </a:lnTo>
                    <a:lnTo>
                      <a:pt x="13" y="30"/>
                    </a:lnTo>
                    <a:lnTo>
                      <a:pt x="1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Freeform 278"/>
              <p:cNvSpPr>
                <a:spLocks/>
              </p:cNvSpPr>
              <p:nvPr/>
            </p:nvSpPr>
            <p:spPr bwMode="auto">
              <a:xfrm>
                <a:off x="7128670" y="2163355"/>
                <a:ext cx="35549" cy="9525"/>
              </a:xfrm>
              <a:custGeom>
                <a:avLst/>
                <a:gdLst>
                  <a:gd name="T0" fmla="*/ 15 w 241"/>
                  <a:gd name="T1" fmla="*/ 31 h 31"/>
                  <a:gd name="T2" fmla="*/ 226 w 241"/>
                  <a:gd name="T3" fmla="*/ 31 h 31"/>
                  <a:gd name="T4" fmla="*/ 230 w 241"/>
                  <a:gd name="T5" fmla="*/ 31 h 31"/>
                  <a:gd name="T6" fmla="*/ 232 w 241"/>
                  <a:gd name="T7" fmla="*/ 29 h 31"/>
                  <a:gd name="T8" fmla="*/ 235 w 241"/>
                  <a:gd name="T9" fmla="*/ 27 h 31"/>
                  <a:gd name="T10" fmla="*/ 237 w 241"/>
                  <a:gd name="T11" fmla="*/ 26 h 31"/>
                  <a:gd name="T12" fmla="*/ 239 w 241"/>
                  <a:gd name="T13" fmla="*/ 24 h 31"/>
                  <a:gd name="T14" fmla="*/ 240 w 241"/>
                  <a:gd name="T15" fmla="*/ 21 h 31"/>
                  <a:gd name="T16" fmla="*/ 241 w 241"/>
                  <a:gd name="T17" fmla="*/ 19 h 31"/>
                  <a:gd name="T18" fmla="*/ 241 w 241"/>
                  <a:gd name="T19" fmla="*/ 16 h 31"/>
                  <a:gd name="T20" fmla="*/ 241 w 241"/>
                  <a:gd name="T21" fmla="*/ 12 h 31"/>
                  <a:gd name="T22" fmla="*/ 240 w 241"/>
                  <a:gd name="T23" fmla="*/ 9 h 31"/>
                  <a:gd name="T24" fmla="*/ 239 w 241"/>
                  <a:gd name="T25" fmla="*/ 7 h 31"/>
                  <a:gd name="T26" fmla="*/ 237 w 241"/>
                  <a:gd name="T27" fmla="*/ 5 h 31"/>
                  <a:gd name="T28" fmla="*/ 235 w 241"/>
                  <a:gd name="T29" fmla="*/ 3 h 31"/>
                  <a:gd name="T30" fmla="*/ 232 w 241"/>
                  <a:gd name="T31" fmla="*/ 2 h 31"/>
                  <a:gd name="T32" fmla="*/ 230 w 241"/>
                  <a:gd name="T33" fmla="*/ 0 h 31"/>
                  <a:gd name="T34" fmla="*/ 226 w 241"/>
                  <a:gd name="T35" fmla="*/ 0 h 31"/>
                  <a:gd name="T36" fmla="*/ 15 w 241"/>
                  <a:gd name="T37" fmla="*/ 0 h 31"/>
                  <a:gd name="T38" fmla="*/ 13 w 241"/>
                  <a:gd name="T39" fmla="*/ 0 h 31"/>
                  <a:gd name="T40" fmla="*/ 10 w 241"/>
                  <a:gd name="T41" fmla="*/ 2 h 31"/>
                  <a:gd name="T42" fmla="*/ 8 w 241"/>
                  <a:gd name="T43" fmla="*/ 3 h 31"/>
                  <a:gd name="T44" fmla="*/ 4 w 241"/>
                  <a:gd name="T45" fmla="*/ 5 h 31"/>
                  <a:gd name="T46" fmla="*/ 3 w 241"/>
                  <a:gd name="T47" fmla="*/ 7 h 31"/>
                  <a:gd name="T48" fmla="*/ 1 w 241"/>
                  <a:gd name="T49" fmla="*/ 9 h 31"/>
                  <a:gd name="T50" fmla="*/ 1 w 241"/>
                  <a:gd name="T51" fmla="*/ 12 h 31"/>
                  <a:gd name="T52" fmla="*/ 0 w 241"/>
                  <a:gd name="T53" fmla="*/ 16 h 31"/>
                  <a:gd name="T54" fmla="*/ 1 w 241"/>
                  <a:gd name="T55" fmla="*/ 19 h 31"/>
                  <a:gd name="T56" fmla="*/ 1 w 241"/>
                  <a:gd name="T57" fmla="*/ 21 h 31"/>
                  <a:gd name="T58" fmla="*/ 3 w 241"/>
                  <a:gd name="T59" fmla="*/ 24 h 31"/>
                  <a:gd name="T60" fmla="*/ 4 w 241"/>
                  <a:gd name="T61" fmla="*/ 26 h 31"/>
                  <a:gd name="T62" fmla="*/ 8 w 241"/>
                  <a:gd name="T63" fmla="*/ 27 h 31"/>
                  <a:gd name="T64" fmla="*/ 10 w 241"/>
                  <a:gd name="T65" fmla="*/ 29 h 31"/>
                  <a:gd name="T66" fmla="*/ 13 w 241"/>
                  <a:gd name="T67" fmla="*/ 31 h 31"/>
                  <a:gd name="T68" fmla="*/ 15 w 241"/>
                  <a:gd name="T69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1" h="31">
                    <a:moveTo>
                      <a:pt x="15" y="31"/>
                    </a:moveTo>
                    <a:lnTo>
                      <a:pt x="226" y="31"/>
                    </a:lnTo>
                    <a:lnTo>
                      <a:pt x="230" y="31"/>
                    </a:lnTo>
                    <a:lnTo>
                      <a:pt x="232" y="29"/>
                    </a:lnTo>
                    <a:lnTo>
                      <a:pt x="235" y="27"/>
                    </a:lnTo>
                    <a:lnTo>
                      <a:pt x="237" y="26"/>
                    </a:lnTo>
                    <a:lnTo>
                      <a:pt x="239" y="24"/>
                    </a:lnTo>
                    <a:lnTo>
                      <a:pt x="240" y="21"/>
                    </a:lnTo>
                    <a:lnTo>
                      <a:pt x="241" y="19"/>
                    </a:lnTo>
                    <a:lnTo>
                      <a:pt x="241" y="16"/>
                    </a:lnTo>
                    <a:lnTo>
                      <a:pt x="241" y="12"/>
                    </a:lnTo>
                    <a:lnTo>
                      <a:pt x="240" y="9"/>
                    </a:lnTo>
                    <a:lnTo>
                      <a:pt x="239" y="7"/>
                    </a:lnTo>
                    <a:lnTo>
                      <a:pt x="237" y="5"/>
                    </a:lnTo>
                    <a:lnTo>
                      <a:pt x="235" y="3"/>
                    </a:lnTo>
                    <a:lnTo>
                      <a:pt x="232" y="2"/>
                    </a:lnTo>
                    <a:lnTo>
                      <a:pt x="230" y="0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6"/>
                    </a:lnTo>
                    <a:lnTo>
                      <a:pt x="1" y="19"/>
                    </a:lnTo>
                    <a:lnTo>
                      <a:pt x="1" y="21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8" y="27"/>
                    </a:lnTo>
                    <a:lnTo>
                      <a:pt x="10" y="29"/>
                    </a:lnTo>
                    <a:lnTo>
                      <a:pt x="13" y="31"/>
                    </a:lnTo>
                    <a:lnTo>
                      <a:pt x="1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Freeform 276"/>
              <p:cNvSpPr>
                <a:spLocks/>
              </p:cNvSpPr>
              <p:nvPr/>
            </p:nvSpPr>
            <p:spPr bwMode="auto">
              <a:xfrm>
                <a:off x="7221318" y="2090103"/>
                <a:ext cx="39104" cy="9525"/>
              </a:xfrm>
              <a:custGeom>
                <a:avLst/>
                <a:gdLst>
                  <a:gd name="T0" fmla="*/ 15 w 241"/>
                  <a:gd name="T1" fmla="*/ 30 h 30"/>
                  <a:gd name="T2" fmla="*/ 226 w 241"/>
                  <a:gd name="T3" fmla="*/ 30 h 30"/>
                  <a:gd name="T4" fmla="*/ 230 w 241"/>
                  <a:gd name="T5" fmla="*/ 29 h 30"/>
                  <a:gd name="T6" fmla="*/ 232 w 241"/>
                  <a:gd name="T7" fmla="*/ 29 h 30"/>
                  <a:gd name="T8" fmla="*/ 235 w 241"/>
                  <a:gd name="T9" fmla="*/ 27 h 30"/>
                  <a:gd name="T10" fmla="*/ 237 w 241"/>
                  <a:gd name="T11" fmla="*/ 26 h 30"/>
                  <a:gd name="T12" fmla="*/ 239 w 241"/>
                  <a:gd name="T13" fmla="*/ 23 h 30"/>
                  <a:gd name="T14" fmla="*/ 240 w 241"/>
                  <a:gd name="T15" fmla="*/ 21 h 30"/>
                  <a:gd name="T16" fmla="*/ 241 w 241"/>
                  <a:gd name="T17" fmla="*/ 18 h 30"/>
                  <a:gd name="T18" fmla="*/ 241 w 241"/>
                  <a:gd name="T19" fmla="*/ 15 h 30"/>
                  <a:gd name="T20" fmla="*/ 241 w 241"/>
                  <a:gd name="T21" fmla="*/ 12 h 30"/>
                  <a:gd name="T22" fmla="*/ 240 w 241"/>
                  <a:gd name="T23" fmla="*/ 9 h 30"/>
                  <a:gd name="T24" fmla="*/ 239 w 241"/>
                  <a:gd name="T25" fmla="*/ 7 h 30"/>
                  <a:gd name="T26" fmla="*/ 237 w 241"/>
                  <a:gd name="T27" fmla="*/ 5 h 30"/>
                  <a:gd name="T28" fmla="*/ 235 w 241"/>
                  <a:gd name="T29" fmla="*/ 3 h 30"/>
                  <a:gd name="T30" fmla="*/ 232 w 241"/>
                  <a:gd name="T31" fmla="*/ 1 h 30"/>
                  <a:gd name="T32" fmla="*/ 230 w 241"/>
                  <a:gd name="T33" fmla="*/ 0 h 30"/>
                  <a:gd name="T34" fmla="*/ 226 w 241"/>
                  <a:gd name="T35" fmla="*/ 0 h 30"/>
                  <a:gd name="T36" fmla="*/ 15 w 241"/>
                  <a:gd name="T37" fmla="*/ 0 h 30"/>
                  <a:gd name="T38" fmla="*/ 13 w 241"/>
                  <a:gd name="T39" fmla="*/ 0 h 30"/>
                  <a:gd name="T40" fmla="*/ 10 w 241"/>
                  <a:gd name="T41" fmla="*/ 1 h 30"/>
                  <a:gd name="T42" fmla="*/ 8 w 241"/>
                  <a:gd name="T43" fmla="*/ 3 h 30"/>
                  <a:gd name="T44" fmla="*/ 4 w 241"/>
                  <a:gd name="T45" fmla="*/ 5 h 30"/>
                  <a:gd name="T46" fmla="*/ 3 w 241"/>
                  <a:gd name="T47" fmla="*/ 7 h 30"/>
                  <a:gd name="T48" fmla="*/ 1 w 241"/>
                  <a:gd name="T49" fmla="*/ 9 h 30"/>
                  <a:gd name="T50" fmla="*/ 1 w 241"/>
                  <a:gd name="T51" fmla="*/ 12 h 30"/>
                  <a:gd name="T52" fmla="*/ 0 w 241"/>
                  <a:gd name="T53" fmla="*/ 15 h 30"/>
                  <a:gd name="T54" fmla="*/ 1 w 241"/>
                  <a:gd name="T55" fmla="*/ 18 h 30"/>
                  <a:gd name="T56" fmla="*/ 1 w 241"/>
                  <a:gd name="T57" fmla="*/ 21 h 30"/>
                  <a:gd name="T58" fmla="*/ 3 w 241"/>
                  <a:gd name="T59" fmla="*/ 23 h 30"/>
                  <a:gd name="T60" fmla="*/ 4 w 241"/>
                  <a:gd name="T61" fmla="*/ 26 h 30"/>
                  <a:gd name="T62" fmla="*/ 8 w 241"/>
                  <a:gd name="T63" fmla="*/ 27 h 30"/>
                  <a:gd name="T64" fmla="*/ 10 w 241"/>
                  <a:gd name="T65" fmla="*/ 29 h 30"/>
                  <a:gd name="T66" fmla="*/ 13 w 241"/>
                  <a:gd name="T67" fmla="*/ 29 h 30"/>
                  <a:gd name="T68" fmla="*/ 15 w 241"/>
                  <a:gd name="T69" fmla="*/ 30 h 30"/>
                  <a:gd name="T70" fmla="*/ 15 w 241"/>
                  <a:gd name="T7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1" h="30">
                    <a:moveTo>
                      <a:pt x="15" y="30"/>
                    </a:moveTo>
                    <a:lnTo>
                      <a:pt x="226" y="30"/>
                    </a:lnTo>
                    <a:lnTo>
                      <a:pt x="230" y="29"/>
                    </a:lnTo>
                    <a:lnTo>
                      <a:pt x="232" y="29"/>
                    </a:lnTo>
                    <a:lnTo>
                      <a:pt x="235" y="27"/>
                    </a:lnTo>
                    <a:lnTo>
                      <a:pt x="237" y="26"/>
                    </a:lnTo>
                    <a:lnTo>
                      <a:pt x="239" y="23"/>
                    </a:lnTo>
                    <a:lnTo>
                      <a:pt x="240" y="21"/>
                    </a:lnTo>
                    <a:lnTo>
                      <a:pt x="241" y="18"/>
                    </a:lnTo>
                    <a:lnTo>
                      <a:pt x="241" y="15"/>
                    </a:lnTo>
                    <a:lnTo>
                      <a:pt x="241" y="12"/>
                    </a:lnTo>
                    <a:lnTo>
                      <a:pt x="240" y="9"/>
                    </a:lnTo>
                    <a:lnTo>
                      <a:pt x="239" y="7"/>
                    </a:lnTo>
                    <a:lnTo>
                      <a:pt x="237" y="5"/>
                    </a:lnTo>
                    <a:lnTo>
                      <a:pt x="235" y="3"/>
                    </a:lnTo>
                    <a:lnTo>
                      <a:pt x="232" y="1"/>
                    </a:lnTo>
                    <a:lnTo>
                      <a:pt x="230" y="0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0" y="1"/>
                    </a:lnTo>
                    <a:lnTo>
                      <a:pt x="8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1" y="18"/>
                    </a:lnTo>
                    <a:lnTo>
                      <a:pt x="1" y="21"/>
                    </a:lnTo>
                    <a:lnTo>
                      <a:pt x="3" y="23"/>
                    </a:lnTo>
                    <a:lnTo>
                      <a:pt x="4" y="26"/>
                    </a:lnTo>
                    <a:lnTo>
                      <a:pt x="8" y="27"/>
                    </a:lnTo>
                    <a:lnTo>
                      <a:pt x="10" y="29"/>
                    </a:lnTo>
                    <a:lnTo>
                      <a:pt x="13" y="29"/>
                    </a:lnTo>
                    <a:lnTo>
                      <a:pt x="15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Freeform 277"/>
              <p:cNvSpPr>
                <a:spLocks/>
              </p:cNvSpPr>
              <p:nvPr/>
            </p:nvSpPr>
            <p:spPr bwMode="auto">
              <a:xfrm>
                <a:off x="7221318" y="2061528"/>
                <a:ext cx="57251" cy="9525"/>
              </a:xfrm>
              <a:custGeom>
                <a:avLst/>
                <a:gdLst>
                  <a:gd name="T0" fmla="*/ 15 w 241"/>
                  <a:gd name="T1" fmla="*/ 31 h 31"/>
                  <a:gd name="T2" fmla="*/ 226 w 241"/>
                  <a:gd name="T3" fmla="*/ 31 h 31"/>
                  <a:gd name="T4" fmla="*/ 230 w 241"/>
                  <a:gd name="T5" fmla="*/ 30 h 31"/>
                  <a:gd name="T6" fmla="*/ 232 w 241"/>
                  <a:gd name="T7" fmla="*/ 29 h 31"/>
                  <a:gd name="T8" fmla="*/ 235 w 241"/>
                  <a:gd name="T9" fmla="*/ 28 h 31"/>
                  <a:gd name="T10" fmla="*/ 237 w 241"/>
                  <a:gd name="T11" fmla="*/ 26 h 31"/>
                  <a:gd name="T12" fmla="*/ 239 w 241"/>
                  <a:gd name="T13" fmla="*/ 24 h 31"/>
                  <a:gd name="T14" fmla="*/ 240 w 241"/>
                  <a:gd name="T15" fmla="*/ 22 h 31"/>
                  <a:gd name="T16" fmla="*/ 241 w 241"/>
                  <a:gd name="T17" fmla="*/ 18 h 31"/>
                  <a:gd name="T18" fmla="*/ 241 w 241"/>
                  <a:gd name="T19" fmla="*/ 16 h 31"/>
                  <a:gd name="T20" fmla="*/ 241 w 241"/>
                  <a:gd name="T21" fmla="*/ 13 h 31"/>
                  <a:gd name="T22" fmla="*/ 240 w 241"/>
                  <a:gd name="T23" fmla="*/ 10 h 31"/>
                  <a:gd name="T24" fmla="*/ 239 w 241"/>
                  <a:gd name="T25" fmla="*/ 8 h 31"/>
                  <a:gd name="T26" fmla="*/ 237 w 241"/>
                  <a:gd name="T27" fmla="*/ 6 h 31"/>
                  <a:gd name="T28" fmla="*/ 235 w 241"/>
                  <a:gd name="T29" fmla="*/ 3 h 31"/>
                  <a:gd name="T30" fmla="*/ 232 w 241"/>
                  <a:gd name="T31" fmla="*/ 2 h 31"/>
                  <a:gd name="T32" fmla="*/ 230 w 241"/>
                  <a:gd name="T33" fmla="*/ 1 h 31"/>
                  <a:gd name="T34" fmla="*/ 226 w 241"/>
                  <a:gd name="T35" fmla="*/ 0 h 31"/>
                  <a:gd name="T36" fmla="*/ 15 w 241"/>
                  <a:gd name="T37" fmla="*/ 0 h 31"/>
                  <a:gd name="T38" fmla="*/ 13 w 241"/>
                  <a:gd name="T39" fmla="*/ 1 h 31"/>
                  <a:gd name="T40" fmla="*/ 10 w 241"/>
                  <a:gd name="T41" fmla="*/ 2 h 31"/>
                  <a:gd name="T42" fmla="*/ 8 w 241"/>
                  <a:gd name="T43" fmla="*/ 3 h 31"/>
                  <a:gd name="T44" fmla="*/ 4 w 241"/>
                  <a:gd name="T45" fmla="*/ 6 h 31"/>
                  <a:gd name="T46" fmla="*/ 3 w 241"/>
                  <a:gd name="T47" fmla="*/ 8 h 31"/>
                  <a:gd name="T48" fmla="*/ 1 w 241"/>
                  <a:gd name="T49" fmla="*/ 10 h 31"/>
                  <a:gd name="T50" fmla="*/ 1 w 241"/>
                  <a:gd name="T51" fmla="*/ 13 h 31"/>
                  <a:gd name="T52" fmla="*/ 0 w 241"/>
                  <a:gd name="T53" fmla="*/ 16 h 31"/>
                  <a:gd name="T54" fmla="*/ 1 w 241"/>
                  <a:gd name="T55" fmla="*/ 18 h 31"/>
                  <a:gd name="T56" fmla="*/ 1 w 241"/>
                  <a:gd name="T57" fmla="*/ 22 h 31"/>
                  <a:gd name="T58" fmla="*/ 3 w 241"/>
                  <a:gd name="T59" fmla="*/ 24 h 31"/>
                  <a:gd name="T60" fmla="*/ 4 w 241"/>
                  <a:gd name="T61" fmla="*/ 26 h 31"/>
                  <a:gd name="T62" fmla="*/ 8 w 241"/>
                  <a:gd name="T63" fmla="*/ 28 h 31"/>
                  <a:gd name="T64" fmla="*/ 10 w 241"/>
                  <a:gd name="T65" fmla="*/ 29 h 31"/>
                  <a:gd name="T66" fmla="*/ 13 w 241"/>
                  <a:gd name="T67" fmla="*/ 30 h 31"/>
                  <a:gd name="T68" fmla="*/ 15 w 241"/>
                  <a:gd name="T69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1" h="31">
                    <a:moveTo>
                      <a:pt x="15" y="31"/>
                    </a:moveTo>
                    <a:lnTo>
                      <a:pt x="226" y="31"/>
                    </a:lnTo>
                    <a:lnTo>
                      <a:pt x="230" y="30"/>
                    </a:lnTo>
                    <a:lnTo>
                      <a:pt x="232" y="29"/>
                    </a:lnTo>
                    <a:lnTo>
                      <a:pt x="235" y="28"/>
                    </a:lnTo>
                    <a:lnTo>
                      <a:pt x="237" y="26"/>
                    </a:lnTo>
                    <a:lnTo>
                      <a:pt x="239" y="24"/>
                    </a:lnTo>
                    <a:lnTo>
                      <a:pt x="240" y="22"/>
                    </a:lnTo>
                    <a:lnTo>
                      <a:pt x="241" y="18"/>
                    </a:lnTo>
                    <a:lnTo>
                      <a:pt x="241" y="16"/>
                    </a:lnTo>
                    <a:lnTo>
                      <a:pt x="241" y="13"/>
                    </a:lnTo>
                    <a:lnTo>
                      <a:pt x="240" y="10"/>
                    </a:lnTo>
                    <a:lnTo>
                      <a:pt x="239" y="8"/>
                    </a:lnTo>
                    <a:lnTo>
                      <a:pt x="237" y="6"/>
                    </a:lnTo>
                    <a:lnTo>
                      <a:pt x="235" y="3"/>
                    </a:lnTo>
                    <a:lnTo>
                      <a:pt x="232" y="2"/>
                    </a:lnTo>
                    <a:lnTo>
                      <a:pt x="230" y="1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1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4" y="6"/>
                    </a:lnTo>
                    <a:lnTo>
                      <a:pt x="3" y="8"/>
                    </a:lnTo>
                    <a:lnTo>
                      <a:pt x="1" y="10"/>
                    </a:lnTo>
                    <a:lnTo>
                      <a:pt x="1" y="13"/>
                    </a:lnTo>
                    <a:lnTo>
                      <a:pt x="0" y="16"/>
                    </a:lnTo>
                    <a:lnTo>
                      <a:pt x="1" y="18"/>
                    </a:lnTo>
                    <a:lnTo>
                      <a:pt x="1" y="22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8" y="28"/>
                    </a:lnTo>
                    <a:lnTo>
                      <a:pt x="10" y="29"/>
                    </a:lnTo>
                    <a:lnTo>
                      <a:pt x="13" y="30"/>
                    </a:lnTo>
                    <a:lnTo>
                      <a:pt x="1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Freeform 278"/>
              <p:cNvSpPr>
                <a:spLocks/>
              </p:cNvSpPr>
              <p:nvPr/>
            </p:nvSpPr>
            <p:spPr bwMode="auto">
              <a:xfrm>
                <a:off x="7221318" y="2118678"/>
                <a:ext cx="26708" cy="9525"/>
              </a:xfrm>
              <a:custGeom>
                <a:avLst/>
                <a:gdLst>
                  <a:gd name="T0" fmla="*/ 15 w 241"/>
                  <a:gd name="T1" fmla="*/ 31 h 31"/>
                  <a:gd name="T2" fmla="*/ 226 w 241"/>
                  <a:gd name="T3" fmla="*/ 31 h 31"/>
                  <a:gd name="T4" fmla="*/ 230 w 241"/>
                  <a:gd name="T5" fmla="*/ 31 h 31"/>
                  <a:gd name="T6" fmla="*/ 232 w 241"/>
                  <a:gd name="T7" fmla="*/ 29 h 31"/>
                  <a:gd name="T8" fmla="*/ 235 w 241"/>
                  <a:gd name="T9" fmla="*/ 27 h 31"/>
                  <a:gd name="T10" fmla="*/ 237 w 241"/>
                  <a:gd name="T11" fmla="*/ 26 h 31"/>
                  <a:gd name="T12" fmla="*/ 239 w 241"/>
                  <a:gd name="T13" fmla="*/ 24 h 31"/>
                  <a:gd name="T14" fmla="*/ 240 w 241"/>
                  <a:gd name="T15" fmla="*/ 21 h 31"/>
                  <a:gd name="T16" fmla="*/ 241 w 241"/>
                  <a:gd name="T17" fmla="*/ 19 h 31"/>
                  <a:gd name="T18" fmla="*/ 241 w 241"/>
                  <a:gd name="T19" fmla="*/ 16 h 31"/>
                  <a:gd name="T20" fmla="*/ 241 w 241"/>
                  <a:gd name="T21" fmla="*/ 12 h 31"/>
                  <a:gd name="T22" fmla="*/ 240 w 241"/>
                  <a:gd name="T23" fmla="*/ 9 h 31"/>
                  <a:gd name="T24" fmla="*/ 239 w 241"/>
                  <a:gd name="T25" fmla="*/ 7 h 31"/>
                  <a:gd name="T26" fmla="*/ 237 w 241"/>
                  <a:gd name="T27" fmla="*/ 5 h 31"/>
                  <a:gd name="T28" fmla="*/ 235 w 241"/>
                  <a:gd name="T29" fmla="*/ 3 h 31"/>
                  <a:gd name="T30" fmla="*/ 232 w 241"/>
                  <a:gd name="T31" fmla="*/ 2 h 31"/>
                  <a:gd name="T32" fmla="*/ 230 w 241"/>
                  <a:gd name="T33" fmla="*/ 0 h 31"/>
                  <a:gd name="T34" fmla="*/ 226 w 241"/>
                  <a:gd name="T35" fmla="*/ 0 h 31"/>
                  <a:gd name="T36" fmla="*/ 15 w 241"/>
                  <a:gd name="T37" fmla="*/ 0 h 31"/>
                  <a:gd name="T38" fmla="*/ 13 w 241"/>
                  <a:gd name="T39" fmla="*/ 0 h 31"/>
                  <a:gd name="T40" fmla="*/ 10 w 241"/>
                  <a:gd name="T41" fmla="*/ 2 h 31"/>
                  <a:gd name="T42" fmla="*/ 8 w 241"/>
                  <a:gd name="T43" fmla="*/ 3 h 31"/>
                  <a:gd name="T44" fmla="*/ 4 w 241"/>
                  <a:gd name="T45" fmla="*/ 5 h 31"/>
                  <a:gd name="T46" fmla="*/ 3 w 241"/>
                  <a:gd name="T47" fmla="*/ 7 h 31"/>
                  <a:gd name="T48" fmla="*/ 1 w 241"/>
                  <a:gd name="T49" fmla="*/ 9 h 31"/>
                  <a:gd name="T50" fmla="*/ 1 w 241"/>
                  <a:gd name="T51" fmla="*/ 12 h 31"/>
                  <a:gd name="T52" fmla="*/ 0 w 241"/>
                  <a:gd name="T53" fmla="*/ 16 h 31"/>
                  <a:gd name="T54" fmla="*/ 1 w 241"/>
                  <a:gd name="T55" fmla="*/ 19 h 31"/>
                  <a:gd name="T56" fmla="*/ 1 w 241"/>
                  <a:gd name="T57" fmla="*/ 21 h 31"/>
                  <a:gd name="T58" fmla="*/ 3 w 241"/>
                  <a:gd name="T59" fmla="*/ 24 h 31"/>
                  <a:gd name="T60" fmla="*/ 4 w 241"/>
                  <a:gd name="T61" fmla="*/ 26 h 31"/>
                  <a:gd name="T62" fmla="*/ 8 w 241"/>
                  <a:gd name="T63" fmla="*/ 27 h 31"/>
                  <a:gd name="T64" fmla="*/ 10 w 241"/>
                  <a:gd name="T65" fmla="*/ 29 h 31"/>
                  <a:gd name="T66" fmla="*/ 13 w 241"/>
                  <a:gd name="T67" fmla="*/ 31 h 31"/>
                  <a:gd name="T68" fmla="*/ 15 w 241"/>
                  <a:gd name="T69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1" h="31">
                    <a:moveTo>
                      <a:pt x="15" y="31"/>
                    </a:moveTo>
                    <a:lnTo>
                      <a:pt x="226" y="31"/>
                    </a:lnTo>
                    <a:lnTo>
                      <a:pt x="230" y="31"/>
                    </a:lnTo>
                    <a:lnTo>
                      <a:pt x="232" y="29"/>
                    </a:lnTo>
                    <a:lnTo>
                      <a:pt x="235" y="27"/>
                    </a:lnTo>
                    <a:lnTo>
                      <a:pt x="237" y="26"/>
                    </a:lnTo>
                    <a:lnTo>
                      <a:pt x="239" y="24"/>
                    </a:lnTo>
                    <a:lnTo>
                      <a:pt x="240" y="21"/>
                    </a:lnTo>
                    <a:lnTo>
                      <a:pt x="241" y="19"/>
                    </a:lnTo>
                    <a:lnTo>
                      <a:pt x="241" y="16"/>
                    </a:lnTo>
                    <a:lnTo>
                      <a:pt x="241" y="12"/>
                    </a:lnTo>
                    <a:lnTo>
                      <a:pt x="240" y="9"/>
                    </a:lnTo>
                    <a:lnTo>
                      <a:pt x="239" y="7"/>
                    </a:lnTo>
                    <a:lnTo>
                      <a:pt x="237" y="5"/>
                    </a:lnTo>
                    <a:lnTo>
                      <a:pt x="235" y="3"/>
                    </a:lnTo>
                    <a:lnTo>
                      <a:pt x="232" y="2"/>
                    </a:lnTo>
                    <a:lnTo>
                      <a:pt x="230" y="0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6"/>
                    </a:lnTo>
                    <a:lnTo>
                      <a:pt x="1" y="19"/>
                    </a:lnTo>
                    <a:lnTo>
                      <a:pt x="1" y="21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8" y="27"/>
                    </a:lnTo>
                    <a:lnTo>
                      <a:pt x="10" y="29"/>
                    </a:lnTo>
                    <a:lnTo>
                      <a:pt x="13" y="31"/>
                    </a:lnTo>
                    <a:lnTo>
                      <a:pt x="1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5" name="Freeform 247"/>
            <p:cNvSpPr>
              <a:spLocks noEditPoints="1"/>
            </p:cNvSpPr>
            <p:nvPr/>
          </p:nvSpPr>
          <p:spPr bwMode="auto">
            <a:xfrm>
              <a:off x="5765132" y="1520825"/>
              <a:ext cx="483268" cy="603249"/>
            </a:xfrm>
            <a:custGeom>
              <a:avLst/>
              <a:gdLst>
                <a:gd name="T0" fmla="*/ 632 w 723"/>
                <a:gd name="T1" fmla="*/ 765 h 904"/>
                <a:gd name="T2" fmla="*/ 625 w 723"/>
                <a:gd name="T3" fmla="*/ 756 h 904"/>
                <a:gd name="T4" fmla="*/ 497 w 723"/>
                <a:gd name="T5" fmla="*/ 753 h 904"/>
                <a:gd name="T6" fmla="*/ 486 w 723"/>
                <a:gd name="T7" fmla="*/ 757 h 904"/>
                <a:gd name="T8" fmla="*/ 482 w 723"/>
                <a:gd name="T9" fmla="*/ 768 h 904"/>
                <a:gd name="T10" fmla="*/ 421 w 723"/>
                <a:gd name="T11" fmla="*/ 343 h 904"/>
                <a:gd name="T12" fmla="*/ 415 w 723"/>
                <a:gd name="T13" fmla="*/ 335 h 904"/>
                <a:gd name="T14" fmla="*/ 331 w 723"/>
                <a:gd name="T15" fmla="*/ 331 h 904"/>
                <a:gd name="T16" fmla="*/ 442 w 723"/>
                <a:gd name="T17" fmla="*/ 300 h 904"/>
                <a:gd name="T18" fmla="*/ 450 w 723"/>
                <a:gd name="T19" fmla="*/ 293 h 904"/>
                <a:gd name="T20" fmla="*/ 450 w 723"/>
                <a:gd name="T21" fmla="*/ 281 h 904"/>
                <a:gd name="T22" fmla="*/ 442 w 723"/>
                <a:gd name="T23" fmla="*/ 272 h 904"/>
                <a:gd name="T24" fmla="*/ 331 w 723"/>
                <a:gd name="T25" fmla="*/ 211 h 904"/>
                <a:gd name="T26" fmla="*/ 505 w 723"/>
                <a:gd name="T27" fmla="*/ 209 h 904"/>
                <a:gd name="T28" fmla="*/ 512 w 723"/>
                <a:gd name="T29" fmla="*/ 199 h 904"/>
                <a:gd name="T30" fmla="*/ 509 w 723"/>
                <a:gd name="T31" fmla="*/ 188 h 904"/>
                <a:gd name="T32" fmla="*/ 500 w 723"/>
                <a:gd name="T33" fmla="*/ 181 h 904"/>
                <a:gd name="T34" fmla="*/ 557 w 723"/>
                <a:gd name="T35" fmla="*/ 121 h 904"/>
                <a:gd name="T36" fmla="*/ 567 w 723"/>
                <a:gd name="T37" fmla="*/ 117 h 904"/>
                <a:gd name="T38" fmla="*/ 572 w 723"/>
                <a:gd name="T39" fmla="*/ 106 h 904"/>
                <a:gd name="T40" fmla="*/ 567 w 723"/>
                <a:gd name="T41" fmla="*/ 95 h 904"/>
                <a:gd name="T42" fmla="*/ 557 w 723"/>
                <a:gd name="T43" fmla="*/ 91 h 904"/>
                <a:gd name="T44" fmla="*/ 693 w 723"/>
                <a:gd name="T45" fmla="*/ 873 h 904"/>
                <a:gd name="T46" fmla="*/ 602 w 723"/>
                <a:gd name="T47" fmla="*/ 873 h 904"/>
                <a:gd name="T48" fmla="*/ 210 w 723"/>
                <a:gd name="T49" fmla="*/ 783 h 904"/>
                <a:gd name="T50" fmla="*/ 105 w 723"/>
                <a:gd name="T51" fmla="*/ 633 h 904"/>
                <a:gd name="T52" fmla="*/ 116 w 723"/>
                <a:gd name="T53" fmla="*/ 629 h 904"/>
                <a:gd name="T54" fmla="*/ 120 w 723"/>
                <a:gd name="T55" fmla="*/ 618 h 904"/>
                <a:gd name="T56" fmla="*/ 116 w 723"/>
                <a:gd name="T57" fmla="*/ 607 h 904"/>
                <a:gd name="T58" fmla="*/ 105 w 723"/>
                <a:gd name="T59" fmla="*/ 603 h 904"/>
                <a:gd name="T60" fmla="*/ 168 w 723"/>
                <a:gd name="T61" fmla="*/ 542 h 904"/>
                <a:gd name="T62" fmla="*/ 178 w 723"/>
                <a:gd name="T63" fmla="*/ 536 h 904"/>
                <a:gd name="T64" fmla="*/ 180 w 723"/>
                <a:gd name="T65" fmla="*/ 525 h 904"/>
                <a:gd name="T66" fmla="*/ 174 w 723"/>
                <a:gd name="T67" fmla="*/ 515 h 904"/>
                <a:gd name="T68" fmla="*/ 30 w 723"/>
                <a:gd name="T69" fmla="*/ 513 h 904"/>
                <a:gd name="T70" fmla="*/ 202 w 723"/>
                <a:gd name="T71" fmla="*/ 451 h 904"/>
                <a:gd name="T72" fmla="*/ 209 w 723"/>
                <a:gd name="T73" fmla="*/ 443 h 904"/>
                <a:gd name="T74" fmla="*/ 209 w 723"/>
                <a:gd name="T75" fmla="*/ 431 h 904"/>
                <a:gd name="T76" fmla="*/ 202 w 723"/>
                <a:gd name="T77" fmla="*/ 424 h 904"/>
                <a:gd name="T78" fmla="*/ 30 w 723"/>
                <a:gd name="T79" fmla="*/ 361 h 904"/>
                <a:gd name="T80" fmla="*/ 241 w 723"/>
                <a:gd name="T81" fmla="*/ 768 h 904"/>
                <a:gd name="T82" fmla="*/ 236 w 723"/>
                <a:gd name="T83" fmla="*/ 757 h 904"/>
                <a:gd name="T84" fmla="*/ 225 w 723"/>
                <a:gd name="T85" fmla="*/ 753 h 904"/>
                <a:gd name="T86" fmla="*/ 97 w 723"/>
                <a:gd name="T87" fmla="*/ 756 h 904"/>
                <a:gd name="T88" fmla="*/ 90 w 723"/>
                <a:gd name="T89" fmla="*/ 765 h 904"/>
                <a:gd name="T90" fmla="*/ 30 w 723"/>
                <a:gd name="T91" fmla="*/ 633 h 904"/>
                <a:gd name="T92" fmla="*/ 310 w 723"/>
                <a:gd name="T93" fmla="*/ 2 h 904"/>
                <a:gd name="T94" fmla="*/ 302 w 723"/>
                <a:gd name="T95" fmla="*/ 10 h 904"/>
                <a:gd name="T96" fmla="*/ 15 w 723"/>
                <a:gd name="T97" fmla="*/ 331 h 904"/>
                <a:gd name="T98" fmla="*/ 4 w 723"/>
                <a:gd name="T99" fmla="*/ 336 h 904"/>
                <a:gd name="T100" fmla="*/ 0 w 723"/>
                <a:gd name="T101" fmla="*/ 346 h 904"/>
                <a:gd name="T102" fmla="*/ 2 w 723"/>
                <a:gd name="T103" fmla="*/ 897 h 904"/>
                <a:gd name="T104" fmla="*/ 12 w 723"/>
                <a:gd name="T105" fmla="*/ 903 h 904"/>
                <a:gd name="T106" fmla="*/ 406 w 723"/>
                <a:gd name="T107" fmla="*/ 903 h 904"/>
                <a:gd name="T108" fmla="*/ 710 w 723"/>
                <a:gd name="T109" fmla="*/ 903 h 904"/>
                <a:gd name="T110" fmla="*/ 720 w 723"/>
                <a:gd name="T111" fmla="*/ 897 h 904"/>
                <a:gd name="T112" fmla="*/ 723 w 723"/>
                <a:gd name="T113" fmla="*/ 15 h 904"/>
                <a:gd name="T114" fmla="*/ 719 w 723"/>
                <a:gd name="T115" fmla="*/ 5 h 904"/>
                <a:gd name="T116" fmla="*/ 708 w 723"/>
                <a:gd name="T117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23" h="904">
                  <a:moveTo>
                    <a:pt x="693" y="873"/>
                  </a:moveTo>
                  <a:lnTo>
                    <a:pt x="632" y="873"/>
                  </a:lnTo>
                  <a:lnTo>
                    <a:pt x="632" y="768"/>
                  </a:lnTo>
                  <a:lnTo>
                    <a:pt x="632" y="765"/>
                  </a:lnTo>
                  <a:lnTo>
                    <a:pt x="631" y="763"/>
                  </a:lnTo>
                  <a:lnTo>
                    <a:pt x="630" y="760"/>
                  </a:lnTo>
                  <a:lnTo>
                    <a:pt x="627" y="757"/>
                  </a:lnTo>
                  <a:lnTo>
                    <a:pt x="625" y="756"/>
                  </a:lnTo>
                  <a:lnTo>
                    <a:pt x="623" y="754"/>
                  </a:lnTo>
                  <a:lnTo>
                    <a:pt x="620" y="754"/>
                  </a:lnTo>
                  <a:lnTo>
                    <a:pt x="617" y="753"/>
                  </a:lnTo>
                  <a:lnTo>
                    <a:pt x="497" y="753"/>
                  </a:lnTo>
                  <a:lnTo>
                    <a:pt x="493" y="753"/>
                  </a:lnTo>
                  <a:lnTo>
                    <a:pt x="491" y="754"/>
                  </a:lnTo>
                  <a:lnTo>
                    <a:pt x="488" y="756"/>
                  </a:lnTo>
                  <a:lnTo>
                    <a:pt x="486" y="757"/>
                  </a:lnTo>
                  <a:lnTo>
                    <a:pt x="484" y="760"/>
                  </a:lnTo>
                  <a:lnTo>
                    <a:pt x="483" y="763"/>
                  </a:lnTo>
                  <a:lnTo>
                    <a:pt x="482" y="765"/>
                  </a:lnTo>
                  <a:lnTo>
                    <a:pt x="482" y="768"/>
                  </a:lnTo>
                  <a:lnTo>
                    <a:pt x="482" y="873"/>
                  </a:lnTo>
                  <a:lnTo>
                    <a:pt x="421" y="873"/>
                  </a:lnTo>
                  <a:lnTo>
                    <a:pt x="421" y="346"/>
                  </a:lnTo>
                  <a:lnTo>
                    <a:pt x="421" y="343"/>
                  </a:lnTo>
                  <a:lnTo>
                    <a:pt x="420" y="341"/>
                  </a:lnTo>
                  <a:lnTo>
                    <a:pt x="419" y="338"/>
                  </a:lnTo>
                  <a:lnTo>
                    <a:pt x="417" y="336"/>
                  </a:lnTo>
                  <a:lnTo>
                    <a:pt x="415" y="335"/>
                  </a:lnTo>
                  <a:lnTo>
                    <a:pt x="412" y="333"/>
                  </a:lnTo>
                  <a:lnTo>
                    <a:pt x="410" y="333"/>
                  </a:lnTo>
                  <a:lnTo>
                    <a:pt x="406" y="331"/>
                  </a:lnTo>
                  <a:lnTo>
                    <a:pt x="331" y="331"/>
                  </a:lnTo>
                  <a:lnTo>
                    <a:pt x="331" y="301"/>
                  </a:lnTo>
                  <a:lnTo>
                    <a:pt x="436" y="301"/>
                  </a:lnTo>
                  <a:lnTo>
                    <a:pt x="440" y="301"/>
                  </a:lnTo>
                  <a:lnTo>
                    <a:pt x="442" y="300"/>
                  </a:lnTo>
                  <a:lnTo>
                    <a:pt x="445" y="299"/>
                  </a:lnTo>
                  <a:lnTo>
                    <a:pt x="447" y="297"/>
                  </a:lnTo>
                  <a:lnTo>
                    <a:pt x="449" y="295"/>
                  </a:lnTo>
                  <a:lnTo>
                    <a:pt x="450" y="293"/>
                  </a:lnTo>
                  <a:lnTo>
                    <a:pt x="452" y="290"/>
                  </a:lnTo>
                  <a:lnTo>
                    <a:pt x="452" y="286"/>
                  </a:lnTo>
                  <a:lnTo>
                    <a:pt x="452" y="283"/>
                  </a:lnTo>
                  <a:lnTo>
                    <a:pt x="450" y="281"/>
                  </a:lnTo>
                  <a:lnTo>
                    <a:pt x="449" y="278"/>
                  </a:lnTo>
                  <a:lnTo>
                    <a:pt x="447" y="276"/>
                  </a:lnTo>
                  <a:lnTo>
                    <a:pt x="445" y="275"/>
                  </a:lnTo>
                  <a:lnTo>
                    <a:pt x="442" y="272"/>
                  </a:lnTo>
                  <a:lnTo>
                    <a:pt x="440" y="271"/>
                  </a:lnTo>
                  <a:lnTo>
                    <a:pt x="436" y="271"/>
                  </a:lnTo>
                  <a:lnTo>
                    <a:pt x="331" y="271"/>
                  </a:lnTo>
                  <a:lnTo>
                    <a:pt x="331" y="211"/>
                  </a:lnTo>
                  <a:lnTo>
                    <a:pt x="497" y="211"/>
                  </a:lnTo>
                  <a:lnTo>
                    <a:pt x="500" y="211"/>
                  </a:lnTo>
                  <a:lnTo>
                    <a:pt x="503" y="210"/>
                  </a:lnTo>
                  <a:lnTo>
                    <a:pt x="505" y="209"/>
                  </a:lnTo>
                  <a:lnTo>
                    <a:pt x="507" y="207"/>
                  </a:lnTo>
                  <a:lnTo>
                    <a:pt x="509" y="205"/>
                  </a:lnTo>
                  <a:lnTo>
                    <a:pt x="510" y="202"/>
                  </a:lnTo>
                  <a:lnTo>
                    <a:pt x="512" y="199"/>
                  </a:lnTo>
                  <a:lnTo>
                    <a:pt x="512" y="196"/>
                  </a:lnTo>
                  <a:lnTo>
                    <a:pt x="512" y="193"/>
                  </a:lnTo>
                  <a:lnTo>
                    <a:pt x="510" y="190"/>
                  </a:lnTo>
                  <a:lnTo>
                    <a:pt x="509" y="188"/>
                  </a:lnTo>
                  <a:lnTo>
                    <a:pt x="507" y="186"/>
                  </a:lnTo>
                  <a:lnTo>
                    <a:pt x="505" y="183"/>
                  </a:lnTo>
                  <a:lnTo>
                    <a:pt x="503" y="182"/>
                  </a:lnTo>
                  <a:lnTo>
                    <a:pt x="500" y="181"/>
                  </a:lnTo>
                  <a:lnTo>
                    <a:pt x="497" y="181"/>
                  </a:lnTo>
                  <a:lnTo>
                    <a:pt x="331" y="181"/>
                  </a:lnTo>
                  <a:lnTo>
                    <a:pt x="331" y="121"/>
                  </a:lnTo>
                  <a:lnTo>
                    <a:pt x="557" y="121"/>
                  </a:lnTo>
                  <a:lnTo>
                    <a:pt x="560" y="120"/>
                  </a:lnTo>
                  <a:lnTo>
                    <a:pt x="563" y="120"/>
                  </a:lnTo>
                  <a:lnTo>
                    <a:pt x="565" y="118"/>
                  </a:lnTo>
                  <a:lnTo>
                    <a:pt x="567" y="117"/>
                  </a:lnTo>
                  <a:lnTo>
                    <a:pt x="569" y="115"/>
                  </a:lnTo>
                  <a:lnTo>
                    <a:pt x="571" y="112"/>
                  </a:lnTo>
                  <a:lnTo>
                    <a:pt x="572" y="109"/>
                  </a:lnTo>
                  <a:lnTo>
                    <a:pt x="572" y="106"/>
                  </a:lnTo>
                  <a:lnTo>
                    <a:pt x="572" y="103"/>
                  </a:lnTo>
                  <a:lnTo>
                    <a:pt x="571" y="100"/>
                  </a:lnTo>
                  <a:lnTo>
                    <a:pt x="569" y="98"/>
                  </a:lnTo>
                  <a:lnTo>
                    <a:pt x="567" y="95"/>
                  </a:lnTo>
                  <a:lnTo>
                    <a:pt x="565" y="93"/>
                  </a:lnTo>
                  <a:lnTo>
                    <a:pt x="563" y="92"/>
                  </a:lnTo>
                  <a:lnTo>
                    <a:pt x="560" y="91"/>
                  </a:lnTo>
                  <a:lnTo>
                    <a:pt x="557" y="91"/>
                  </a:lnTo>
                  <a:lnTo>
                    <a:pt x="331" y="91"/>
                  </a:lnTo>
                  <a:lnTo>
                    <a:pt x="331" y="31"/>
                  </a:lnTo>
                  <a:lnTo>
                    <a:pt x="693" y="31"/>
                  </a:lnTo>
                  <a:lnTo>
                    <a:pt x="693" y="873"/>
                  </a:lnTo>
                  <a:close/>
                  <a:moveTo>
                    <a:pt x="512" y="873"/>
                  </a:moveTo>
                  <a:lnTo>
                    <a:pt x="512" y="783"/>
                  </a:lnTo>
                  <a:lnTo>
                    <a:pt x="602" y="783"/>
                  </a:lnTo>
                  <a:lnTo>
                    <a:pt x="602" y="873"/>
                  </a:lnTo>
                  <a:lnTo>
                    <a:pt x="512" y="873"/>
                  </a:lnTo>
                  <a:close/>
                  <a:moveTo>
                    <a:pt x="120" y="873"/>
                  </a:moveTo>
                  <a:lnTo>
                    <a:pt x="120" y="783"/>
                  </a:lnTo>
                  <a:lnTo>
                    <a:pt x="210" y="783"/>
                  </a:lnTo>
                  <a:lnTo>
                    <a:pt x="210" y="873"/>
                  </a:lnTo>
                  <a:lnTo>
                    <a:pt x="120" y="873"/>
                  </a:lnTo>
                  <a:close/>
                  <a:moveTo>
                    <a:pt x="30" y="633"/>
                  </a:moveTo>
                  <a:lnTo>
                    <a:pt x="105" y="633"/>
                  </a:lnTo>
                  <a:lnTo>
                    <a:pt x="108" y="633"/>
                  </a:lnTo>
                  <a:lnTo>
                    <a:pt x="112" y="632"/>
                  </a:lnTo>
                  <a:lnTo>
                    <a:pt x="114" y="630"/>
                  </a:lnTo>
                  <a:lnTo>
                    <a:pt x="116" y="629"/>
                  </a:lnTo>
                  <a:lnTo>
                    <a:pt x="118" y="627"/>
                  </a:lnTo>
                  <a:lnTo>
                    <a:pt x="119" y="623"/>
                  </a:lnTo>
                  <a:lnTo>
                    <a:pt x="120" y="621"/>
                  </a:lnTo>
                  <a:lnTo>
                    <a:pt x="120" y="618"/>
                  </a:lnTo>
                  <a:lnTo>
                    <a:pt x="120" y="615"/>
                  </a:lnTo>
                  <a:lnTo>
                    <a:pt x="119" y="611"/>
                  </a:lnTo>
                  <a:lnTo>
                    <a:pt x="118" y="609"/>
                  </a:lnTo>
                  <a:lnTo>
                    <a:pt x="116" y="607"/>
                  </a:lnTo>
                  <a:lnTo>
                    <a:pt x="114" y="605"/>
                  </a:lnTo>
                  <a:lnTo>
                    <a:pt x="112" y="604"/>
                  </a:lnTo>
                  <a:lnTo>
                    <a:pt x="108" y="603"/>
                  </a:lnTo>
                  <a:lnTo>
                    <a:pt x="105" y="603"/>
                  </a:lnTo>
                  <a:lnTo>
                    <a:pt x="30" y="603"/>
                  </a:lnTo>
                  <a:lnTo>
                    <a:pt x="30" y="543"/>
                  </a:lnTo>
                  <a:lnTo>
                    <a:pt x="165" y="543"/>
                  </a:lnTo>
                  <a:lnTo>
                    <a:pt x="168" y="542"/>
                  </a:lnTo>
                  <a:lnTo>
                    <a:pt x="172" y="542"/>
                  </a:lnTo>
                  <a:lnTo>
                    <a:pt x="174" y="540"/>
                  </a:lnTo>
                  <a:lnTo>
                    <a:pt x="176" y="539"/>
                  </a:lnTo>
                  <a:lnTo>
                    <a:pt x="178" y="536"/>
                  </a:lnTo>
                  <a:lnTo>
                    <a:pt x="179" y="533"/>
                  </a:lnTo>
                  <a:lnTo>
                    <a:pt x="180" y="531"/>
                  </a:lnTo>
                  <a:lnTo>
                    <a:pt x="180" y="528"/>
                  </a:lnTo>
                  <a:lnTo>
                    <a:pt x="180" y="525"/>
                  </a:lnTo>
                  <a:lnTo>
                    <a:pt x="179" y="521"/>
                  </a:lnTo>
                  <a:lnTo>
                    <a:pt x="178" y="519"/>
                  </a:lnTo>
                  <a:lnTo>
                    <a:pt x="176" y="517"/>
                  </a:lnTo>
                  <a:lnTo>
                    <a:pt x="174" y="515"/>
                  </a:lnTo>
                  <a:lnTo>
                    <a:pt x="172" y="514"/>
                  </a:lnTo>
                  <a:lnTo>
                    <a:pt x="168" y="513"/>
                  </a:lnTo>
                  <a:lnTo>
                    <a:pt x="165" y="513"/>
                  </a:lnTo>
                  <a:lnTo>
                    <a:pt x="30" y="513"/>
                  </a:lnTo>
                  <a:lnTo>
                    <a:pt x="30" y="452"/>
                  </a:lnTo>
                  <a:lnTo>
                    <a:pt x="195" y="452"/>
                  </a:lnTo>
                  <a:lnTo>
                    <a:pt x="198" y="452"/>
                  </a:lnTo>
                  <a:lnTo>
                    <a:pt x="202" y="451"/>
                  </a:lnTo>
                  <a:lnTo>
                    <a:pt x="204" y="449"/>
                  </a:lnTo>
                  <a:lnTo>
                    <a:pt x="206" y="447"/>
                  </a:lnTo>
                  <a:lnTo>
                    <a:pt x="208" y="445"/>
                  </a:lnTo>
                  <a:lnTo>
                    <a:pt x="209" y="443"/>
                  </a:lnTo>
                  <a:lnTo>
                    <a:pt x="210" y="440"/>
                  </a:lnTo>
                  <a:lnTo>
                    <a:pt x="210" y="438"/>
                  </a:lnTo>
                  <a:lnTo>
                    <a:pt x="210" y="434"/>
                  </a:lnTo>
                  <a:lnTo>
                    <a:pt x="209" y="431"/>
                  </a:lnTo>
                  <a:lnTo>
                    <a:pt x="208" y="429"/>
                  </a:lnTo>
                  <a:lnTo>
                    <a:pt x="206" y="427"/>
                  </a:lnTo>
                  <a:lnTo>
                    <a:pt x="204" y="425"/>
                  </a:lnTo>
                  <a:lnTo>
                    <a:pt x="202" y="424"/>
                  </a:lnTo>
                  <a:lnTo>
                    <a:pt x="198" y="423"/>
                  </a:lnTo>
                  <a:lnTo>
                    <a:pt x="195" y="422"/>
                  </a:lnTo>
                  <a:lnTo>
                    <a:pt x="30" y="422"/>
                  </a:lnTo>
                  <a:lnTo>
                    <a:pt x="30" y="361"/>
                  </a:lnTo>
                  <a:lnTo>
                    <a:pt x="391" y="361"/>
                  </a:lnTo>
                  <a:lnTo>
                    <a:pt x="391" y="873"/>
                  </a:lnTo>
                  <a:lnTo>
                    <a:pt x="241" y="873"/>
                  </a:lnTo>
                  <a:lnTo>
                    <a:pt x="241" y="768"/>
                  </a:lnTo>
                  <a:lnTo>
                    <a:pt x="240" y="765"/>
                  </a:lnTo>
                  <a:lnTo>
                    <a:pt x="239" y="763"/>
                  </a:lnTo>
                  <a:lnTo>
                    <a:pt x="238" y="760"/>
                  </a:lnTo>
                  <a:lnTo>
                    <a:pt x="236" y="757"/>
                  </a:lnTo>
                  <a:lnTo>
                    <a:pt x="234" y="756"/>
                  </a:lnTo>
                  <a:lnTo>
                    <a:pt x="232" y="754"/>
                  </a:lnTo>
                  <a:lnTo>
                    <a:pt x="228" y="754"/>
                  </a:lnTo>
                  <a:lnTo>
                    <a:pt x="225" y="753"/>
                  </a:lnTo>
                  <a:lnTo>
                    <a:pt x="105" y="753"/>
                  </a:lnTo>
                  <a:lnTo>
                    <a:pt x="102" y="753"/>
                  </a:lnTo>
                  <a:lnTo>
                    <a:pt x="100" y="754"/>
                  </a:lnTo>
                  <a:lnTo>
                    <a:pt x="97" y="756"/>
                  </a:lnTo>
                  <a:lnTo>
                    <a:pt x="94" y="757"/>
                  </a:lnTo>
                  <a:lnTo>
                    <a:pt x="93" y="760"/>
                  </a:lnTo>
                  <a:lnTo>
                    <a:pt x="91" y="763"/>
                  </a:lnTo>
                  <a:lnTo>
                    <a:pt x="90" y="765"/>
                  </a:lnTo>
                  <a:lnTo>
                    <a:pt x="90" y="768"/>
                  </a:lnTo>
                  <a:lnTo>
                    <a:pt x="90" y="873"/>
                  </a:lnTo>
                  <a:lnTo>
                    <a:pt x="30" y="873"/>
                  </a:lnTo>
                  <a:lnTo>
                    <a:pt x="30" y="633"/>
                  </a:lnTo>
                  <a:close/>
                  <a:moveTo>
                    <a:pt x="708" y="0"/>
                  </a:moveTo>
                  <a:lnTo>
                    <a:pt x="316" y="0"/>
                  </a:lnTo>
                  <a:lnTo>
                    <a:pt x="313" y="1"/>
                  </a:lnTo>
                  <a:lnTo>
                    <a:pt x="310" y="2"/>
                  </a:lnTo>
                  <a:lnTo>
                    <a:pt x="308" y="3"/>
                  </a:lnTo>
                  <a:lnTo>
                    <a:pt x="306" y="5"/>
                  </a:lnTo>
                  <a:lnTo>
                    <a:pt x="304" y="7"/>
                  </a:lnTo>
                  <a:lnTo>
                    <a:pt x="302" y="10"/>
                  </a:lnTo>
                  <a:lnTo>
                    <a:pt x="301" y="13"/>
                  </a:lnTo>
                  <a:lnTo>
                    <a:pt x="301" y="16"/>
                  </a:lnTo>
                  <a:lnTo>
                    <a:pt x="301" y="331"/>
                  </a:lnTo>
                  <a:lnTo>
                    <a:pt x="15" y="331"/>
                  </a:lnTo>
                  <a:lnTo>
                    <a:pt x="12" y="331"/>
                  </a:lnTo>
                  <a:lnTo>
                    <a:pt x="10" y="333"/>
                  </a:lnTo>
                  <a:lnTo>
                    <a:pt x="6" y="335"/>
                  </a:lnTo>
                  <a:lnTo>
                    <a:pt x="4" y="336"/>
                  </a:lnTo>
                  <a:lnTo>
                    <a:pt x="2" y="338"/>
                  </a:lnTo>
                  <a:lnTo>
                    <a:pt x="1" y="341"/>
                  </a:lnTo>
                  <a:lnTo>
                    <a:pt x="0" y="343"/>
                  </a:lnTo>
                  <a:lnTo>
                    <a:pt x="0" y="346"/>
                  </a:lnTo>
                  <a:lnTo>
                    <a:pt x="0" y="888"/>
                  </a:lnTo>
                  <a:lnTo>
                    <a:pt x="0" y="892"/>
                  </a:lnTo>
                  <a:lnTo>
                    <a:pt x="1" y="895"/>
                  </a:lnTo>
                  <a:lnTo>
                    <a:pt x="2" y="897"/>
                  </a:lnTo>
                  <a:lnTo>
                    <a:pt x="4" y="899"/>
                  </a:lnTo>
                  <a:lnTo>
                    <a:pt x="6" y="901"/>
                  </a:lnTo>
                  <a:lnTo>
                    <a:pt x="10" y="902"/>
                  </a:lnTo>
                  <a:lnTo>
                    <a:pt x="12" y="903"/>
                  </a:lnTo>
                  <a:lnTo>
                    <a:pt x="15" y="904"/>
                  </a:lnTo>
                  <a:lnTo>
                    <a:pt x="105" y="903"/>
                  </a:lnTo>
                  <a:lnTo>
                    <a:pt x="225" y="903"/>
                  </a:lnTo>
                  <a:lnTo>
                    <a:pt x="406" y="903"/>
                  </a:lnTo>
                  <a:lnTo>
                    <a:pt x="497" y="903"/>
                  </a:lnTo>
                  <a:lnTo>
                    <a:pt x="617" y="903"/>
                  </a:lnTo>
                  <a:lnTo>
                    <a:pt x="708" y="903"/>
                  </a:lnTo>
                  <a:lnTo>
                    <a:pt x="710" y="903"/>
                  </a:lnTo>
                  <a:lnTo>
                    <a:pt x="713" y="902"/>
                  </a:lnTo>
                  <a:lnTo>
                    <a:pt x="715" y="901"/>
                  </a:lnTo>
                  <a:lnTo>
                    <a:pt x="719" y="899"/>
                  </a:lnTo>
                  <a:lnTo>
                    <a:pt x="720" y="897"/>
                  </a:lnTo>
                  <a:lnTo>
                    <a:pt x="722" y="895"/>
                  </a:lnTo>
                  <a:lnTo>
                    <a:pt x="722" y="892"/>
                  </a:lnTo>
                  <a:lnTo>
                    <a:pt x="723" y="889"/>
                  </a:lnTo>
                  <a:lnTo>
                    <a:pt x="723" y="15"/>
                  </a:lnTo>
                  <a:lnTo>
                    <a:pt x="722" y="13"/>
                  </a:lnTo>
                  <a:lnTo>
                    <a:pt x="722" y="10"/>
                  </a:lnTo>
                  <a:lnTo>
                    <a:pt x="720" y="7"/>
                  </a:lnTo>
                  <a:lnTo>
                    <a:pt x="719" y="5"/>
                  </a:lnTo>
                  <a:lnTo>
                    <a:pt x="715" y="3"/>
                  </a:lnTo>
                  <a:lnTo>
                    <a:pt x="713" y="2"/>
                  </a:lnTo>
                  <a:lnTo>
                    <a:pt x="710" y="1"/>
                  </a:lnTo>
                  <a:lnTo>
                    <a:pt x="708" y="0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6969126" y="1584149"/>
              <a:ext cx="603251" cy="539925"/>
              <a:chOff x="6969126" y="1584149"/>
              <a:chExt cx="603251" cy="539925"/>
            </a:xfrm>
            <a:grpFill/>
          </p:grpSpPr>
          <p:sp>
            <p:nvSpPr>
              <p:cNvPr id="17" name="Freeform 254"/>
              <p:cNvSpPr>
                <a:spLocks noEditPoints="1"/>
              </p:cNvSpPr>
              <p:nvPr/>
            </p:nvSpPr>
            <p:spPr bwMode="auto">
              <a:xfrm>
                <a:off x="6969126" y="1584149"/>
                <a:ext cx="603251" cy="539925"/>
              </a:xfrm>
              <a:custGeom>
                <a:avLst/>
                <a:gdLst>
                  <a:gd name="T0" fmla="*/ 843 w 903"/>
                  <a:gd name="T1" fmla="*/ 452 h 813"/>
                  <a:gd name="T2" fmla="*/ 301 w 903"/>
                  <a:gd name="T3" fmla="*/ 782 h 813"/>
                  <a:gd name="T4" fmla="*/ 527 w 903"/>
                  <a:gd name="T5" fmla="*/ 120 h 813"/>
                  <a:gd name="T6" fmla="*/ 301 w 903"/>
                  <a:gd name="T7" fmla="*/ 782 h 813"/>
                  <a:gd name="T8" fmla="*/ 180 w 903"/>
                  <a:gd name="T9" fmla="*/ 452 h 813"/>
                  <a:gd name="T10" fmla="*/ 391 w 903"/>
                  <a:gd name="T11" fmla="*/ 30 h 813"/>
                  <a:gd name="T12" fmla="*/ 391 w 903"/>
                  <a:gd name="T13" fmla="*/ 90 h 813"/>
                  <a:gd name="T14" fmla="*/ 873 w 903"/>
                  <a:gd name="T15" fmla="*/ 782 h 813"/>
                  <a:gd name="T16" fmla="*/ 872 w 903"/>
                  <a:gd name="T17" fmla="*/ 430 h 813"/>
                  <a:gd name="T18" fmla="*/ 867 w 903"/>
                  <a:gd name="T19" fmla="*/ 424 h 813"/>
                  <a:gd name="T20" fmla="*/ 858 w 903"/>
                  <a:gd name="T21" fmla="*/ 422 h 813"/>
                  <a:gd name="T22" fmla="*/ 752 w 903"/>
                  <a:gd name="T23" fmla="*/ 373 h 813"/>
                  <a:gd name="T24" fmla="*/ 749 w 903"/>
                  <a:gd name="T25" fmla="*/ 366 h 813"/>
                  <a:gd name="T26" fmla="*/ 740 w 903"/>
                  <a:gd name="T27" fmla="*/ 362 h 813"/>
                  <a:gd name="T28" fmla="*/ 731 w 903"/>
                  <a:gd name="T29" fmla="*/ 363 h 813"/>
                  <a:gd name="T30" fmla="*/ 725 w 903"/>
                  <a:gd name="T31" fmla="*/ 368 h 813"/>
                  <a:gd name="T32" fmla="*/ 723 w 903"/>
                  <a:gd name="T33" fmla="*/ 377 h 813"/>
                  <a:gd name="T34" fmla="*/ 705 w 903"/>
                  <a:gd name="T35" fmla="*/ 422 h 813"/>
                  <a:gd name="T36" fmla="*/ 697 w 903"/>
                  <a:gd name="T37" fmla="*/ 426 h 813"/>
                  <a:gd name="T38" fmla="*/ 693 w 903"/>
                  <a:gd name="T39" fmla="*/ 434 h 813"/>
                  <a:gd name="T40" fmla="*/ 632 w 903"/>
                  <a:gd name="T41" fmla="*/ 782 h 813"/>
                  <a:gd name="T42" fmla="*/ 631 w 903"/>
                  <a:gd name="T43" fmla="*/ 99 h 813"/>
                  <a:gd name="T44" fmla="*/ 625 w 903"/>
                  <a:gd name="T45" fmla="*/ 92 h 813"/>
                  <a:gd name="T46" fmla="*/ 617 w 903"/>
                  <a:gd name="T47" fmla="*/ 90 h 813"/>
                  <a:gd name="T48" fmla="*/ 542 w 903"/>
                  <a:gd name="T49" fmla="*/ 12 h 813"/>
                  <a:gd name="T50" fmla="*/ 537 w 903"/>
                  <a:gd name="T51" fmla="*/ 4 h 813"/>
                  <a:gd name="T52" fmla="*/ 530 w 903"/>
                  <a:gd name="T53" fmla="*/ 0 h 813"/>
                  <a:gd name="T54" fmla="*/ 373 w 903"/>
                  <a:gd name="T55" fmla="*/ 0 h 813"/>
                  <a:gd name="T56" fmla="*/ 366 w 903"/>
                  <a:gd name="T57" fmla="*/ 4 h 813"/>
                  <a:gd name="T58" fmla="*/ 361 w 903"/>
                  <a:gd name="T59" fmla="*/ 12 h 813"/>
                  <a:gd name="T60" fmla="*/ 286 w 903"/>
                  <a:gd name="T61" fmla="*/ 90 h 813"/>
                  <a:gd name="T62" fmla="*/ 278 w 903"/>
                  <a:gd name="T63" fmla="*/ 92 h 813"/>
                  <a:gd name="T64" fmla="*/ 272 w 903"/>
                  <a:gd name="T65" fmla="*/ 99 h 813"/>
                  <a:gd name="T66" fmla="*/ 271 w 903"/>
                  <a:gd name="T67" fmla="*/ 782 h 813"/>
                  <a:gd name="T68" fmla="*/ 210 w 903"/>
                  <a:gd name="T69" fmla="*/ 434 h 813"/>
                  <a:gd name="T70" fmla="*/ 206 w 903"/>
                  <a:gd name="T71" fmla="*/ 426 h 813"/>
                  <a:gd name="T72" fmla="*/ 198 w 903"/>
                  <a:gd name="T73" fmla="*/ 422 h 813"/>
                  <a:gd name="T74" fmla="*/ 180 w 903"/>
                  <a:gd name="T75" fmla="*/ 376 h 813"/>
                  <a:gd name="T76" fmla="*/ 178 w 903"/>
                  <a:gd name="T77" fmla="*/ 368 h 813"/>
                  <a:gd name="T78" fmla="*/ 172 w 903"/>
                  <a:gd name="T79" fmla="*/ 363 h 813"/>
                  <a:gd name="T80" fmla="*/ 162 w 903"/>
                  <a:gd name="T81" fmla="*/ 362 h 813"/>
                  <a:gd name="T82" fmla="*/ 154 w 903"/>
                  <a:gd name="T83" fmla="*/ 366 h 813"/>
                  <a:gd name="T84" fmla="*/ 151 w 903"/>
                  <a:gd name="T85" fmla="*/ 373 h 813"/>
                  <a:gd name="T86" fmla="*/ 45 w 903"/>
                  <a:gd name="T87" fmla="*/ 422 h 813"/>
                  <a:gd name="T88" fmla="*/ 36 w 903"/>
                  <a:gd name="T89" fmla="*/ 424 h 813"/>
                  <a:gd name="T90" fmla="*/ 31 w 903"/>
                  <a:gd name="T91" fmla="*/ 430 h 813"/>
                  <a:gd name="T92" fmla="*/ 30 w 903"/>
                  <a:gd name="T93" fmla="*/ 782 h 813"/>
                  <a:gd name="T94" fmla="*/ 9 w 903"/>
                  <a:gd name="T95" fmla="*/ 784 h 813"/>
                  <a:gd name="T96" fmla="*/ 2 w 903"/>
                  <a:gd name="T97" fmla="*/ 790 h 813"/>
                  <a:gd name="T98" fmla="*/ 0 w 903"/>
                  <a:gd name="T99" fmla="*/ 798 h 813"/>
                  <a:gd name="T100" fmla="*/ 2 w 903"/>
                  <a:gd name="T101" fmla="*/ 806 h 813"/>
                  <a:gd name="T102" fmla="*/ 9 w 903"/>
                  <a:gd name="T103" fmla="*/ 811 h 813"/>
                  <a:gd name="T104" fmla="*/ 45 w 903"/>
                  <a:gd name="T105" fmla="*/ 812 h 813"/>
                  <a:gd name="T106" fmla="*/ 617 w 903"/>
                  <a:gd name="T107" fmla="*/ 812 h 813"/>
                  <a:gd name="T108" fmla="*/ 888 w 903"/>
                  <a:gd name="T109" fmla="*/ 812 h 813"/>
                  <a:gd name="T110" fmla="*/ 897 w 903"/>
                  <a:gd name="T111" fmla="*/ 810 h 813"/>
                  <a:gd name="T112" fmla="*/ 902 w 903"/>
                  <a:gd name="T113" fmla="*/ 804 h 813"/>
                  <a:gd name="T114" fmla="*/ 903 w 903"/>
                  <a:gd name="T115" fmla="*/ 795 h 813"/>
                  <a:gd name="T116" fmla="*/ 899 w 903"/>
                  <a:gd name="T117" fmla="*/ 788 h 813"/>
                  <a:gd name="T118" fmla="*/ 891 w 903"/>
                  <a:gd name="T119" fmla="*/ 783 h 8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903" h="813">
                    <a:moveTo>
                      <a:pt x="723" y="782"/>
                    </a:moveTo>
                    <a:lnTo>
                      <a:pt x="723" y="452"/>
                    </a:lnTo>
                    <a:lnTo>
                      <a:pt x="843" y="452"/>
                    </a:lnTo>
                    <a:lnTo>
                      <a:pt x="843" y="782"/>
                    </a:lnTo>
                    <a:lnTo>
                      <a:pt x="723" y="782"/>
                    </a:lnTo>
                    <a:close/>
                    <a:moveTo>
                      <a:pt x="301" y="782"/>
                    </a:moveTo>
                    <a:lnTo>
                      <a:pt x="301" y="120"/>
                    </a:lnTo>
                    <a:lnTo>
                      <a:pt x="376" y="120"/>
                    </a:lnTo>
                    <a:lnTo>
                      <a:pt x="527" y="120"/>
                    </a:lnTo>
                    <a:lnTo>
                      <a:pt x="602" y="120"/>
                    </a:lnTo>
                    <a:lnTo>
                      <a:pt x="602" y="782"/>
                    </a:lnTo>
                    <a:lnTo>
                      <a:pt x="301" y="782"/>
                    </a:lnTo>
                    <a:close/>
                    <a:moveTo>
                      <a:pt x="60" y="782"/>
                    </a:moveTo>
                    <a:lnTo>
                      <a:pt x="60" y="452"/>
                    </a:lnTo>
                    <a:lnTo>
                      <a:pt x="180" y="452"/>
                    </a:lnTo>
                    <a:lnTo>
                      <a:pt x="180" y="782"/>
                    </a:lnTo>
                    <a:lnTo>
                      <a:pt x="60" y="782"/>
                    </a:lnTo>
                    <a:close/>
                    <a:moveTo>
                      <a:pt x="391" y="30"/>
                    </a:moveTo>
                    <a:lnTo>
                      <a:pt x="512" y="30"/>
                    </a:lnTo>
                    <a:lnTo>
                      <a:pt x="512" y="90"/>
                    </a:lnTo>
                    <a:lnTo>
                      <a:pt x="391" y="90"/>
                    </a:lnTo>
                    <a:lnTo>
                      <a:pt x="391" y="30"/>
                    </a:lnTo>
                    <a:close/>
                    <a:moveTo>
                      <a:pt x="888" y="782"/>
                    </a:moveTo>
                    <a:lnTo>
                      <a:pt x="873" y="782"/>
                    </a:lnTo>
                    <a:lnTo>
                      <a:pt x="873" y="437"/>
                    </a:lnTo>
                    <a:lnTo>
                      <a:pt x="873" y="434"/>
                    </a:lnTo>
                    <a:lnTo>
                      <a:pt x="872" y="430"/>
                    </a:lnTo>
                    <a:lnTo>
                      <a:pt x="871" y="428"/>
                    </a:lnTo>
                    <a:lnTo>
                      <a:pt x="869" y="426"/>
                    </a:lnTo>
                    <a:lnTo>
                      <a:pt x="867" y="424"/>
                    </a:lnTo>
                    <a:lnTo>
                      <a:pt x="863" y="423"/>
                    </a:lnTo>
                    <a:lnTo>
                      <a:pt x="861" y="422"/>
                    </a:lnTo>
                    <a:lnTo>
                      <a:pt x="858" y="422"/>
                    </a:lnTo>
                    <a:lnTo>
                      <a:pt x="753" y="422"/>
                    </a:lnTo>
                    <a:lnTo>
                      <a:pt x="753" y="376"/>
                    </a:lnTo>
                    <a:lnTo>
                      <a:pt x="752" y="373"/>
                    </a:lnTo>
                    <a:lnTo>
                      <a:pt x="752" y="370"/>
                    </a:lnTo>
                    <a:lnTo>
                      <a:pt x="750" y="368"/>
                    </a:lnTo>
                    <a:lnTo>
                      <a:pt x="749" y="366"/>
                    </a:lnTo>
                    <a:lnTo>
                      <a:pt x="745" y="364"/>
                    </a:lnTo>
                    <a:lnTo>
                      <a:pt x="743" y="363"/>
                    </a:lnTo>
                    <a:lnTo>
                      <a:pt x="740" y="362"/>
                    </a:lnTo>
                    <a:lnTo>
                      <a:pt x="738" y="362"/>
                    </a:lnTo>
                    <a:lnTo>
                      <a:pt x="735" y="362"/>
                    </a:lnTo>
                    <a:lnTo>
                      <a:pt x="731" y="363"/>
                    </a:lnTo>
                    <a:lnTo>
                      <a:pt x="729" y="364"/>
                    </a:lnTo>
                    <a:lnTo>
                      <a:pt x="727" y="366"/>
                    </a:lnTo>
                    <a:lnTo>
                      <a:pt x="725" y="368"/>
                    </a:lnTo>
                    <a:lnTo>
                      <a:pt x="724" y="370"/>
                    </a:lnTo>
                    <a:lnTo>
                      <a:pt x="723" y="373"/>
                    </a:lnTo>
                    <a:lnTo>
                      <a:pt x="723" y="377"/>
                    </a:lnTo>
                    <a:lnTo>
                      <a:pt x="723" y="422"/>
                    </a:lnTo>
                    <a:lnTo>
                      <a:pt x="708" y="422"/>
                    </a:lnTo>
                    <a:lnTo>
                      <a:pt x="705" y="422"/>
                    </a:lnTo>
                    <a:lnTo>
                      <a:pt x="701" y="423"/>
                    </a:lnTo>
                    <a:lnTo>
                      <a:pt x="699" y="424"/>
                    </a:lnTo>
                    <a:lnTo>
                      <a:pt x="697" y="426"/>
                    </a:lnTo>
                    <a:lnTo>
                      <a:pt x="695" y="428"/>
                    </a:lnTo>
                    <a:lnTo>
                      <a:pt x="694" y="430"/>
                    </a:lnTo>
                    <a:lnTo>
                      <a:pt x="693" y="434"/>
                    </a:lnTo>
                    <a:lnTo>
                      <a:pt x="693" y="437"/>
                    </a:lnTo>
                    <a:lnTo>
                      <a:pt x="693" y="782"/>
                    </a:lnTo>
                    <a:lnTo>
                      <a:pt x="632" y="782"/>
                    </a:lnTo>
                    <a:lnTo>
                      <a:pt x="632" y="105"/>
                    </a:lnTo>
                    <a:lnTo>
                      <a:pt x="632" y="102"/>
                    </a:lnTo>
                    <a:lnTo>
                      <a:pt x="631" y="99"/>
                    </a:lnTo>
                    <a:lnTo>
                      <a:pt x="630" y="97"/>
                    </a:lnTo>
                    <a:lnTo>
                      <a:pt x="627" y="95"/>
                    </a:lnTo>
                    <a:lnTo>
                      <a:pt x="625" y="92"/>
                    </a:lnTo>
                    <a:lnTo>
                      <a:pt x="623" y="91"/>
                    </a:lnTo>
                    <a:lnTo>
                      <a:pt x="620" y="90"/>
                    </a:lnTo>
                    <a:lnTo>
                      <a:pt x="617" y="90"/>
                    </a:lnTo>
                    <a:lnTo>
                      <a:pt x="542" y="90"/>
                    </a:lnTo>
                    <a:lnTo>
                      <a:pt x="542" y="15"/>
                    </a:lnTo>
                    <a:lnTo>
                      <a:pt x="542" y="12"/>
                    </a:lnTo>
                    <a:lnTo>
                      <a:pt x="540" y="9"/>
                    </a:lnTo>
                    <a:lnTo>
                      <a:pt x="539" y="7"/>
                    </a:lnTo>
                    <a:lnTo>
                      <a:pt x="537" y="4"/>
                    </a:lnTo>
                    <a:lnTo>
                      <a:pt x="535" y="2"/>
                    </a:lnTo>
                    <a:lnTo>
                      <a:pt x="533" y="1"/>
                    </a:lnTo>
                    <a:lnTo>
                      <a:pt x="530" y="0"/>
                    </a:lnTo>
                    <a:lnTo>
                      <a:pt x="527" y="0"/>
                    </a:lnTo>
                    <a:lnTo>
                      <a:pt x="376" y="0"/>
                    </a:lnTo>
                    <a:lnTo>
                      <a:pt x="373" y="0"/>
                    </a:lnTo>
                    <a:lnTo>
                      <a:pt x="370" y="1"/>
                    </a:lnTo>
                    <a:lnTo>
                      <a:pt x="368" y="2"/>
                    </a:lnTo>
                    <a:lnTo>
                      <a:pt x="366" y="4"/>
                    </a:lnTo>
                    <a:lnTo>
                      <a:pt x="364" y="7"/>
                    </a:lnTo>
                    <a:lnTo>
                      <a:pt x="362" y="9"/>
                    </a:lnTo>
                    <a:lnTo>
                      <a:pt x="361" y="12"/>
                    </a:lnTo>
                    <a:lnTo>
                      <a:pt x="361" y="15"/>
                    </a:lnTo>
                    <a:lnTo>
                      <a:pt x="361" y="90"/>
                    </a:lnTo>
                    <a:lnTo>
                      <a:pt x="286" y="90"/>
                    </a:lnTo>
                    <a:lnTo>
                      <a:pt x="283" y="90"/>
                    </a:lnTo>
                    <a:lnTo>
                      <a:pt x="280" y="91"/>
                    </a:lnTo>
                    <a:lnTo>
                      <a:pt x="278" y="92"/>
                    </a:lnTo>
                    <a:lnTo>
                      <a:pt x="276" y="95"/>
                    </a:lnTo>
                    <a:lnTo>
                      <a:pt x="273" y="97"/>
                    </a:lnTo>
                    <a:lnTo>
                      <a:pt x="272" y="99"/>
                    </a:lnTo>
                    <a:lnTo>
                      <a:pt x="271" y="102"/>
                    </a:lnTo>
                    <a:lnTo>
                      <a:pt x="271" y="105"/>
                    </a:lnTo>
                    <a:lnTo>
                      <a:pt x="271" y="782"/>
                    </a:lnTo>
                    <a:lnTo>
                      <a:pt x="210" y="782"/>
                    </a:lnTo>
                    <a:lnTo>
                      <a:pt x="210" y="437"/>
                    </a:lnTo>
                    <a:lnTo>
                      <a:pt x="210" y="434"/>
                    </a:lnTo>
                    <a:lnTo>
                      <a:pt x="209" y="430"/>
                    </a:lnTo>
                    <a:lnTo>
                      <a:pt x="208" y="428"/>
                    </a:lnTo>
                    <a:lnTo>
                      <a:pt x="206" y="426"/>
                    </a:lnTo>
                    <a:lnTo>
                      <a:pt x="204" y="424"/>
                    </a:lnTo>
                    <a:lnTo>
                      <a:pt x="202" y="423"/>
                    </a:lnTo>
                    <a:lnTo>
                      <a:pt x="198" y="422"/>
                    </a:lnTo>
                    <a:lnTo>
                      <a:pt x="195" y="422"/>
                    </a:lnTo>
                    <a:lnTo>
                      <a:pt x="180" y="422"/>
                    </a:lnTo>
                    <a:lnTo>
                      <a:pt x="180" y="376"/>
                    </a:lnTo>
                    <a:lnTo>
                      <a:pt x="180" y="373"/>
                    </a:lnTo>
                    <a:lnTo>
                      <a:pt x="179" y="370"/>
                    </a:lnTo>
                    <a:lnTo>
                      <a:pt x="178" y="368"/>
                    </a:lnTo>
                    <a:lnTo>
                      <a:pt x="176" y="366"/>
                    </a:lnTo>
                    <a:lnTo>
                      <a:pt x="174" y="364"/>
                    </a:lnTo>
                    <a:lnTo>
                      <a:pt x="172" y="363"/>
                    </a:lnTo>
                    <a:lnTo>
                      <a:pt x="168" y="362"/>
                    </a:lnTo>
                    <a:lnTo>
                      <a:pt x="165" y="362"/>
                    </a:lnTo>
                    <a:lnTo>
                      <a:pt x="162" y="362"/>
                    </a:lnTo>
                    <a:lnTo>
                      <a:pt x="160" y="363"/>
                    </a:lnTo>
                    <a:lnTo>
                      <a:pt x="157" y="364"/>
                    </a:lnTo>
                    <a:lnTo>
                      <a:pt x="154" y="366"/>
                    </a:lnTo>
                    <a:lnTo>
                      <a:pt x="153" y="368"/>
                    </a:lnTo>
                    <a:lnTo>
                      <a:pt x="151" y="370"/>
                    </a:lnTo>
                    <a:lnTo>
                      <a:pt x="151" y="373"/>
                    </a:lnTo>
                    <a:lnTo>
                      <a:pt x="150" y="377"/>
                    </a:lnTo>
                    <a:lnTo>
                      <a:pt x="150" y="422"/>
                    </a:lnTo>
                    <a:lnTo>
                      <a:pt x="45" y="422"/>
                    </a:lnTo>
                    <a:lnTo>
                      <a:pt x="42" y="422"/>
                    </a:lnTo>
                    <a:lnTo>
                      <a:pt x="40" y="423"/>
                    </a:lnTo>
                    <a:lnTo>
                      <a:pt x="36" y="424"/>
                    </a:lnTo>
                    <a:lnTo>
                      <a:pt x="34" y="426"/>
                    </a:lnTo>
                    <a:lnTo>
                      <a:pt x="32" y="428"/>
                    </a:lnTo>
                    <a:lnTo>
                      <a:pt x="31" y="430"/>
                    </a:lnTo>
                    <a:lnTo>
                      <a:pt x="30" y="434"/>
                    </a:lnTo>
                    <a:lnTo>
                      <a:pt x="30" y="437"/>
                    </a:lnTo>
                    <a:lnTo>
                      <a:pt x="30" y="782"/>
                    </a:lnTo>
                    <a:lnTo>
                      <a:pt x="15" y="782"/>
                    </a:lnTo>
                    <a:lnTo>
                      <a:pt x="12" y="783"/>
                    </a:lnTo>
                    <a:lnTo>
                      <a:pt x="9" y="784"/>
                    </a:lnTo>
                    <a:lnTo>
                      <a:pt x="6" y="786"/>
                    </a:lnTo>
                    <a:lnTo>
                      <a:pt x="4" y="788"/>
                    </a:lnTo>
                    <a:lnTo>
                      <a:pt x="2" y="790"/>
                    </a:lnTo>
                    <a:lnTo>
                      <a:pt x="1" y="792"/>
                    </a:lnTo>
                    <a:lnTo>
                      <a:pt x="0" y="795"/>
                    </a:lnTo>
                    <a:lnTo>
                      <a:pt x="0" y="798"/>
                    </a:lnTo>
                    <a:lnTo>
                      <a:pt x="0" y="801"/>
                    </a:lnTo>
                    <a:lnTo>
                      <a:pt x="1" y="804"/>
                    </a:lnTo>
                    <a:lnTo>
                      <a:pt x="2" y="806"/>
                    </a:lnTo>
                    <a:lnTo>
                      <a:pt x="4" y="808"/>
                    </a:lnTo>
                    <a:lnTo>
                      <a:pt x="6" y="810"/>
                    </a:lnTo>
                    <a:lnTo>
                      <a:pt x="9" y="811"/>
                    </a:lnTo>
                    <a:lnTo>
                      <a:pt x="12" y="812"/>
                    </a:lnTo>
                    <a:lnTo>
                      <a:pt x="15" y="813"/>
                    </a:lnTo>
                    <a:lnTo>
                      <a:pt x="45" y="812"/>
                    </a:lnTo>
                    <a:lnTo>
                      <a:pt x="195" y="812"/>
                    </a:lnTo>
                    <a:lnTo>
                      <a:pt x="286" y="812"/>
                    </a:lnTo>
                    <a:lnTo>
                      <a:pt x="617" y="812"/>
                    </a:lnTo>
                    <a:lnTo>
                      <a:pt x="708" y="812"/>
                    </a:lnTo>
                    <a:lnTo>
                      <a:pt x="858" y="812"/>
                    </a:lnTo>
                    <a:lnTo>
                      <a:pt x="888" y="812"/>
                    </a:lnTo>
                    <a:lnTo>
                      <a:pt x="891" y="812"/>
                    </a:lnTo>
                    <a:lnTo>
                      <a:pt x="893" y="811"/>
                    </a:lnTo>
                    <a:lnTo>
                      <a:pt x="897" y="810"/>
                    </a:lnTo>
                    <a:lnTo>
                      <a:pt x="899" y="808"/>
                    </a:lnTo>
                    <a:lnTo>
                      <a:pt x="901" y="806"/>
                    </a:lnTo>
                    <a:lnTo>
                      <a:pt x="902" y="804"/>
                    </a:lnTo>
                    <a:lnTo>
                      <a:pt x="903" y="801"/>
                    </a:lnTo>
                    <a:lnTo>
                      <a:pt x="903" y="798"/>
                    </a:lnTo>
                    <a:lnTo>
                      <a:pt x="903" y="795"/>
                    </a:lnTo>
                    <a:lnTo>
                      <a:pt x="902" y="792"/>
                    </a:lnTo>
                    <a:lnTo>
                      <a:pt x="901" y="790"/>
                    </a:lnTo>
                    <a:lnTo>
                      <a:pt x="899" y="788"/>
                    </a:lnTo>
                    <a:lnTo>
                      <a:pt x="897" y="786"/>
                    </a:lnTo>
                    <a:lnTo>
                      <a:pt x="893" y="784"/>
                    </a:lnTo>
                    <a:lnTo>
                      <a:pt x="891" y="783"/>
                    </a:lnTo>
                    <a:lnTo>
                      <a:pt x="888" y="783"/>
                    </a:lnTo>
                    <a:lnTo>
                      <a:pt x="888" y="7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Freeform 276"/>
              <p:cNvSpPr>
                <a:spLocks/>
              </p:cNvSpPr>
              <p:nvPr/>
            </p:nvSpPr>
            <p:spPr bwMode="auto">
              <a:xfrm>
                <a:off x="7160080" y="1754394"/>
                <a:ext cx="82097" cy="19997"/>
              </a:xfrm>
              <a:custGeom>
                <a:avLst/>
                <a:gdLst>
                  <a:gd name="T0" fmla="*/ 15 w 241"/>
                  <a:gd name="T1" fmla="*/ 30 h 30"/>
                  <a:gd name="T2" fmla="*/ 226 w 241"/>
                  <a:gd name="T3" fmla="*/ 30 h 30"/>
                  <a:gd name="T4" fmla="*/ 230 w 241"/>
                  <a:gd name="T5" fmla="*/ 29 h 30"/>
                  <a:gd name="T6" fmla="*/ 232 w 241"/>
                  <a:gd name="T7" fmla="*/ 29 h 30"/>
                  <a:gd name="T8" fmla="*/ 235 w 241"/>
                  <a:gd name="T9" fmla="*/ 27 h 30"/>
                  <a:gd name="T10" fmla="*/ 237 w 241"/>
                  <a:gd name="T11" fmla="*/ 26 h 30"/>
                  <a:gd name="T12" fmla="*/ 239 w 241"/>
                  <a:gd name="T13" fmla="*/ 23 h 30"/>
                  <a:gd name="T14" fmla="*/ 240 w 241"/>
                  <a:gd name="T15" fmla="*/ 21 h 30"/>
                  <a:gd name="T16" fmla="*/ 241 w 241"/>
                  <a:gd name="T17" fmla="*/ 18 h 30"/>
                  <a:gd name="T18" fmla="*/ 241 w 241"/>
                  <a:gd name="T19" fmla="*/ 15 h 30"/>
                  <a:gd name="T20" fmla="*/ 241 w 241"/>
                  <a:gd name="T21" fmla="*/ 12 h 30"/>
                  <a:gd name="T22" fmla="*/ 240 w 241"/>
                  <a:gd name="T23" fmla="*/ 9 h 30"/>
                  <a:gd name="T24" fmla="*/ 239 w 241"/>
                  <a:gd name="T25" fmla="*/ 7 h 30"/>
                  <a:gd name="T26" fmla="*/ 237 w 241"/>
                  <a:gd name="T27" fmla="*/ 5 h 30"/>
                  <a:gd name="T28" fmla="*/ 235 w 241"/>
                  <a:gd name="T29" fmla="*/ 3 h 30"/>
                  <a:gd name="T30" fmla="*/ 232 w 241"/>
                  <a:gd name="T31" fmla="*/ 1 h 30"/>
                  <a:gd name="T32" fmla="*/ 230 w 241"/>
                  <a:gd name="T33" fmla="*/ 0 h 30"/>
                  <a:gd name="T34" fmla="*/ 226 w 241"/>
                  <a:gd name="T35" fmla="*/ 0 h 30"/>
                  <a:gd name="T36" fmla="*/ 15 w 241"/>
                  <a:gd name="T37" fmla="*/ 0 h 30"/>
                  <a:gd name="T38" fmla="*/ 13 w 241"/>
                  <a:gd name="T39" fmla="*/ 0 h 30"/>
                  <a:gd name="T40" fmla="*/ 10 w 241"/>
                  <a:gd name="T41" fmla="*/ 1 h 30"/>
                  <a:gd name="T42" fmla="*/ 8 w 241"/>
                  <a:gd name="T43" fmla="*/ 3 h 30"/>
                  <a:gd name="T44" fmla="*/ 4 w 241"/>
                  <a:gd name="T45" fmla="*/ 5 h 30"/>
                  <a:gd name="T46" fmla="*/ 3 w 241"/>
                  <a:gd name="T47" fmla="*/ 7 h 30"/>
                  <a:gd name="T48" fmla="*/ 1 w 241"/>
                  <a:gd name="T49" fmla="*/ 9 h 30"/>
                  <a:gd name="T50" fmla="*/ 1 w 241"/>
                  <a:gd name="T51" fmla="*/ 12 h 30"/>
                  <a:gd name="T52" fmla="*/ 0 w 241"/>
                  <a:gd name="T53" fmla="*/ 15 h 30"/>
                  <a:gd name="T54" fmla="*/ 1 w 241"/>
                  <a:gd name="T55" fmla="*/ 18 h 30"/>
                  <a:gd name="T56" fmla="*/ 1 w 241"/>
                  <a:gd name="T57" fmla="*/ 21 h 30"/>
                  <a:gd name="T58" fmla="*/ 3 w 241"/>
                  <a:gd name="T59" fmla="*/ 23 h 30"/>
                  <a:gd name="T60" fmla="*/ 4 w 241"/>
                  <a:gd name="T61" fmla="*/ 26 h 30"/>
                  <a:gd name="T62" fmla="*/ 8 w 241"/>
                  <a:gd name="T63" fmla="*/ 27 h 30"/>
                  <a:gd name="T64" fmla="*/ 10 w 241"/>
                  <a:gd name="T65" fmla="*/ 29 h 30"/>
                  <a:gd name="T66" fmla="*/ 13 w 241"/>
                  <a:gd name="T67" fmla="*/ 29 h 30"/>
                  <a:gd name="T68" fmla="*/ 15 w 241"/>
                  <a:gd name="T69" fmla="*/ 30 h 30"/>
                  <a:gd name="T70" fmla="*/ 15 w 241"/>
                  <a:gd name="T7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1" h="30">
                    <a:moveTo>
                      <a:pt x="15" y="30"/>
                    </a:moveTo>
                    <a:lnTo>
                      <a:pt x="226" y="30"/>
                    </a:lnTo>
                    <a:lnTo>
                      <a:pt x="230" y="29"/>
                    </a:lnTo>
                    <a:lnTo>
                      <a:pt x="232" y="29"/>
                    </a:lnTo>
                    <a:lnTo>
                      <a:pt x="235" y="27"/>
                    </a:lnTo>
                    <a:lnTo>
                      <a:pt x="237" y="26"/>
                    </a:lnTo>
                    <a:lnTo>
                      <a:pt x="239" y="23"/>
                    </a:lnTo>
                    <a:lnTo>
                      <a:pt x="240" y="21"/>
                    </a:lnTo>
                    <a:lnTo>
                      <a:pt x="241" y="18"/>
                    </a:lnTo>
                    <a:lnTo>
                      <a:pt x="241" y="15"/>
                    </a:lnTo>
                    <a:lnTo>
                      <a:pt x="241" y="12"/>
                    </a:lnTo>
                    <a:lnTo>
                      <a:pt x="240" y="9"/>
                    </a:lnTo>
                    <a:lnTo>
                      <a:pt x="239" y="7"/>
                    </a:lnTo>
                    <a:lnTo>
                      <a:pt x="237" y="5"/>
                    </a:lnTo>
                    <a:lnTo>
                      <a:pt x="235" y="3"/>
                    </a:lnTo>
                    <a:lnTo>
                      <a:pt x="232" y="1"/>
                    </a:lnTo>
                    <a:lnTo>
                      <a:pt x="230" y="0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0" y="1"/>
                    </a:lnTo>
                    <a:lnTo>
                      <a:pt x="8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1" y="18"/>
                    </a:lnTo>
                    <a:lnTo>
                      <a:pt x="1" y="21"/>
                    </a:lnTo>
                    <a:lnTo>
                      <a:pt x="3" y="23"/>
                    </a:lnTo>
                    <a:lnTo>
                      <a:pt x="4" y="26"/>
                    </a:lnTo>
                    <a:lnTo>
                      <a:pt x="8" y="27"/>
                    </a:lnTo>
                    <a:lnTo>
                      <a:pt x="10" y="29"/>
                    </a:lnTo>
                    <a:lnTo>
                      <a:pt x="13" y="29"/>
                    </a:lnTo>
                    <a:lnTo>
                      <a:pt x="15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Freeform 277"/>
              <p:cNvSpPr>
                <a:spLocks/>
              </p:cNvSpPr>
              <p:nvPr/>
            </p:nvSpPr>
            <p:spPr bwMode="auto">
              <a:xfrm>
                <a:off x="7160080" y="1694402"/>
                <a:ext cx="120195" cy="19997"/>
              </a:xfrm>
              <a:custGeom>
                <a:avLst/>
                <a:gdLst>
                  <a:gd name="T0" fmla="*/ 15 w 241"/>
                  <a:gd name="T1" fmla="*/ 31 h 31"/>
                  <a:gd name="T2" fmla="*/ 226 w 241"/>
                  <a:gd name="T3" fmla="*/ 31 h 31"/>
                  <a:gd name="T4" fmla="*/ 230 w 241"/>
                  <a:gd name="T5" fmla="*/ 30 h 31"/>
                  <a:gd name="T6" fmla="*/ 232 w 241"/>
                  <a:gd name="T7" fmla="*/ 29 h 31"/>
                  <a:gd name="T8" fmla="*/ 235 w 241"/>
                  <a:gd name="T9" fmla="*/ 28 h 31"/>
                  <a:gd name="T10" fmla="*/ 237 w 241"/>
                  <a:gd name="T11" fmla="*/ 26 h 31"/>
                  <a:gd name="T12" fmla="*/ 239 w 241"/>
                  <a:gd name="T13" fmla="*/ 24 h 31"/>
                  <a:gd name="T14" fmla="*/ 240 w 241"/>
                  <a:gd name="T15" fmla="*/ 22 h 31"/>
                  <a:gd name="T16" fmla="*/ 241 w 241"/>
                  <a:gd name="T17" fmla="*/ 18 h 31"/>
                  <a:gd name="T18" fmla="*/ 241 w 241"/>
                  <a:gd name="T19" fmla="*/ 16 h 31"/>
                  <a:gd name="T20" fmla="*/ 241 w 241"/>
                  <a:gd name="T21" fmla="*/ 13 h 31"/>
                  <a:gd name="T22" fmla="*/ 240 w 241"/>
                  <a:gd name="T23" fmla="*/ 10 h 31"/>
                  <a:gd name="T24" fmla="*/ 239 w 241"/>
                  <a:gd name="T25" fmla="*/ 8 h 31"/>
                  <a:gd name="T26" fmla="*/ 237 w 241"/>
                  <a:gd name="T27" fmla="*/ 6 h 31"/>
                  <a:gd name="T28" fmla="*/ 235 w 241"/>
                  <a:gd name="T29" fmla="*/ 3 h 31"/>
                  <a:gd name="T30" fmla="*/ 232 w 241"/>
                  <a:gd name="T31" fmla="*/ 2 h 31"/>
                  <a:gd name="T32" fmla="*/ 230 w 241"/>
                  <a:gd name="T33" fmla="*/ 1 h 31"/>
                  <a:gd name="T34" fmla="*/ 226 w 241"/>
                  <a:gd name="T35" fmla="*/ 0 h 31"/>
                  <a:gd name="T36" fmla="*/ 15 w 241"/>
                  <a:gd name="T37" fmla="*/ 0 h 31"/>
                  <a:gd name="T38" fmla="*/ 13 w 241"/>
                  <a:gd name="T39" fmla="*/ 1 h 31"/>
                  <a:gd name="T40" fmla="*/ 10 w 241"/>
                  <a:gd name="T41" fmla="*/ 2 h 31"/>
                  <a:gd name="T42" fmla="*/ 8 w 241"/>
                  <a:gd name="T43" fmla="*/ 3 h 31"/>
                  <a:gd name="T44" fmla="*/ 4 w 241"/>
                  <a:gd name="T45" fmla="*/ 6 h 31"/>
                  <a:gd name="T46" fmla="*/ 3 w 241"/>
                  <a:gd name="T47" fmla="*/ 8 h 31"/>
                  <a:gd name="T48" fmla="*/ 1 w 241"/>
                  <a:gd name="T49" fmla="*/ 10 h 31"/>
                  <a:gd name="T50" fmla="*/ 1 w 241"/>
                  <a:gd name="T51" fmla="*/ 13 h 31"/>
                  <a:gd name="T52" fmla="*/ 0 w 241"/>
                  <a:gd name="T53" fmla="*/ 16 h 31"/>
                  <a:gd name="T54" fmla="*/ 1 w 241"/>
                  <a:gd name="T55" fmla="*/ 18 h 31"/>
                  <a:gd name="T56" fmla="*/ 1 w 241"/>
                  <a:gd name="T57" fmla="*/ 22 h 31"/>
                  <a:gd name="T58" fmla="*/ 3 w 241"/>
                  <a:gd name="T59" fmla="*/ 24 h 31"/>
                  <a:gd name="T60" fmla="*/ 4 w 241"/>
                  <a:gd name="T61" fmla="*/ 26 h 31"/>
                  <a:gd name="T62" fmla="*/ 8 w 241"/>
                  <a:gd name="T63" fmla="*/ 28 h 31"/>
                  <a:gd name="T64" fmla="*/ 10 w 241"/>
                  <a:gd name="T65" fmla="*/ 29 h 31"/>
                  <a:gd name="T66" fmla="*/ 13 w 241"/>
                  <a:gd name="T67" fmla="*/ 30 h 31"/>
                  <a:gd name="T68" fmla="*/ 15 w 241"/>
                  <a:gd name="T69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1" h="31">
                    <a:moveTo>
                      <a:pt x="15" y="31"/>
                    </a:moveTo>
                    <a:lnTo>
                      <a:pt x="226" y="31"/>
                    </a:lnTo>
                    <a:lnTo>
                      <a:pt x="230" y="30"/>
                    </a:lnTo>
                    <a:lnTo>
                      <a:pt x="232" y="29"/>
                    </a:lnTo>
                    <a:lnTo>
                      <a:pt x="235" y="28"/>
                    </a:lnTo>
                    <a:lnTo>
                      <a:pt x="237" y="26"/>
                    </a:lnTo>
                    <a:lnTo>
                      <a:pt x="239" y="24"/>
                    </a:lnTo>
                    <a:lnTo>
                      <a:pt x="240" y="22"/>
                    </a:lnTo>
                    <a:lnTo>
                      <a:pt x="241" y="18"/>
                    </a:lnTo>
                    <a:lnTo>
                      <a:pt x="241" y="16"/>
                    </a:lnTo>
                    <a:lnTo>
                      <a:pt x="241" y="13"/>
                    </a:lnTo>
                    <a:lnTo>
                      <a:pt x="240" y="10"/>
                    </a:lnTo>
                    <a:lnTo>
                      <a:pt x="239" y="8"/>
                    </a:lnTo>
                    <a:lnTo>
                      <a:pt x="237" y="6"/>
                    </a:lnTo>
                    <a:lnTo>
                      <a:pt x="235" y="3"/>
                    </a:lnTo>
                    <a:lnTo>
                      <a:pt x="232" y="2"/>
                    </a:lnTo>
                    <a:lnTo>
                      <a:pt x="230" y="1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1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4" y="6"/>
                    </a:lnTo>
                    <a:lnTo>
                      <a:pt x="3" y="8"/>
                    </a:lnTo>
                    <a:lnTo>
                      <a:pt x="1" y="10"/>
                    </a:lnTo>
                    <a:lnTo>
                      <a:pt x="1" y="13"/>
                    </a:lnTo>
                    <a:lnTo>
                      <a:pt x="0" y="16"/>
                    </a:lnTo>
                    <a:lnTo>
                      <a:pt x="1" y="18"/>
                    </a:lnTo>
                    <a:lnTo>
                      <a:pt x="1" y="22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8" y="28"/>
                    </a:lnTo>
                    <a:lnTo>
                      <a:pt x="10" y="29"/>
                    </a:lnTo>
                    <a:lnTo>
                      <a:pt x="13" y="30"/>
                    </a:lnTo>
                    <a:lnTo>
                      <a:pt x="1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Freeform 278"/>
              <p:cNvSpPr>
                <a:spLocks/>
              </p:cNvSpPr>
              <p:nvPr/>
            </p:nvSpPr>
            <p:spPr bwMode="auto">
              <a:xfrm>
                <a:off x="7160080" y="1814386"/>
                <a:ext cx="56072" cy="19997"/>
              </a:xfrm>
              <a:custGeom>
                <a:avLst/>
                <a:gdLst>
                  <a:gd name="T0" fmla="*/ 15 w 241"/>
                  <a:gd name="T1" fmla="*/ 31 h 31"/>
                  <a:gd name="T2" fmla="*/ 226 w 241"/>
                  <a:gd name="T3" fmla="*/ 31 h 31"/>
                  <a:gd name="T4" fmla="*/ 230 w 241"/>
                  <a:gd name="T5" fmla="*/ 31 h 31"/>
                  <a:gd name="T6" fmla="*/ 232 w 241"/>
                  <a:gd name="T7" fmla="*/ 29 h 31"/>
                  <a:gd name="T8" fmla="*/ 235 w 241"/>
                  <a:gd name="T9" fmla="*/ 27 h 31"/>
                  <a:gd name="T10" fmla="*/ 237 w 241"/>
                  <a:gd name="T11" fmla="*/ 26 h 31"/>
                  <a:gd name="T12" fmla="*/ 239 w 241"/>
                  <a:gd name="T13" fmla="*/ 24 h 31"/>
                  <a:gd name="T14" fmla="*/ 240 w 241"/>
                  <a:gd name="T15" fmla="*/ 21 h 31"/>
                  <a:gd name="T16" fmla="*/ 241 w 241"/>
                  <a:gd name="T17" fmla="*/ 19 h 31"/>
                  <a:gd name="T18" fmla="*/ 241 w 241"/>
                  <a:gd name="T19" fmla="*/ 16 h 31"/>
                  <a:gd name="T20" fmla="*/ 241 w 241"/>
                  <a:gd name="T21" fmla="*/ 12 h 31"/>
                  <a:gd name="T22" fmla="*/ 240 w 241"/>
                  <a:gd name="T23" fmla="*/ 9 h 31"/>
                  <a:gd name="T24" fmla="*/ 239 w 241"/>
                  <a:gd name="T25" fmla="*/ 7 h 31"/>
                  <a:gd name="T26" fmla="*/ 237 w 241"/>
                  <a:gd name="T27" fmla="*/ 5 h 31"/>
                  <a:gd name="T28" fmla="*/ 235 w 241"/>
                  <a:gd name="T29" fmla="*/ 3 h 31"/>
                  <a:gd name="T30" fmla="*/ 232 w 241"/>
                  <a:gd name="T31" fmla="*/ 2 h 31"/>
                  <a:gd name="T32" fmla="*/ 230 w 241"/>
                  <a:gd name="T33" fmla="*/ 0 h 31"/>
                  <a:gd name="T34" fmla="*/ 226 w 241"/>
                  <a:gd name="T35" fmla="*/ 0 h 31"/>
                  <a:gd name="T36" fmla="*/ 15 w 241"/>
                  <a:gd name="T37" fmla="*/ 0 h 31"/>
                  <a:gd name="T38" fmla="*/ 13 w 241"/>
                  <a:gd name="T39" fmla="*/ 0 h 31"/>
                  <a:gd name="T40" fmla="*/ 10 w 241"/>
                  <a:gd name="T41" fmla="*/ 2 h 31"/>
                  <a:gd name="T42" fmla="*/ 8 w 241"/>
                  <a:gd name="T43" fmla="*/ 3 h 31"/>
                  <a:gd name="T44" fmla="*/ 4 w 241"/>
                  <a:gd name="T45" fmla="*/ 5 h 31"/>
                  <a:gd name="T46" fmla="*/ 3 w 241"/>
                  <a:gd name="T47" fmla="*/ 7 h 31"/>
                  <a:gd name="T48" fmla="*/ 1 w 241"/>
                  <a:gd name="T49" fmla="*/ 9 h 31"/>
                  <a:gd name="T50" fmla="*/ 1 w 241"/>
                  <a:gd name="T51" fmla="*/ 12 h 31"/>
                  <a:gd name="T52" fmla="*/ 0 w 241"/>
                  <a:gd name="T53" fmla="*/ 16 h 31"/>
                  <a:gd name="T54" fmla="*/ 1 w 241"/>
                  <a:gd name="T55" fmla="*/ 19 h 31"/>
                  <a:gd name="T56" fmla="*/ 1 w 241"/>
                  <a:gd name="T57" fmla="*/ 21 h 31"/>
                  <a:gd name="T58" fmla="*/ 3 w 241"/>
                  <a:gd name="T59" fmla="*/ 24 h 31"/>
                  <a:gd name="T60" fmla="*/ 4 w 241"/>
                  <a:gd name="T61" fmla="*/ 26 h 31"/>
                  <a:gd name="T62" fmla="*/ 8 w 241"/>
                  <a:gd name="T63" fmla="*/ 27 h 31"/>
                  <a:gd name="T64" fmla="*/ 10 w 241"/>
                  <a:gd name="T65" fmla="*/ 29 h 31"/>
                  <a:gd name="T66" fmla="*/ 13 w 241"/>
                  <a:gd name="T67" fmla="*/ 31 h 31"/>
                  <a:gd name="T68" fmla="*/ 15 w 241"/>
                  <a:gd name="T69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1" h="31">
                    <a:moveTo>
                      <a:pt x="15" y="31"/>
                    </a:moveTo>
                    <a:lnTo>
                      <a:pt x="226" y="31"/>
                    </a:lnTo>
                    <a:lnTo>
                      <a:pt x="230" y="31"/>
                    </a:lnTo>
                    <a:lnTo>
                      <a:pt x="232" y="29"/>
                    </a:lnTo>
                    <a:lnTo>
                      <a:pt x="235" y="27"/>
                    </a:lnTo>
                    <a:lnTo>
                      <a:pt x="237" y="26"/>
                    </a:lnTo>
                    <a:lnTo>
                      <a:pt x="239" y="24"/>
                    </a:lnTo>
                    <a:lnTo>
                      <a:pt x="240" y="21"/>
                    </a:lnTo>
                    <a:lnTo>
                      <a:pt x="241" y="19"/>
                    </a:lnTo>
                    <a:lnTo>
                      <a:pt x="241" y="16"/>
                    </a:lnTo>
                    <a:lnTo>
                      <a:pt x="241" y="12"/>
                    </a:lnTo>
                    <a:lnTo>
                      <a:pt x="240" y="9"/>
                    </a:lnTo>
                    <a:lnTo>
                      <a:pt x="239" y="7"/>
                    </a:lnTo>
                    <a:lnTo>
                      <a:pt x="237" y="5"/>
                    </a:lnTo>
                    <a:lnTo>
                      <a:pt x="235" y="3"/>
                    </a:lnTo>
                    <a:lnTo>
                      <a:pt x="232" y="2"/>
                    </a:lnTo>
                    <a:lnTo>
                      <a:pt x="230" y="0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6"/>
                    </a:lnTo>
                    <a:lnTo>
                      <a:pt x="1" y="19"/>
                    </a:lnTo>
                    <a:lnTo>
                      <a:pt x="1" y="21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8" y="27"/>
                    </a:lnTo>
                    <a:lnTo>
                      <a:pt x="10" y="29"/>
                    </a:lnTo>
                    <a:lnTo>
                      <a:pt x="13" y="31"/>
                    </a:lnTo>
                    <a:lnTo>
                      <a:pt x="1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74425" y="177192"/>
            <a:ext cx="5652664" cy="66950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686" y="1753463"/>
            <a:ext cx="11389913" cy="42069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F885B8-7A68-4903-A1A7-E1DB83535CCB}" type="datetime1">
              <a:rPr lang="en-US" smtClean="0"/>
              <a:t>5/26/2021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2" y="6537385"/>
            <a:ext cx="12191998" cy="2666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11300128" y="6537391"/>
            <a:ext cx="493800" cy="26660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Isosceles Triangle 33"/>
          <p:cNvSpPr/>
          <p:nvPr/>
        </p:nvSpPr>
        <p:spPr>
          <a:xfrm>
            <a:off x="11206164" y="6273830"/>
            <a:ext cx="675376" cy="263565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37452" y="6454167"/>
            <a:ext cx="812800" cy="36512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sz="1000" b="1" smtClean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  <a:cs typeface="Lato" panose="020F0502020204030203" pitchFamily="34" charset="0"/>
              </a:defRPr>
            </a:lvl1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fld id="{2BD1998F-EBA5-4829-909A-1F92AEA0CC58}" type="slidenum">
              <a:rPr lang="en-US" smtClean="0"/>
              <a:pPr algn="ctr">
                <a:lnSpc>
                  <a:spcPct val="90000"/>
                </a:lnSpc>
                <a:spcBef>
                  <a:spcPct val="0"/>
                </a:spcBef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80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87" r:id="rId6"/>
    <p:sldLayoutId id="2147483686" r:id="rId7"/>
    <p:sldLayoutId id="2147483685" r:id="rId8"/>
    <p:sldLayoutId id="2147483684" r:id="rId9"/>
    <p:sldLayoutId id="2147483683" r:id="rId10"/>
    <p:sldLayoutId id="2147483681" r:id="rId11"/>
    <p:sldLayoutId id="2147483680" r:id="rId12"/>
    <p:sldLayoutId id="2147483679" r:id="rId13"/>
    <p:sldLayoutId id="2147483678" r:id="rId14"/>
    <p:sldLayoutId id="2147483677" r:id="rId15"/>
    <p:sldLayoutId id="2147483676" r:id="rId16"/>
    <p:sldLayoutId id="2147483675" r:id="rId17"/>
    <p:sldLayoutId id="2147483674" r:id="rId18"/>
    <p:sldLayoutId id="2147483673" r:id="rId19"/>
    <p:sldLayoutId id="2147483671" r:id="rId20"/>
    <p:sldLayoutId id="2147483670" r:id="rId21"/>
    <p:sldLayoutId id="2147483669" r:id="rId22"/>
    <p:sldLayoutId id="2147483668" r:id="rId23"/>
    <p:sldLayoutId id="2147483667" r:id="rId24"/>
    <p:sldLayoutId id="2147483666" r:id="rId25"/>
    <p:sldLayoutId id="2147483665" r:id="rId26"/>
    <p:sldLayoutId id="2147483661" r:id="rId27"/>
    <p:sldLayoutId id="2147483660" r:id="rId28"/>
    <p:sldLayoutId id="2147483688" r:id="rId29"/>
    <p:sldLayoutId id="2147483682" r:id="rId30"/>
    <p:sldLayoutId id="2147483672" r:id="rId31"/>
    <p:sldLayoutId id="2147483664" r:id="rId32"/>
    <p:sldLayoutId id="2147483663" r:id="rId33"/>
    <p:sldLayoutId id="2147483662" r:id="rId34"/>
    <p:sldLayoutId id="2147483655" r:id="rId3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200" kern="1200" spc="-150" dirty="0" smtClean="0">
          <a:solidFill>
            <a:schemeClr val="bg1"/>
          </a:solidFill>
          <a:latin typeface="Lato" panose="020F0502020204030203" pitchFamily="34" charset="0"/>
          <a:ea typeface="Source Sans Pro" panose="020B0503030403020204" pitchFamily="34" charset="0"/>
          <a:cs typeface="Lato" panose="020F050202020403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3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8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4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5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0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0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8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9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0.xml"/><Relationship Id="rId5" Type="http://schemas.openxmlformats.org/officeDocument/2006/relationships/image" Target="../media/image17.jp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1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2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3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0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4.xml"/><Relationship Id="rId5" Type="http://schemas.openxmlformats.org/officeDocument/2006/relationships/image" Target="../media/image20.jp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0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5.xml"/><Relationship Id="rId5" Type="http://schemas.openxmlformats.org/officeDocument/2006/relationships/image" Target="../media/image21.jpeg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6.xml"/><Relationship Id="rId5" Type="http://schemas.openxmlformats.org/officeDocument/2006/relationships/image" Target="../media/image21.jpeg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7.xml"/><Relationship Id="rId5" Type="http://schemas.openxmlformats.org/officeDocument/2006/relationships/image" Target="../media/image21.jpeg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8.xml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0.xml"/><Relationship Id="rId4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9.xml"/><Relationship Id="rId5" Type="http://schemas.openxmlformats.org/officeDocument/2006/relationships/image" Target="../media/image22.jpg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0.xml"/><Relationship Id="rId4" Type="http://schemas.microsoft.com/office/2007/relationships/hdphoto" Target="../media/hdphoto1.wd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0.xml"/><Relationship Id="rId4" Type="http://schemas.microsoft.com/office/2007/relationships/hdphoto" Target="../media/hdphoto1.wdp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21.xml"/><Relationship Id="rId5" Type="http://schemas.openxmlformats.org/officeDocument/2006/relationships/image" Target="../media/image23.jpg"/><Relationship Id="rId4" Type="http://schemas.microsoft.com/office/2007/relationships/hdphoto" Target="../media/hdphoto1.wdp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2.xml"/><Relationship Id="rId4" Type="http://schemas.microsoft.com/office/2007/relationships/hdphoto" Target="../media/hdphoto1.wd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0.xml"/><Relationship Id="rId4" Type="http://schemas.microsoft.com/office/2007/relationships/hdphoto" Target="../media/hdphoto1.wdp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23.xml"/><Relationship Id="rId5" Type="http://schemas.openxmlformats.org/officeDocument/2006/relationships/image" Target="../media/image23.jpg"/><Relationship Id="rId4" Type="http://schemas.microsoft.com/office/2007/relationships/hdphoto" Target="../media/hdphoto1.wdp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0.xml"/><Relationship Id="rId4" Type="http://schemas.microsoft.com/office/2007/relationships/hdphoto" Target="../media/hdphoto1.wdp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24.xml"/><Relationship Id="rId5" Type="http://schemas.openxmlformats.org/officeDocument/2006/relationships/image" Target="../media/image24.jpg"/><Relationship Id="rId4" Type="http://schemas.microsoft.com/office/2007/relationships/hdphoto" Target="../media/hdphoto1.wdp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25.xml"/><Relationship Id="rId5" Type="http://schemas.openxmlformats.org/officeDocument/2006/relationships/image" Target="../media/image24.jpg"/><Relationship Id="rId4" Type="http://schemas.microsoft.com/office/2007/relationships/hdphoto" Target="../media/hdphoto1.wdp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6.xml"/><Relationship Id="rId4" Type="http://schemas.microsoft.com/office/2007/relationships/hdphoto" Target="../media/hdphoto1.wdp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0.xml"/><Relationship Id="rId4" Type="http://schemas.microsoft.com/office/2007/relationships/hdphoto" Target="../media/hdphoto1.wdp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27.xml"/><Relationship Id="rId5" Type="http://schemas.openxmlformats.org/officeDocument/2006/relationships/image" Target="../media/image25.jpeg"/><Relationship Id="rId4" Type="http://schemas.microsoft.com/office/2007/relationships/hdphoto" Target="../media/hdphoto1.wdp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28.xml"/><Relationship Id="rId5" Type="http://schemas.openxmlformats.org/officeDocument/2006/relationships/image" Target="../media/image26.jpeg"/><Relationship Id="rId4" Type="http://schemas.microsoft.com/office/2007/relationships/hdphoto" Target="../media/hdphoto1.wdp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0.xml"/><Relationship Id="rId4" Type="http://schemas.microsoft.com/office/2007/relationships/hdphoto" Target="../media/hdphoto1.wdp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29.xml"/><Relationship Id="rId5" Type="http://schemas.openxmlformats.org/officeDocument/2006/relationships/image" Target="../media/image27.jpeg"/><Relationship Id="rId4" Type="http://schemas.microsoft.com/office/2007/relationships/hdphoto" Target="../media/hdphoto1.wdp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0.xml"/><Relationship Id="rId4" Type="http://schemas.microsoft.com/office/2007/relationships/hdphoto" Target="../media/hdphoto1.wdp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0.xml"/><Relationship Id="rId4" Type="http://schemas.microsoft.com/office/2007/relationships/hdphoto" Target="../media/hdphoto1.wdp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1.xml"/><Relationship Id="rId5" Type="http://schemas.openxmlformats.org/officeDocument/2006/relationships/image" Target="../media/image28.jpg"/><Relationship Id="rId4" Type="http://schemas.microsoft.com/office/2007/relationships/hdphoto" Target="../media/hdphoto1.wdp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2.xml"/><Relationship Id="rId4" Type="http://schemas.microsoft.com/office/2007/relationships/hdphoto" Target="../media/hdphoto1.wdp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0.xml"/><Relationship Id="rId4" Type="http://schemas.microsoft.com/office/2007/relationships/hdphoto" Target="../media/hdphoto1.wdp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3.xml"/><Relationship Id="rId5" Type="http://schemas.openxmlformats.org/officeDocument/2006/relationships/image" Target="../media/image20.jpg"/><Relationship Id="rId4" Type="http://schemas.microsoft.com/office/2007/relationships/hdphoto" Target="../media/hdphoto1.wdp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8.xml"/><Relationship Id="rId4" Type="http://schemas.microsoft.com/office/2007/relationships/hdphoto" Target="../media/hdphoto1.wdp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8.xml"/><Relationship Id="rId4" Type="http://schemas.microsoft.com/office/2007/relationships/hdphoto" Target="../media/hdphoto1.wdp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8.xml"/><Relationship Id="rId4" Type="http://schemas.microsoft.com/office/2007/relationships/hdphoto" Target="../media/hdphoto1.wdp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34.xml"/><Relationship Id="rId5" Type="http://schemas.microsoft.com/office/2007/relationships/hdphoto" Target="../media/hdphoto1.wdp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>
            <a:fillRect/>
          </a:stretch>
        </p:blipFill>
        <p:spPr/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1</a:t>
            </a:fld>
            <a:endParaRPr lang="en-US"/>
          </a:p>
        </p:txBody>
      </p:sp>
      <p:sp>
        <p:nvSpPr>
          <p:cNvPr id="7" name="Rectangle 84"/>
          <p:cNvSpPr/>
          <p:nvPr/>
        </p:nvSpPr>
        <p:spPr>
          <a:xfrm>
            <a:off x="0" y="3048001"/>
            <a:ext cx="12192000" cy="3810000"/>
          </a:xfrm>
          <a:prstGeom prst="rect">
            <a:avLst/>
          </a:prstGeom>
          <a:solidFill>
            <a:schemeClr val="tx1">
              <a:lumMod val="85000"/>
              <a:lumOff val="15000"/>
              <a:alpha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84"/>
          <p:cNvSpPr/>
          <p:nvPr/>
        </p:nvSpPr>
        <p:spPr>
          <a:xfrm>
            <a:off x="0" y="4434618"/>
            <a:ext cx="12192000" cy="2411439"/>
          </a:xfrm>
          <a:prstGeom prst="rect">
            <a:avLst/>
          </a:prstGeom>
          <a:solidFill>
            <a:schemeClr val="bg2">
              <a:lumMod val="10000"/>
              <a:alpha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350888" y="3055269"/>
            <a:ext cx="1429251" cy="1372081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8497141" y="2308763"/>
            <a:ext cx="2092412" cy="768280"/>
            <a:chOff x="5765132" y="1520825"/>
            <a:chExt cx="1807245" cy="603249"/>
          </a:xfrm>
          <a:solidFill>
            <a:schemeClr val="bg1"/>
          </a:solidFill>
        </p:grpSpPr>
        <p:grpSp>
          <p:nvGrpSpPr>
            <p:cNvPr id="18" name="Group 17"/>
            <p:cNvGrpSpPr/>
            <p:nvPr/>
          </p:nvGrpSpPr>
          <p:grpSpPr>
            <a:xfrm>
              <a:off x="6307137" y="1520825"/>
              <a:ext cx="603251" cy="603249"/>
              <a:chOff x="7023101" y="1917700"/>
              <a:chExt cx="287338" cy="287337"/>
            </a:xfrm>
            <a:grpFill/>
          </p:grpSpPr>
          <p:sp>
            <p:nvSpPr>
              <p:cNvPr id="25" name="Freeform 274"/>
              <p:cNvSpPr>
                <a:spLocks noEditPoints="1"/>
              </p:cNvSpPr>
              <p:nvPr/>
            </p:nvSpPr>
            <p:spPr bwMode="auto">
              <a:xfrm>
                <a:off x="7023101" y="1917700"/>
                <a:ext cx="287338" cy="287337"/>
              </a:xfrm>
              <a:custGeom>
                <a:avLst/>
                <a:gdLst>
                  <a:gd name="T0" fmla="*/ 813 w 903"/>
                  <a:gd name="T1" fmla="*/ 795 h 903"/>
                  <a:gd name="T2" fmla="*/ 807 w 903"/>
                  <a:gd name="T3" fmla="*/ 785 h 903"/>
                  <a:gd name="T4" fmla="*/ 738 w 903"/>
                  <a:gd name="T5" fmla="*/ 782 h 903"/>
                  <a:gd name="T6" fmla="*/ 727 w 903"/>
                  <a:gd name="T7" fmla="*/ 787 h 903"/>
                  <a:gd name="T8" fmla="*/ 723 w 903"/>
                  <a:gd name="T9" fmla="*/ 798 h 903"/>
                  <a:gd name="T10" fmla="*/ 678 w 903"/>
                  <a:gd name="T11" fmla="*/ 391 h 903"/>
                  <a:gd name="T12" fmla="*/ 753 w 903"/>
                  <a:gd name="T13" fmla="*/ 873 h 903"/>
                  <a:gd name="T14" fmla="*/ 753 w 903"/>
                  <a:gd name="T15" fmla="*/ 873 h 903"/>
                  <a:gd name="T16" fmla="*/ 181 w 903"/>
                  <a:gd name="T17" fmla="*/ 873 h 903"/>
                  <a:gd name="T18" fmla="*/ 286 w 903"/>
                  <a:gd name="T19" fmla="*/ 300 h 903"/>
                  <a:gd name="T20" fmla="*/ 211 w 903"/>
                  <a:gd name="T21" fmla="*/ 797 h 903"/>
                  <a:gd name="T22" fmla="*/ 207 w 903"/>
                  <a:gd name="T23" fmla="*/ 787 h 903"/>
                  <a:gd name="T24" fmla="*/ 196 w 903"/>
                  <a:gd name="T25" fmla="*/ 783 h 903"/>
                  <a:gd name="T26" fmla="*/ 128 w 903"/>
                  <a:gd name="T27" fmla="*/ 785 h 903"/>
                  <a:gd name="T28" fmla="*/ 121 w 903"/>
                  <a:gd name="T29" fmla="*/ 795 h 903"/>
                  <a:gd name="T30" fmla="*/ 30 w 903"/>
                  <a:gd name="T31" fmla="*/ 300 h 903"/>
                  <a:gd name="T32" fmla="*/ 90 w 903"/>
                  <a:gd name="T33" fmla="*/ 270 h 903"/>
                  <a:gd name="T34" fmla="*/ 362 w 903"/>
                  <a:gd name="T35" fmla="*/ 873 h 903"/>
                  <a:gd name="T36" fmla="*/ 813 w 903"/>
                  <a:gd name="T37" fmla="*/ 300 h 903"/>
                  <a:gd name="T38" fmla="*/ 888 w 903"/>
                  <a:gd name="T39" fmla="*/ 361 h 903"/>
                  <a:gd name="T40" fmla="*/ 842 w 903"/>
                  <a:gd name="T41" fmla="*/ 280 h 903"/>
                  <a:gd name="T42" fmla="*/ 834 w 903"/>
                  <a:gd name="T43" fmla="*/ 271 h 903"/>
                  <a:gd name="T44" fmla="*/ 675 w 903"/>
                  <a:gd name="T45" fmla="*/ 271 h 903"/>
                  <a:gd name="T46" fmla="*/ 665 w 903"/>
                  <a:gd name="T47" fmla="*/ 278 h 903"/>
                  <a:gd name="T48" fmla="*/ 663 w 903"/>
                  <a:gd name="T49" fmla="*/ 361 h 903"/>
                  <a:gd name="T50" fmla="*/ 609 w 903"/>
                  <a:gd name="T51" fmla="*/ 364 h 903"/>
                  <a:gd name="T52" fmla="*/ 603 w 903"/>
                  <a:gd name="T53" fmla="*/ 373 h 903"/>
                  <a:gd name="T54" fmla="*/ 362 w 903"/>
                  <a:gd name="T55" fmla="*/ 285 h 903"/>
                  <a:gd name="T56" fmla="*/ 357 w 903"/>
                  <a:gd name="T57" fmla="*/ 274 h 903"/>
                  <a:gd name="T58" fmla="*/ 347 w 903"/>
                  <a:gd name="T59" fmla="*/ 270 h 903"/>
                  <a:gd name="T60" fmla="*/ 300 w 903"/>
                  <a:gd name="T61" fmla="*/ 160 h 903"/>
                  <a:gd name="T62" fmla="*/ 292 w 903"/>
                  <a:gd name="T63" fmla="*/ 151 h 903"/>
                  <a:gd name="T64" fmla="*/ 181 w 903"/>
                  <a:gd name="T65" fmla="*/ 15 h 903"/>
                  <a:gd name="T66" fmla="*/ 177 w 903"/>
                  <a:gd name="T67" fmla="*/ 4 h 903"/>
                  <a:gd name="T68" fmla="*/ 166 w 903"/>
                  <a:gd name="T69" fmla="*/ 0 h 903"/>
                  <a:gd name="T70" fmla="*/ 156 w 903"/>
                  <a:gd name="T71" fmla="*/ 4 h 903"/>
                  <a:gd name="T72" fmla="*/ 151 w 903"/>
                  <a:gd name="T73" fmla="*/ 15 h 903"/>
                  <a:gd name="T74" fmla="*/ 70 w 903"/>
                  <a:gd name="T75" fmla="*/ 151 h 903"/>
                  <a:gd name="T76" fmla="*/ 61 w 903"/>
                  <a:gd name="T77" fmla="*/ 160 h 903"/>
                  <a:gd name="T78" fmla="*/ 15 w 903"/>
                  <a:gd name="T79" fmla="*/ 270 h 903"/>
                  <a:gd name="T80" fmla="*/ 4 w 903"/>
                  <a:gd name="T81" fmla="*/ 274 h 903"/>
                  <a:gd name="T82" fmla="*/ 0 w 903"/>
                  <a:gd name="T83" fmla="*/ 285 h 903"/>
                  <a:gd name="T84" fmla="*/ 3 w 903"/>
                  <a:gd name="T85" fmla="*/ 897 h 903"/>
                  <a:gd name="T86" fmla="*/ 12 w 903"/>
                  <a:gd name="T87" fmla="*/ 903 h 903"/>
                  <a:gd name="T88" fmla="*/ 347 w 903"/>
                  <a:gd name="T89" fmla="*/ 903 h 903"/>
                  <a:gd name="T90" fmla="*/ 888 w 903"/>
                  <a:gd name="T91" fmla="*/ 903 h 903"/>
                  <a:gd name="T92" fmla="*/ 899 w 903"/>
                  <a:gd name="T93" fmla="*/ 899 h 903"/>
                  <a:gd name="T94" fmla="*/ 903 w 903"/>
                  <a:gd name="T95" fmla="*/ 888 h 903"/>
                  <a:gd name="T96" fmla="*/ 901 w 903"/>
                  <a:gd name="T97" fmla="*/ 368 h 903"/>
                  <a:gd name="T98" fmla="*/ 891 w 903"/>
                  <a:gd name="T99" fmla="*/ 361 h 9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903" h="903">
                    <a:moveTo>
                      <a:pt x="873" y="873"/>
                    </a:moveTo>
                    <a:lnTo>
                      <a:pt x="813" y="873"/>
                    </a:lnTo>
                    <a:lnTo>
                      <a:pt x="813" y="797"/>
                    </a:lnTo>
                    <a:lnTo>
                      <a:pt x="813" y="795"/>
                    </a:lnTo>
                    <a:lnTo>
                      <a:pt x="812" y="792"/>
                    </a:lnTo>
                    <a:lnTo>
                      <a:pt x="811" y="789"/>
                    </a:lnTo>
                    <a:lnTo>
                      <a:pt x="809" y="787"/>
                    </a:lnTo>
                    <a:lnTo>
                      <a:pt x="807" y="785"/>
                    </a:lnTo>
                    <a:lnTo>
                      <a:pt x="804" y="784"/>
                    </a:lnTo>
                    <a:lnTo>
                      <a:pt x="801" y="783"/>
                    </a:lnTo>
                    <a:lnTo>
                      <a:pt x="798" y="783"/>
                    </a:lnTo>
                    <a:lnTo>
                      <a:pt x="738" y="782"/>
                    </a:lnTo>
                    <a:lnTo>
                      <a:pt x="735" y="783"/>
                    </a:lnTo>
                    <a:lnTo>
                      <a:pt x="733" y="784"/>
                    </a:lnTo>
                    <a:lnTo>
                      <a:pt x="729" y="785"/>
                    </a:lnTo>
                    <a:lnTo>
                      <a:pt x="727" y="787"/>
                    </a:lnTo>
                    <a:lnTo>
                      <a:pt x="725" y="789"/>
                    </a:lnTo>
                    <a:lnTo>
                      <a:pt x="724" y="792"/>
                    </a:lnTo>
                    <a:lnTo>
                      <a:pt x="723" y="795"/>
                    </a:lnTo>
                    <a:lnTo>
                      <a:pt x="723" y="798"/>
                    </a:lnTo>
                    <a:lnTo>
                      <a:pt x="723" y="873"/>
                    </a:lnTo>
                    <a:lnTo>
                      <a:pt x="633" y="873"/>
                    </a:lnTo>
                    <a:lnTo>
                      <a:pt x="633" y="391"/>
                    </a:lnTo>
                    <a:lnTo>
                      <a:pt x="678" y="391"/>
                    </a:lnTo>
                    <a:lnTo>
                      <a:pt x="828" y="391"/>
                    </a:lnTo>
                    <a:lnTo>
                      <a:pt x="873" y="391"/>
                    </a:lnTo>
                    <a:lnTo>
                      <a:pt x="873" y="873"/>
                    </a:lnTo>
                    <a:close/>
                    <a:moveTo>
                      <a:pt x="753" y="873"/>
                    </a:moveTo>
                    <a:lnTo>
                      <a:pt x="753" y="813"/>
                    </a:lnTo>
                    <a:lnTo>
                      <a:pt x="783" y="813"/>
                    </a:lnTo>
                    <a:lnTo>
                      <a:pt x="783" y="873"/>
                    </a:lnTo>
                    <a:lnTo>
                      <a:pt x="753" y="873"/>
                    </a:lnTo>
                    <a:close/>
                    <a:moveTo>
                      <a:pt x="151" y="873"/>
                    </a:moveTo>
                    <a:lnTo>
                      <a:pt x="151" y="813"/>
                    </a:lnTo>
                    <a:lnTo>
                      <a:pt x="181" y="813"/>
                    </a:lnTo>
                    <a:lnTo>
                      <a:pt x="181" y="873"/>
                    </a:lnTo>
                    <a:lnTo>
                      <a:pt x="151" y="873"/>
                    </a:lnTo>
                    <a:close/>
                    <a:moveTo>
                      <a:pt x="30" y="300"/>
                    </a:moveTo>
                    <a:lnTo>
                      <a:pt x="75" y="300"/>
                    </a:lnTo>
                    <a:lnTo>
                      <a:pt x="286" y="300"/>
                    </a:lnTo>
                    <a:lnTo>
                      <a:pt x="331" y="300"/>
                    </a:lnTo>
                    <a:lnTo>
                      <a:pt x="331" y="873"/>
                    </a:lnTo>
                    <a:lnTo>
                      <a:pt x="211" y="873"/>
                    </a:lnTo>
                    <a:lnTo>
                      <a:pt x="211" y="797"/>
                    </a:lnTo>
                    <a:lnTo>
                      <a:pt x="210" y="795"/>
                    </a:lnTo>
                    <a:lnTo>
                      <a:pt x="210" y="792"/>
                    </a:lnTo>
                    <a:lnTo>
                      <a:pt x="208" y="789"/>
                    </a:lnTo>
                    <a:lnTo>
                      <a:pt x="207" y="787"/>
                    </a:lnTo>
                    <a:lnTo>
                      <a:pt x="205" y="785"/>
                    </a:lnTo>
                    <a:lnTo>
                      <a:pt x="202" y="784"/>
                    </a:lnTo>
                    <a:lnTo>
                      <a:pt x="200" y="783"/>
                    </a:lnTo>
                    <a:lnTo>
                      <a:pt x="196" y="783"/>
                    </a:lnTo>
                    <a:lnTo>
                      <a:pt x="136" y="782"/>
                    </a:lnTo>
                    <a:lnTo>
                      <a:pt x="133" y="783"/>
                    </a:lnTo>
                    <a:lnTo>
                      <a:pt x="130" y="784"/>
                    </a:lnTo>
                    <a:lnTo>
                      <a:pt x="128" y="785"/>
                    </a:lnTo>
                    <a:lnTo>
                      <a:pt x="126" y="787"/>
                    </a:lnTo>
                    <a:lnTo>
                      <a:pt x="123" y="789"/>
                    </a:lnTo>
                    <a:lnTo>
                      <a:pt x="122" y="792"/>
                    </a:lnTo>
                    <a:lnTo>
                      <a:pt x="121" y="795"/>
                    </a:lnTo>
                    <a:lnTo>
                      <a:pt x="121" y="798"/>
                    </a:lnTo>
                    <a:lnTo>
                      <a:pt x="121" y="873"/>
                    </a:lnTo>
                    <a:lnTo>
                      <a:pt x="30" y="873"/>
                    </a:lnTo>
                    <a:lnTo>
                      <a:pt x="30" y="300"/>
                    </a:lnTo>
                    <a:close/>
                    <a:moveTo>
                      <a:pt x="90" y="180"/>
                    </a:moveTo>
                    <a:lnTo>
                      <a:pt x="271" y="180"/>
                    </a:lnTo>
                    <a:lnTo>
                      <a:pt x="271" y="270"/>
                    </a:lnTo>
                    <a:lnTo>
                      <a:pt x="90" y="270"/>
                    </a:lnTo>
                    <a:lnTo>
                      <a:pt x="90" y="180"/>
                    </a:lnTo>
                    <a:close/>
                    <a:moveTo>
                      <a:pt x="603" y="542"/>
                    </a:moveTo>
                    <a:lnTo>
                      <a:pt x="603" y="873"/>
                    </a:lnTo>
                    <a:lnTo>
                      <a:pt x="362" y="873"/>
                    </a:lnTo>
                    <a:lnTo>
                      <a:pt x="362" y="542"/>
                    </a:lnTo>
                    <a:lnTo>
                      <a:pt x="603" y="542"/>
                    </a:lnTo>
                    <a:close/>
                    <a:moveTo>
                      <a:pt x="693" y="300"/>
                    </a:moveTo>
                    <a:lnTo>
                      <a:pt x="813" y="300"/>
                    </a:lnTo>
                    <a:lnTo>
                      <a:pt x="813" y="361"/>
                    </a:lnTo>
                    <a:lnTo>
                      <a:pt x="693" y="361"/>
                    </a:lnTo>
                    <a:lnTo>
                      <a:pt x="693" y="300"/>
                    </a:lnTo>
                    <a:close/>
                    <a:moveTo>
                      <a:pt x="888" y="361"/>
                    </a:moveTo>
                    <a:lnTo>
                      <a:pt x="843" y="361"/>
                    </a:lnTo>
                    <a:lnTo>
                      <a:pt x="843" y="285"/>
                    </a:lnTo>
                    <a:lnTo>
                      <a:pt x="843" y="282"/>
                    </a:lnTo>
                    <a:lnTo>
                      <a:pt x="842" y="280"/>
                    </a:lnTo>
                    <a:lnTo>
                      <a:pt x="841" y="277"/>
                    </a:lnTo>
                    <a:lnTo>
                      <a:pt x="839" y="274"/>
                    </a:lnTo>
                    <a:lnTo>
                      <a:pt x="837" y="273"/>
                    </a:lnTo>
                    <a:lnTo>
                      <a:pt x="834" y="271"/>
                    </a:lnTo>
                    <a:lnTo>
                      <a:pt x="831" y="271"/>
                    </a:lnTo>
                    <a:lnTo>
                      <a:pt x="828" y="270"/>
                    </a:lnTo>
                    <a:lnTo>
                      <a:pt x="678" y="270"/>
                    </a:lnTo>
                    <a:lnTo>
                      <a:pt x="675" y="271"/>
                    </a:lnTo>
                    <a:lnTo>
                      <a:pt x="671" y="271"/>
                    </a:lnTo>
                    <a:lnTo>
                      <a:pt x="669" y="273"/>
                    </a:lnTo>
                    <a:lnTo>
                      <a:pt x="667" y="274"/>
                    </a:lnTo>
                    <a:lnTo>
                      <a:pt x="665" y="278"/>
                    </a:lnTo>
                    <a:lnTo>
                      <a:pt x="664" y="280"/>
                    </a:lnTo>
                    <a:lnTo>
                      <a:pt x="663" y="283"/>
                    </a:lnTo>
                    <a:lnTo>
                      <a:pt x="663" y="285"/>
                    </a:lnTo>
                    <a:lnTo>
                      <a:pt x="663" y="361"/>
                    </a:lnTo>
                    <a:lnTo>
                      <a:pt x="618" y="361"/>
                    </a:lnTo>
                    <a:lnTo>
                      <a:pt x="615" y="361"/>
                    </a:lnTo>
                    <a:lnTo>
                      <a:pt x="611" y="362"/>
                    </a:lnTo>
                    <a:lnTo>
                      <a:pt x="609" y="364"/>
                    </a:lnTo>
                    <a:lnTo>
                      <a:pt x="607" y="366"/>
                    </a:lnTo>
                    <a:lnTo>
                      <a:pt x="605" y="368"/>
                    </a:lnTo>
                    <a:lnTo>
                      <a:pt x="604" y="370"/>
                    </a:lnTo>
                    <a:lnTo>
                      <a:pt x="603" y="373"/>
                    </a:lnTo>
                    <a:lnTo>
                      <a:pt x="603" y="376"/>
                    </a:lnTo>
                    <a:lnTo>
                      <a:pt x="603" y="512"/>
                    </a:lnTo>
                    <a:lnTo>
                      <a:pt x="362" y="512"/>
                    </a:lnTo>
                    <a:lnTo>
                      <a:pt x="362" y="285"/>
                    </a:lnTo>
                    <a:lnTo>
                      <a:pt x="362" y="282"/>
                    </a:lnTo>
                    <a:lnTo>
                      <a:pt x="360" y="280"/>
                    </a:lnTo>
                    <a:lnTo>
                      <a:pt x="359" y="277"/>
                    </a:lnTo>
                    <a:lnTo>
                      <a:pt x="357" y="274"/>
                    </a:lnTo>
                    <a:lnTo>
                      <a:pt x="355" y="273"/>
                    </a:lnTo>
                    <a:lnTo>
                      <a:pt x="352" y="271"/>
                    </a:lnTo>
                    <a:lnTo>
                      <a:pt x="350" y="271"/>
                    </a:lnTo>
                    <a:lnTo>
                      <a:pt x="347" y="270"/>
                    </a:lnTo>
                    <a:lnTo>
                      <a:pt x="301" y="270"/>
                    </a:lnTo>
                    <a:lnTo>
                      <a:pt x="301" y="165"/>
                    </a:lnTo>
                    <a:lnTo>
                      <a:pt x="301" y="162"/>
                    </a:lnTo>
                    <a:lnTo>
                      <a:pt x="300" y="160"/>
                    </a:lnTo>
                    <a:lnTo>
                      <a:pt x="299" y="156"/>
                    </a:lnTo>
                    <a:lnTo>
                      <a:pt x="297" y="154"/>
                    </a:lnTo>
                    <a:lnTo>
                      <a:pt x="295" y="152"/>
                    </a:lnTo>
                    <a:lnTo>
                      <a:pt x="292" y="151"/>
                    </a:lnTo>
                    <a:lnTo>
                      <a:pt x="290" y="150"/>
                    </a:lnTo>
                    <a:lnTo>
                      <a:pt x="286" y="150"/>
                    </a:lnTo>
                    <a:lnTo>
                      <a:pt x="181" y="150"/>
                    </a:lnTo>
                    <a:lnTo>
                      <a:pt x="181" y="15"/>
                    </a:lnTo>
                    <a:lnTo>
                      <a:pt x="180" y="12"/>
                    </a:lnTo>
                    <a:lnTo>
                      <a:pt x="180" y="8"/>
                    </a:lnTo>
                    <a:lnTo>
                      <a:pt x="178" y="6"/>
                    </a:lnTo>
                    <a:lnTo>
                      <a:pt x="177" y="4"/>
                    </a:lnTo>
                    <a:lnTo>
                      <a:pt x="174" y="2"/>
                    </a:lnTo>
                    <a:lnTo>
                      <a:pt x="172" y="1"/>
                    </a:lnTo>
                    <a:lnTo>
                      <a:pt x="168" y="0"/>
                    </a:lnTo>
                    <a:lnTo>
                      <a:pt x="166" y="0"/>
                    </a:lnTo>
                    <a:lnTo>
                      <a:pt x="163" y="0"/>
                    </a:lnTo>
                    <a:lnTo>
                      <a:pt x="160" y="1"/>
                    </a:lnTo>
                    <a:lnTo>
                      <a:pt x="158" y="2"/>
                    </a:lnTo>
                    <a:lnTo>
                      <a:pt x="156" y="4"/>
                    </a:lnTo>
                    <a:lnTo>
                      <a:pt x="153" y="6"/>
                    </a:lnTo>
                    <a:lnTo>
                      <a:pt x="152" y="8"/>
                    </a:lnTo>
                    <a:lnTo>
                      <a:pt x="151" y="12"/>
                    </a:lnTo>
                    <a:lnTo>
                      <a:pt x="151" y="15"/>
                    </a:lnTo>
                    <a:lnTo>
                      <a:pt x="151" y="150"/>
                    </a:lnTo>
                    <a:lnTo>
                      <a:pt x="75" y="150"/>
                    </a:lnTo>
                    <a:lnTo>
                      <a:pt x="73" y="150"/>
                    </a:lnTo>
                    <a:lnTo>
                      <a:pt x="70" y="151"/>
                    </a:lnTo>
                    <a:lnTo>
                      <a:pt x="68" y="152"/>
                    </a:lnTo>
                    <a:lnTo>
                      <a:pt x="64" y="154"/>
                    </a:lnTo>
                    <a:lnTo>
                      <a:pt x="63" y="156"/>
                    </a:lnTo>
                    <a:lnTo>
                      <a:pt x="61" y="160"/>
                    </a:lnTo>
                    <a:lnTo>
                      <a:pt x="61" y="162"/>
                    </a:lnTo>
                    <a:lnTo>
                      <a:pt x="60" y="165"/>
                    </a:lnTo>
                    <a:lnTo>
                      <a:pt x="60" y="270"/>
                    </a:lnTo>
                    <a:lnTo>
                      <a:pt x="15" y="270"/>
                    </a:lnTo>
                    <a:lnTo>
                      <a:pt x="12" y="271"/>
                    </a:lnTo>
                    <a:lnTo>
                      <a:pt x="10" y="271"/>
                    </a:lnTo>
                    <a:lnTo>
                      <a:pt x="7" y="273"/>
                    </a:lnTo>
                    <a:lnTo>
                      <a:pt x="4" y="274"/>
                    </a:lnTo>
                    <a:lnTo>
                      <a:pt x="3" y="278"/>
                    </a:lnTo>
                    <a:lnTo>
                      <a:pt x="1" y="280"/>
                    </a:lnTo>
                    <a:lnTo>
                      <a:pt x="1" y="283"/>
                    </a:lnTo>
                    <a:lnTo>
                      <a:pt x="0" y="285"/>
                    </a:lnTo>
                    <a:lnTo>
                      <a:pt x="0" y="888"/>
                    </a:lnTo>
                    <a:lnTo>
                      <a:pt x="1" y="891"/>
                    </a:lnTo>
                    <a:lnTo>
                      <a:pt x="1" y="894"/>
                    </a:lnTo>
                    <a:lnTo>
                      <a:pt x="3" y="897"/>
                    </a:lnTo>
                    <a:lnTo>
                      <a:pt x="4" y="899"/>
                    </a:lnTo>
                    <a:lnTo>
                      <a:pt x="7" y="900"/>
                    </a:lnTo>
                    <a:lnTo>
                      <a:pt x="10" y="902"/>
                    </a:lnTo>
                    <a:lnTo>
                      <a:pt x="12" y="903"/>
                    </a:lnTo>
                    <a:lnTo>
                      <a:pt x="15" y="903"/>
                    </a:lnTo>
                    <a:lnTo>
                      <a:pt x="136" y="903"/>
                    </a:lnTo>
                    <a:lnTo>
                      <a:pt x="196" y="903"/>
                    </a:lnTo>
                    <a:lnTo>
                      <a:pt x="347" y="903"/>
                    </a:lnTo>
                    <a:lnTo>
                      <a:pt x="618" y="903"/>
                    </a:lnTo>
                    <a:lnTo>
                      <a:pt x="738" y="903"/>
                    </a:lnTo>
                    <a:lnTo>
                      <a:pt x="798" y="903"/>
                    </a:lnTo>
                    <a:lnTo>
                      <a:pt x="888" y="903"/>
                    </a:lnTo>
                    <a:lnTo>
                      <a:pt x="891" y="902"/>
                    </a:lnTo>
                    <a:lnTo>
                      <a:pt x="895" y="902"/>
                    </a:lnTo>
                    <a:lnTo>
                      <a:pt x="897" y="900"/>
                    </a:lnTo>
                    <a:lnTo>
                      <a:pt x="899" y="899"/>
                    </a:lnTo>
                    <a:lnTo>
                      <a:pt x="901" y="897"/>
                    </a:lnTo>
                    <a:lnTo>
                      <a:pt x="902" y="894"/>
                    </a:lnTo>
                    <a:lnTo>
                      <a:pt x="903" y="891"/>
                    </a:lnTo>
                    <a:lnTo>
                      <a:pt x="903" y="888"/>
                    </a:lnTo>
                    <a:lnTo>
                      <a:pt x="903" y="376"/>
                    </a:lnTo>
                    <a:lnTo>
                      <a:pt x="903" y="373"/>
                    </a:lnTo>
                    <a:lnTo>
                      <a:pt x="902" y="370"/>
                    </a:lnTo>
                    <a:lnTo>
                      <a:pt x="901" y="368"/>
                    </a:lnTo>
                    <a:lnTo>
                      <a:pt x="899" y="366"/>
                    </a:lnTo>
                    <a:lnTo>
                      <a:pt x="897" y="364"/>
                    </a:lnTo>
                    <a:lnTo>
                      <a:pt x="895" y="362"/>
                    </a:lnTo>
                    <a:lnTo>
                      <a:pt x="891" y="361"/>
                    </a:lnTo>
                    <a:lnTo>
                      <a:pt x="888" y="36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275"/>
              <p:cNvSpPr>
                <a:spLocks/>
              </p:cNvSpPr>
              <p:nvPr/>
            </p:nvSpPr>
            <p:spPr bwMode="auto">
              <a:xfrm>
                <a:off x="7044785" y="1984375"/>
                <a:ext cx="38100" cy="9525"/>
              </a:xfrm>
              <a:custGeom>
                <a:avLst/>
                <a:gdLst>
                  <a:gd name="T0" fmla="*/ 105 w 120"/>
                  <a:gd name="T1" fmla="*/ 0 h 30"/>
                  <a:gd name="T2" fmla="*/ 15 w 120"/>
                  <a:gd name="T3" fmla="*/ 0 h 30"/>
                  <a:gd name="T4" fmla="*/ 12 w 120"/>
                  <a:gd name="T5" fmla="*/ 0 h 30"/>
                  <a:gd name="T6" fmla="*/ 9 w 120"/>
                  <a:gd name="T7" fmla="*/ 1 h 30"/>
                  <a:gd name="T8" fmla="*/ 7 w 120"/>
                  <a:gd name="T9" fmla="*/ 3 h 30"/>
                  <a:gd name="T10" fmla="*/ 5 w 120"/>
                  <a:gd name="T11" fmla="*/ 4 h 30"/>
                  <a:gd name="T12" fmla="*/ 2 w 120"/>
                  <a:gd name="T13" fmla="*/ 7 h 30"/>
                  <a:gd name="T14" fmla="*/ 1 w 120"/>
                  <a:gd name="T15" fmla="*/ 10 h 30"/>
                  <a:gd name="T16" fmla="*/ 0 w 120"/>
                  <a:gd name="T17" fmla="*/ 12 h 30"/>
                  <a:gd name="T18" fmla="*/ 0 w 120"/>
                  <a:gd name="T19" fmla="*/ 15 h 30"/>
                  <a:gd name="T20" fmla="*/ 0 w 120"/>
                  <a:gd name="T21" fmla="*/ 18 h 30"/>
                  <a:gd name="T22" fmla="*/ 1 w 120"/>
                  <a:gd name="T23" fmla="*/ 22 h 30"/>
                  <a:gd name="T24" fmla="*/ 2 w 120"/>
                  <a:gd name="T25" fmla="*/ 24 h 30"/>
                  <a:gd name="T26" fmla="*/ 5 w 120"/>
                  <a:gd name="T27" fmla="*/ 26 h 30"/>
                  <a:gd name="T28" fmla="*/ 7 w 120"/>
                  <a:gd name="T29" fmla="*/ 28 h 30"/>
                  <a:gd name="T30" fmla="*/ 9 w 120"/>
                  <a:gd name="T31" fmla="*/ 29 h 30"/>
                  <a:gd name="T32" fmla="*/ 12 w 120"/>
                  <a:gd name="T33" fmla="*/ 30 h 30"/>
                  <a:gd name="T34" fmla="*/ 15 w 120"/>
                  <a:gd name="T35" fmla="*/ 30 h 30"/>
                  <a:gd name="T36" fmla="*/ 105 w 120"/>
                  <a:gd name="T37" fmla="*/ 30 h 30"/>
                  <a:gd name="T38" fmla="*/ 109 w 120"/>
                  <a:gd name="T39" fmla="*/ 30 h 30"/>
                  <a:gd name="T40" fmla="*/ 111 w 120"/>
                  <a:gd name="T41" fmla="*/ 29 h 30"/>
                  <a:gd name="T42" fmla="*/ 114 w 120"/>
                  <a:gd name="T43" fmla="*/ 28 h 30"/>
                  <a:gd name="T44" fmla="*/ 116 w 120"/>
                  <a:gd name="T45" fmla="*/ 26 h 30"/>
                  <a:gd name="T46" fmla="*/ 117 w 120"/>
                  <a:gd name="T47" fmla="*/ 24 h 30"/>
                  <a:gd name="T48" fmla="*/ 119 w 120"/>
                  <a:gd name="T49" fmla="*/ 22 h 30"/>
                  <a:gd name="T50" fmla="*/ 120 w 120"/>
                  <a:gd name="T51" fmla="*/ 18 h 30"/>
                  <a:gd name="T52" fmla="*/ 120 w 120"/>
                  <a:gd name="T53" fmla="*/ 15 h 30"/>
                  <a:gd name="T54" fmla="*/ 120 w 120"/>
                  <a:gd name="T55" fmla="*/ 12 h 30"/>
                  <a:gd name="T56" fmla="*/ 119 w 120"/>
                  <a:gd name="T57" fmla="*/ 10 h 30"/>
                  <a:gd name="T58" fmla="*/ 117 w 120"/>
                  <a:gd name="T59" fmla="*/ 7 h 30"/>
                  <a:gd name="T60" fmla="*/ 116 w 120"/>
                  <a:gd name="T61" fmla="*/ 4 h 30"/>
                  <a:gd name="T62" fmla="*/ 114 w 120"/>
                  <a:gd name="T63" fmla="*/ 3 h 30"/>
                  <a:gd name="T64" fmla="*/ 111 w 120"/>
                  <a:gd name="T65" fmla="*/ 1 h 30"/>
                  <a:gd name="T66" fmla="*/ 109 w 120"/>
                  <a:gd name="T67" fmla="*/ 0 h 30"/>
                  <a:gd name="T68" fmla="*/ 105 w 120"/>
                  <a:gd name="T6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20" h="30">
                    <a:moveTo>
                      <a:pt x="105" y="0"/>
                    </a:moveTo>
                    <a:lnTo>
                      <a:pt x="15" y="0"/>
                    </a:lnTo>
                    <a:lnTo>
                      <a:pt x="12" y="0"/>
                    </a:lnTo>
                    <a:lnTo>
                      <a:pt x="9" y="1"/>
                    </a:lnTo>
                    <a:lnTo>
                      <a:pt x="7" y="3"/>
                    </a:lnTo>
                    <a:lnTo>
                      <a:pt x="5" y="4"/>
                    </a:lnTo>
                    <a:lnTo>
                      <a:pt x="2" y="7"/>
                    </a:lnTo>
                    <a:lnTo>
                      <a:pt x="1" y="10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1" y="22"/>
                    </a:lnTo>
                    <a:lnTo>
                      <a:pt x="2" y="24"/>
                    </a:lnTo>
                    <a:lnTo>
                      <a:pt x="5" y="26"/>
                    </a:lnTo>
                    <a:lnTo>
                      <a:pt x="7" y="28"/>
                    </a:lnTo>
                    <a:lnTo>
                      <a:pt x="9" y="29"/>
                    </a:lnTo>
                    <a:lnTo>
                      <a:pt x="12" y="30"/>
                    </a:lnTo>
                    <a:lnTo>
                      <a:pt x="15" y="30"/>
                    </a:lnTo>
                    <a:lnTo>
                      <a:pt x="105" y="30"/>
                    </a:lnTo>
                    <a:lnTo>
                      <a:pt x="109" y="30"/>
                    </a:lnTo>
                    <a:lnTo>
                      <a:pt x="111" y="29"/>
                    </a:lnTo>
                    <a:lnTo>
                      <a:pt x="114" y="28"/>
                    </a:lnTo>
                    <a:lnTo>
                      <a:pt x="116" y="26"/>
                    </a:lnTo>
                    <a:lnTo>
                      <a:pt x="117" y="24"/>
                    </a:lnTo>
                    <a:lnTo>
                      <a:pt x="119" y="22"/>
                    </a:lnTo>
                    <a:lnTo>
                      <a:pt x="120" y="18"/>
                    </a:lnTo>
                    <a:lnTo>
                      <a:pt x="120" y="15"/>
                    </a:lnTo>
                    <a:lnTo>
                      <a:pt x="120" y="12"/>
                    </a:lnTo>
                    <a:lnTo>
                      <a:pt x="119" y="10"/>
                    </a:lnTo>
                    <a:lnTo>
                      <a:pt x="117" y="7"/>
                    </a:lnTo>
                    <a:lnTo>
                      <a:pt x="116" y="4"/>
                    </a:lnTo>
                    <a:lnTo>
                      <a:pt x="114" y="3"/>
                    </a:lnTo>
                    <a:lnTo>
                      <a:pt x="111" y="1"/>
                    </a:lnTo>
                    <a:lnTo>
                      <a:pt x="109" y="0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" name="Freeform 276"/>
              <p:cNvSpPr>
                <a:spLocks/>
              </p:cNvSpPr>
              <p:nvPr/>
            </p:nvSpPr>
            <p:spPr bwMode="auto">
              <a:xfrm>
                <a:off x="7025735" y="2051050"/>
                <a:ext cx="52046" cy="9525"/>
              </a:xfrm>
              <a:custGeom>
                <a:avLst/>
                <a:gdLst>
                  <a:gd name="T0" fmla="*/ 15 w 241"/>
                  <a:gd name="T1" fmla="*/ 30 h 30"/>
                  <a:gd name="T2" fmla="*/ 226 w 241"/>
                  <a:gd name="T3" fmla="*/ 30 h 30"/>
                  <a:gd name="T4" fmla="*/ 230 w 241"/>
                  <a:gd name="T5" fmla="*/ 29 h 30"/>
                  <a:gd name="T6" fmla="*/ 232 w 241"/>
                  <a:gd name="T7" fmla="*/ 29 h 30"/>
                  <a:gd name="T8" fmla="*/ 235 w 241"/>
                  <a:gd name="T9" fmla="*/ 27 h 30"/>
                  <a:gd name="T10" fmla="*/ 237 w 241"/>
                  <a:gd name="T11" fmla="*/ 26 h 30"/>
                  <a:gd name="T12" fmla="*/ 239 w 241"/>
                  <a:gd name="T13" fmla="*/ 23 h 30"/>
                  <a:gd name="T14" fmla="*/ 240 w 241"/>
                  <a:gd name="T15" fmla="*/ 21 h 30"/>
                  <a:gd name="T16" fmla="*/ 241 w 241"/>
                  <a:gd name="T17" fmla="*/ 18 h 30"/>
                  <a:gd name="T18" fmla="*/ 241 w 241"/>
                  <a:gd name="T19" fmla="*/ 15 h 30"/>
                  <a:gd name="T20" fmla="*/ 241 w 241"/>
                  <a:gd name="T21" fmla="*/ 12 h 30"/>
                  <a:gd name="T22" fmla="*/ 240 w 241"/>
                  <a:gd name="T23" fmla="*/ 9 h 30"/>
                  <a:gd name="T24" fmla="*/ 239 w 241"/>
                  <a:gd name="T25" fmla="*/ 7 h 30"/>
                  <a:gd name="T26" fmla="*/ 237 w 241"/>
                  <a:gd name="T27" fmla="*/ 5 h 30"/>
                  <a:gd name="T28" fmla="*/ 235 w 241"/>
                  <a:gd name="T29" fmla="*/ 3 h 30"/>
                  <a:gd name="T30" fmla="*/ 232 w 241"/>
                  <a:gd name="T31" fmla="*/ 1 h 30"/>
                  <a:gd name="T32" fmla="*/ 230 w 241"/>
                  <a:gd name="T33" fmla="*/ 0 h 30"/>
                  <a:gd name="T34" fmla="*/ 226 w 241"/>
                  <a:gd name="T35" fmla="*/ 0 h 30"/>
                  <a:gd name="T36" fmla="*/ 15 w 241"/>
                  <a:gd name="T37" fmla="*/ 0 h 30"/>
                  <a:gd name="T38" fmla="*/ 13 w 241"/>
                  <a:gd name="T39" fmla="*/ 0 h 30"/>
                  <a:gd name="T40" fmla="*/ 10 w 241"/>
                  <a:gd name="T41" fmla="*/ 1 h 30"/>
                  <a:gd name="T42" fmla="*/ 8 w 241"/>
                  <a:gd name="T43" fmla="*/ 3 h 30"/>
                  <a:gd name="T44" fmla="*/ 4 w 241"/>
                  <a:gd name="T45" fmla="*/ 5 h 30"/>
                  <a:gd name="T46" fmla="*/ 3 w 241"/>
                  <a:gd name="T47" fmla="*/ 7 h 30"/>
                  <a:gd name="T48" fmla="*/ 1 w 241"/>
                  <a:gd name="T49" fmla="*/ 9 h 30"/>
                  <a:gd name="T50" fmla="*/ 1 w 241"/>
                  <a:gd name="T51" fmla="*/ 12 h 30"/>
                  <a:gd name="T52" fmla="*/ 0 w 241"/>
                  <a:gd name="T53" fmla="*/ 15 h 30"/>
                  <a:gd name="T54" fmla="*/ 1 w 241"/>
                  <a:gd name="T55" fmla="*/ 18 h 30"/>
                  <a:gd name="T56" fmla="*/ 1 w 241"/>
                  <a:gd name="T57" fmla="*/ 21 h 30"/>
                  <a:gd name="T58" fmla="*/ 3 w 241"/>
                  <a:gd name="T59" fmla="*/ 23 h 30"/>
                  <a:gd name="T60" fmla="*/ 4 w 241"/>
                  <a:gd name="T61" fmla="*/ 26 h 30"/>
                  <a:gd name="T62" fmla="*/ 8 w 241"/>
                  <a:gd name="T63" fmla="*/ 27 h 30"/>
                  <a:gd name="T64" fmla="*/ 10 w 241"/>
                  <a:gd name="T65" fmla="*/ 29 h 30"/>
                  <a:gd name="T66" fmla="*/ 13 w 241"/>
                  <a:gd name="T67" fmla="*/ 29 h 30"/>
                  <a:gd name="T68" fmla="*/ 15 w 241"/>
                  <a:gd name="T69" fmla="*/ 30 h 30"/>
                  <a:gd name="T70" fmla="*/ 15 w 241"/>
                  <a:gd name="T7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1" h="30">
                    <a:moveTo>
                      <a:pt x="15" y="30"/>
                    </a:moveTo>
                    <a:lnTo>
                      <a:pt x="226" y="30"/>
                    </a:lnTo>
                    <a:lnTo>
                      <a:pt x="230" y="29"/>
                    </a:lnTo>
                    <a:lnTo>
                      <a:pt x="232" y="29"/>
                    </a:lnTo>
                    <a:lnTo>
                      <a:pt x="235" y="27"/>
                    </a:lnTo>
                    <a:lnTo>
                      <a:pt x="237" y="26"/>
                    </a:lnTo>
                    <a:lnTo>
                      <a:pt x="239" y="23"/>
                    </a:lnTo>
                    <a:lnTo>
                      <a:pt x="240" y="21"/>
                    </a:lnTo>
                    <a:lnTo>
                      <a:pt x="241" y="18"/>
                    </a:lnTo>
                    <a:lnTo>
                      <a:pt x="241" y="15"/>
                    </a:lnTo>
                    <a:lnTo>
                      <a:pt x="241" y="12"/>
                    </a:lnTo>
                    <a:lnTo>
                      <a:pt x="240" y="9"/>
                    </a:lnTo>
                    <a:lnTo>
                      <a:pt x="239" y="7"/>
                    </a:lnTo>
                    <a:lnTo>
                      <a:pt x="237" y="5"/>
                    </a:lnTo>
                    <a:lnTo>
                      <a:pt x="235" y="3"/>
                    </a:lnTo>
                    <a:lnTo>
                      <a:pt x="232" y="1"/>
                    </a:lnTo>
                    <a:lnTo>
                      <a:pt x="230" y="0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0" y="1"/>
                    </a:lnTo>
                    <a:lnTo>
                      <a:pt x="8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1" y="18"/>
                    </a:lnTo>
                    <a:lnTo>
                      <a:pt x="1" y="21"/>
                    </a:lnTo>
                    <a:lnTo>
                      <a:pt x="3" y="23"/>
                    </a:lnTo>
                    <a:lnTo>
                      <a:pt x="4" y="26"/>
                    </a:lnTo>
                    <a:lnTo>
                      <a:pt x="8" y="27"/>
                    </a:lnTo>
                    <a:lnTo>
                      <a:pt x="10" y="29"/>
                    </a:lnTo>
                    <a:lnTo>
                      <a:pt x="13" y="29"/>
                    </a:lnTo>
                    <a:lnTo>
                      <a:pt x="15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" name="Freeform 277"/>
              <p:cNvSpPr>
                <a:spLocks/>
              </p:cNvSpPr>
              <p:nvPr/>
            </p:nvSpPr>
            <p:spPr bwMode="auto">
              <a:xfrm>
                <a:off x="7025735" y="2022475"/>
                <a:ext cx="76200" cy="9525"/>
              </a:xfrm>
              <a:custGeom>
                <a:avLst/>
                <a:gdLst>
                  <a:gd name="T0" fmla="*/ 15 w 241"/>
                  <a:gd name="T1" fmla="*/ 31 h 31"/>
                  <a:gd name="T2" fmla="*/ 226 w 241"/>
                  <a:gd name="T3" fmla="*/ 31 h 31"/>
                  <a:gd name="T4" fmla="*/ 230 w 241"/>
                  <a:gd name="T5" fmla="*/ 30 h 31"/>
                  <a:gd name="T6" fmla="*/ 232 w 241"/>
                  <a:gd name="T7" fmla="*/ 29 h 31"/>
                  <a:gd name="T8" fmla="*/ 235 w 241"/>
                  <a:gd name="T9" fmla="*/ 28 h 31"/>
                  <a:gd name="T10" fmla="*/ 237 w 241"/>
                  <a:gd name="T11" fmla="*/ 26 h 31"/>
                  <a:gd name="T12" fmla="*/ 239 w 241"/>
                  <a:gd name="T13" fmla="*/ 24 h 31"/>
                  <a:gd name="T14" fmla="*/ 240 w 241"/>
                  <a:gd name="T15" fmla="*/ 22 h 31"/>
                  <a:gd name="T16" fmla="*/ 241 w 241"/>
                  <a:gd name="T17" fmla="*/ 18 h 31"/>
                  <a:gd name="T18" fmla="*/ 241 w 241"/>
                  <a:gd name="T19" fmla="*/ 16 h 31"/>
                  <a:gd name="T20" fmla="*/ 241 w 241"/>
                  <a:gd name="T21" fmla="*/ 13 h 31"/>
                  <a:gd name="T22" fmla="*/ 240 w 241"/>
                  <a:gd name="T23" fmla="*/ 10 h 31"/>
                  <a:gd name="T24" fmla="*/ 239 w 241"/>
                  <a:gd name="T25" fmla="*/ 8 h 31"/>
                  <a:gd name="T26" fmla="*/ 237 w 241"/>
                  <a:gd name="T27" fmla="*/ 6 h 31"/>
                  <a:gd name="T28" fmla="*/ 235 w 241"/>
                  <a:gd name="T29" fmla="*/ 3 h 31"/>
                  <a:gd name="T30" fmla="*/ 232 w 241"/>
                  <a:gd name="T31" fmla="*/ 2 h 31"/>
                  <a:gd name="T32" fmla="*/ 230 w 241"/>
                  <a:gd name="T33" fmla="*/ 1 h 31"/>
                  <a:gd name="T34" fmla="*/ 226 w 241"/>
                  <a:gd name="T35" fmla="*/ 0 h 31"/>
                  <a:gd name="T36" fmla="*/ 15 w 241"/>
                  <a:gd name="T37" fmla="*/ 0 h 31"/>
                  <a:gd name="T38" fmla="*/ 13 w 241"/>
                  <a:gd name="T39" fmla="*/ 1 h 31"/>
                  <a:gd name="T40" fmla="*/ 10 w 241"/>
                  <a:gd name="T41" fmla="*/ 2 h 31"/>
                  <a:gd name="T42" fmla="*/ 8 w 241"/>
                  <a:gd name="T43" fmla="*/ 3 h 31"/>
                  <a:gd name="T44" fmla="*/ 4 w 241"/>
                  <a:gd name="T45" fmla="*/ 6 h 31"/>
                  <a:gd name="T46" fmla="*/ 3 w 241"/>
                  <a:gd name="T47" fmla="*/ 8 h 31"/>
                  <a:gd name="T48" fmla="*/ 1 w 241"/>
                  <a:gd name="T49" fmla="*/ 10 h 31"/>
                  <a:gd name="T50" fmla="*/ 1 w 241"/>
                  <a:gd name="T51" fmla="*/ 13 h 31"/>
                  <a:gd name="T52" fmla="*/ 0 w 241"/>
                  <a:gd name="T53" fmla="*/ 16 h 31"/>
                  <a:gd name="T54" fmla="*/ 1 w 241"/>
                  <a:gd name="T55" fmla="*/ 18 h 31"/>
                  <a:gd name="T56" fmla="*/ 1 w 241"/>
                  <a:gd name="T57" fmla="*/ 22 h 31"/>
                  <a:gd name="T58" fmla="*/ 3 w 241"/>
                  <a:gd name="T59" fmla="*/ 24 h 31"/>
                  <a:gd name="T60" fmla="*/ 4 w 241"/>
                  <a:gd name="T61" fmla="*/ 26 h 31"/>
                  <a:gd name="T62" fmla="*/ 8 w 241"/>
                  <a:gd name="T63" fmla="*/ 28 h 31"/>
                  <a:gd name="T64" fmla="*/ 10 w 241"/>
                  <a:gd name="T65" fmla="*/ 29 h 31"/>
                  <a:gd name="T66" fmla="*/ 13 w 241"/>
                  <a:gd name="T67" fmla="*/ 30 h 31"/>
                  <a:gd name="T68" fmla="*/ 15 w 241"/>
                  <a:gd name="T69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1" h="31">
                    <a:moveTo>
                      <a:pt x="15" y="31"/>
                    </a:moveTo>
                    <a:lnTo>
                      <a:pt x="226" y="31"/>
                    </a:lnTo>
                    <a:lnTo>
                      <a:pt x="230" y="30"/>
                    </a:lnTo>
                    <a:lnTo>
                      <a:pt x="232" y="29"/>
                    </a:lnTo>
                    <a:lnTo>
                      <a:pt x="235" y="28"/>
                    </a:lnTo>
                    <a:lnTo>
                      <a:pt x="237" y="26"/>
                    </a:lnTo>
                    <a:lnTo>
                      <a:pt x="239" y="24"/>
                    </a:lnTo>
                    <a:lnTo>
                      <a:pt x="240" y="22"/>
                    </a:lnTo>
                    <a:lnTo>
                      <a:pt x="241" y="18"/>
                    </a:lnTo>
                    <a:lnTo>
                      <a:pt x="241" y="16"/>
                    </a:lnTo>
                    <a:lnTo>
                      <a:pt x="241" y="13"/>
                    </a:lnTo>
                    <a:lnTo>
                      <a:pt x="240" y="10"/>
                    </a:lnTo>
                    <a:lnTo>
                      <a:pt x="239" y="8"/>
                    </a:lnTo>
                    <a:lnTo>
                      <a:pt x="237" y="6"/>
                    </a:lnTo>
                    <a:lnTo>
                      <a:pt x="235" y="3"/>
                    </a:lnTo>
                    <a:lnTo>
                      <a:pt x="232" y="2"/>
                    </a:lnTo>
                    <a:lnTo>
                      <a:pt x="230" y="1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1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4" y="6"/>
                    </a:lnTo>
                    <a:lnTo>
                      <a:pt x="3" y="8"/>
                    </a:lnTo>
                    <a:lnTo>
                      <a:pt x="1" y="10"/>
                    </a:lnTo>
                    <a:lnTo>
                      <a:pt x="1" y="13"/>
                    </a:lnTo>
                    <a:lnTo>
                      <a:pt x="0" y="16"/>
                    </a:lnTo>
                    <a:lnTo>
                      <a:pt x="1" y="18"/>
                    </a:lnTo>
                    <a:lnTo>
                      <a:pt x="1" y="22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8" y="28"/>
                    </a:lnTo>
                    <a:lnTo>
                      <a:pt x="10" y="29"/>
                    </a:lnTo>
                    <a:lnTo>
                      <a:pt x="13" y="30"/>
                    </a:lnTo>
                    <a:lnTo>
                      <a:pt x="1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" name="Freeform 278"/>
              <p:cNvSpPr>
                <a:spLocks/>
              </p:cNvSpPr>
              <p:nvPr/>
            </p:nvSpPr>
            <p:spPr bwMode="auto">
              <a:xfrm>
                <a:off x="7025735" y="2079625"/>
                <a:ext cx="35549" cy="9525"/>
              </a:xfrm>
              <a:custGeom>
                <a:avLst/>
                <a:gdLst>
                  <a:gd name="T0" fmla="*/ 15 w 241"/>
                  <a:gd name="T1" fmla="*/ 31 h 31"/>
                  <a:gd name="T2" fmla="*/ 226 w 241"/>
                  <a:gd name="T3" fmla="*/ 31 h 31"/>
                  <a:gd name="T4" fmla="*/ 230 w 241"/>
                  <a:gd name="T5" fmla="*/ 31 h 31"/>
                  <a:gd name="T6" fmla="*/ 232 w 241"/>
                  <a:gd name="T7" fmla="*/ 29 h 31"/>
                  <a:gd name="T8" fmla="*/ 235 w 241"/>
                  <a:gd name="T9" fmla="*/ 27 h 31"/>
                  <a:gd name="T10" fmla="*/ 237 w 241"/>
                  <a:gd name="T11" fmla="*/ 26 h 31"/>
                  <a:gd name="T12" fmla="*/ 239 w 241"/>
                  <a:gd name="T13" fmla="*/ 24 h 31"/>
                  <a:gd name="T14" fmla="*/ 240 w 241"/>
                  <a:gd name="T15" fmla="*/ 21 h 31"/>
                  <a:gd name="T16" fmla="*/ 241 w 241"/>
                  <a:gd name="T17" fmla="*/ 19 h 31"/>
                  <a:gd name="T18" fmla="*/ 241 w 241"/>
                  <a:gd name="T19" fmla="*/ 16 h 31"/>
                  <a:gd name="T20" fmla="*/ 241 w 241"/>
                  <a:gd name="T21" fmla="*/ 12 h 31"/>
                  <a:gd name="T22" fmla="*/ 240 w 241"/>
                  <a:gd name="T23" fmla="*/ 9 h 31"/>
                  <a:gd name="T24" fmla="*/ 239 w 241"/>
                  <a:gd name="T25" fmla="*/ 7 h 31"/>
                  <a:gd name="T26" fmla="*/ 237 w 241"/>
                  <a:gd name="T27" fmla="*/ 5 h 31"/>
                  <a:gd name="T28" fmla="*/ 235 w 241"/>
                  <a:gd name="T29" fmla="*/ 3 h 31"/>
                  <a:gd name="T30" fmla="*/ 232 w 241"/>
                  <a:gd name="T31" fmla="*/ 2 h 31"/>
                  <a:gd name="T32" fmla="*/ 230 w 241"/>
                  <a:gd name="T33" fmla="*/ 0 h 31"/>
                  <a:gd name="T34" fmla="*/ 226 w 241"/>
                  <a:gd name="T35" fmla="*/ 0 h 31"/>
                  <a:gd name="T36" fmla="*/ 15 w 241"/>
                  <a:gd name="T37" fmla="*/ 0 h 31"/>
                  <a:gd name="T38" fmla="*/ 13 w 241"/>
                  <a:gd name="T39" fmla="*/ 0 h 31"/>
                  <a:gd name="T40" fmla="*/ 10 w 241"/>
                  <a:gd name="T41" fmla="*/ 2 h 31"/>
                  <a:gd name="T42" fmla="*/ 8 w 241"/>
                  <a:gd name="T43" fmla="*/ 3 h 31"/>
                  <a:gd name="T44" fmla="*/ 4 w 241"/>
                  <a:gd name="T45" fmla="*/ 5 h 31"/>
                  <a:gd name="T46" fmla="*/ 3 w 241"/>
                  <a:gd name="T47" fmla="*/ 7 h 31"/>
                  <a:gd name="T48" fmla="*/ 1 w 241"/>
                  <a:gd name="T49" fmla="*/ 9 h 31"/>
                  <a:gd name="T50" fmla="*/ 1 w 241"/>
                  <a:gd name="T51" fmla="*/ 12 h 31"/>
                  <a:gd name="T52" fmla="*/ 0 w 241"/>
                  <a:gd name="T53" fmla="*/ 16 h 31"/>
                  <a:gd name="T54" fmla="*/ 1 w 241"/>
                  <a:gd name="T55" fmla="*/ 19 h 31"/>
                  <a:gd name="T56" fmla="*/ 1 w 241"/>
                  <a:gd name="T57" fmla="*/ 21 h 31"/>
                  <a:gd name="T58" fmla="*/ 3 w 241"/>
                  <a:gd name="T59" fmla="*/ 24 h 31"/>
                  <a:gd name="T60" fmla="*/ 4 w 241"/>
                  <a:gd name="T61" fmla="*/ 26 h 31"/>
                  <a:gd name="T62" fmla="*/ 8 w 241"/>
                  <a:gd name="T63" fmla="*/ 27 h 31"/>
                  <a:gd name="T64" fmla="*/ 10 w 241"/>
                  <a:gd name="T65" fmla="*/ 29 h 31"/>
                  <a:gd name="T66" fmla="*/ 13 w 241"/>
                  <a:gd name="T67" fmla="*/ 31 h 31"/>
                  <a:gd name="T68" fmla="*/ 15 w 241"/>
                  <a:gd name="T69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1" h="31">
                    <a:moveTo>
                      <a:pt x="15" y="31"/>
                    </a:moveTo>
                    <a:lnTo>
                      <a:pt x="226" y="31"/>
                    </a:lnTo>
                    <a:lnTo>
                      <a:pt x="230" y="31"/>
                    </a:lnTo>
                    <a:lnTo>
                      <a:pt x="232" y="29"/>
                    </a:lnTo>
                    <a:lnTo>
                      <a:pt x="235" y="27"/>
                    </a:lnTo>
                    <a:lnTo>
                      <a:pt x="237" y="26"/>
                    </a:lnTo>
                    <a:lnTo>
                      <a:pt x="239" y="24"/>
                    </a:lnTo>
                    <a:lnTo>
                      <a:pt x="240" y="21"/>
                    </a:lnTo>
                    <a:lnTo>
                      <a:pt x="241" y="19"/>
                    </a:lnTo>
                    <a:lnTo>
                      <a:pt x="241" y="16"/>
                    </a:lnTo>
                    <a:lnTo>
                      <a:pt x="241" y="12"/>
                    </a:lnTo>
                    <a:lnTo>
                      <a:pt x="240" y="9"/>
                    </a:lnTo>
                    <a:lnTo>
                      <a:pt x="239" y="7"/>
                    </a:lnTo>
                    <a:lnTo>
                      <a:pt x="237" y="5"/>
                    </a:lnTo>
                    <a:lnTo>
                      <a:pt x="235" y="3"/>
                    </a:lnTo>
                    <a:lnTo>
                      <a:pt x="232" y="2"/>
                    </a:lnTo>
                    <a:lnTo>
                      <a:pt x="230" y="0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6"/>
                    </a:lnTo>
                    <a:lnTo>
                      <a:pt x="1" y="19"/>
                    </a:lnTo>
                    <a:lnTo>
                      <a:pt x="1" y="21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8" y="27"/>
                    </a:lnTo>
                    <a:lnTo>
                      <a:pt x="10" y="29"/>
                    </a:lnTo>
                    <a:lnTo>
                      <a:pt x="13" y="31"/>
                    </a:lnTo>
                    <a:lnTo>
                      <a:pt x="1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" name="Freeform 276"/>
              <p:cNvSpPr>
                <a:spLocks/>
              </p:cNvSpPr>
              <p:nvPr/>
            </p:nvSpPr>
            <p:spPr bwMode="auto">
              <a:xfrm>
                <a:off x="7128670" y="2134780"/>
                <a:ext cx="52046" cy="9525"/>
              </a:xfrm>
              <a:custGeom>
                <a:avLst/>
                <a:gdLst>
                  <a:gd name="T0" fmla="*/ 15 w 241"/>
                  <a:gd name="T1" fmla="*/ 30 h 30"/>
                  <a:gd name="T2" fmla="*/ 226 w 241"/>
                  <a:gd name="T3" fmla="*/ 30 h 30"/>
                  <a:gd name="T4" fmla="*/ 230 w 241"/>
                  <a:gd name="T5" fmla="*/ 29 h 30"/>
                  <a:gd name="T6" fmla="*/ 232 w 241"/>
                  <a:gd name="T7" fmla="*/ 29 h 30"/>
                  <a:gd name="T8" fmla="*/ 235 w 241"/>
                  <a:gd name="T9" fmla="*/ 27 h 30"/>
                  <a:gd name="T10" fmla="*/ 237 w 241"/>
                  <a:gd name="T11" fmla="*/ 26 h 30"/>
                  <a:gd name="T12" fmla="*/ 239 w 241"/>
                  <a:gd name="T13" fmla="*/ 23 h 30"/>
                  <a:gd name="T14" fmla="*/ 240 w 241"/>
                  <a:gd name="T15" fmla="*/ 21 h 30"/>
                  <a:gd name="T16" fmla="*/ 241 w 241"/>
                  <a:gd name="T17" fmla="*/ 18 h 30"/>
                  <a:gd name="T18" fmla="*/ 241 w 241"/>
                  <a:gd name="T19" fmla="*/ 15 h 30"/>
                  <a:gd name="T20" fmla="*/ 241 w 241"/>
                  <a:gd name="T21" fmla="*/ 12 h 30"/>
                  <a:gd name="T22" fmla="*/ 240 w 241"/>
                  <a:gd name="T23" fmla="*/ 9 h 30"/>
                  <a:gd name="T24" fmla="*/ 239 w 241"/>
                  <a:gd name="T25" fmla="*/ 7 h 30"/>
                  <a:gd name="T26" fmla="*/ 237 w 241"/>
                  <a:gd name="T27" fmla="*/ 5 h 30"/>
                  <a:gd name="T28" fmla="*/ 235 w 241"/>
                  <a:gd name="T29" fmla="*/ 3 h 30"/>
                  <a:gd name="T30" fmla="*/ 232 w 241"/>
                  <a:gd name="T31" fmla="*/ 1 h 30"/>
                  <a:gd name="T32" fmla="*/ 230 w 241"/>
                  <a:gd name="T33" fmla="*/ 0 h 30"/>
                  <a:gd name="T34" fmla="*/ 226 w 241"/>
                  <a:gd name="T35" fmla="*/ 0 h 30"/>
                  <a:gd name="T36" fmla="*/ 15 w 241"/>
                  <a:gd name="T37" fmla="*/ 0 h 30"/>
                  <a:gd name="T38" fmla="*/ 13 w 241"/>
                  <a:gd name="T39" fmla="*/ 0 h 30"/>
                  <a:gd name="T40" fmla="*/ 10 w 241"/>
                  <a:gd name="T41" fmla="*/ 1 h 30"/>
                  <a:gd name="T42" fmla="*/ 8 w 241"/>
                  <a:gd name="T43" fmla="*/ 3 h 30"/>
                  <a:gd name="T44" fmla="*/ 4 w 241"/>
                  <a:gd name="T45" fmla="*/ 5 h 30"/>
                  <a:gd name="T46" fmla="*/ 3 w 241"/>
                  <a:gd name="T47" fmla="*/ 7 h 30"/>
                  <a:gd name="T48" fmla="*/ 1 w 241"/>
                  <a:gd name="T49" fmla="*/ 9 h 30"/>
                  <a:gd name="T50" fmla="*/ 1 w 241"/>
                  <a:gd name="T51" fmla="*/ 12 h 30"/>
                  <a:gd name="T52" fmla="*/ 0 w 241"/>
                  <a:gd name="T53" fmla="*/ 15 h 30"/>
                  <a:gd name="T54" fmla="*/ 1 w 241"/>
                  <a:gd name="T55" fmla="*/ 18 h 30"/>
                  <a:gd name="T56" fmla="*/ 1 w 241"/>
                  <a:gd name="T57" fmla="*/ 21 h 30"/>
                  <a:gd name="T58" fmla="*/ 3 w 241"/>
                  <a:gd name="T59" fmla="*/ 23 h 30"/>
                  <a:gd name="T60" fmla="*/ 4 w 241"/>
                  <a:gd name="T61" fmla="*/ 26 h 30"/>
                  <a:gd name="T62" fmla="*/ 8 w 241"/>
                  <a:gd name="T63" fmla="*/ 27 h 30"/>
                  <a:gd name="T64" fmla="*/ 10 w 241"/>
                  <a:gd name="T65" fmla="*/ 29 h 30"/>
                  <a:gd name="T66" fmla="*/ 13 w 241"/>
                  <a:gd name="T67" fmla="*/ 29 h 30"/>
                  <a:gd name="T68" fmla="*/ 15 w 241"/>
                  <a:gd name="T69" fmla="*/ 30 h 30"/>
                  <a:gd name="T70" fmla="*/ 15 w 241"/>
                  <a:gd name="T7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1" h="30">
                    <a:moveTo>
                      <a:pt x="15" y="30"/>
                    </a:moveTo>
                    <a:lnTo>
                      <a:pt x="226" y="30"/>
                    </a:lnTo>
                    <a:lnTo>
                      <a:pt x="230" y="29"/>
                    </a:lnTo>
                    <a:lnTo>
                      <a:pt x="232" y="29"/>
                    </a:lnTo>
                    <a:lnTo>
                      <a:pt x="235" y="27"/>
                    </a:lnTo>
                    <a:lnTo>
                      <a:pt x="237" y="26"/>
                    </a:lnTo>
                    <a:lnTo>
                      <a:pt x="239" y="23"/>
                    </a:lnTo>
                    <a:lnTo>
                      <a:pt x="240" y="21"/>
                    </a:lnTo>
                    <a:lnTo>
                      <a:pt x="241" y="18"/>
                    </a:lnTo>
                    <a:lnTo>
                      <a:pt x="241" y="15"/>
                    </a:lnTo>
                    <a:lnTo>
                      <a:pt x="241" y="12"/>
                    </a:lnTo>
                    <a:lnTo>
                      <a:pt x="240" y="9"/>
                    </a:lnTo>
                    <a:lnTo>
                      <a:pt x="239" y="7"/>
                    </a:lnTo>
                    <a:lnTo>
                      <a:pt x="237" y="5"/>
                    </a:lnTo>
                    <a:lnTo>
                      <a:pt x="235" y="3"/>
                    </a:lnTo>
                    <a:lnTo>
                      <a:pt x="232" y="1"/>
                    </a:lnTo>
                    <a:lnTo>
                      <a:pt x="230" y="0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0" y="1"/>
                    </a:lnTo>
                    <a:lnTo>
                      <a:pt x="8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1" y="18"/>
                    </a:lnTo>
                    <a:lnTo>
                      <a:pt x="1" y="21"/>
                    </a:lnTo>
                    <a:lnTo>
                      <a:pt x="3" y="23"/>
                    </a:lnTo>
                    <a:lnTo>
                      <a:pt x="4" y="26"/>
                    </a:lnTo>
                    <a:lnTo>
                      <a:pt x="8" y="27"/>
                    </a:lnTo>
                    <a:lnTo>
                      <a:pt x="10" y="29"/>
                    </a:lnTo>
                    <a:lnTo>
                      <a:pt x="13" y="29"/>
                    </a:lnTo>
                    <a:lnTo>
                      <a:pt x="15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" name="Freeform 277"/>
              <p:cNvSpPr>
                <a:spLocks/>
              </p:cNvSpPr>
              <p:nvPr/>
            </p:nvSpPr>
            <p:spPr bwMode="auto">
              <a:xfrm>
                <a:off x="7128670" y="2106205"/>
                <a:ext cx="76200" cy="9525"/>
              </a:xfrm>
              <a:custGeom>
                <a:avLst/>
                <a:gdLst>
                  <a:gd name="T0" fmla="*/ 15 w 241"/>
                  <a:gd name="T1" fmla="*/ 31 h 31"/>
                  <a:gd name="T2" fmla="*/ 226 w 241"/>
                  <a:gd name="T3" fmla="*/ 31 h 31"/>
                  <a:gd name="T4" fmla="*/ 230 w 241"/>
                  <a:gd name="T5" fmla="*/ 30 h 31"/>
                  <a:gd name="T6" fmla="*/ 232 w 241"/>
                  <a:gd name="T7" fmla="*/ 29 h 31"/>
                  <a:gd name="T8" fmla="*/ 235 w 241"/>
                  <a:gd name="T9" fmla="*/ 28 h 31"/>
                  <a:gd name="T10" fmla="*/ 237 w 241"/>
                  <a:gd name="T11" fmla="*/ 26 h 31"/>
                  <a:gd name="T12" fmla="*/ 239 w 241"/>
                  <a:gd name="T13" fmla="*/ 24 h 31"/>
                  <a:gd name="T14" fmla="*/ 240 w 241"/>
                  <a:gd name="T15" fmla="*/ 22 h 31"/>
                  <a:gd name="T16" fmla="*/ 241 w 241"/>
                  <a:gd name="T17" fmla="*/ 18 h 31"/>
                  <a:gd name="T18" fmla="*/ 241 w 241"/>
                  <a:gd name="T19" fmla="*/ 16 h 31"/>
                  <a:gd name="T20" fmla="*/ 241 w 241"/>
                  <a:gd name="T21" fmla="*/ 13 h 31"/>
                  <a:gd name="T22" fmla="*/ 240 w 241"/>
                  <a:gd name="T23" fmla="*/ 10 h 31"/>
                  <a:gd name="T24" fmla="*/ 239 w 241"/>
                  <a:gd name="T25" fmla="*/ 8 h 31"/>
                  <a:gd name="T26" fmla="*/ 237 w 241"/>
                  <a:gd name="T27" fmla="*/ 6 h 31"/>
                  <a:gd name="T28" fmla="*/ 235 w 241"/>
                  <a:gd name="T29" fmla="*/ 3 h 31"/>
                  <a:gd name="T30" fmla="*/ 232 w 241"/>
                  <a:gd name="T31" fmla="*/ 2 h 31"/>
                  <a:gd name="T32" fmla="*/ 230 w 241"/>
                  <a:gd name="T33" fmla="*/ 1 h 31"/>
                  <a:gd name="T34" fmla="*/ 226 w 241"/>
                  <a:gd name="T35" fmla="*/ 0 h 31"/>
                  <a:gd name="T36" fmla="*/ 15 w 241"/>
                  <a:gd name="T37" fmla="*/ 0 h 31"/>
                  <a:gd name="T38" fmla="*/ 13 w 241"/>
                  <a:gd name="T39" fmla="*/ 1 h 31"/>
                  <a:gd name="T40" fmla="*/ 10 w 241"/>
                  <a:gd name="T41" fmla="*/ 2 h 31"/>
                  <a:gd name="T42" fmla="*/ 8 w 241"/>
                  <a:gd name="T43" fmla="*/ 3 h 31"/>
                  <a:gd name="T44" fmla="*/ 4 w 241"/>
                  <a:gd name="T45" fmla="*/ 6 h 31"/>
                  <a:gd name="T46" fmla="*/ 3 w 241"/>
                  <a:gd name="T47" fmla="*/ 8 h 31"/>
                  <a:gd name="T48" fmla="*/ 1 w 241"/>
                  <a:gd name="T49" fmla="*/ 10 h 31"/>
                  <a:gd name="T50" fmla="*/ 1 w 241"/>
                  <a:gd name="T51" fmla="*/ 13 h 31"/>
                  <a:gd name="T52" fmla="*/ 0 w 241"/>
                  <a:gd name="T53" fmla="*/ 16 h 31"/>
                  <a:gd name="T54" fmla="*/ 1 w 241"/>
                  <a:gd name="T55" fmla="*/ 18 h 31"/>
                  <a:gd name="T56" fmla="*/ 1 w 241"/>
                  <a:gd name="T57" fmla="*/ 22 h 31"/>
                  <a:gd name="T58" fmla="*/ 3 w 241"/>
                  <a:gd name="T59" fmla="*/ 24 h 31"/>
                  <a:gd name="T60" fmla="*/ 4 w 241"/>
                  <a:gd name="T61" fmla="*/ 26 h 31"/>
                  <a:gd name="T62" fmla="*/ 8 w 241"/>
                  <a:gd name="T63" fmla="*/ 28 h 31"/>
                  <a:gd name="T64" fmla="*/ 10 w 241"/>
                  <a:gd name="T65" fmla="*/ 29 h 31"/>
                  <a:gd name="T66" fmla="*/ 13 w 241"/>
                  <a:gd name="T67" fmla="*/ 30 h 31"/>
                  <a:gd name="T68" fmla="*/ 15 w 241"/>
                  <a:gd name="T69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1" h="31">
                    <a:moveTo>
                      <a:pt x="15" y="31"/>
                    </a:moveTo>
                    <a:lnTo>
                      <a:pt x="226" y="31"/>
                    </a:lnTo>
                    <a:lnTo>
                      <a:pt x="230" y="30"/>
                    </a:lnTo>
                    <a:lnTo>
                      <a:pt x="232" y="29"/>
                    </a:lnTo>
                    <a:lnTo>
                      <a:pt x="235" y="28"/>
                    </a:lnTo>
                    <a:lnTo>
                      <a:pt x="237" y="26"/>
                    </a:lnTo>
                    <a:lnTo>
                      <a:pt x="239" y="24"/>
                    </a:lnTo>
                    <a:lnTo>
                      <a:pt x="240" y="22"/>
                    </a:lnTo>
                    <a:lnTo>
                      <a:pt x="241" y="18"/>
                    </a:lnTo>
                    <a:lnTo>
                      <a:pt x="241" y="16"/>
                    </a:lnTo>
                    <a:lnTo>
                      <a:pt x="241" y="13"/>
                    </a:lnTo>
                    <a:lnTo>
                      <a:pt x="240" y="10"/>
                    </a:lnTo>
                    <a:lnTo>
                      <a:pt x="239" y="8"/>
                    </a:lnTo>
                    <a:lnTo>
                      <a:pt x="237" y="6"/>
                    </a:lnTo>
                    <a:lnTo>
                      <a:pt x="235" y="3"/>
                    </a:lnTo>
                    <a:lnTo>
                      <a:pt x="232" y="2"/>
                    </a:lnTo>
                    <a:lnTo>
                      <a:pt x="230" y="1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1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4" y="6"/>
                    </a:lnTo>
                    <a:lnTo>
                      <a:pt x="3" y="8"/>
                    </a:lnTo>
                    <a:lnTo>
                      <a:pt x="1" y="10"/>
                    </a:lnTo>
                    <a:lnTo>
                      <a:pt x="1" y="13"/>
                    </a:lnTo>
                    <a:lnTo>
                      <a:pt x="0" y="16"/>
                    </a:lnTo>
                    <a:lnTo>
                      <a:pt x="1" y="18"/>
                    </a:lnTo>
                    <a:lnTo>
                      <a:pt x="1" y="22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8" y="28"/>
                    </a:lnTo>
                    <a:lnTo>
                      <a:pt x="10" y="29"/>
                    </a:lnTo>
                    <a:lnTo>
                      <a:pt x="13" y="30"/>
                    </a:lnTo>
                    <a:lnTo>
                      <a:pt x="1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" name="Freeform 278"/>
              <p:cNvSpPr>
                <a:spLocks/>
              </p:cNvSpPr>
              <p:nvPr/>
            </p:nvSpPr>
            <p:spPr bwMode="auto">
              <a:xfrm>
                <a:off x="7128670" y="2163355"/>
                <a:ext cx="35549" cy="9525"/>
              </a:xfrm>
              <a:custGeom>
                <a:avLst/>
                <a:gdLst>
                  <a:gd name="T0" fmla="*/ 15 w 241"/>
                  <a:gd name="T1" fmla="*/ 31 h 31"/>
                  <a:gd name="T2" fmla="*/ 226 w 241"/>
                  <a:gd name="T3" fmla="*/ 31 h 31"/>
                  <a:gd name="T4" fmla="*/ 230 w 241"/>
                  <a:gd name="T5" fmla="*/ 31 h 31"/>
                  <a:gd name="T6" fmla="*/ 232 w 241"/>
                  <a:gd name="T7" fmla="*/ 29 h 31"/>
                  <a:gd name="T8" fmla="*/ 235 w 241"/>
                  <a:gd name="T9" fmla="*/ 27 h 31"/>
                  <a:gd name="T10" fmla="*/ 237 w 241"/>
                  <a:gd name="T11" fmla="*/ 26 h 31"/>
                  <a:gd name="T12" fmla="*/ 239 w 241"/>
                  <a:gd name="T13" fmla="*/ 24 h 31"/>
                  <a:gd name="T14" fmla="*/ 240 w 241"/>
                  <a:gd name="T15" fmla="*/ 21 h 31"/>
                  <a:gd name="T16" fmla="*/ 241 w 241"/>
                  <a:gd name="T17" fmla="*/ 19 h 31"/>
                  <a:gd name="T18" fmla="*/ 241 w 241"/>
                  <a:gd name="T19" fmla="*/ 16 h 31"/>
                  <a:gd name="T20" fmla="*/ 241 w 241"/>
                  <a:gd name="T21" fmla="*/ 12 h 31"/>
                  <a:gd name="T22" fmla="*/ 240 w 241"/>
                  <a:gd name="T23" fmla="*/ 9 h 31"/>
                  <a:gd name="T24" fmla="*/ 239 w 241"/>
                  <a:gd name="T25" fmla="*/ 7 h 31"/>
                  <a:gd name="T26" fmla="*/ 237 w 241"/>
                  <a:gd name="T27" fmla="*/ 5 h 31"/>
                  <a:gd name="T28" fmla="*/ 235 w 241"/>
                  <a:gd name="T29" fmla="*/ 3 h 31"/>
                  <a:gd name="T30" fmla="*/ 232 w 241"/>
                  <a:gd name="T31" fmla="*/ 2 h 31"/>
                  <a:gd name="T32" fmla="*/ 230 w 241"/>
                  <a:gd name="T33" fmla="*/ 0 h 31"/>
                  <a:gd name="T34" fmla="*/ 226 w 241"/>
                  <a:gd name="T35" fmla="*/ 0 h 31"/>
                  <a:gd name="T36" fmla="*/ 15 w 241"/>
                  <a:gd name="T37" fmla="*/ 0 h 31"/>
                  <a:gd name="T38" fmla="*/ 13 w 241"/>
                  <a:gd name="T39" fmla="*/ 0 h 31"/>
                  <a:gd name="T40" fmla="*/ 10 w 241"/>
                  <a:gd name="T41" fmla="*/ 2 h 31"/>
                  <a:gd name="T42" fmla="*/ 8 w 241"/>
                  <a:gd name="T43" fmla="*/ 3 h 31"/>
                  <a:gd name="T44" fmla="*/ 4 w 241"/>
                  <a:gd name="T45" fmla="*/ 5 h 31"/>
                  <a:gd name="T46" fmla="*/ 3 w 241"/>
                  <a:gd name="T47" fmla="*/ 7 h 31"/>
                  <a:gd name="T48" fmla="*/ 1 w 241"/>
                  <a:gd name="T49" fmla="*/ 9 h 31"/>
                  <a:gd name="T50" fmla="*/ 1 w 241"/>
                  <a:gd name="T51" fmla="*/ 12 h 31"/>
                  <a:gd name="T52" fmla="*/ 0 w 241"/>
                  <a:gd name="T53" fmla="*/ 16 h 31"/>
                  <a:gd name="T54" fmla="*/ 1 w 241"/>
                  <a:gd name="T55" fmla="*/ 19 h 31"/>
                  <a:gd name="T56" fmla="*/ 1 w 241"/>
                  <a:gd name="T57" fmla="*/ 21 h 31"/>
                  <a:gd name="T58" fmla="*/ 3 w 241"/>
                  <a:gd name="T59" fmla="*/ 24 h 31"/>
                  <a:gd name="T60" fmla="*/ 4 w 241"/>
                  <a:gd name="T61" fmla="*/ 26 h 31"/>
                  <a:gd name="T62" fmla="*/ 8 w 241"/>
                  <a:gd name="T63" fmla="*/ 27 h 31"/>
                  <a:gd name="T64" fmla="*/ 10 w 241"/>
                  <a:gd name="T65" fmla="*/ 29 h 31"/>
                  <a:gd name="T66" fmla="*/ 13 w 241"/>
                  <a:gd name="T67" fmla="*/ 31 h 31"/>
                  <a:gd name="T68" fmla="*/ 15 w 241"/>
                  <a:gd name="T69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1" h="31">
                    <a:moveTo>
                      <a:pt x="15" y="31"/>
                    </a:moveTo>
                    <a:lnTo>
                      <a:pt x="226" y="31"/>
                    </a:lnTo>
                    <a:lnTo>
                      <a:pt x="230" y="31"/>
                    </a:lnTo>
                    <a:lnTo>
                      <a:pt x="232" y="29"/>
                    </a:lnTo>
                    <a:lnTo>
                      <a:pt x="235" y="27"/>
                    </a:lnTo>
                    <a:lnTo>
                      <a:pt x="237" y="26"/>
                    </a:lnTo>
                    <a:lnTo>
                      <a:pt x="239" y="24"/>
                    </a:lnTo>
                    <a:lnTo>
                      <a:pt x="240" y="21"/>
                    </a:lnTo>
                    <a:lnTo>
                      <a:pt x="241" y="19"/>
                    </a:lnTo>
                    <a:lnTo>
                      <a:pt x="241" y="16"/>
                    </a:lnTo>
                    <a:lnTo>
                      <a:pt x="241" y="12"/>
                    </a:lnTo>
                    <a:lnTo>
                      <a:pt x="240" y="9"/>
                    </a:lnTo>
                    <a:lnTo>
                      <a:pt x="239" y="7"/>
                    </a:lnTo>
                    <a:lnTo>
                      <a:pt x="237" y="5"/>
                    </a:lnTo>
                    <a:lnTo>
                      <a:pt x="235" y="3"/>
                    </a:lnTo>
                    <a:lnTo>
                      <a:pt x="232" y="2"/>
                    </a:lnTo>
                    <a:lnTo>
                      <a:pt x="230" y="0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6"/>
                    </a:lnTo>
                    <a:lnTo>
                      <a:pt x="1" y="19"/>
                    </a:lnTo>
                    <a:lnTo>
                      <a:pt x="1" y="21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8" y="27"/>
                    </a:lnTo>
                    <a:lnTo>
                      <a:pt x="10" y="29"/>
                    </a:lnTo>
                    <a:lnTo>
                      <a:pt x="13" y="31"/>
                    </a:lnTo>
                    <a:lnTo>
                      <a:pt x="1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" name="Freeform 276"/>
              <p:cNvSpPr>
                <a:spLocks/>
              </p:cNvSpPr>
              <p:nvPr/>
            </p:nvSpPr>
            <p:spPr bwMode="auto">
              <a:xfrm>
                <a:off x="7221318" y="2090103"/>
                <a:ext cx="39104" cy="9525"/>
              </a:xfrm>
              <a:custGeom>
                <a:avLst/>
                <a:gdLst>
                  <a:gd name="T0" fmla="*/ 15 w 241"/>
                  <a:gd name="T1" fmla="*/ 30 h 30"/>
                  <a:gd name="T2" fmla="*/ 226 w 241"/>
                  <a:gd name="T3" fmla="*/ 30 h 30"/>
                  <a:gd name="T4" fmla="*/ 230 w 241"/>
                  <a:gd name="T5" fmla="*/ 29 h 30"/>
                  <a:gd name="T6" fmla="*/ 232 w 241"/>
                  <a:gd name="T7" fmla="*/ 29 h 30"/>
                  <a:gd name="T8" fmla="*/ 235 w 241"/>
                  <a:gd name="T9" fmla="*/ 27 h 30"/>
                  <a:gd name="T10" fmla="*/ 237 w 241"/>
                  <a:gd name="T11" fmla="*/ 26 h 30"/>
                  <a:gd name="T12" fmla="*/ 239 w 241"/>
                  <a:gd name="T13" fmla="*/ 23 h 30"/>
                  <a:gd name="T14" fmla="*/ 240 w 241"/>
                  <a:gd name="T15" fmla="*/ 21 h 30"/>
                  <a:gd name="T16" fmla="*/ 241 w 241"/>
                  <a:gd name="T17" fmla="*/ 18 h 30"/>
                  <a:gd name="T18" fmla="*/ 241 w 241"/>
                  <a:gd name="T19" fmla="*/ 15 h 30"/>
                  <a:gd name="T20" fmla="*/ 241 w 241"/>
                  <a:gd name="T21" fmla="*/ 12 h 30"/>
                  <a:gd name="T22" fmla="*/ 240 w 241"/>
                  <a:gd name="T23" fmla="*/ 9 h 30"/>
                  <a:gd name="T24" fmla="*/ 239 w 241"/>
                  <a:gd name="T25" fmla="*/ 7 h 30"/>
                  <a:gd name="T26" fmla="*/ 237 w 241"/>
                  <a:gd name="T27" fmla="*/ 5 h 30"/>
                  <a:gd name="T28" fmla="*/ 235 w 241"/>
                  <a:gd name="T29" fmla="*/ 3 h 30"/>
                  <a:gd name="T30" fmla="*/ 232 w 241"/>
                  <a:gd name="T31" fmla="*/ 1 h 30"/>
                  <a:gd name="T32" fmla="*/ 230 w 241"/>
                  <a:gd name="T33" fmla="*/ 0 h 30"/>
                  <a:gd name="T34" fmla="*/ 226 w 241"/>
                  <a:gd name="T35" fmla="*/ 0 h 30"/>
                  <a:gd name="T36" fmla="*/ 15 w 241"/>
                  <a:gd name="T37" fmla="*/ 0 h 30"/>
                  <a:gd name="T38" fmla="*/ 13 w 241"/>
                  <a:gd name="T39" fmla="*/ 0 h 30"/>
                  <a:gd name="T40" fmla="*/ 10 w 241"/>
                  <a:gd name="T41" fmla="*/ 1 h 30"/>
                  <a:gd name="T42" fmla="*/ 8 w 241"/>
                  <a:gd name="T43" fmla="*/ 3 h 30"/>
                  <a:gd name="T44" fmla="*/ 4 w 241"/>
                  <a:gd name="T45" fmla="*/ 5 h 30"/>
                  <a:gd name="T46" fmla="*/ 3 w 241"/>
                  <a:gd name="T47" fmla="*/ 7 h 30"/>
                  <a:gd name="T48" fmla="*/ 1 w 241"/>
                  <a:gd name="T49" fmla="*/ 9 h 30"/>
                  <a:gd name="T50" fmla="*/ 1 w 241"/>
                  <a:gd name="T51" fmla="*/ 12 h 30"/>
                  <a:gd name="T52" fmla="*/ 0 w 241"/>
                  <a:gd name="T53" fmla="*/ 15 h 30"/>
                  <a:gd name="T54" fmla="*/ 1 w 241"/>
                  <a:gd name="T55" fmla="*/ 18 h 30"/>
                  <a:gd name="T56" fmla="*/ 1 w 241"/>
                  <a:gd name="T57" fmla="*/ 21 h 30"/>
                  <a:gd name="T58" fmla="*/ 3 w 241"/>
                  <a:gd name="T59" fmla="*/ 23 h 30"/>
                  <a:gd name="T60" fmla="*/ 4 w 241"/>
                  <a:gd name="T61" fmla="*/ 26 h 30"/>
                  <a:gd name="T62" fmla="*/ 8 w 241"/>
                  <a:gd name="T63" fmla="*/ 27 h 30"/>
                  <a:gd name="T64" fmla="*/ 10 w 241"/>
                  <a:gd name="T65" fmla="*/ 29 h 30"/>
                  <a:gd name="T66" fmla="*/ 13 w 241"/>
                  <a:gd name="T67" fmla="*/ 29 h 30"/>
                  <a:gd name="T68" fmla="*/ 15 w 241"/>
                  <a:gd name="T69" fmla="*/ 30 h 30"/>
                  <a:gd name="T70" fmla="*/ 15 w 241"/>
                  <a:gd name="T7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1" h="30">
                    <a:moveTo>
                      <a:pt x="15" y="30"/>
                    </a:moveTo>
                    <a:lnTo>
                      <a:pt x="226" y="30"/>
                    </a:lnTo>
                    <a:lnTo>
                      <a:pt x="230" y="29"/>
                    </a:lnTo>
                    <a:lnTo>
                      <a:pt x="232" y="29"/>
                    </a:lnTo>
                    <a:lnTo>
                      <a:pt x="235" y="27"/>
                    </a:lnTo>
                    <a:lnTo>
                      <a:pt x="237" y="26"/>
                    </a:lnTo>
                    <a:lnTo>
                      <a:pt x="239" y="23"/>
                    </a:lnTo>
                    <a:lnTo>
                      <a:pt x="240" y="21"/>
                    </a:lnTo>
                    <a:lnTo>
                      <a:pt x="241" y="18"/>
                    </a:lnTo>
                    <a:lnTo>
                      <a:pt x="241" y="15"/>
                    </a:lnTo>
                    <a:lnTo>
                      <a:pt x="241" y="12"/>
                    </a:lnTo>
                    <a:lnTo>
                      <a:pt x="240" y="9"/>
                    </a:lnTo>
                    <a:lnTo>
                      <a:pt x="239" y="7"/>
                    </a:lnTo>
                    <a:lnTo>
                      <a:pt x="237" y="5"/>
                    </a:lnTo>
                    <a:lnTo>
                      <a:pt x="235" y="3"/>
                    </a:lnTo>
                    <a:lnTo>
                      <a:pt x="232" y="1"/>
                    </a:lnTo>
                    <a:lnTo>
                      <a:pt x="230" y="0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0" y="1"/>
                    </a:lnTo>
                    <a:lnTo>
                      <a:pt x="8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1" y="18"/>
                    </a:lnTo>
                    <a:lnTo>
                      <a:pt x="1" y="21"/>
                    </a:lnTo>
                    <a:lnTo>
                      <a:pt x="3" y="23"/>
                    </a:lnTo>
                    <a:lnTo>
                      <a:pt x="4" y="26"/>
                    </a:lnTo>
                    <a:lnTo>
                      <a:pt x="8" y="27"/>
                    </a:lnTo>
                    <a:lnTo>
                      <a:pt x="10" y="29"/>
                    </a:lnTo>
                    <a:lnTo>
                      <a:pt x="13" y="29"/>
                    </a:lnTo>
                    <a:lnTo>
                      <a:pt x="15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" name="Freeform 277"/>
              <p:cNvSpPr>
                <a:spLocks/>
              </p:cNvSpPr>
              <p:nvPr/>
            </p:nvSpPr>
            <p:spPr bwMode="auto">
              <a:xfrm>
                <a:off x="7221318" y="2061528"/>
                <a:ext cx="57251" cy="9525"/>
              </a:xfrm>
              <a:custGeom>
                <a:avLst/>
                <a:gdLst>
                  <a:gd name="T0" fmla="*/ 15 w 241"/>
                  <a:gd name="T1" fmla="*/ 31 h 31"/>
                  <a:gd name="T2" fmla="*/ 226 w 241"/>
                  <a:gd name="T3" fmla="*/ 31 h 31"/>
                  <a:gd name="T4" fmla="*/ 230 w 241"/>
                  <a:gd name="T5" fmla="*/ 30 h 31"/>
                  <a:gd name="T6" fmla="*/ 232 w 241"/>
                  <a:gd name="T7" fmla="*/ 29 h 31"/>
                  <a:gd name="T8" fmla="*/ 235 w 241"/>
                  <a:gd name="T9" fmla="*/ 28 h 31"/>
                  <a:gd name="T10" fmla="*/ 237 w 241"/>
                  <a:gd name="T11" fmla="*/ 26 h 31"/>
                  <a:gd name="T12" fmla="*/ 239 w 241"/>
                  <a:gd name="T13" fmla="*/ 24 h 31"/>
                  <a:gd name="T14" fmla="*/ 240 w 241"/>
                  <a:gd name="T15" fmla="*/ 22 h 31"/>
                  <a:gd name="T16" fmla="*/ 241 w 241"/>
                  <a:gd name="T17" fmla="*/ 18 h 31"/>
                  <a:gd name="T18" fmla="*/ 241 w 241"/>
                  <a:gd name="T19" fmla="*/ 16 h 31"/>
                  <a:gd name="T20" fmla="*/ 241 w 241"/>
                  <a:gd name="T21" fmla="*/ 13 h 31"/>
                  <a:gd name="T22" fmla="*/ 240 w 241"/>
                  <a:gd name="T23" fmla="*/ 10 h 31"/>
                  <a:gd name="T24" fmla="*/ 239 w 241"/>
                  <a:gd name="T25" fmla="*/ 8 h 31"/>
                  <a:gd name="T26" fmla="*/ 237 w 241"/>
                  <a:gd name="T27" fmla="*/ 6 h 31"/>
                  <a:gd name="T28" fmla="*/ 235 w 241"/>
                  <a:gd name="T29" fmla="*/ 3 h 31"/>
                  <a:gd name="T30" fmla="*/ 232 w 241"/>
                  <a:gd name="T31" fmla="*/ 2 h 31"/>
                  <a:gd name="T32" fmla="*/ 230 w 241"/>
                  <a:gd name="T33" fmla="*/ 1 h 31"/>
                  <a:gd name="T34" fmla="*/ 226 w 241"/>
                  <a:gd name="T35" fmla="*/ 0 h 31"/>
                  <a:gd name="T36" fmla="*/ 15 w 241"/>
                  <a:gd name="T37" fmla="*/ 0 h 31"/>
                  <a:gd name="T38" fmla="*/ 13 w 241"/>
                  <a:gd name="T39" fmla="*/ 1 h 31"/>
                  <a:gd name="T40" fmla="*/ 10 w 241"/>
                  <a:gd name="T41" fmla="*/ 2 h 31"/>
                  <a:gd name="T42" fmla="*/ 8 w 241"/>
                  <a:gd name="T43" fmla="*/ 3 h 31"/>
                  <a:gd name="T44" fmla="*/ 4 w 241"/>
                  <a:gd name="T45" fmla="*/ 6 h 31"/>
                  <a:gd name="T46" fmla="*/ 3 w 241"/>
                  <a:gd name="T47" fmla="*/ 8 h 31"/>
                  <a:gd name="T48" fmla="*/ 1 w 241"/>
                  <a:gd name="T49" fmla="*/ 10 h 31"/>
                  <a:gd name="T50" fmla="*/ 1 w 241"/>
                  <a:gd name="T51" fmla="*/ 13 h 31"/>
                  <a:gd name="T52" fmla="*/ 0 w 241"/>
                  <a:gd name="T53" fmla="*/ 16 h 31"/>
                  <a:gd name="T54" fmla="*/ 1 w 241"/>
                  <a:gd name="T55" fmla="*/ 18 h 31"/>
                  <a:gd name="T56" fmla="*/ 1 w 241"/>
                  <a:gd name="T57" fmla="*/ 22 h 31"/>
                  <a:gd name="T58" fmla="*/ 3 w 241"/>
                  <a:gd name="T59" fmla="*/ 24 h 31"/>
                  <a:gd name="T60" fmla="*/ 4 w 241"/>
                  <a:gd name="T61" fmla="*/ 26 h 31"/>
                  <a:gd name="T62" fmla="*/ 8 w 241"/>
                  <a:gd name="T63" fmla="*/ 28 h 31"/>
                  <a:gd name="T64" fmla="*/ 10 w 241"/>
                  <a:gd name="T65" fmla="*/ 29 h 31"/>
                  <a:gd name="T66" fmla="*/ 13 w 241"/>
                  <a:gd name="T67" fmla="*/ 30 h 31"/>
                  <a:gd name="T68" fmla="*/ 15 w 241"/>
                  <a:gd name="T69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1" h="31">
                    <a:moveTo>
                      <a:pt x="15" y="31"/>
                    </a:moveTo>
                    <a:lnTo>
                      <a:pt x="226" y="31"/>
                    </a:lnTo>
                    <a:lnTo>
                      <a:pt x="230" y="30"/>
                    </a:lnTo>
                    <a:lnTo>
                      <a:pt x="232" y="29"/>
                    </a:lnTo>
                    <a:lnTo>
                      <a:pt x="235" y="28"/>
                    </a:lnTo>
                    <a:lnTo>
                      <a:pt x="237" y="26"/>
                    </a:lnTo>
                    <a:lnTo>
                      <a:pt x="239" y="24"/>
                    </a:lnTo>
                    <a:lnTo>
                      <a:pt x="240" y="22"/>
                    </a:lnTo>
                    <a:lnTo>
                      <a:pt x="241" y="18"/>
                    </a:lnTo>
                    <a:lnTo>
                      <a:pt x="241" y="16"/>
                    </a:lnTo>
                    <a:lnTo>
                      <a:pt x="241" y="13"/>
                    </a:lnTo>
                    <a:lnTo>
                      <a:pt x="240" y="10"/>
                    </a:lnTo>
                    <a:lnTo>
                      <a:pt x="239" y="8"/>
                    </a:lnTo>
                    <a:lnTo>
                      <a:pt x="237" y="6"/>
                    </a:lnTo>
                    <a:lnTo>
                      <a:pt x="235" y="3"/>
                    </a:lnTo>
                    <a:lnTo>
                      <a:pt x="232" y="2"/>
                    </a:lnTo>
                    <a:lnTo>
                      <a:pt x="230" y="1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1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4" y="6"/>
                    </a:lnTo>
                    <a:lnTo>
                      <a:pt x="3" y="8"/>
                    </a:lnTo>
                    <a:lnTo>
                      <a:pt x="1" y="10"/>
                    </a:lnTo>
                    <a:lnTo>
                      <a:pt x="1" y="13"/>
                    </a:lnTo>
                    <a:lnTo>
                      <a:pt x="0" y="16"/>
                    </a:lnTo>
                    <a:lnTo>
                      <a:pt x="1" y="18"/>
                    </a:lnTo>
                    <a:lnTo>
                      <a:pt x="1" y="22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8" y="28"/>
                    </a:lnTo>
                    <a:lnTo>
                      <a:pt x="10" y="29"/>
                    </a:lnTo>
                    <a:lnTo>
                      <a:pt x="13" y="30"/>
                    </a:lnTo>
                    <a:lnTo>
                      <a:pt x="1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" name="Freeform 278"/>
              <p:cNvSpPr>
                <a:spLocks/>
              </p:cNvSpPr>
              <p:nvPr/>
            </p:nvSpPr>
            <p:spPr bwMode="auto">
              <a:xfrm>
                <a:off x="7221318" y="2118678"/>
                <a:ext cx="26708" cy="9525"/>
              </a:xfrm>
              <a:custGeom>
                <a:avLst/>
                <a:gdLst>
                  <a:gd name="T0" fmla="*/ 15 w 241"/>
                  <a:gd name="T1" fmla="*/ 31 h 31"/>
                  <a:gd name="T2" fmla="*/ 226 w 241"/>
                  <a:gd name="T3" fmla="*/ 31 h 31"/>
                  <a:gd name="T4" fmla="*/ 230 w 241"/>
                  <a:gd name="T5" fmla="*/ 31 h 31"/>
                  <a:gd name="T6" fmla="*/ 232 w 241"/>
                  <a:gd name="T7" fmla="*/ 29 h 31"/>
                  <a:gd name="T8" fmla="*/ 235 w 241"/>
                  <a:gd name="T9" fmla="*/ 27 h 31"/>
                  <a:gd name="T10" fmla="*/ 237 w 241"/>
                  <a:gd name="T11" fmla="*/ 26 h 31"/>
                  <a:gd name="T12" fmla="*/ 239 w 241"/>
                  <a:gd name="T13" fmla="*/ 24 h 31"/>
                  <a:gd name="T14" fmla="*/ 240 w 241"/>
                  <a:gd name="T15" fmla="*/ 21 h 31"/>
                  <a:gd name="T16" fmla="*/ 241 w 241"/>
                  <a:gd name="T17" fmla="*/ 19 h 31"/>
                  <a:gd name="T18" fmla="*/ 241 w 241"/>
                  <a:gd name="T19" fmla="*/ 16 h 31"/>
                  <a:gd name="T20" fmla="*/ 241 w 241"/>
                  <a:gd name="T21" fmla="*/ 12 h 31"/>
                  <a:gd name="T22" fmla="*/ 240 w 241"/>
                  <a:gd name="T23" fmla="*/ 9 h 31"/>
                  <a:gd name="T24" fmla="*/ 239 w 241"/>
                  <a:gd name="T25" fmla="*/ 7 h 31"/>
                  <a:gd name="T26" fmla="*/ 237 w 241"/>
                  <a:gd name="T27" fmla="*/ 5 h 31"/>
                  <a:gd name="T28" fmla="*/ 235 w 241"/>
                  <a:gd name="T29" fmla="*/ 3 h 31"/>
                  <a:gd name="T30" fmla="*/ 232 w 241"/>
                  <a:gd name="T31" fmla="*/ 2 h 31"/>
                  <a:gd name="T32" fmla="*/ 230 w 241"/>
                  <a:gd name="T33" fmla="*/ 0 h 31"/>
                  <a:gd name="T34" fmla="*/ 226 w 241"/>
                  <a:gd name="T35" fmla="*/ 0 h 31"/>
                  <a:gd name="T36" fmla="*/ 15 w 241"/>
                  <a:gd name="T37" fmla="*/ 0 h 31"/>
                  <a:gd name="T38" fmla="*/ 13 w 241"/>
                  <a:gd name="T39" fmla="*/ 0 h 31"/>
                  <a:gd name="T40" fmla="*/ 10 w 241"/>
                  <a:gd name="T41" fmla="*/ 2 h 31"/>
                  <a:gd name="T42" fmla="*/ 8 w 241"/>
                  <a:gd name="T43" fmla="*/ 3 h 31"/>
                  <a:gd name="T44" fmla="*/ 4 w 241"/>
                  <a:gd name="T45" fmla="*/ 5 h 31"/>
                  <a:gd name="T46" fmla="*/ 3 w 241"/>
                  <a:gd name="T47" fmla="*/ 7 h 31"/>
                  <a:gd name="T48" fmla="*/ 1 w 241"/>
                  <a:gd name="T49" fmla="*/ 9 h 31"/>
                  <a:gd name="T50" fmla="*/ 1 w 241"/>
                  <a:gd name="T51" fmla="*/ 12 h 31"/>
                  <a:gd name="T52" fmla="*/ 0 w 241"/>
                  <a:gd name="T53" fmla="*/ 16 h 31"/>
                  <a:gd name="T54" fmla="*/ 1 w 241"/>
                  <a:gd name="T55" fmla="*/ 19 h 31"/>
                  <a:gd name="T56" fmla="*/ 1 w 241"/>
                  <a:gd name="T57" fmla="*/ 21 h 31"/>
                  <a:gd name="T58" fmla="*/ 3 w 241"/>
                  <a:gd name="T59" fmla="*/ 24 h 31"/>
                  <a:gd name="T60" fmla="*/ 4 w 241"/>
                  <a:gd name="T61" fmla="*/ 26 h 31"/>
                  <a:gd name="T62" fmla="*/ 8 w 241"/>
                  <a:gd name="T63" fmla="*/ 27 h 31"/>
                  <a:gd name="T64" fmla="*/ 10 w 241"/>
                  <a:gd name="T65" fmla="*/ 29 h 31"/>
                  <a:gd name="T66" fmla="*/ 13 w 241"/>
                  <a:gd name="T67" fmla="*/ 31 h 31"/>
                  <a:gd name="T68" fmla="*/ 15 w 241"/>
                  <a:gd name="T69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1" h="31">
                    <a:moveTo>
                      <a:pt x="15" y="31"/>
                    </a:moveTo>
                    <a:lnTo>
                      <a:pt x="226" y="31"/>
                    </a:lnTo>
                    <a:lnTo>
                      <a:pt x="230" y="31"/>
                    </a:lnTo>
                    <a:lnTo>
                      <a:pt x="232" y="29"/>
                    </a:lnTo>
                    <a:lnTo>
                      <a:pt x="235" y="27"/>
                    </a:lnTo>
                    <a:lnTo>
                      <a:pt x="237" y="26"/>
                    </a:lnTo>
                    <a:lnTo>
                      <a:pt x="239" y="24"/>
                    </a:lnTo>
                    <a:lnTo>
                      <a:pt x="240" y="21"/>
                    </a:lnTo>
                    <a:lnTo>
                      <a:pt x="241" y="19"/>
                    </a:lnTo>
                    <a:lnTo>
                      <a:pt x="241" y="16"/>
                    </a:lnTo>
                    <a:lnTo>
                      <a:pt x="241" y="12"/>
                    </a:lnTo>
                    <a:lnTo>
                      <a:pt x="240" y="9"/>
                    </a:lnTo>
                    <a:lnTo>
                      <a:pt x="239" y="7"/>
                    </a:lnTo>
                    <a:lnTo>
                      <a:pt x="237" y="5"/>
                    </a:lnTo>
                    <a:lnTo>
                      <a:pt x="235" y="3"/>
                    </a:lnTo>
                    <a:lnTo>
                      <a:pt x="232" y="2"/>
                    </a:lnTo>
                    <a:lnTo>
                      <a:pt x="230" y="0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6"/>
                    </a:lnTo>
                    <a:lnTo>
                      <a:pt x="1" y="19"/>
                    </a:lnTo>
                    <a:lnTo>
                      <a:pt x="1" y="21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8" y="27"/>
                    </a:lnTo>
                    <a:lnTo>
                      <a:pt x="10" y="29"/>
                    </a:lnTo>
                    <a:lnTo>
                      <a:pt x="13" y="31"/>
                    </a:lnTo>
                    <a:lnTo>
                      <a:pt x="1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9" name="Freeform 247"/>
            <p:cNvSpPr>
              <a:spLocks noEditPoints="1"/>
            </p:cNvSpPr>
            <p:nvPr/>
          </p:nvSpPr>
          <p:spPr bwMode="auto">
            <a:xfrm>
              <a:off x="5765132" y="1520825"/>
              <a:ext cx="483268" cy="603249"/>
            </a:xfrm>
            <a:custGeom>
              <a:avLst/>
              <a:gdLst>
                <a:gd name="T0" fmla="*/ 632 w 723"/>
                <a:gd name="T1" fmla="*/ 765 h 904"/>
                <a:gd name="T2" fmla="*/ 625 w 723"/>
                <a:gd name="T3" fmla="*/ 756 h 904"/>
                <a:gd name="T4" fmla="*/ 497 w 723"/>
                <a:gd name="T5" fmla="*/ 753 h 904"/>
                <a:gd name="T6" fmla="*/ 486 w 723"/>
                <a:gd name="T7" fmla="*/ 757 h 904"/>
                <a:gd name="T8" fmla="*/ 482 w 723"/>
                <a:gd name="T9" fmla="*/ 768 h 904"/>
                <a:gd name="T10" fmla="*/ 421 w 723"/>
                <a:gd name="T11" fmla="*/ 343 h 904"/>
                <a:gd name="T12" fmla="*/ 415 w 723"/>
                <a:gd name="T13" fmla="*/ 335 h 904"/>
                <a:gd name="T14" fmla="*/ 331 w 723"/>
                <a:gd name="T15" fmla="*/ 331 h 904"/>
                <a:gd name="T16" fmla="*/ 442 w 723"/>
                <a:gd name="T17" fmla="*/ 300 h 904"/>
                <a:gd name="T18" fmla="*/ 450 w 723"/>
                <a:gd name="T19" fmla="*/ 293 h 904"/>
                <a:gd name="T20" fmla="*/ 450 w 723"/>
                <a:gd name="T21" fmla="*/ 281 h 904"/>
                <a:gd name="T22" fmla="*/ 442 w 723"/>
                <a:gd name="T23" fmla="*/ 272 h 904"/>
                <a:gd name="T24" fmla="*/ 331 w 723"/>
                <a:gd name="T25" fmla="*/ 211 h 904"/>
                <a:gd name="T26" fmla="*/ 505 w 723"/>
                <a:gd name="T27" fmla="*/ 209 h 904"/>
                <a:gd name="T28" fmla="*/ 512 w 723"/>
                <a:gd name="T29" fmla="*/ 199 h 904"/>
                <a:gd name="T30" fmla="*/ 509 w 723"/>
                <a:gd name="T31" fmla="*/ 188 h 904"/>
                <a:gd name="T32" fmla="*/ 500 w 723"/>
                <a:gd name="T33" fmla="*/ 181 h 904"/>
                <a:gd name="T34" fmla="*/ 557 w 723"/>
                <a:gd name="T35" fmla="*/ 121 h 904"/>
                <a:gd name="T36" fmla="*/ 567 w 723"/>
                <a:gd name="T37" fmla="*/ 117 h 904"/>
                <a:gd name="T38" fmla="*/ 572 w 723"/>
                <a:gd name="T39" fmla="*/ 106 h 904"/>
                <a:gd name="T40" fmla="*/ 567 w 723"/>
                <a:gd name="T41" fmla="*/ 95 h 904"/>
                <a:gd name="T42" fmla="*/ 557 w 723"/>
                <a:gd name="T43" fmla="*/ 91 h 904"/>
                <a:gd name="T44" fmla="*/ 693 w 723"/>
                <a:gd name="T45" fmla="*/ 873 h 904"/>
                <a:gd name="T46" fmla="*/ 602 w 723"/>
                <a:gd name="T47" fmla="*/ 873 h 904"/>
                <a:gd name="T48" fmla="*/ 210 w 723"/>
                <a:gd name="T49" fmla="*/ 783 h 904"/>
                <a:gd name="T50" fmla="*/ 105 w 723"/>
                <a:gd name="T51" fmla="*/ 633 h 904"/>
                <a:gd name="T52" fmla="*/ 116 w 723"/>
                <a:gd name="T53" fmla="*/ 629 h 904"/>
                <a:gd name="T54" fmla="*/ 120 w 723"/>
                <a:gd name="T55" fmla="*/ 618 h 904"/>
                <a:gd name="T56" fmla="*/ 116 w 723"/>
                <a:gd name="T57" fmla="*/ 607 h 904"/>
                <a:gd name="T58" fmla="*/ 105 w 723"/>
                <a:gd name="T59" fmla="*/ 603 h 904"/>
                <a:gd name="T60" fmla="*/ 168 w 723"/>
                <a:gd name="T61" fmla="*/ 542 h 904"/>
                <a:gd name="T62" fmla="*/ 178 w 723"/>
                <a:gd name="T63" fmla="*/ 536 h 904"/>
                <a:gd name="T64" fmla="*/ 180 w 723"/>
                <a:gd name="T65" fmla="*/ 525 h 904"/>
                <a:gd name="T66" fmla="*/ 174 w 723"/>
                <a:gd name="T67" fmla="*/ 515 h 904"/>
                <a:gd name="T68" fmla="*/ 30 w 723"/>
                <a:gd name="T69" fmla="*/ 513 h 904"/>
                <a:gd name="T70" fmla="*/ 202 w 723"/>
                <a:gd name="T71" fmla="*/ 451 h 904"/>
                <a:gd name="T72" fmla="*/ 209 w 723"/>
                <a:gd name="T73" fmla="*/ 443 h 904"/>
                <a:gd name="T74" fmla="*/ 209 w 723"/>
                <a:gd name="T75" fmla="*/ 431 h 904"/>
                <a:gd name="T76" fmla="*/ 202 w 723"/>
                <a:gd name="T77" fmla="*/ 424 h 904"/>
                <a:gd name="T78" fmla="*/ 30 w 723"/>
                <a:gd name="T79" fmla="*/ 361 h 904"/>
                <a:gd name="T80" fmla="*/ 241 w 723"/>
                <a:gd name="T81" fmla="*/ 768 h 904"/>
                <a:gd name="T82" fmla="*/ 236 w 723"/>
                <a:gd name="T83" fmla="*/ 757 h 904"/>
                <a:gd name="T84" fmla="*/ 225 w 723"/>
                <a:gd name="T85" fmla="*/ 753 h 904"/>
                <a:gd name="T86" fmla="*/ 97 w 723"/>
                <a:gd name="T87" fmla="*/ 756 h 904"/>
                <a:gd name="T88" fmla="*/ 90 w 723"/>
                <a:gd name="T89" fmla="*/ 765 h 904"/>
                <a:gd name="T90" fmla="*/ 30 w 723"/>
                <a:gd name="T91" fmla="*/ 633 h 904"/>
                <a:gd name="T92" fmla="*/ 310 w 723"/>
                <a:gd name="T93" fmla="*/ 2 h 904"/>
                <a:gd name="T94" fmla="*/ 302 w 723"/>
                <a:gd name="T95" fmla="*/ 10 h 904"/>
                <a:gd name="T96" fmla="*/ 15 w 723"/>
                <a:gd name="T97" fmla="*/ 331 h 904"/>
                <a:gd name="T98" fmla="*/ 4 w 723"/>
                <a:gd name="T99" fmla="*/ 336 h 904"/>
                <a:gd name="T100" fmla="*/ 0 w 723"/>
                <a:gd name="T101" fmla="*/ 346 h 904"/>
                <a:gd name="T102" fmla="*/ 2 w 723"/>
                <a:gd name="T103" fmla="*/ 897 h 904"/>
                <a:gd name="T104" fmla="*/ 12 w 723"/>
                <a:gd name="T105" fmla="*/ 903 h 904"/>
                <a:gd name="T106" fmla="*/ 406 w 723"/>
                <a:gd name="T107" fmla="*/ 903 h 904"/>
                <a:gd name="T108" fmla="*/ 710 w 723"/>
                <a:gd name="T109" fmla="*/ 903 h 904"/>
                <a:gd name="T110" fmla="*/ 720 w 723"/>
                <a:gd name="T111" fmla="*/ 897 h 904"/>
                <a:gd name="T112" fmla="*/ 723 w 723"/>
                <a:gd name="T113" fmla="*/ 15 h 904"/>
                <a:gd name="T114" fmla="*/ 719 w 723"/>
                <a:gd name="T115" fmla="*/ 5 h 904"/>
                <a:gd name="T116" fmla="*/ 708 w 723"/>
                <a:gd name="T117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23" h="904">
                  <a:moveTo>
                    <a:pt x="693" y="873"/>
                  </a:moveTo>
                  <a:lnTo>
                    <a:pt x="632" y="873"/>
                  </a:lnTo>
                  <a:lnTo>
                    <a:pt x="632" y="768"/>
                  </a:lnTo>
                  <a:lnTo>
                    <a:pt x="632" y="765"/>
                  </a:lnTo>
                  <a:lnTo>
                    <a:pt x="631" y="763"/>
                  </a:lnTo>
                  <a:lnTo>
                    <a:pt x="630" y="760"/>
                  </a:lnTo>
                  <a:lnTo>
                    <a:pt x="627" y="757"/>
                  </a:lnTo>
                  <a:lnTo>
                    <a:pt x="625" y="756"/>
                  </a:lnTo>
                  <a:lnTo>
                    <a:pt x="623" y="754"/>
                  </a:lnTo>
                  <a:lnTo>
                    <a:pt x="620" y="754"/>
                  </a:lnTo>
                  <a:lnTo>
                    <a:pt x="617" y="753"/>
                  </a:lnTo>
                  <a:lnTo>
                    <a:pt x="497" y="753"/>
                  </a:lnTo>
                  <a:lnTo>
                    <a:pt x="493" y="753"/>
                  </a:lnTo>
                  <a:lnTo>
                    <a:pt x="491" y="754"/>
                  </a:lnTo>
                  <a:lnTo>
                    <a:pt x="488" y="756"/>
                  </a:lnTo>
                  <a:lnTo>
                    <a:pt x="486" y="757"/>
                  </a:lnTo>
                  <a:lnTo>
                    <a:pt x="484" y="760"/>
                  </a:lnTo>
                  <a:lnTo>
                    <a:pt x="483" y="763"/>
                  </a:lnTo>
                  <a:lnTo>
                    <a:pt x="482" y="765"/>
                  </a:lnTo>
                  <a:lnTo>
                    <a:pt x="482" y="768"/>
                  </a:lnTo>
                  <a:lnTo>
                    <a:pt x="482" y="873"/>
                  </a:lnTo>
                  <a:lnTo>
                    <a:pt x="421" y="873"/>
                  </a:lnTo>
                  <a:lnTo>
                    <a:pt x="421" y="346"/>
                  </a:lnTo>
                  <a:lnTo>
                    <a:pt x="421" y="343"/>
                  </a:lnTo>
                  <a:lnTo>
                    <a:pt x="420" y="341"/>
                  </a:lnTo>
                  <a:lnTo>
                    <a:pt x="419" y="338"/>
                  </a:lnTo>
                  <a:lnTo>
                    <a:pt x="417" y="336"/>
                  </a:lnTo>
                  <a:lnTo>
                    <a:pt x="415" y="335"/>
                  </a:lnTo>
                  <a:lnTo>
                    <a:pt x="412" y="333"/>
                  </a:lnTo>
                  <a:lnTo>
                    <a:pt x="410" y="333"/>
                  </a:lnTo>
                  <a:lnTo>
                    <a:pt x="406" y="331"/>
                  </a:lnTo>
                  <a:lnTo>
                    <a:pt x="331" y="331"/>
                  </a:lnTo>
                  <a:lnTo>
                    <a:pt x="331" y="301"/>
                  </a:lnTo>
                  <a:lnTo>
                    <a:pt x="436" y="301"/>
                  </a:lnTo>
                  <a:lnTo>
                    <a:pt x="440" y="301"/>
                  </a:lnTo>
                  <a:lnTo>
                    <a:pt x="442" y="300"/>
                  </a:lnTo>
                  <a:lnTo>
                    <a:pt x="445" y="299"/>
                  </a:lnTo>
                  <a:lnTo>
                    <a:pt x="447" y="297"/>
                  </a:lnTo>
                  <a:lnTo>
                    <a:pt x="449" y="295"/>
                  </a:lnTo>
                  <a:lnTo>
                    <a:pt x="450" y="293"/>
                  </a:lnTo>
                  <a:lnTo>
                    <a:pt x="452" y="290"/>
                  </a:lnTo>
                  <a:lnTo>
                    <a:pt x="452" y="286"/>
                  </a:lnTo>
                  <a:lnTo>
                    <a:pt x="452" y="283"/>
                  </a:lnTo>
                  <a:lnTo>
                    <a:pt x="450" y="281"/>
                  </a:lnTo>
                  <a:lnTo>
                    <a:pt x="449" y="278"/>
                  </a:lnTo>
                  <a:lnTo>
                    <a:pt x="447" y="276"/>
                  </a:lnTo>
                  <a:lnTo>
                    <a:pt x="445" y="275"/>
                  </a:lnTo>
                  <a:lnTo>
                    <a:pt x="442" y="272"/>
                  </a:lnTo>
                  <a:lnTo>
                    <a:pt x="440" y="271"/>
                  </a:lnTo>
                  <a:lnTo>
                    <a:pt x="436" y="271"/>
                  </a:lnTo>
                  <a:lnTo>
                    <a:pt x="331" y="271"/>
                  </a:lnTo>
                  <a:lnTo>
                    <a:pt x="331" y="211"/>
                  </a:lnTo>
                  <a:lnTo>
                    <a:pt x="497" y="211"/>
                  </a:lnTo>
                  <a:lnTo>
                    <a:pt x="500" y="211"/>
                  </a:lnTo>
                  <a:lnTo>
                    <a:pt x="503" y="210"/>
                  </a:lnTo>
                  <a:lnTo>
                    <a:pt x="505" y="209"/>
                  </a:lnTo>
                  <a:lnTo>
                    <a:pt x="507" y="207"/>
                  </a:lnTo>
                  <a:lnTo>
                    <a:pt x="509" y="205"/>
                  </a:lnTo>
                  <a:lnTo>
                    <a:pt x="510" y="202"/>
                  </a:lnTo>
                  <a:lnTo>
                    <a:pt x="512" y="199"/>
                  </a:lnTo>
                  <a:lnTo>
                    <a:pt x="512" y="196"/>
                  </a:lnTo>
                  <a:lnTo>
                    <a:pt x="512" y="193"/>
                  </a:lnTo>
                  <a:lnTo>
                    <a:pt x="510" y="190"/>
                  </a:lnTo>
                  <a:lnTo>
                    <a:pt x="509" y="188"/>
                  </a:lnTo>
                  <a:lnTo>
                    <a:pt x="507" y="186"/>
                  </a:lnTo>
                  <a:lnTo>
                    <a:pt x="505" y="183"/>
                  </a:lnTo>
                  <a:lnTo>
                    <a:pt x="503" y="182"/>
                  </a:lnTo>
                  <a:lnTo>
                    <a:pt x="500" y="181"/>
                  </a:lnTo>
                  <a:lnTo>
                    <a:pt x="497" y="181"/>
                  </a:lnTo>
                  <a:lnTo>
                    <a:pt x="331" y="181"/>
                  </a:lnTo>
                  <a:lnTo>
                    <a:pt x="331" y="121"/>
                  </a:lnTo>
                  <a:lnTo>
                    <a:pt x="557" y="121"/>
                  </a:lnTo>
                  <a:lnTo>
                    <a:pt x="560" y="120"/>
                  </a:lnTo>
                  <a:lnTo>
                    <a:pt x="563" y="120"/>
                  </a:lnTo>
                  <a:lnTo>
                    <a:pt x="565" y="118"/>
                  </a:lnTo>
                  <a:lnTo>
                    <a:pt x="567" y="117"/>
                  </a:lnTo>
                  <a:lnTo>
                    <a:pt x="569" y="115"/>
                  </a:lnTo>
                  <a:lnTo>
                    <a:pt x="571" y="112"/>
                  </a:lnTo>
                  <a:lnTo>
                    <a:pt x="572" y="109"/>
                  </a:lnTo>
                  <a:lnTo>
                    <a:pt x="572" y="106"/>
                  </a:lnTo>
                  <a:lnTo>
                    <a:pt x="572" y="103"/>
                  </a:lnTo>
                  <a:lnTo>
                    <a:pt x="571" y="100"/>
                  </a:lnTo>
                  <a:lnTo>
                    <a:pt x="569" y="98"/>
                  </a:lnTo>
                  <a:lnTo>
                    <a:pt x="567" y="95"/>
                  </a:lnTo>
                  <a:lnTo>
                    <a:pt x="565" y="93"/>
                  </a:lnTo>
                  <a:lnTo>
                    <a:pt x="563" y="92"/>
                  </a:lnTo>
                  <a:lnTo>
                    <a:pt x="560" y="91"/>
                  </a:lnTo>
                  <a:lnTo>
                    <a:pt x="557" y="91"/>
                  </a:lnTo>
                  <a:lnTo>
                    <a:pt x="331" y="91"/>
                  </a:lnTo>
                  <a:lnTo>
                    <a:pt x="331" y="31"/>
                  </a:lnTo>
                  <a:lnTo>
                    <a:pt x="693" y="31"/>
                  </a:lnTo>
                  <a:lnTo>
                    <a:pt x="693" y="873"/>
                  </a:lnTo>
                  <a:close/>
                  <a:moveTo>
                    <a:pt x="512" y="873"/>
                  </a:moveTo>
                  <a:lnTo>
                    <a:pt x="512" y="783"/>
                  </a:lnTo>
                  <a:lnTo>
                    <a:pt x="602" y="783"/>
                  </a:lnTo>
                  <a:lnTo>
                    <a:pt x="602" y="873"/>
                  </a:lnTo>
                  <a:lnTo>
                    <a:pt x="512" y="873"/>
                  </a:lnTo>
                  <a:close/>
                  <a:moveTo>
                    <a:pt x="120" y="873"/>
                  </a:moveTo>
                  <a:lnTo>
                    <a:pt x="120" y="783"/>
                  </a:lnTo>
                  <a:lnTo>
                    <a:pt x="210" y="783"/>
                  </a:lnTo>
                  <a:lnTo>
                    <a:pt x="210" y="873"/>
                  </a:lnTo>
                  <a:lnTo>
                    <a:pt x="120" y="873"/>
                  </a:lnTo>
                  <a:close/>
                  <a:moveTo>
                    <a:pt x="30" y="633"/>
                  </a:moveTo>
                  <a:lnTo>
                    <a:pt x="105" y="633"/>
                  </a:lnTo>
                  <a:lnTo>
                    <a:pt x="108" y="633"/>
                  </a:lnTo>
                  <a:lnTo>
                    <a:pt x="112" y="632"/>
                  </a:lnTo>
                  <a:lnTo>
                    <a:pt x="114" y="630"/>
                  </a:lnTo>
                  <a:lnTo>
                    <a:pt x="116" y="629"/>
                  </a:lnTo>
                  <a:lnTo>
                    <a:pt x="118" y="627"/>
                  </a:lnTo>
                  <a:lnTo>
                    <a:pt x="119" y="623"/>
                  </a:lnTo>
                  <a:lnTo>
                    <a:pt x="120" y="621"/>
                  </a:lnTo>
                  <a:lnTo>
                    <a:pt x="120" y="618"/>
                  </a:lnTo>
                  <a:lnTo>
                    <a:pt x="120" y="615"/>
                  </a:lnTo>
                  <a:lnTo>
                    <a:pt x="119" y="611"/>
                  </a:lnTo>
                  <a:lnTo>
                    <a:pt x="118" y="609"/>
                  </a:lnTo>
                  <a:lnTo>
                    <a:pt x="116" y="607"/>
                  </a:lnTo>
                  <a:lnTo>
                    <a:pt x="114" y="605"/>
                  </a:lnTo>
                  <a:lnTo>
                    <a:pt x="112" y="604"/>
                  </a:lnTo>
                  <a:lnTo>
                    <a:pt x="108" y="603"/>
                  </a:lnTo>
                  <a:lnTo>
                    <a:pt x="105" y="603"/>
                  </a:lnTo>
                  <a:lnTo>
                    <a:pt x="30" y="603"/>
                  </a:lnTo>
                  <a:lnTo>
                    <a:pt x="30" y="543"/>
                  </a:lnTo>
                  <a:lnTo>
                    <a:pt x="165" y="543"/>
                  </a:lnTo>
                  <a:lnTo>
                    <a:pt x="168" y="542"/>
                  </a:lnTo>
                  <a:lnTo>
                    <a:pt x="172" y="542"/>
                  </a:lnTo>
                  <a:lnTo>
                    <a:pt x="174" y="540"/>
                  </a:lnTo>
                  <a:lnTo>
                    <a:pt x="176" y="539"/>
                  </a:lnTo>
                  <a:lnTo>
                    <a:pt x="178" y="536"/>
                  </a:lnTo>
                  <a:lnTo>
                    <a:pt x="179" y="533"/>
                  </a:lnTo>
                  <a:lnTo>
                    <a:pt x="180" y="531"/>
                  </a:lnTo>
                  <a:lnTo>
                    <a:pt x="180" y="528"/>
                  </a:lnTo>
                  <a:lnTo>
                    <a:pt x="180" y="525"/>
                  </a:lnTo>
                  <a:lnTo>
                    <a:pt x="179" y="521"/>
                  </a:lnTo>
                  <a:lnTo>
                    <a:pt x="178" y="519"/>
                  </a:lnTo>
                  <a:lnTo>
                    <a:pt x="176" y="517"/>
                  </a:lnTo>
                  <a:lnTo>
                    <a:pt x="174" y="515"/>
                  </a:lnTo>
                  <a:lnTo>
                    <a:pt x="172" y="514"/>
                  </a:lnTo>
                  <a:lnTo>
                    <a:pt x="168" y="513"/>
                  </a:lnTo>
                  <a:lnTo>
                    <a:pt x="165" y="513"/>
                  </a:lnTo>
                  <a:lnTo>
                    <a:pt x="30" y="513"/>
                  </a:lnTo>
                  <a:lnTo>
                    <a:pt x="30" y="452"/>
                  </a:lnTo>
                  <a:lnTo>
                    <a:pt x="195" y="452"/>
                  </a:lnTo>
                  <a:lnTo>
                    <a:pt x="198" y="452"/>
                  </a:lnTo>
                  <a:lnTo>
                    <a:pt x="202" y="451"/>
                  </a:lnTo>
                  <a:lnTo>
                    <a:pt x="204" y="449"/>
                  </a:lnTo>
                  <a:lnTo>
                    <a:pt x="206" y="447"/>
                  </a:lnTo>
                  <a:lnTo>
                    <a:pt x="208" y="445"/>
                  </a:lnTo>
                  <a:lnTo>
                    <a:pt x="209" y="443"/>
                  </a:lnTo>
                  <a:lnTo>
                    <a:pt x="210" y="440"/>
                  </a:lnTo>
                  <a:lnTo>
                    <a:pt x="210" y="438"/>
                  </a:lnTo>
                  <a:lnTo>
                    <a:pt x="210" y="434"/>
                  </a:lnTo>
                  <a:lnTo>
                    <a:pt x="209" y="431"/>
                  </a:lnTo>
                  <a:lnTo>
                    <a:pt x="208" y="429"/>
                  </a:lnTo>
                  <a:lnTo>
                    <a:pt x="206" y="427"/>
                  </a:lnTo>
                  <a:lnTo>
                    <a:pt x="204" y="425"/>
                  </a:lnTo>
                  <a:lnTo>
                    <a:pt x="202" y="424"/>
                  </a:lnTo>
                  <a:lnTo>
                    <a:pt x="198" y="423"/>
                  </a:lnTo>
                  <a:lnTo>
                    <a:pt x="195" y="422"/>
                  </a:lnTo>
                  <a:lnTo>
                    <a:pt x="30" y="422"/>
                  </a:lnTo>
                  <a:lnTo>
                    <a:pt x="30" y="361"/>
                  </a:lnTo>
                  <a:lnTo>
                    <a:pt x="391" y="361"/>
                  </a:lnTo>
                  <a:lnTo>
                    <a:pt x="391" y="873"/>
                  </a:lnTo>
                  <a:lnTo>
                    <a:pt x="241" y="873"/>
                  </a:lnTo>
                  <a:lnTo>
                    <a:pt x="241" y="768"/>
                  </a:lnTo>
                  <a:lnTo>
                    <a:pt x="240" y="765"/>
                  </a:lnTo>
                  <a:lnTo>
                    <a:pt x="239" y="763"/>
                  </a:lnTo>
                  <a:lnTo>
                    <a:pt x="238" y="760"/>
                  </a:lnTo>
                  <a:lnTo>
                    <a:pt x="236" y="757"/>
                  </a:lnTo>
                  <a:lnTo>
                    <a:pt x="234" y="756"/>
                  </a:lnTo>
                  <a:lnTo>
                    <a:pt x="232" y="754"/>
                  </a:lnTo>
                  <a:lnTo>
                    <a:pt x="228" y="754"/>
                  </a:lnTo>
                  <a:lnTo>
                    <a:pt x="225" y="753"/>
                  </a:lnTo>
                  <a:lnTo>
                    <a:pt x="105" y="753"/>
                  </a:lnTo>
                  <a:lnTo>
                    <a:pt x="102" y="753"/>
                  </a:lnTo>
                  <a:lnTo>
                    <a:pt x="100" y="754"/>
                  </a:lnTo>
                  <a:lnTo>
                    <a:pt x="97" y="756"/>
                  </a:lnTo>
                  <a:lnTo>
                    <a:pt x="94" y="757"/>
                  </a:lnTo>
                  <a:lnTo>
                    <a:pt x="93" y="760"/>
                  </a:lnTo>
                  <a:lnTo>
                    <a:pt x="91" y="763"/>
                  </a:lnTo>
                  <a:lnTo>
                    <a:pt x="90" y="765"/>
                  </a:lnTo>
                  <a:lnTo>
                    <a:pt x="90" y="768"/>
                  </a:lnTo>
                  <a:lnTo>
                    <a:pt x="90" y="873"/>
                  </a:lnTo>
                  <a:lnTo>
                    <a:pt x="30" y="873"/>
                  </a:lnTo>
                  <a:lnTo>
                    <a:pt x="30" y="633"/>
                  </a:lnTo>
                  <a:close/>
                  <a:moveTo>
                    <a:pt x="708" y="0"/>
                  </a:moveTo>
                  <a:lnTo>
                    <a:pt x="316" y="0"/>
                  </a:lnTo>
                  <a:lnTo>
                    <a:pt x="313" y="1"/>
                  </a:lnTo>
                  <a:lnTo>
                    <a:pt x="310" y="2"/>
                  </a:lnTo>
                  <a:lnTo>
                    <a:pt x="308" y="3"/>
                  </a:lnTo>
                  <a:lnTo>
                    <a:pt x="306" y="5"/>
                  </a:lnTo>
                  <a:lnTo>
                    <a:pt x="304" y="7"/>
                  </a:lnTo>
                  <a:lnTo>
                    <a:pt x="302" y="10"/>
                  </a:lnTo>
                  <a:lnTo>
                    <a:pt x="301" y="13"/>
                  </a:lnTo>
                  <a:lnTo>
                    <a:pt x="301" y="16"/>
                  </a:lnTo>
                  <a:lnTo>
                    <a:pt x="301" y="331"/>
                  </a:lnTo>
                  <a:lnTo>
                    <a:pt x="15" y="331"/>
                  </a:lnTo>
                  <a:lnTo>
                    <a:pt x="12" y="331"/>
                  </a:lnTo>
                  <a:lnTo>
                    <a:pt x="10" y="333"/>
                  </a:lnTo>
                  <a:lnTo>
                    <a:pt x="6" y="335"/>
                  </a:lnTo>
                  <a:lnTo>
                    <a:pt x="4" y="336"/>
                  </a:lnTo>
                  <a:lnTo>
                    <a:pt x="2" y="338"/>
                  </a:lnTo>
                  <a:lnTo>
                    <a:pt x="1" y="341"/>
                  </a:lnTo>
                  <a:lnTo>
                    <a:pt x="0" y="343"/>
                  </a:lnTo>
                  <a:lnTo>
                    <a:pt x="0" y="346"/>
                  </a:lnTo>
                  <a:lnTo>
                    <a:pt x="0" y="888"/>
                  </a:lnTo>
                  <a:lnTo>
                    <a:pt x="0" y="892"/>
                  </a:lnTo>
                  <a:lnTo>
                    <a:pt x="1" y="895"/>
                  </a:lnTo>
                  <a:lnTo>
                    <a:pt x="2" y="897"/>
                  </a:lnTo>
                  <a:lnTo>
                    <a:pt x="4" y="899"/>
                  </a:lnTo>
                  <a:lnTo>
                    <a:pt x="6" y="901"/>
                  </a:lnTo>
                  <a:lnTo>
                    <a:pt x="10" y="902"/>
                  </a:lnTo>
                  <a:lnTo>
                    <a:pt x="12" y="903"/>
                  </a:lnTo>
                  <a:lnTo>
                    <a:pt x="15" y="904"/>
                  </a:lnTo>
                  <a:lnTo>
                    <a:pt x="105" y="903"/>
                  </a:lnTo>
                  <a:lnTo>
                    <a:pt x="225" y="903"/>
                  </a:lnTo>
                  <a:lnTo>
                    <a:pt x="406" y="903"/>
                  </a:lnTo>
                  <a:lnTo>
                    <a:pt x="497" y="903"/>
                  </a:lnTo>
                  <a:lnTo>
                    <a:pt x="617" y="903"/>
                  </a:lnTo>
                  <a:lnTo>
                    <a:pt x="708" y="903"/>
                  </a:lnTo>
                  <a:lnTo>
                    <a:pt x="710" y="903"/>
                  </a:lnTo>
                  <a:lnTo>
                    <a:pt x="713" y="902"/>
                  </a:lnTo>
                  <a:lnTo>
                    <a:pt x="715" y="901"/>
                  </a:lnTo>
                  <a:lnTo>
                    <a:pt x="719" y="899"/>
                  </a:lnTo>
                  <a:lnTo>
                    <a:pt x="720" y="897"/>
                  </a:lnTo>
                  <a:lnTo>
                    <a:pt x="722" y="895"/>
                  </a:lnTo>
                  <a:lnTo>
                    <a:pt x="722" y="892"/>
                  </a:lnTo>
                  <a:lnTo>
                    <a:pt x="723" y="889"/>
                  </a:lnTo>
                  <a:lnTo>
                    <a:pt x="723" y="15"/>
                  </a:lnTo>
                  <a:lnTo>
                    <a:pt x="722" y="13"/>
                  </a:lnTo>
                  <a:lnTo>
                    <a:pt x="722" y="10"/>
                  </a:lnTo>
                  <a:lnTo>
                    <a:pt x="720" y="7"/>
                  </a:lnTo>
                  <a:lnTo>
                    <a:pt x="719" y="5"/>
                  </a:lnTo>
                  <a:lnTo>
                    <a:pt x="715" y="3"/>
                  </a:lnTo>
                  <a:lnTo>
                    <a:pt x="713" y="2"/>
                  </a:lnTo>
                  <a:lnTo>
                    <a:pt x="710" y="1"/>
                  </a:lnTo>
                  <a:lnTo>
                    <a:pt x="708" y="0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6969126" y="1584149"/>
              <a:ext cx="603251" cy="539925"/>
              <a:chOff x="6969126" y="1584149"/>
              <a:chExt cx="603251" cy="539925"/>
            </a:xfrm>
            <a:grpFill/>
          </p:grpSpPr>
          <p:sp>
            <p:nvSpPr>
              <p:cNvPr id="21" name="Freeform 254"/>
              <p:cNvSpPr>
                <a:spLocks noEditPoints="1"/>
              </p:cNvSpPr>
              <p:nvPr/>
            </p:nvSpPr>
            <p:spPr bwMode="auto">
              <a:xfrm>
                <a:off x="6969126" y="1584149"/>
                <a:ext cx="603251" cy="539925"/>
              </a:xfrm>
              <a:custGeom>
                <a:avLst/>
                <a:gdLst>
                  <a:gd name="T0" fmla="*/ 843 w 903"/>
                  <a:gd name="T1" fmla="*/ 452 h 813"/>
                  <a:gd name="T2" fmla="*/ 301 w 903"/>
                  <a:gd name="T3" fmla="*/ 782 h 813"/>
                  <a:gd name="T4" fmla="*/ 527 w 903"/>
                  <a:gd name="T5" fmla="*/ 120 h 813"/>
                  <a:gd name="T6" fmla="*/ 301 w 903"/>
                  <a:gd name="T7" fmla="*/ 782 h 813"/>
                  <a:gd name="T8" fmla="*/ 180 w 903"/>
                  <a:gd name="T9" fmla="*/ 452 h 813"/>
                  <a:gd name="T10" fmla="*/ 391 w 903"/>
                  <a:gd name="T11" fmla="*/ 30 h 813"/>
                  <a:gd name="T12" fmla="*/ 391 w 903"/>
                  <a:gd name="T13" fmla="*/ 90 h 813"/>
                  <a:gd name="T14" fmla="*/ 873 w 903"/>
                  <a:gd name="T15" fmla="*/ 782 h 813"/>
                  <a:gd name="T16" fmla="*/ 872 w 903"/>
                  <a:gd name="T17" fmla="*/ 430 h 813"/>
                  <a:gd name="T18" fmla="*/ 867 w 903"/>
                  <a:gd name="T19" fmla="*/ 424 h 813"/>
                  <a:gd name="T20" fmla="*/ 858 w 903"/>
                  <a:gd name="T21" fmla="*/ 422 h 813"/>
                  <a:gd name="T22" fmla="*/ 752 w 903"/>
                  <a:gd name="T23" fmla="*/ 373 h 813"/>
                  <a:gd name="T24" fmla="*/ 749 w 903"/>
                  <a:gd name="T25" fmla="*/ 366 h 813"/>
                  <a:gd name="T26" fmla="*/ 740 w 903"/>
                  <a:gd name="T27" fmla="*/ 362 h 813"/>
                  <a:gd name="T28" fmla="*/ 731 w 903"/>
                  <a:gd name="T29" fmla="*/ 363 h 813"/>
                  <a:gd name="T30" fmla="*/ 725 w 903"/>
                  <a:gd name="T31" fmla="*/ 368 h 813"/>
                  <a:gd name="T32" fmla="*/ 723 w 903"/>
                  <a:gd name="T33" fmla="*/ 377 h 813"/>
                  <a:gd name="T34" fmla="*/ 705 w 903"/>
                  <a:gd name="T35" fmla="*/ 422 h 813"/>
                  <a:gd name="T36" fmla="*/ 697 w 903"/>
                  <a:gd name="T37" fmla="*/ 426 h 813"/>
                  <a:gd name="T38" fmla="*/ 693 w 903"/>
                  <a:gd name="T39" fmla="*/ 434 h 813"/>
                  <a:gd name="T40" fmla="*/ 632 w 903"/>
                  <a:gd name="T41" fmla="*/ 782 h 813"/>
                  <a:gd name="T42" fmla="*/ 631 w 903"/>
                  <a:gd name="T43" fmla="*/ 99 h 813"/>
                  <a:gd name="T44" fmla="*/ 625 w 903"/>
                  <a:gd name="T45" fmla="*/ 92 h 813"/>
                  <a:gd name="T46" fmla="*/ 617 w 903"/>
                  <a:gd name="T47" fmla="*/ 90 h 813"/>
                  <a:gd name="T48" fmla="*/ 542 w 903"/>
                  <a:gd name="T49" fmla="*/ 12 h 813"/>
                  <a:gd name="T50" fmla="*/ 537 w 903"/>
                  <a:gd name="T51" fmla="*/ 4 h 813"/>
                  <a:gd name="T52" fmla="*/ 530 w 903"/>
                  <a:gd name="T53" fmla="*/ 0 h 813"/>
                  <a:gd name="T54" fmla="*/ 373 w 903"/>
                  <a:gd name="T55" fmla="*/ 0 h 813"/>
                  <a:gd name="T56" fmla="*/ 366 w 903"/>
                  <a:gd name="T57" fmla="*/ 4 h 813"/>
                  <a:gd name="T58" fmla="*/ 361 w 903"/>
                  <a:gd name="T59" fmla="*/ 12 h 813"/>
                  <a:gd name="T60" fmla="*/ 286 w 903"/>
                  <a:gd name="T61" fmla="*/ 90 h 813"/>
                  <a:gd name="T62" fmla="*/ 278 w 903"/>
                  <a:gd name="T63" fmla="*/ 92 h 813"/>
                  <a:gd name="T64" fmla="*/ 272 w 903"/>
                  <a:gd name="T65" fmla="*/ 99 h 813"/>
                  <a:gd name="T66" fmla="*/ 271 w 903"/>
                  <a:gd name="T67" fmla="*/ 782 h 813"/>
                  <a:gd name="T68" fmla="*/ 210 w 903"/>
                  <a:gd name="T69" fmla="*/ 434 h 813"/>
                  <a:gd name="T70" fmla="*/ 206 w 903"/>
                  <a:gd name="T71" fmla="*/ 426 h 813"/>
                  <a:gd name="T72" fmla="*/ 198 w 903"/>
                  <a:gd name="T73" fmla="*/ 422 h 813"/>
                  <a:gd name="T74" fmla="*/ 180 w 903"/>
                  <a:gd name="T75" fmla="*/ 376 h 813"/>
                  <a:gd name="T76" fmla="*/ 178 w 903"/>
                  <a:gd name="T77" fmla="*/ 368 h 813"/>
                  <a:gd name="T78" fmla="*/ 172 w 903"/>
                  <a:gd name="T79" fmla="*/ 363 h 813"/>
                  <a:gd name="T80" fmla="*/ 162 w 903"/>
                  <a:gd name="T81" fmla="*/ 362 h 813"/>
                  <a:gd name="T82" fmla="*/ 154 w 903"/>
                  <a:gd name="T83" fmla="*/ 366 h 813"/>
                  <a:gd name="T84" fmla="*/ 151 w 903"/>
                  <a:gd name="T85" fmla="*/ 373 h 813"/>
                  <a:gd name="T86" fmla="*/ 45 w 903"/>
                  <a:gd name="T87" fmla="*/ 422 h 813"/>
                  <a:gd name="T88" fmla="*/ 36 w 903"/>
                  <a:gd name="T89" fmla="*/ 424 h 813"/>
                  <a:gd name="T90" fmla="*/ 31 w 903"/>
                  <a:gd name="T91" fmla="*/ 430 h 813"/>
                  <a:gd name="T92" fmla="*/ 30 w 903"/>
                  <a:gd name="T93" fmla="*/ 782 h 813"/>
                  <a:gd name="T94" fmla="*/ 9 w 903"/>
                  <a:gd name="T95" fmla="*/ 784 h 813"/>
                  <a:gd name="T96" fmla="*/ 2 w 903"/>
                  <a:gd name="T97" fmla="*/ 790 h 813"/>
                  <a:gd name="T98" fmla="*/ 0 w 903"/>
                  <a:gd name="T99" fmla="*/ 798 h 813"/>
                  <a:gd name="T100" fmla="*/ 2 w 903"/>
                  <a:gd name="T101" fmla="*/ 806 h 813"/>
                  <a:gd name="T102" fmla="*/ 9 w 903"/>
                  <a:gd name="T103" fmla="*/ 811 h 813"/>
                  <a:gd name="T104" fmla="*/ 45 w 903"/>
                  <a:gd name="T105" fmla="*/ 812 h 813"/>
                  <a:gd name="T106" fmla="*/ 617 w 903"/>
                  <a:gd name="T107" fmla="*/ 812 h 813"/>
                  <a:gd name="T108" fmla="*/ 888 w 903"/>
                  <a:gd name="T109" fmla="*/ 812 h 813"/>
                  <a:gd name="T110" fmla="*/ 897 w 903"/>
                  <a:gd name="T111" fmla="*/ 810 h 813"/>
                  <a:gd name="T112" fmla="*/ 902 w 903"/>
                  <a:gd name="T113" fmla="*/ 804 h 813"/>
                  <a:gd name="T114" fmla="*/ 903 w 903"/>
                  <a:gd name="T115" fmla="*/ 795 h 813"/>
                  <a:gd name="T116" fmla="*/ 899 w 903"/>
                  <a:gd name="T117" fmla="*/ 788 h 813"/>
                  <a:gd name="T118" fmla="*/ 891 w 903"/>
                  <a:gd name="T119" fmla="*/ 783 h 8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903" h="813">
                    <a:moveTo>
                      <a:pt x="723" y="782"/>
                    </a:moveTo>
                    <a:lnTo>
                      <a:pt x="723" y="452"/>
                    </a:lnTo>
                    <a:lnTo>
                      <a:pt x="843" y="452"/>
                    </a:lnTo>
                    <a:lnTo>
                      <a:pt x="843" y="782"/>
                    </a:lnTo>
                    <a:lnTo>
                      <a:pt x="723" y="782"/>
                    </a:lnTo>
                    <a:close/>
                    <a:moveTo>
                      <a:pt x="301" y="782"/>
                    </a:moveTo>
                    <a:lnTo>
                      <a:pt x="301" y="120"/>
                    </a:lnTo>
                    <a:lnTo>
                      <a:pt x="376" y="120"/>
                    </a:lnTo>
                    <a:lnTo>
                      <a:pt x="527" y="120"/>
                    </a:lnTo>
                    <a:lnTo>
                      <a:pt x="602" y="120"/>
                    </a:lnTo>
                    <a:lnTo>
                      <a:pt x="602" y="782"/>
                    </a:lnTo>
                    <a:lnTo>
                      <a:pt x="301" y="782"/>
                    </a:lnTo>
                    <a:close/>
                    <a:moveTo>
                      <a:pt x="60" y="782"/>
                    </a:moveTo>
                    <a:lnTo>
                      <a:pt x="60" y="452"/>
                    </a:lnTo>
                    <a:lnTo>
                      <a:pt x="180" y="452"/>
                    </a:lnTo>
                    <a:lnTo>
                      <a:pt x="180" y="782"/>
                    </a:lnTo>
                    <a:lnTo>
                      <a:pt x="60" y="782"/>
                    </a:lnTo>
                    <a:close/>
                    <a:moveTo>
                      <a:pt x="391" y="30"/>
                    </a:moveTo>
                    <a:lnTo>
                      <a:pt x="512" y="30"/>
                    </a:lnTo>
                    <a:lnTo>
                      <a:pt x="512" y="90"/>
                    </a:lnTo>
                    <a:lnTo>
                      <a:pt x="391" y="90"/>
                    </a:lnTo>
                    <a:lnTo>
                      <a:pt x="391" y="30"/>
                    </a:lnTo>
                    <a:close/>
                    <a:moveTo>
                      <a:pt x="888" y="782"/>
                    </a:moveTo>
                    <a:lnTo>
                      <a:pt x="873" y="782"/>
                    </a:lnTo>
                    <a:lnTo>
                      <a:pt x="873" y="437"/>
                    </a:lnTo>
                    <a:lnTo>
                      <a:pt x="873" y="434"/>
                    </a:lnTo>
                    <a:lnTo>
                      <a:pt x="872" y="430"/>
                    </a:lnTo>
                    <a:lnTo>
                      <a:pt x="871" y="428"/>
                    </a:lnTo>
                    <a:lnTo>
                      <a:pt x="869" y="426"/>
                    </a:lnTo>
                    <a:lnTo>
                      <a:pt x="867" y="424"/>
                    </a:lnTo>
                    <a:lnTo>
                      <a:pt x="863" y="423"/>
                    </a:lnTo>
                    <a:lnTo>
                      <a:pt x="861" y="422"/>
                    </a:lnTo>
                    <a:lnTo>
                      <a:pt x="858" y="422"/>
                    </a:lnTo>
                    <a:lnTo>
                      <a:pt x="753" y="422"/>
                    </a:lnTo>
                    <a:lnTo>
                      <a:pt x="753" y="376"/>
                    </a:lnTo>
                    <a:lnTo>
                      <a:pt x="752" y="373"/>
                    </a:lnTo>
                    <a:lnTo>
                      <a:pt x="752" y="370"/>
                    </a:lnTo>
                    <a:lnTo>
                      <a:pt x="750" y="368"/>
                    </a:lnTo>
                    <a:lnTo>
                      <a:pt x="749" y="366"/>
                    </a:lnTo>
                    <a:lnTo>
                      <a:pt x="745" y="364"/>
                    </a:lnTo>
                    <a:lnTo>
                      <a:pt x="743" y="363"/>
                    </a:lnTo>
                    <a:lnTo>
                      <a:pt x="740" y="362"/>
                    </a:lnTo>
                    <a:lnTo>
                      <a:pt x="738" y="362"/>
                    </a:lnTo>
                    <a:lnTo>
                      <a:pt x="735" y="362"/>
                    </a:lnTo>
                    <a:lnTo>
                      <a:pt x="731" y="363"/>
                    </a:lnTo>
                    <a:lnTo>
                      <a:pt x="729" y="364"/>
                    </a:lnTo>
                    <a:lnTo>
                      <a:pt x="727" y="366"/>
                    </a:lnTo>
                    <a:lnTo>
                      <a:pt x="725" y="368"/>
                    </a:lnTo>
                    <a:lnTo>
                      <a:pt x="724" y="370"/>
                    </a:lnTo>
                    <a:lnTo>
                      <a:pt x="723" y="373"/>
                    </a:lnTo>
                    <a:lnTo>
                      <a:pt x="723" y="377"/>
                    </a:lnTo>
                    <a:lnTo>
                      <a:pt x="723" y="422"/>
                    </a:lnTo>
                    <a:lnTo>
                      <a:pt x="708" y="422"/>
                    </a:lnTo>
                    <a:lnTo>
                      <a:pt x="705" y="422"/>
                    </a:lnTo>
                    <a:lnTo>
                      <a:pt x="701" y="423"/>
                    </a:lnTo>
                    <a:lnTo>
                      <a:pt x="699" y="424"/>
                    </a:lnTo>
                    <a:lnTo>
                      <a:pt x="697" y="426"/>
                    </a:lnTo>
                    <a:lnTo>
                      <a:pt x="695" y="428"/>
                    </a:lnTo>
                    <a:lnTo>
                      <a:pt x="694" y="430"/>
                    </a:lnTo>
                    <a:lnTo>
                      <a:pt x="693" y="434"/>
                    </a:lnTo>
                    <a:lnTo>
                      <a:pt x="693" y="437"/>
                    </a:lnTo>
                    <a:lnTo>
                      <a:pt x="693" y="782"/>
                    </a:lnTo>
                    <a:lnTo>
                      <a:pt x="632" y="782"/>
                    </a:lnTo>
                    <a:lnTo>
                      <a:pt x="632" y="105"/>
                    </a:lnTo>
                    <a:lnTo>
                      <a:pt x="632" y="102"/>
                    </a:lnTo>
                    <a:lnTo>
                      <a:pt x="631" y="99"/>
                    </a:lnTo>
                    <a:lnTo>
                      <a:pt x="630" y="97"/>
                    </a:lnTo>
                    <a:lnTo>
                      <a:pt x="627" y="95"/>
                    </a:lnTo>
                    <a:lnTo>
                      <a:pt x="625" y="92"/>
                    </a:lnTo>
                    <a:lnTo>
                      <a:pt x="623" y="91"/>
                    </a:lnTo>
                    <a:lnTo>
                      <a:pt x="620" y="90"/>
                    </a:lnTo>
                    <a:lnTo>
                      <a:pt x="617" y="90"/>
                    </a:lnTo>
                    <a:lnTo>
                      <a:pt x="542" y="90"/>
                    </a:lnTo>
                    <a:lnTo>
                      <a:pt x="542" y="15"/>
                    </a:lnTo>
                    <a:lnTo>
                      <a:pt x="542" y="12"/>
                    </a:lnTo>
                    <a:lnTo>
                      <a:pt x="540" y="9"/>
                    </a:lnTo>
                    <a:lnTo>
                      <a:pt x="539" y="7"/>
                    </a:lnTo>
                    <a:lnTo>
                      <a:pt x="537" y="4"/>
                    </a:lnTo>
                    <a:lnTo>
                      <a:pt x="535" y="2"/>
                    </a:lnTo>
                    <a:lnTo>
                      <a:pt x="533" y="1"/>
                    </a:lnTo>
                    <a:lnTo>
                      <a:pt x="530" y="0"/>
                    </a:lnTo>
                    <a:lnTo>
                      <a:pt x="527" y="0"/>
                    </a:lnTo>
                    <a:lnTo>
                      <a:pt x="376" y="0"/>
                    </a:lnTo>
                    <a:lnTo>
                      <a:pt x="373" y="0"/>
                    </a:lnTo>
                    <a:lnTo>
                      <a:pt x="370" y="1"/>
                    </a:lnTo>
                    <a:lnTo>
                      <a:pt x="368" y="2"/>
                    </a:lnTo>
                    <a:lnTo>
                      <a:pt x="366" y="4"/>
                    </a:lnTo>
                    <a:lnTo>
                      <a:pt x="364" y="7"/>
                    </a:lnTo>
                    <a:lnTo>
                      <a:pt x="362" y="9"/>
                    </a:lnTo>
                    <a:lnTo>
                      <a:pt x="361" y="12"/>
                    </a:lnTo>
                    <a:lnTo>
                      <a:pt x="361" y="15"/>
                    </a:lnTo>
                    <a:lnTo>
                      <a:pt x="361" y="90"/>
                    </a:lnTo>
                    <a:lnTo>
                      <a:pt x="286" y="90"/>
                    </a:lnTo>
                    <a:lnTo>
                      <a:pt x="283" y="90"/>
                    </a:lnTo>
                    <a:lnTo>
                      <a:pt x="280" y="91"/>
                    </a:lnTo>
                    <a:lnTo>
                      <a:pt x="278" y="92"/>
                    </a:lnTo>
                    <a:lnTo>
                      <a:pt x="276" y="95"/>
                    </a:lnTo>
                    <a:lnTo>
                      <a:pt x="273" y="97"/>
                    </a:lnTo>
                    <a:lnTo>
                      <a:pt x="272" y="99"/>
                    </a:lnTo>
                    <a:lnTo>
                      <a:pt x="271" y="102"/>
                    </a:lnTo>
                    <a:lnTo>
                      <a:pt x="271" y="105"/>
                    </a:lnTo>
                    <a:lnTo>
                      <a:pt x="271" y="782"/>
                    </a:lnTo>
                    <a:lnTo>
                      <a:pt x="210" y="782"/>
                    </a:lnTo>
                    <a:lnTo>
                      <a:pt x="210" y="437"/>
                    </a:lnTo>
                    <a:lnTo>
                      <a:pt x="210" y="434"/>
                    </a:lnTo>
                    <a:lnTo>
                      <a:pt x="209" y="430"/>
                    </a:lnTo>
                    <a:lnTo>
                      <a:pt x="208" y="428"/>
                    </a:lnTo>
                    <a:lnTo>
                      <a:pt x="206" y="426"/>
                    </a:lnTo>
                    <a:lnTo>
                      <a:pt x="204" y="424"/>
                    </a:lnTo>
                    <a:lnTo>
                      <a:pt x="202" y="423"/>
                    </a:lnTo>
                    <a:lnTo>
                      <a:pt x="198" y="422"/>
                    </a:lnTo>
                    <a:lnTo>
                      <a:pt x="195" y="422"/>
                    </a:lnTo>
                    <a:lnTo>
                      <a:pt x="180" y="422"/>
                    </a:lnTo>
                    <a:lnTo>
                      <a:pt x="180" y="376"/>
                    </a:lnTo>
                    <a:lnTo>
                      <a:pt x="180" y="373"/>
                    </a:lnTo>
                    <a:lnTo>
                      <a:pt x="179" y="370"/>
                    </a:lnTo>
                    <a:lnTo>
                      <a:pt x="178" y="368"/>
                    </a:lnTo>
                    <a:lnTo>
                      <a:pt x="176" y="366"/>
                    </a:lnTo>
                    <a:lnTo>
                      <a:pt x="174" y="364"/>
                    </a:lnTo>
                    <a:lnTo>
                      <a:pt x="172" y="363"/>
                    </a:lnTo>
                    <a:lnTo>
                      <a:pt x="168" y="362"/>
                    </a:lnTo>
                    <a:lnTo>
                      <a:pt x="165" y="362"/>
                    </a:lnTo>
                    <a:lnTo>
                      <a:pt x="162" y="362"/>
                    </a:lnTo>
                    <a:lnTo>
                      <a:pt x="160" y="363"/>
                    </a:lnTo>
                    <a:lnTo>
                      <a:pt x="157" y="364"/>
                    </a:lnTo>
                    <a:lnTo>
                      <a:pt x="154" y="366"/>
                    </a:lnTo>
                    <a:lnTo>
                      <a:pt x="153" y="368"/>
                    </a:lnTo>
                    <a:lnTo>
                      <a:pt x="151" y="370"/>
                    </a:lnTo>
                    <a:lnTo>
                      <a:pt x="151" y="373"/>
                    </a:lnTo>
                    <a:lnTo>
                      <a:pt x="150" y="377"/>
                    </a:lnTo>
                    <a:lnTo>
                      <a:pt x="150" y="422"/>
                    </a:lnTo>
                    <a:lnTo>
                      <a:pt x="45" y="422"/>
                    </a:lnTo>
                    <a:lnTo>
                      <a:pt x="42" y="422"/>
                    </a:lnTo>
                    <a:lnTo>
                      <a:pt x="40" y="423"/>
                    </a:lnTo>
                    <a:lnTo>
                      <a:pt x="36" y="424"/>
                    </a:lnTo>
                    <a:lnTo>
                      <a:pt x="34" y="426"/>
                    </a:lnTo>
                    <a:lnTo>
                      <a:pt x="32" y="428"/>
                    </a:lnTo>
                    <a:lnTo>
                      <a:pt x="31" y="430"/>
                    </a:lnTo>
                    <a:lnTo>
                      <a:pt x="30" y="434"/>
                    </a:lnTo>
                    <a:lnTo>
                      <a:pt x="30" y="437"/>
                    </a:lnTo>
                    <a:lnTo>
                      <a:pt x="30" y="782"/>
                    </a:lnTo>
                    <a:lnTo>
                      <a:pt x="15" y="782"/>
                    </a:lnTo>
                    <a:lnTo>
                      <a:pt x="12" y="783"/>
                    </a:lnTo>
                    <a:lnTo>
                      <a:pt x="9" y="784"/>
                    </a:lnTo>
                    <a:lnTo>
                      <a:pt x="6" y="786"/>
                    </a:lnTo>
                    <a:lnTo>
                      <a:pt x="4" y="788"/>
                    </a:lnTo>
                    <a:lnTo>
                      <a:pt x="2" y="790"/>
                    </a:lnTo>
                    <a:lnTo>
                      <a:pt x="1" y="792"/>
                    </a:lnTo>
                    <a:lnTo>
                      <a:pt x="0" y="795"/>
                    </a:lnTo>
                    <a:lnTo>
                      <a:pt x="0" y="798"/>
                    </a:lnTo>
                    <a:lnTo>
                      <a:pt x="0" y="801"/>
                    </a:lnTo>
                    <a:lnTo>
                      <a:pt x="1" y="804"/>
                    </a:lnTo>
                    <a:lnTo>
                      <a:pt x="2" y="806"/>
                    </a:lnTo>
                    <a:lnTo>
                      <a:pt x="4" y="808"/>
                    </a:lnTo>
                    <a:lnTo>
                      <a:pt x="6" y="810"/>
                    </a:lnTo>
                    <a:lnTo>
                      <a:pt x="9" y="811"/>
                    </a:lnTo>
                    <a:lnTo>
                      <a:pt x="12" y="812"/>
                    </a:lnTo>
                    <a:lnTo>
                      <a:pt x="15" y="813"/>
                    </a:lnTo>
                    <a:lnTo>
                      <a:pt x="45" y="812"/>
                    </a:lnTo>
                    <a:lnTo>
                      <a:pt x="195" y="812"/>
                    </a:lnTo>
                    <a:lnTo>
                      <a:pt x="286" y="812"/>
                    </a:lnTo>
                    <a:lnTo>
                      <a:pt x="617" y="812"/>
                    </a:lnTo>
                    <a:lnTo>
                      <a:pt x="708" y="812"/>
                    </a:lnTo>
                    <a:lnTo>
                      <a:pt x="858" y="812"/>
                    </a:lnTo>
                    <a:lnTo>
                      <a:pt x="888" y="812"/>
                    </a:lnTo>
                    <a:lnTo>
                      <a:pt x="891" y="812"/>
                    </a:lnTo>
                    <a:lnTo>
                      <a:pt x="893" y="811"/>
                    </a:lnTo>
                    <a:lnTo>
                      <a:pt x="897" y="810"/>
                    </a:lnTo>
                    <a:lnTo>
                      <a:pt x="899" y="808"/>
                    </a:lnTo>
                    <a:lnTo>
                      <a:pt x="901" y="806"/>
                    </a:lnTo>
                    <a:lnTo>
                      <a:pt x="902" y="804"/>
                    </a:lnTo>
                    <a:lnTo>
                      <a:pt x="903" y="801"/>
                    </a:lnTo>
                    <a:lnTo>
                      <a:pt x="903" y="798"/>
                    </a:lnTo>
                    <a:lnTo>
                      <a:pt x="903" y="795"/>
                    </a:lnTo>
                    <a:lnTo>
                      <a:pt x="902" y="792"/>
                    </a:lnTo>
                    <a:lnTo>
                      <a:pt x="901" y="790"/>
                    </a:lnTo>
                    <a:lnTo>
                      <a:pt x="899" y="788"/>
                    </a:lnTo>
                    <a:lnTo>
                      <a:pt x="897" y="786"/>
                    </a:lnTo>
                    <a:lnTo>
                      <a:pt x="893" y="784"/>
                    </a:lnTo>
                    <a:lnTo>
                      <a:pt x="891" y="783"/>
                    </a:lnTo>
                    <a:lnTo>
                      <a:pt x="888" y="783"/>
                    </a:lnTo>
                    <a:lnTo>
                      <a:pt x="888" y="7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276"/>
              <p:cNvSpPr>
                <a:spLocks/>
              </p:cNvSpPr>
              <p:nvPr/>
            </p:nvSpPr>
            <p:spPr bwMode="auto">
              <a:xfrm>
                <a:off x="7160080" y="1754394"/>
                <a:ext cx="82097" cy="19997"/>
              </a:xfrm>
              <a:custGeom>
                <a:avLst/>
                <a:gdLst>
                  <a:gd name="T0" fmla="*/ 15 w 241"/>
                  <a:gd name="T1" fmla="*/ 30 h 30"/>
                  <a:gd name="T2" fmla="*/ 226 w 241"/>
                  <a:gd name="T3" fmla="*/ 30 h 30"/>
                  <a:gd name="T4" fmla="*/ 230 w 241"/>
                  <a:gd name="T5" fmla="*/ 29 h 30"/>
                  <a:gd name="T6" fmla="*/ 232 w 241"/>
                  <a:gd name="T7" fmla="*/ 29 h 30"/>
                  <a:gd name="T8" fmla="*/ 235 w 241"/>
                  <a:gd name="T9" fmla="*/ 27 h 30"/>
                  <a:gd name="T10" fmla="*/ 237 w 241"/>
                  <a:gd name="T11" fmla="*/ 26 h 30"/>
                  <a:gd name="T12" fmla="*/ 239 w 241"/>
                  <a:gd name="T13" fmla="*/ 23 h 30"/>
                  <a:gd name="T14" fmla="*/ 240 w 241"/>
                  <a:gd name="T15" fmla="*/ 21 h 30"/>
                  <a:gd name="T16" fmla="*/ 241 w 241"/>
                  <a:gd name="T17" fmla="*/ 18 h 30"/>
                  <a:gd name="T18" fmla="*/ 241 w 241"/>
                  <a:gd name="T19" fmla="*/ 15 h 30"/>
                  <a:gd name="T20" fmla="*/ 241 w 241"/>
                  <a:gd name="T21" fmla="*/ 12 h 30"/>
                  <a:gd name="T22" fmla="*/ 240 w 241"/>
                  <a:gd name="T23" fmla="*/ 9 h 30"/>
                  <a:gd name="T24" fmla="*/ 239 w 241"/>
                  <a:gd name="T25" fmla="*/ 7 h 30"/>
                  <a:gd name="T26" fmla="*/ 237 w 241"/>
                  <a:gd name="T27" fmla="*/ 5 h 30"/>
                  <a:gd name="T28" fmla="*/ 235 w 241"/>
                  <a:gd name="T29" fmla="*/ 3 h 30"/>
                  <a:gd name="T30" fmla="*/ 232 w 241"/>
                  <a:gd name="T31" fmla="*/ 1 h 30"/>
                  <a:gd name="T32" fmla="*/ 230 w 241"/>
                  <a:gd name="T33" fmla="*/ 0 h 30"/>
                  <a:gd name="T34" fmla="*/ 226 w 241"/>
                  <a:gd name="T35" fmla="*/ 0 h 30"/>
                  <a:gd name="T36" fmla="*/ 15 w 241"/>
                  <a:gd name="T37" fmla="*/ 0 h 30"/>
                  <a:gd name="T38" fmla="*/ 13 w 241"/>
                  <a:gd name="T39" fmla="*/ 0 h 30"/>
                  <a:gd name="T40" fmla="*/ 10 w 241"/>
                  <a:gd name="T41" fmla="*/ 1 h 30"/>
                  <a:gd name="T42" fmla="*/ 8 w 241"/>
                  <a:gd name="T43" fmla="*/ 3 h 30"/>
                  <a:gd name="T44" fmla="*/ 4 w 241"/>
                  <a:gd name="T45" fmla="*/ 5 h 30"/>
                  <a:gd name="T46" fmla="*/ 3 w 241"/>
                  <a:gd name="T47" fmla="*/ 7 h 30"/>
                  <a:gd name="T48" fmla="*/ 1 w 241"/>
                  <a:gd name="T49" fmla="*/ 9 h 30"/>
                  <a:gd name="T50" fmla="*/ 1 w 241"/>
                  <a:gd name="T51" fmla="*/ 12 h 30"/>
                  <a:gd name="T52" fmla="*/ 0 w 241"/>
                  <a:gd name="T53" fmla="*/ 15 h 30"/>
                  <a:gd name="T54" fmla="*/ 1 w 241"/>
                  <a:gd name="T55" fmla="*/ 18 h 30"/>
                  <a:gd name="T56" fmla="*/ 1 w 241"/>
                  <a:gd name="T57" fmla="*/ 21 h 30"/>
                  <a:gd name="T58" fmla="*/ 3 w 241"/>
                  <a:gd name="T59" fmla="*/ 23 h 30"/>
                  <a:gd name="T60" fmla="*/ 4 w 241"/>
                  <a:gd name="T61" fmla="*/ 26 h 30"/>
                  <a:gd name="T62" fmla="*/ 8 w 241"/>
                  <a:gd name="T63" fmla="*/ 27 h 30"/>
                  <a:gd name="T64" fmla="*/ 10 w 241"/>
                  <a:gd name="T65" fmla="*/ 29 h 30"/>
                  <a:gd name="T66" fmla="*/ 13 w 241"/>
                  <a:gd name="T67" fmla="*/ 29 h 30"/>
                  <a:gd name="T68" fmla="*/ 15 w 241"/>
                  <a:gd name="T69" fmla="*/ 30 h 30"/>
                  <a:gd name="T70" fmla="*/ 15 w 241"/>
                  <a:gd name="T7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1" h="30">
                    <a:moveTo>
                      <a:pt x="15" y="30"/>
                    </a:moveTo>
                    <a:lnTo>
                      <a:pt x="226" y="30"/>
                    </a:lnTo>
                    <a:lnTo>
                      <a:pt x="230" y="29"/>
                    </a:lnTo>
                    <a:lnTo>
                      <a:pt x="232" y="29"/>
                    </a:lnTo>
                    <a:lnTo>
                      <a:pt x="235" y="27"/>
                    </a:lnTo>
                    <a:lnTo>
                      <a:pt x="237" y="26"/>
                    </a:lnTo>
                    <a:lnTo>
                      <a:pt x="239" y="23"/>
                    </a:lnTo>
                    <a:lnTo>
                      <a:pt x="240" y="21"/>
                    </a:lnTo>
                    <a:lnTo>
                      <a:pt x="241" y="18"/>
                    </a:lnTo>
                    <a:lnTo>
                      <a:pt x="241" y="15"/>
                    </a:lnTo>
                    <a:lnTo>
                      <a:pt x="241" y="12"/>
                    </a:lnTo>
                    <a:lnTo>
                      <a:pt x="240" y="9"/>
                    </a:lnTo>
                    <a:lnTo>
                      <a:pt x="239" y="7"/>
                    </a:lnTo>
                    <a:lnTo>
                      <a:pt x="237" y="5"/>
                    </a:lnTo>
                    <a:lnTo>
                      <a:pt x="235" y="3"/>
                    </a:lnTo>
                    <a:lnTo>
                      <a:pt x="232" y="1"/>
                    </a:lnTo>
                    <a:lnTo>
                      <a:pt x="230" y="0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0" y="1"/>
                    </a:lnTo>
                    <a:lnTo>
                      <a:pt x="8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1" y="18"/>
                    </a:lnTo>
                    <a:lnTo>
                      <a:pt x="1" y="21"/>
                    </a:lnTo>
                    <a:lnTo>
                      <a:pt x="3" y="23"/>
                    </a:lnTo>
                    <a:lnTo>
                      <a:pt x="4" y="26"/>
                    </a:lnTo>
                    <a:lnTo>
                      <a:pt x="8" y="27"/>
                    </a:lnTo>
                    <a:lnTo>
                      <a:pt x="10" y="29"/>
                    </a:lnTo>
                    <a:lnTo>
                      <a:pt x="13" y="29"/>
                    </a:lnTo>
                    <a:lnTo>
                      <a:pt x="15" y="30"/>
                    </a:lnTo>
                    <a:lnTo>
                      <a:pt x="1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277"/>
              <p:cNvSpPr>
                <a:spLocks/>
              </p:cNvSpPr>
              <p:nvPr/>
            </p:nvSpPr>
            <p:spPr bwMode="auto">
              <a:xfrm>
                <a:off x="7160080" y="1694402"/>
                <a:ext cx="120195" cy="19997"/>
              </a:xfrm>
              <a:custGeom>
                <a:avLst/>
                <a:gdLst>
                  <a:gd name="T0" fmla="*/ 15 w 241"/>
                  <a:gd name="T1" fmla="*/ 31 h 31"/>
                  <a:gd name="T2" fmla="*/ 226 w 241"/>
                  <a:gd name="T3" fmla="*/ 31 h 31"/>
                  <a:gd name="T4" fmla="*/ 230 w 241"/>
                  <a:gd name="T5" fmla="*/ 30 h 31"/>
                  <a:gd name="T6" fmla="*/ 232 w 241"/>
                  <a:gd name="T7" fmla="*/ 29 h 31"/>
                  <a:gd name="T8" fmla="*/ 235 w 241"/>
                  <a:gd name="T9" fmla="*/ 28 h 31"/>
                  <a:gd name="T10" fmla="*/ 237 w 241"/>
                  <a:gd name="T11" fmla="*/ 26 h 31"/>
                  <a:gd name="T12" fmla="*/ 239 w 241"/>
                  <a:gd name="T13" fmla="*/ 24 h 31"/>
                  <a:gd name="T14" fmla="*/ 240 w 241"/>
                  <a:gd name="T15" fmla="*/ 22 h 31"/>
                  <a:gd name="T16" fmla="*/ 241 w 241"/>
                  <a:gd name="T17" fmla="*/ 18 h 31"/>
                  <a:gd name="T18" fmla="*/ 241 w 241"/>
                  <a:gd name="T19" fmla="*/ 16 h 31"/>
                  <a:gd name="T20" fmla="*/ 241 w 241"/>
                  <a:gd name="T21" fmla="*/ 13 h 31"/>
                  <a:gd name="T22" fmla="*/ 240 w 241"/>
                  <a:gd name="T23" fmla="*/ 10 h 31"/>
                  <a:gd name="T24" fmla="*/ 239 w 241"/>
                  <a:gd name="T25" fmla="*/ 8 h 31"/>
                  <a:gd name="T26" fmla="*/ 237 w 241"/>
                  <a:gd name="T27" fmla="*/ 6 h 31"/>
                  <a:gd name="T28" fmla="*/ 235 w 241"/>
                  <a:gd name="T29" fmla="*/ 3 h 31"/>
                  <a:gd name="T30" fmla="*/ 232 w 241"/>
                  <a:gd name="T31" fmla="*/ 2 h 31"/>
                  <a:gd name="T32" fmla="*/ 230 w 241"/>
                  <a:gd name="T33" fmla="*/ 1 h 31"/>
                  <a:gd name="T34" fmla="*/ 226 w 241"/>
                  <a:gd name="T35" fmla="*/ 0 h 31"/>
                  <a:gd name="T36" fmla="*/ 15 w 241"/>
                  <a:gd name="T37" fmla="*/ 0 h 31"/>
                  <a:gd name="T38" fmla="*/ 13 w 241"/>
                  <a:gd name="T39" fmla="*/ 1 h 31"/>
                  <a:gd name="T40" fmla="*/ 10 w 241"/>
                  <a:gd name="T41" fmla="*/ 2 h 31"/>
                  <a:gd name="T42" fmla="*/ 8 w 241"/>
                  <a:gd name="T43" fmla="*/ 3 h 31"/>
                  <a:gd name="T44" fmla="*/ 4 w 241"/>
                  <a:gd name="T45" fmla="*/ 6 h 31"/>
                  <a:gd name="T46" fmla="*/ 3 w 241"/>
                  <a:gd name="T47" fmla="*/ 8 h 31"/>
                  <a:gd name="T48" fmla="*/ 1 w 241"/>
                  <a:gd name="T49" fmla="*/ 10 h 31"/>
                  <a:gd name="T50" fmla="*/ 1 w 241"/>
                  <a:gd name="T51" fmla="*/ 13 h 31"/>
                  <a:gd name="T52" fmla="*/ 0 w 241"/>
                  <a:gd name="T53" fmla="*/ 16 h 31"/>
                  <a:gd name="T54" fmla="*/ 1 w 241"/>
                  <a:gd name="T55" fmla="*/ 18 h 31"/>
                  <a:gd name="T56" fmla="*/ 1 w 241"/>
                  <a:gd name="T57" fmla="*/ 22 h 31"/>
                  <a:gd name="T58" fmla="*/ 3 w 241"/>
                  <a:gd name="T59" fmla="*/ 24 h 31"/>
                  <a:gd name="T60" fmla="*/ 4 w 241"/>
                  <a:gd name="T61" fmla="*/ 26 h 31"/>
                  <a:gd name="T62" fmla="*/ 8 w 241"/>
                  <a:gd name="T63" fmla="*/ 28 h 31"/>
                  <a:gd name="T64" fmla="*/ 10 w 241"/>
                  <a:gd name="T65" fmla="*/ 29 h 31"/>
                  <a:gd name="T66" fmla="*/ 13 w 241"/>
                  <a:gd name="T67" fmla="*/ 30 h 31"/>
                  <a:gd name="T68" fmla="*/ 15 w 241"/>
                  <a:gd name="T69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1" h="31">
                    <a:moveTo>
                      <a:pt x="15" y="31"/>
                    </a:moveTo>
                    <a:lnTo>
                      <a:pt x="226" y="31"/>
                    </a:lnTo>
                    <a:lnTo>
                      <a:pt x="230" y="30"/>
                    </a:lnTo>
                    <a:lnTo>
                      <a:pt x="232" y="29"/>
                    </a:lnTo>
                    <a:lnTo>
                      <a:pt x="235" y="28"/>
                    </a:lnTo>
                    <a:lnTo>
                      <a:pt x="237" y="26"/>
                    </a:lnTo>
                    <a:lnTo>
                      <a:pt x="239" y="24"/>
                    </a:lnTo>
                    <a:lnTo>
                      <a:pt x="240" y="22"/>
                    </a:lnTo>
                    <a:lnTo>
                      <a:pt x="241" y="18"/>
                    </a:lnTo>
                    <a:lnTo>
                      <a:pt x="241" y="16"/>
                    </a:lnTo>
                    <a:lnTo>
                      <a:pt x="241" y="13"/>
                    </a:lnTo>
                    <a:lnTo>
                      <a:pt x="240" y="10"/>
                    </a:lnTo>
                    <a:lnTo>
                      <a:pt x="239" y="8"/>
                    </a:lnTo>
                    <a:lnTo>
                      <a:pt x="237" y="6"/>
                    </a:lnTo>
                    <a:lnTo>
                      <a:pt x="235" y="3"/>
                    </a:lnTo>
                    <a:lnTo>
                      <a:pt x="232" y="2"/>
                    </a:lnTo>
                    <a:lnTo>
                      <a:pt x="230" y="1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1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4" y="6"/>
                    </a:lnTo>
                    <a:lnTo>
                      <a:pt x="3" y="8"/>
                    </a:lnTo>
                    <a:lnTo>
                      <a:pt x="1" y="10"/>
                    </a:lnTo>
                    <a:lnTo>
                      <a:pt x="1" y="13"/>
                    </a:lnTo>
                    <a:lnTo>
                      <a:pt x="0" y="16"/>
                    </a:lnTo>
                    <a:lnTo>
                      <a:pt x="1" y="18"/>
                    </a:lnTo>
                    <a:lnTo>
                      <a:pt x="1" y="22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8" y="28"/>
                    </a:lnTo>
                    <a:lnTo>
                      <a:pt x="10" y="29"/>
                    </a:lnTo>
                    <a:lnTo>
                      <a:pt x="13" y="30"/>
                    </a:lnTo>
                    <a:lnTo>
                      <a:pt x="1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278"/>
              <p:cNvSpPr>
                <a:spLocks/>
              </p:cNvSpPr>
              <p:nvPr/>
            </p:nvSpPr>
            <p:spPr bwMode="auto">
              <a:xfrm>
                <a:off x="7160080" y="1814386"/>
                <a:ext cx="56072" cy="19997"/>
              </a:xfrm>
              <a:custGeom>
                <a:avLst/>
                <a:gdLst>
                  <a:gd name="T0" fmla="*/ 15 w 241"/>
                  <a:gd name="T1" fmla="*/ 31 h 31"/>
                  <a:gd name="T2" fmla="*/ 226 w 241"/>
                  <a:gd name="T3" fmla="*/ 31 h 31"/>
                  <a:gd name="T4" fmla="*/ 230 w 241"/>
                  <a:gd name="T5" fmla="*/ 31 h 31"/>
                  <a:gd name="T6" fmla="*/ 232 w 241"/>
                  <a:gd name="T7" fmla="*/ 29 h 31"/>
                  <a:gd name="T8" fmla="*/ 235 w 241"/>
                  <a:gd name="T9" fmla="*/ 27 h 31"/>
                  <a:gd name="T10" fmla="*/ 237 w 241"/>
                  <a:gd name="T11" fmla="*/ 26 h 31"/>
                  <a:gd name="T12" fmla="*/ 239 w 241"/>
                  <a:gd name="T13" fmla="*/ 24 h 31"/>
                  <a:gd name="T14" fmla="*/ 240 w 241"/>
                  <a:gd name="T15" fmla="*/ 21 h 31"/>
                  <a:gd name="T16" fmla="*/ 241 w 241"/>
                  <a:gd name="T17" fmla="*/ 19 h 31"/>
                  <a:gd name="T18" fmla="*/ 241 w 241"/>
                  <a:gd name="T19" fmla="*/ 16 h 31"/>
                  <a:gd name="T20" fmla="*/ 241 w 241"/>
                  <a:gd name="T21" fmla="*/ 12 h 31"/>
                  <a:gd name="T22" fmla="*/ 240 w 241"/>
                  <a:gd name="T23" fmla="*/ 9 h 31"/>
                  <a:gd name="T24" fmla="*/ 239 w 241"/>
                  <a:gd name="T25" fmla="*/ 7 h 31"/>
                  <a:gd name="T26" fmla="*/ 237 w 241"/>
                  <a:gd name="T27" fmla="*/ 5 h 31"/>
                  <a:gd name="T28" fmla="*/ 235 w 241"/>
                  <a:gd name="T29" fmla="*/ 3 h 31"/>
                  <a:gd name="T30" fmla="*/ 232 w 241"/>
                  <a:gd name="T31" fmla="*/ 2 h 31"/>
                  <a:gd name="T32" fmla="*/ 230 w 241"/>
                  <a:gd name="T33" fmla="*/ 0 h 31"/>
                  <a:gd name="T34" fmla="*/ 226 w 241"/>
                  <a:gd name="T35" fmla="*/ 0 h 31"/>
                  <a:gd name="T36" fmla="*/ 15 w 241"/>
                  <a:gd name="T37" fmla="*/ 0 h 31"/>
                  <a:gd name="T38" fmla="*/ 13 w 241"/>
                  <a:gd name="T39" fmla="*/ 0 h 31"/>
                  <a:gd name="T40" fmla="*/ 10 w 241"/>
                  <a:gd name="T41" fmla="*/ 2 h 31"/>
                  <a:gd name="T42" fmla="*/ 8 w 241"/>
                  <a:gd name="T43" fmla="*/ 3 h 31"/>
                  <a:gd name="T44" fmla="*/ 4 w 241"/>
                  <a:gd name="T45" fmla="*/ 5 h 31"/>
                  <a:gd name="T46" fmla="*/ 3 w 241"/>
                  <a:gd name="T47" fmla="*/ 7 h 31"/>
                  <a:gd name="T48" fmla="*/ 1 w 241"/>
                  <a:gd name="T49" fmla="*/ 9 h 31"/>
                  <a:gd name="T50" fmla="*/ 1 w 241"/>
                  <a:gd name="T51" fmla="*/ 12 h 31"/>
                  <a:gd name="T52" fmla="*/ 0 w 241"/>
                  <a:gd name="T53" fmla="*/ 16 h 31"/>
                  <a:gd name="T54" fmla="*/ 1 w 241"/>
                  <a:gd name="T55" fmla="*/ 19 h 31"/>
                  <a:gd name="T56" fmla="*/ 1 w 241"/>
                  <a:gd name="T57" fmla="*/ 21 h 31"/>
                  <a:gd name="T58" fmla="*/ 3 w 241"/>
                  <a:gd name="T59" fmla="*/ 24 h 31"/>
                  <a:gd name="T60" fmla="*/ 4 w 241"/>
                  <a:gd name="T61" fmla="*/ 26 h 31"/>
                  <a:gd name="T62" fmla="*/ 8 w 241"/>
                  <a:gd name="T63" fmla="*/ 27 h 31"/>
                  <a:gd name="T64" fmla="*/ 10 w 241"/>
                  <a:gd name="T65" fmla="*/ 29 h 31"/>
                  <a:gd name="T66" fmla="*/ 13 w 241"/>
                  <a:gd name="T67" fmla="*/ 31 h 31"/>
                  <a:gd name="T68" fmla="*/ 15 w 241"/>
                  <a:gd name="T69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1" h="31">
                    <a:moveTo>
                      <a:pt x="15" y="31"/>
                    </a:moveTo>
                    <a:lnTo>
                      <a:pt x="226" y="31"/>
                    </a:lnTo>
                    <a:lnTo>
                      <a:pt x="230" y="31"/>
                    </a:lnTo>
                    <a:lnTo>
                      <a:pt x="232" y="29"/>
                    </a:lnTo>
                    <a:lnTo>
                      <a:pt x="235" y="27"/>
                    </a:lnTo>
                    <a:lnTo>
                      <a:pt x="237" y="26"/>
                    </a:lnTo>
                    <a:lnTo>
                      <a:pt x="239" y="24"/>
                    </a:lnTo>
                    <a:lnTo>
                      <a:pt x="240" y="21"/>
                    </a:lnTo>
                    <a:lnTo>
                      <a:pt x="241" y="19"/>
                    </a:lnTo>
                    <a:lnTo>
                      <a:pt x="241" y="16"/>
                    </a:lnTo>
                    <a:lnTo>
                      <a:pt x="241" y="12"/>
                    </a:lnTo>
                    <a:lnTo>
                      <a:pt x="240" y="9"/>
                    </a:lnTo>
                    <a:lnTo>
                      <a:pt x="239" y="7"/>
                    </a:lnTo>
                    <a:lnTo>
                      <a:pt x="237" y="5"/>
                    </a:lnTo>
                    <a:lnTo>
                      <a:pt x="235" y="3"/>
                    </a:lnTo>
                    <a:lnTo>
                      <a:pt x="232" y="2"/>
                    </a:lnTo>
                    <a:lnTo>
                      <a:pt x="230" y="0"/>
                    </a:lnTo>
                    <a:lnTo>
                      <a:pt x="226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4" y="5"/>
                    </a:lnTo>
                    <a:lnTo>
                      <a:pt x="3" y="7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0" y="16"/>
                    </a:lnTo>
                    <a:lnTo>
                      <a:pt x="1" y="19"/>
                    </a:lnTo>
                    <a:lnTo>
                      <a:pt x="1" y="21"/>
                    </a:lnTo>
                    <a:lnTo>
                      <a:pt x="3" y="24"/>
                    </a:lnTo>
                    <a:lnTo>
                      <a:pt x="4" y="26"/>
                    </a:lnTo>
                    <a:lnTo>
                      <a:pt x="8" y="27"/>
                    </a:lnTo>
                    <a:lnTo>
                      <a:pt x="10" y="29"/>
                    </a:lnTo>
                    <a:lnTo>
                      <a:pt x="13" y="31"/>
                    </a:lnTo>
                    <a:lnTo>
                      <a:pt x="1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5" name="Isosceles Triangle 83"/>
          <p:cNvSpPr/>
          <p:nvPr/>
        </p:nvSpPr>
        <p:spPr>
          <a:xfrm rot="16200000">
            <a:off x="6362759" y="940786"/>
            <a:ext cx="895734" cy="8060973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4">
            <a:extLst>
              <a:ext uri="{FF2B5EF4-FFF2-40B4-BE49-F238E27FC236}">
                <a16:creationId xmlns:a16="http://schemas.microsoft.com/office/drawing/2014/main" id="{252EC172-E540-483C-80CA-CB6ADB988B83}"/>
              </a:ext>
            </a:extLst>
          </p:cNvPr>
          <p:cNvSpPr txBox="1"/>
          <p:nvPr/>
        </p:nvSpPr>
        <p:spPr>
          <a:xfrm>
            <a:off x="3095585" y="4680692"/>
            <a:ext cx="7300166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buClr>
                <a:srgbClr val="E24848"/>
              </a:buCl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800" dirty="0" smtClean="0">
                <a:solidFill>
                  <a:schemeClr val="bg1"/>
                </a:solidFill>
              </a:rPr>
              <a:t>Cost Estimation and Quality Surveying of a 5 </a:t>
            </a:r>
            <a:r>
              <a:rPr lang="en-US" sz="1800" dirty="0" err="1" smtClean="0">
                <a:solidFill>
                  <a:schemeClr val="bg1"/>
                </a:solidFill>
              </a:rPr>
              <a:t>marla</a:t>
            </a:r>
            <a:r>
              <a:rPr lang="en-US" sz="1800" dirty="0" smtClean="0">
                <a:solidFill>
                  <a:schemeClr val="bg1"/>
                </a:solidFill>
              </a:rPr>
              <a:t> (22.5’ x 50’) House </a:t>
            </a:r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543" y="3435658"/>
            <a:ext cx="834528" cy="632548"/>
          </a:xfrm>
          <a:prstGeom prst="rect">
            <a:avLst/>
          </a:prstGeom>
        </p:spPr>
      </p:pic>
      <p:sp>
        <p:nvSpPr>
          <p:cNvPr id="12" name="Isosceles Triangle 83"/>
          <p:cNvSpPr/>
          <p:nvPr/>
        </p:nvSpPr>
        <p:spPr>
          <a:xfrm rot="16200000">
            <a:off x="5958013" y="-437035"/>
            <a:ext cx="1390794" cy="8375404"/>
          </a:xfrm>
          <a:custGeom>
            <a:avLst/>
            <a:gdLst/>
            <a:ahLst/>
            <a:cxnLst/>
            <a:rect l="l" t="t" r="r" b="b"/>
            <a:pathLst>
              <a:path w="914401" h="5581647">
                <a:moveTo>
                  <a:pt x="914401" y="0"/>
                </a:moveTo>
                <a:lnTo>
                  <a:pt x="914401" y="240741"/>
                </a:lnTo>
                <a:lnTo>
                  <a:pt x="914401" y="240741"/>
                </a:lnTo>
                <a:lnTo>
                  <a:pt x="914401" y="5581647"/>
                </a:lnTo>
                <a:lnTo>
                  <a:pt x="0" y="5581647"/>
                </a:lnTo>
                <a:lnTo>
                  <a:pt x="0" y="209547"/>
                </a:lnTo>
                <a:lnTo>
                  <a:pt x="715422" y="2095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6AD24FB-F972-40B0-9F44-8BF1B48BEC9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966164" y="3152419"/>
            <a:ext cx="7688923" cy="117105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600" b="1" spc="-150" dirty="0" smtClean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  <a:cs typeface="Lato" panose="020F0502020204030203" pitchFamily="34" charset="0"/>
              </a:rPr>
              <a:t>COST ESTIMATION</a:t>
            </a:r>
            <a:endParaRPr lang="en-US" sz="6600" b="1" spc="-150" dirty="0">
              <a:solidFill>
                <a:schemeClr val="bg1"/>
              </a:solidFill>
              <a:latin typeface="Lato" panose="020F0502020204030203" pitchFamily="34" charset="0"/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349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2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2" r="17131" b="8649"/>
          <a:stretch/>
        </p:blipFill>
        <p:spPr>
          <a:solidFill>
            <a:schemeClr val="bg1">
              <a:lumMod val="85000"/>
            </a:schemeClr>
          </a:solidFill>
        </p:spPr>
      </p:pic>
      <p:sp>
        <p:nvSpPr>
          <p:cNvPr id="8" name="Isosceles Triangle 83"/>
          <p:cNvSpPr/>
          <p:nvPr/>
        </p:nvSpPr>
        <p:spPr>
          <a:xfrm rot="16200000">
            <a:off x="6117219" y="65973"/>
            <a:ext cx="4525701" cy="5972537"/>
          </a:xfrm>
          <a:custGeom>
            <a:avLst/>
            <a:gdLst>
              <a:gd name="connsiteX0" fmla="*/ 914401 w 914401"/>
              <a:gd name="connsiteY0" fmla="*/ 0 h 5922172"/>
              <a:gd name="connsiteX1" fmla="*/ 914401 w 914401"/>
              <a:gd name="connsiteY1" fmla="*/ 581266 h 5922172"/>
              <a:gd name="connsiteX2" fmla="*/ 914401 w 914401"/>
              <a:gd name="connsiteY2" fmla="*/ 581266 h 5922172"/>
              <a:gd name="connsiteX3" fmla="*/ 914401 w 914401"/>
              <a:gd name="connsiteY3" fmla="*/ 5922172 h 5922172"/>
              <a:gd name="connsiteX4" fmla="*/ 0 w 914401"/>
              <a:gd name="connsiteY4" fmla="*/ 5922172 h 5922172"/>
              <a:gd name="connsiteX5" fmla="*/ 0 w 914401"/>
              <a:gd name="connsiteY5" fmla="*/ 550072 h 5922172"/>
              <a:gd name="connsiteX6" fmla="*/ 715422 w 914401"/>
              <a:gd name="connsiteY6" fmla="*/ 550072 h 5922172"/>
              <a:gd name="connsiteX7" fmla="*/ 914401 w 914401"/>
              <a:gd name="connsiteY7" fmla="*/ 0 h 5922172"/>
              <a:gd name="connsiteX0" fmla="*/ 914401 w 914401"/>
              <a:gd name="connsiteY0" fmla="*/ 0 h 5922172"/>
              <a:gd name="connsiteX1" fmla="*/ 914401 w 914401"/>
              <a:gd name="connsiteY1" fmla="*/ 581266 h 5922172"/>
              <a:gd name="connsiteX2" fmla="*/ 914401 w 914401"/>
              <a:gd name="connsiteY2" fmla="*/ 581266 h 5922172"/>
              <a:gd name="connsiteX3" fmla="*/ 914401 w 914401"/>
              <a:gd name="connsiteY3" fmla="*/ 5922172 h 5922172"/>
              <a:gd name="connsiteX4" fmla="*/ 0 w 914401"/>
              <a:gd name="connsiteY4" fmla="*/ 5922172 h 5922172"/>
              <a:gd name="connsiteX5" fmla="*/ 0 w 914401"/>
              <a:gd name="connsiteY5" fmla="*/ 550072 h 5922172"/>
              <a:gd name="connsiteX6" fmla="*/ 715422 w 914401"/>
              <a:gd name="connsiteY6" fmla="*/ 550072 h 5922172"/>
              <a:gd name="connsiteX7" fmla="*/ 914401 w 914401"/>
              <a:gd name="connsiteY7" fmla="*/ 0 h 5922172"/>
              <a:gd name="connsiteX0" fmla="*/ 914401 w 914401"/>
              <a:gd name="connsiteY0" fmla="*/ 0 h 5922172"/>
              <a:gd name="connsiteX1" fmla="*/ 914401 w 914401"/>
              <a:gd name="connsiteY1" fmla="*/ 581266 h 5922172"/>
              <a:gd name="connsiteX2" fmla="*/ 914401 w 914401"/>
              <a:gd name="connsiteY2" fmla="*/ 581266 h 5922172"/>
              <a:gd name="connsiteX3" fmla="*/ 914401 w 914401"/>
              <a:gd name="connsiteY3" fmla="*/ 5922172 h 5922172"/>
              <a:gd name="connsiteX4" fmla="*/ 0 w 914401"/>
              <a:gd name="connsiteY4" fmla="*/ 5922172 h 5922172"/>
              <a:gd name="connsiteX5" fmla="*/ 0 w 914401"/>
              <a:gd name="connsiteY5" fmla="*/ 550072 h 5922172"/>
              <a:gd name="connsiteX6" fmla="*/ 715422 w 914401"/>
              <a:gd name="connsiteY6" fmla="*/ 550072 h 5922172"/>
              <a:gd name="connsiteX7" fmla="*/ 914401 w 914401"/>
              <a:gd name="connsiteY7" fmla="*/ 0 h 5922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1" h="5922172">
                <a:moveTo>
                  <a:pt x="914401" y="0"/>
                </a:moveTo>
                <a:lnTo>
                  <a:pt x="914401" y="581266"/>
                </a:lnTo>
                <a:lnTo>
                  <a:pt x="914401" y="581266"/>
                </a:lnTo>
                <a:lnTo>
                  <a:pt x="914401" y="5922172"/>
                </a:lnTo>
                <a:lnTo>
                  <a:pt x="0" y="5922172"/>
                </a:lnTo>
                <a:lnTo>
                  <a:pt x="0" y="550072"/>
                </a:lnTo>
                <a:lnTo>
                  <a:pt x="715422" y="550072"/>
                </a:lnTo>
                <a:cubicBezTo>
                  <a:pt x="718583" y="553325"/>
                  <a:pt x="912676" y="15022"/>
                  <a:pt x="91440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507274" y="1108825"/>
            <a:ext cx="4293380" cy="584755"/>
          </a:xfrm>
          <a:prstGeom prst="rect">
            <a:avLst/>
          </a:prstGeom>
          <a:noFill/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899" tIns="60950" rIns="121899" bIns="60950" rtlCol="0" anchor="ctr">
            <a:spAutoFit/>
          </a:bodyPr>
          <a:lstStyle/>
          <a:p>
            <a:pPr>
              <a:tabLst>
                <a:tab pos="169069" algn="l"/>
              </a:tabLst>
            </a:pPr>
            <a:r>
              <a:rPr lang="en-US" sz="3000" dirty="0" smtClean="0">
                <a:solidFill>
                  <a:schemeClr val="bg1"/>
                </a:solidFill>
                <a:latin typeface="Montserrat" panose="00000500000000000000" pitchFamily="2" charset="0"/>
                <a:cs typeface="Lato Regular"/>
              </a:rPr>
              <a:t>Group </a:t>
            </a:r>
            <a:r>
              <a:rPr lang="en-US" sz="3000" b="1" dirty="0" smtClean="0">
                <a:solidFill>
                  <a:schemeClr val="bg1"/>
                </a:solidFill>
                <a:latin typeface="Montserrat" panose="00000500000000000000" pitchFamily="2" charset="0"/>
                <a:cs typeface="Lato Black" panose="020F0A02020204030203" pitchFamily="34" charset="0"/>
              </a:rPr>
              <a:t>Members</a:t>
            </a:r>
            <a:endParaRPr lang="en-US" sz="3000" dirty="0">
              <a:solidFill>
                <a:schemeClr val="bg1"/>
              </a:solidFill>
              <a:latin typeface="Montserrat" panose="00000500000000000000" pitchFamily="2" charset="0"/>
              <a:cs typeface="Lato Regula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07274" y="1710968"/>
            <a:ext cx="4611186" cy="199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Montserrat" panose="00000500000000000000" pitchFamily="2" charset="0"/>
                <a:cs typeface="Lato Light"/>
              </a:rPr>
              <a:t>Omer </a:t>
            </a:r>
            <a:r>
              <a:rPr lang="en-US" dirty="0" err="1" smtClean="0">
                <a:solidFill>
                  <a:schemeClr val="bg1"/>
                </a:solidFill>
                <a:latin typeface="Montserrat" panose="00000500000000000000" pitchFamily="2" charset="0"/>
                <a:cs typeface="Lato Light"/>
              </a:rPr>
              <a:t>Basit</a:t>
            </a:r>
            <a:endParaRPr lang="en-US" dirty="0" smtClean="0">
              <a:solidFill>
                <a:schemeClr val="bg1"/>
              </a:solidFill>
              <a:latin typeface="Montserrat" panose="00000500000000000000" pitchFamily="2" charset="0"/>
              <a:cs typeface="Lato Light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Montserrat" panose="00000500000000000000" pitchFamily="2" charset="0"/>
                <a:cs typeface="Lato Light"/>
              </a:rPr>
              <a:t>Muhammad Abdullah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Montserrat" panose="00000500000000000000" pitchFamily="2" charset="0"/>
                <a:cs typeface="Lato Light"/>
              </a:rPr>
              <a:t>Muhammad Ali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Montserrat" panose="00000500000000000000" pitchFamily="2" charset="0"/>
                <a:cs typeface="Lato Light"/>
              </a:rPr>
              <a:t>Muhammad Sameer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Montserrat" panose="00000500000000000000" pitchFamily="2" charset="0"/>
                <a:cs typeface="Lato Light"/>
              </a:rPr>
              <a:t>Muhammad Anique</a:t>
            </a:r>
            <a:endParaRPr lang="en-US" dirty="0">
              <a:solidFill>
                <a:schemeClr val="bg1"/>
              </a:solidFill>
              <a:latin typeface="Montserrat" panose="00000500000000000000" pitchFamily="2" charset="0"/>
              <a:cs typeface="Lato Light"/>
            </a:endParaRPr>
          </a:p>
        </p:txBody>
      </p:sp>
      <p:grpSp>
        <p:nvGrpSpPr>
          <p:cNvPr id="120" name="Group 119"/>
          <p:cNvGrpSpPr/>
          <p:nvPr/>
        </p:nvGrpSpPr>
        <p:grpSpPr>
          <a:xfrm>
            <a:off x="-29988" y="5600700"/>
            <a:ext cx="12221987" cy="1257300"/>
            <a:chOff x="-29987" y="5600700"/>
            <a:chExt cx="10708800" cy="1257300"/>
          </a:xfrm>
        </p:grpSpPr>
        <p:grpSp>
          <p:nvGrpSpPr>
            <p:cNvPr id="101" name="Group 100"/>
            <p:cNvGrpSpPr/>
            <p:nvPr/>
          </p:nvGrpSpPr>
          <p:grpSpPr>
            <a:xfrm>
              <a:off x="-29987" y="5600700"/>
              <a:ext cx="5354400" cy="1257300"/>
              <a:chOff x="-76202" y="2595961"/>
              <a:chExt cx="9241478" cy="2170049"/>
            </a:xfrm>
            <a:solidFill>
              <a:schemeClr val="bg1">
                <a:alpha val="20000"/>
              </a:schemeClr>
            </a:solidFill>
          </p:grpSpPr>
          <p:sp>
            <p:nvSpPr>
              <p:cNvPr id="102" name="Rectangle 15"/>
              <p:cNvSpPr/>
              <p:nvPr/>
            </p:nvSpPr>
            <p:spPr>
              <a:xfrm>
                <a:off x="-76202" y="2764910"/>
                <a:ext cx="9241478" cy="2001100"/>
              </a:xfrm>
              <a:custGeom>
                <a:avLst/>
                <a:gdLst/>
                <a:ahLst/>
                <a:cxnLst/>
                <a:rect l="l" t="t" r="r" b="b"/>
                <a:pathLst>
                  <a:path w="7210524" h="1561328">
                    <a:moveTo>
                      <a:pt x="4784746" y="0"/>
                    </a:moveTo>
                    <a:lnTo>
                      <a:pt x="5079978" y="0"/>
                    </a:lnTo>
                    <a:cubicBezTo>
                      <a:pt x="5088758" y="0"/>
                      <a:pt x="5095875" y="7117"/>
                      <a:pt x="5095875" y="15897"/>
                    </a:cubicBezTo>
                    <a:lnTo>
                      <a:pt x="5095875" y="41275"/>
                    </a:lnTo>
                    <a:lnTo>
                      <a:pt x="5158295" y="41275"/>
                    </a:lnTo>
                    <a:cubicBezTo>
                      <a:pt x="5171166" y="41275"/>
                      <a:pt x="5181600" y="51709"/>
                      <a:pt x="5181600" y="64580"/>
                    </a:cubicBezTo>
                    <a:lnTo>
                      <a:pt x="5181600" y="180374"/>
                    </a:lnTo>
                    <a:lnTo>
                      <a:pt x="5359379" y="180374"/>
                    </a:lnTo>
                    <a:cubicBezTo>
                      <a:pt x="5368159" y="180374"/>
                      <a:pt x="5375276" y="187491"/>
                      <a:pt x="5375276" y="196271"/>
                    </a:cubicBezTo>
                    <a:lnTo>
                      <a:pt x="5375276" y="652908"/>
                    </a:lnTo>
                    <a:cubicBezTo>
                      <a:pt x="5375276" y="601134"/>
                      <a:pt x="5423962" y="559162"/>
                      <a:pt x="5484019" y="559162"/>
                    </a:cubicBezTo>
                    <a:cubicBezTo>
                      <a:pt x="5530057" y="559162"/>
                      <a:pt x="5569413" y="583826"/>
                      <a:pt x="5584794" y="618883"/>
                    </a:cubicBezTo>
                    <a:lnTo>
                      <a:pt x="5586436" y="618883"/>
                    </a:lnTo>
                    <a:lnTo>
                      <a:pt x="5636496" y="668943"/>
                    </a:lnTo>
                    <a:lnTo>
                      <a:pt x="5686405" y="668943"/>
                    </a:lnTo>
                    <a:cubicBezTo>
                      <a:pt x="5695185" y="668943"/>
                      <a:pt x="5702302" y="676060"/>
                      <a:pt x="5702302" y="684840"/>
                    </a:cubicBezTo>
                    <a:lnTo>
                      <a:pt x="5702302" y="1166526"/>
                    </a:lnTo>
                    <a:lnTo>
                      <a:pt x="5791200" y="1166526"/>
                    </a:lnTo>
                    <a:lnTo>
                      <a:pt x="5791200" y="1096032"/>
                    </a:lnTo>
                    <a:cubicBezTo>
                      <a:pt x="5791200" y="1088488"/>
                      <a:pt x="5797315" y="1082373"/>
                      <a:pt x="5804859" y="1082373"/>
                    </a:cubicBezTo>
                    <a:lnTo>
                      <a:pt x="5931693" y="1082373"/>
                    </a:lnTo>
                    <a:lnTo>
                      <a:pt x="5931693" y="1062785"/>
                    </a:lnTo>
                    <a:cubicBezTo>
                      <a:pt x="5931693" y="1059013"/>
                      <a:pt x="5934750" y="1055956"/>
                      <a:pt x="5938522" y="1055956"/>
                    </a:cubicBezTo>
                    <a:lnTo>
                      <a:pt x="6065357" y="1055956"/>
                    </a:lnTo>
                    <a:cubicBezTo>
                      <a:pt x="6069129" y="1055956"/>
                      <a:pt x="6072186" y="1059013"/>
                      <a:pt x="6072186" y="1062785"/>
                    </a:cubicBezTo>
                    <a:lnTo>
                      <a:pt x="6072186" y="1096030"/>
                    </a:lnTo>
                    <a:lnTo>
                      <a:pt x="6072187" y="1166526"/>
                    </a:lnTo>
                    <a:lnTo>
                      <a:pt x="6110287" y="1166526"/>
                    </a:lnTo>
                    <a:lnTo>
                      <a:pt x="6110287" y="943036"/>
                    </a:lnTo>
                    <a:cubicBezTo>
                      <a:pt x="6110287" y="936437"/>
                      <a:pt x="6113873" y="930676"/>
                      <a:pt x="6119811" y="928649"/>
                    </a:cubicBezTo>
                    <a:lnTo>
                      <a:pt x="6119811" y="868533"/>
                    </a:lnTo>
                    <a:cubicBezTo>
                      <a:pt x="6119811" y="860177"/>
                      <a:pt x="6125961" y="853257"/>
                      <a:pt x="6134100" y="852850"/>
                    </a:cubicBezTo>
                    <a:lnTo>
                      <a:pt x="6134100" y="833649"/>
                    </a:lnTo>
                    <a:cubicBezTo>
                      <a:pt x="6134100" y="825466"/>
                      <a:pt x="6140733" y="818833"/>
                      <a:pt x="6148916" y="818833"/>
                    </a:cubicBezTo>
                    <a:lnTo>
                      <a:pt x="6153150" y="818833"/>
                    </a:lnTo>
                    <a:lnTo>
                      <a:pt x="6153150" y="775217"/>
                    </a:lnTo>
                    <a:cubicBezTo>
                      <a:pt x="6153150" y="768057"/>
                      <a:pt x="6158954" y="762253"/>
                      <a:pt x="6166114" y="762253"/>
                    </a:cubicBezTo>
                    <a:lnTo>
                      <a:pt x="6406886" y="762253"/>
                    </a:lnTo>
                    <a:cubicBezTo>
                      <a:pt x="6414046" y="762253"/>
                      <a:pt x="6419850" y="768057"/>
                      <a:pt x="6419850" y="775217"/>
                    </a:cubicBezTo>
                    <a:lnTo>
                      <a:pt x="6419850" y="818833"/>
                    </a:lnTo>
                    <a:lnTo>
                      <a:pt x="6424084" y="818833"/>
                    </a:lnTo>
                    <a:cubicBezTo>
                      <a:pt x="6432267" y="818833"/>
                      <a:pt x="6438900" y="825466"/>
                      <a:pt x="6438900" y="833649"/>
                    </a:cubicBezTo>
                    <a:lnTo>
                      <a:pt x="6438900" y="851865"/>
                    </a:lnTo>
                    <a:lnTo>
                      <a:pt x="6446044" y="851865"/>
                    </a:lnTo>
                    <a:cubicBezTo>
                      <a:pt x="6455249" y="851865"/>
                      <a:pt x="6462712" y="859328"/>
                      <a:pt x="6462712" y="868533"/>
                    </a:cubicBezTo>
                    <a:lnTo>
                      <a:pt x="6462712" y="926675"/>
                    </a:lnTo>
                    <a:cubicBezTo>
                      <a:pt x="6470977" y="927338"/>
                      <a:pt x="6477000" y="934483"/>
                      <a:pt x="6477000" y="943036"/>
                    </a:cubicBezTo>
                    <a:lnTo>
                      <a:pt x="6477000" y="1224505"/>
                    </a:lnTo>
                    <a:lnTo>
                      <a:pt x="6757988" y="1224505"/>
                    </a:lnTo>
                    <a:lnTo>
                      <a:pt x="6757988" y="1040165"/>
                    </a:lnTo>
                    <a:cubicBezTo>
                      <a:pt x="6757988" y="1032860"/>
                      <a:pt x="6762892" y="1026700"/>
                      <a:pt x="6769894" y="1025876"/>
                    </a:cubicBezTo>
                    <a:lnTo>
                      <a:pt x="6769894" y="1000357"/>
                    </a:lnTo>
                    <a:cubicBezTo>
                      <a:pt x="6769894" y="993900"/>
                      <a:pt x="6775128" y="988666"/>
                      <a:pt x="6781585" y="988666"/>
                    </a:cubicBezTo>
                    <a:lnTo>
                      <a:pt x="6998709" y="988666"/>
                    </a:lnTo>
                    <a:cubicBezTo>
                      <a:pt x="7005166" y="988666"/>
                      <a:pt x="7010400" y="993900"/>
                      <a:pt x="7010400" y="1000357"/>
                    </a:cubicBezTo>
                    <a:lnTo>
                      <a:pt x="7010400" y="1024191"/>
                    </a:lnTo>
                    <a:lnTo>
                      <a:pt x="7070626" y="1024191"/>
                    </a:lnTo>
                    <a:cubicBezTo>
                      <a:pt x="7079448" y="1024191"/>
                      <a:pt x="7086600" y="1031343"/>
                      <a:pt x="7086600" y="1040165"/>
                    </a:cubicBezTo>
                    <a:lnTo>
                      <a:pt x="7086600" y="1224505"/>
                    </a:lnTo>
                    <a:lnTo>
                      <a:pt x="7210524" y="1224505"/>
                    </a:lnTo>
                    <a:lnTo>
                      <a:pt x="7210524" y="1561328"/>
                    </a:lnTo>
                    <a:lnTo>
                      <a:pt x="6058528" y="1561328"/>
                    </a:lnTo>
                    <a:lnTo>
                      <a:pt x="5804859" y="1561328"/>
                    </a:lnTo>
                    <a:lnTo>
                      <a:pt x="0" y="1561328"/>
                    </a:lnTo>
                    <a:lnTo>
                      <a:pt x="0" y="1224505"/>
                    </a:lnTo>
                    <a:lnTo>
                      <a:pt x="152400" y="1224505"/>
                    </a:lnTo>
                    <a:lnTo>
                      <a:pt x="152400" y="777019"/>
                    </a:lnTo>
                    <a:lnTo>
                      <a:pt x="533400" y="777019"/>
                    </a:lnTo>
                    <a:lnTo>
                      <a:pt x="533400" y="912465"/>
                    </a:lnTo>
                    <a:lnTo>
                      <a:pt x="571500" y="912465"/>
                    </a:lnTo>
                    <a:lnTo>
                      <a:pt x="571500" y="881415"/>
                    </a:lnTo>
                    <a:lnTo>
                      <a:pt x="762000" y="881415"/>
                    </a:lnTo>
                    <a:lnTo>
                      <a:pt x="762000" y="805214"/>
                    </a:lnTo>
                    <a:lnTo>
                      <a:pt x="899160" y="805214"/>
                    </a:lnTo>
                    <a:lnTo>
                      <a:pt x="899160" y="729014"/>
                    </a:lnTo>
                    <a:lnTo>
                      <a:pt x="1143000" y="729014"/>
                    </a:lnTo>
                    <a:lnTo>
                      <a:pt x="1143000" y="805213"/>
                    </a:lnTo>
                    <a:lnTo>
                      <a:pt x="1264920" y="805213"/>
                    </a:lnTo>
                    <a:lnTo>
                      <a:pt x="1323975" y="977274"/>
                    </a:lnTo>
                    <a:lnTo>
                      <a:pt x="1326707" y="1091343"/>
                    </a:lnTo>
                    <a:lnTo>
                      <a:pt x="1454467" y="1091343"/>
                    </a:lnTo>
                    <a:lnTo>
                      <a:pt x="1454467" y="1007716"/>
                    </a:lnTo>
                    <a:lnTo>
                      <a:pt x="1511617" y="1007716"/>
                    </a:lnTo>
                    <a:lnTo>
                      <a:pt x="1511617" y="969616"/>
                    </a:lnTo>
                    <a:lnTo>
                      <a:pt x="1586865" y="969616"/>
                    </a:lnTo>
                    <a:lnTo>
                      <a:pt x="1586865" y="943516"/>
                    </a:lnTo>
                    <a:lnTo>
                      <a:pt x="1822132" y="943516"/>
                    </a:lnTo>
                    <a:lnTo>
                      <a:pt x="1830705" y="943516"/>
                    </a:lnTo>
                    <a:lnTo>
                      <a:pt x="1897380" y="943516"/>
                    </a:lnTo>
                    <a:lnTo>
                      <a:pt x="1897380" y="724441"/>
                    </a:lnTo>
                    <a:lnTo>
                      <a:pt x="1997710" y="724441"/>
                    </a:lnTo>
                    <a:lnTo>
                      <a:pt x="1997710" y="610552"/>
                    </a:lnTo>
                    <a:lnTo>
                      <a:pt x="2057400" y="610552"/>
                    </a:lnTo>
                    <a:lnTo>
                      <a:pt x="2057400" y="724441"/>
                    </a:lnTo>
                    <a:lnTo>
                      <a:pt x="2262392" y="724441"/>
                    </a:lnTo>
                    <a:lnTo>
                      <a:pt x="2266950" y="737720"/>
                    </a:lnTo>
                    <a:lnTo>
                      <a:pt x="2266950" y="438311"/>
                    </a:lnTo>
                    <a:lnTo>
                      <a:pt x="2334260" y="438311"/>
                    </a:lnTo>
                    <a:lnTo>
                      <a:pt x="2334260" y="380085"/>
                    </a:lnTo>
                    <a:lnTo>
                      <a:pt x="2438400" y="380085"/>
                    </a:lnTo>
                    <a:lnTo>
                      <a:pt x="2438400" y="354685"/>
                    </a:lnTo>
                    <a:lnTo>
                      <a:pt x="2594478" y="354685"/>
                    </a:lnTo>
                    <a:lnTo>
                      <a:pt x="2597160" y="380085"/>
                    </a:lnTo>
                    <a:lnTo>
                      <a:pt x="2646415" y="380085"/>
                    </a:lnTo>
                    <a:lnTo>
                      <a:pt x="2741065" y="445970"/>
                    </a:lnTo>
                    <a:lnTo>
                      <a:pt x="2739890" y="566557"/>
                    </a:lnTo>
                    <a:lnTo>
                      <a:pt x="2768600" y="566557"/>
                    </a:lnTo>
                    <a:lnTo>
                      <a:pt x="2895600" y="744180"/>
                    </a:lnTo>
                    <a:lnTo>
                      <a:pt x="2895600" y="124488"/>
                    </a:lnTo>
                    <a:lnTo>
                      <a:pt x="2968625" y="124488"/>
                    </a:lnTo>
                    <a:lnTo>
                      <a:pt x="2968625" y="71358"/>
                    </a:lnTo>
                    <a:lnTo>
                      <a:pt x="2919956" y="22689"/>
                    </a:lnTo>
                    <a:lnTo>
                      <a:pt x="3228975" y="22688"/>
                    </a:lnTo>
                    <a:lnTo>
                      <a:pt x="3181350" y="70313"/>
                    </a:lnTo>
                    <a:lnTo>
                      <a:pt x="3181350" y="124488"/>
                    </a:lnTo>
                    <a:lnTo>
                      <a:pt x="3232150" y="124488"/>
                    </a:lnTo>
                    <a:lnTo>
                      <a:pt x="3232150" y="369951"/>
                    </a:lnTo>
                    <a:lnTo>
                      <a:pt x="3292475" y="369951"/>
                    </a:lnTo>
                    <a:lnTo>
                      <a:pt x="3292475" y="988666"/>
                    </a:lnTo>
                    <a:lnTo>
                      <a:pt x="3359150" y="988666"/>
                    </a:lnTo>
                    <a:lnTo>
                      <a:pt x="3359150" y="1126967"/>
                    </a:lnTo>
                    <a:lnTo>
                      <a:pt x="3402061" y="1126967"/>
                    </a:lnTo>
                    <a:lnTo>
                      <a:pt x="3402061" y="978091"/>
                    </a:lnTo>
                    <a:lnTo>
                      <a:pt x="3404394" y="978091"/>
                    </a:lnTo>
                    <a:lnTo>
                      <a:pt x="3404394" y="958397"/>
                    </a:lnTo>
                    <a:cubicBezTo>
                      <a:pt x="3404394" y="906623"/>
                      <a:pt x="3453080" y="864651"/>
                      <a:pt x="3513137" y="864651"/>
                    </a:cubicBezTo>
                    <a:cubicBezTo>
                      <a:pt x="3573194" y="864651"/>
                      <a:pt x="3621880" y="906623"/>
                      <a:pt x="3621880" y="958397"/>
                    </a:cubicBezTo>
                    <a:lnTo>
                      <a:pt x="3621880" y="978091"/>
                    </a:lnTo>
                    <a:lnTo>
                      <a:pt x="3621880" y="1052143"/>
                    </a:lnTo>
                    <a:lnTo>
                      <a:pt x="3621880" y="1064867"/>
                    </a:lnTo>
                    <a:lnTo>
                      <a:pt x="3706862" y="1064867"/>
                    </a:lnTo>
                    <a:lnTo>
                      <a:pt x="3706862" y="666051"/>
                    </a:lnTo>
                    <a:lnTo>
                      <a:pt x="3751312" y="666051"/>
                    </a:lnTo>
                    <a:lnTo>
                      <a:pt x="3751312" y="612776"/>
                    </a:lnTo>
                    <a:lnTo>
                      <a:pt x="3798937" y="612776"/>
                    </a:lnTo>
                    <a:lnTo>
                      <a:pt x="3798937" y="567626"/>
                    </a:lnTo>
                    <a:lnTo>
                      <a:pt x="3824337" y="567626"/>
                    </a:lnTo>
                    <a:lnTo>
                      <a:pt x="3824337" y="523876"/>
                    </a:lnTo>
                    <a:lnTo>
                      <a:pt x="3840212" y="523876"/>
                    </a:lnTo>
                    <a:lnTo>
                      <a:pt x="3840212" y="417637"/>
                    </a:lnTo>
                    <a:cubicBezTo>
                      <a:pt x="3840212" y="412011"/>
                      <a:pt x="3844772" y="407451"/>
                      <a:pt x="3850398" y="407451"/>
                    </a:cubicBezTo>
                    <a:lnTo>
                      <a:pt x="4000598" y="407451"/>
                    </a:lnTo>
                    <a:lnTo>
                      <a:pt x="4000598" y="334200"/>
                    </a:lnTo>
                    <a:cubicBezTo>
                      <a:pt x="4000598" y="318867"/>
                      <a:pt x="4012438" y="306299"/>
                      <a:pt x="4027537" y="305968"/>
                    </a:cubicBezTo>
                    <a:lnTo>
                      <a:pt x="4027537" y="260510"/>
                    </a:lnTo>
                    <a:cubicBezTo>
                      <a:pt x="4027537" y="246635"/>
                      <a:pt x="4036546" y="234864"/>
                      <a:pt x="4049762" y="232929"/>
                    </a:cubicBezTo>
                    <a:lnTo>
                      <a:pt x="4049762" y="151757"/>
                    </a:lnTo>
                    <a:lnTo>
                      <a:pt x="4057651" y="132711"/>
                    </a:lnTo>
                    <a:lnTo>
                      <a:pt x="4057651" y="87364"/>
                    </a:lnTo>
                    <a:cubicBezTo>
                      <a:pt x="4057651" y="78879"/>
                      <a:pt x="4063922" y="71859"/>
                      <a:pt x="4072195" y="71469"/>
                    </a:cubicBezTo>
                    <a:lnTo>
                      <a:pt x="4075160" y="69282"/>
                    </a:lnTo>
                    <a:lnTo>
                      <a:pt x="4075160" y="27288"/>
                    </a:lnTo>
                    <a:cubicBezTo>
                      <a:pt x="4075160" y="17981"/>
                      <a:pt x="4082704" y="10437"/>
                      <a:pt x="4092011" y="10437"/>
                    </a:cubicBezTo>
                    <a:lnTo>
                      <a:pt x="4277385" y="10437"/>
                    </a:lnTo>
                    <a:cubicBezTo>
                      <a:pt x="4286692" y="10437"/>
                      <a:pt x="4294236" y="17981"/>
                      <a:pt x="4294236" y="27288"/>
                    </a:cubicBezTo>
                    <a:lnTo>
                      <a:pt x="4294236" y="71924"/>
                    </a:lnTo>
                    <a:cubicBezTo>
                      <a:pt x="4302022" y="72565"/>
                      <a:pt x="4307681" y="79303"/>
                      <a:pt x="4307681" y="87364"/>
                    </a:cubicBezTo>
                    <a:lnTo>
                      <a:pt x="4307681" y="128879"/>
                    </a:lnTo>
                    <a:cubicBezTo>
                      <a:pt x="4317879" y="131341"/>
                      <a:pt x="4324349" y="140794"/>
                      <a:pt x="4324349" y="151757"/>
                    </a:cubicBezTo>
                    <a:lnTo>
                      <a:pt x="4324349" y="234244"/>
                    </a:lnTo>
                    <a:cubicBezTo>
                      <a:pt x="4336018" y="237113"/>
                      <a:pt x="4343400" y="247949"/>
                      <a:pt x="4343400" y="260510"/>
                    </a:cubicBezTo>
                    <a:lnTo>
                      <a:pt x="4343400" y="306605"/>
                    </a:lnTo>
                    <a:cubicBezTo>
                      <a:pt x="4357816" y="307230"/>
                      <a:pt x="4368799" y="319433"/>
                      <a:pt x="4368799" y="334200"/>
                    </a:cubicBezTo>
                    <a:lnTo>
                      <a:pt x="4368799" y="942596"/>
                    </a:lnTo>
                    <a:lnTo>
                      <a:pt x="4395836" y="942596"/>
                    </a:lnTo>
                    <a:lnTo>
                      <a:pt x="4395836" y="1052544"/>
                    </a:lnTo>
                    <a:lnTo>
                      <a:pt x="4518025" y="1052544"/>
                    </a:lnTo>
                    <a:lnTo>
                      <a:pt x="4518025" y="776079"/>
                    </a:lnTo>
                    <a:lnTo>
                      <a:pt x="4605338" y="688767"/>
                    </a:lnTo>
                    <a:lnTo>
                      <a:pt x="4692650" y="776079"/>
                    </a:lnTo>
                    <a:lnTo>
                      <a:pt x="4692650" y="1052544"/>
                    </a:lnTo>
                    <a:lnTo>
                      <a:pt x="4702174" y="1052544"/>
                    </a:lnTo>
                    <a:lnTo>
                      <a:pt x="4702174" y="64580"/>
                    </a:lnTo>
                    <a:cubicBezTo>
                      <a:pt x="4702174" y="51709"/>
                      <a:pt x="4712608" y="41275"/>
                      <a:pt x="4725479" y="41275"/>
                    </a:cubicBezTo>
                    <a:lnTo>
                      <a:pt x="4768849" y="41275"/>
                    </a:lnTo>
                    <a:lnTo>
                      <a:pt x="4768849" y="15897"/>
                    </a:lnTo>
                    <a:cubicBezTo>
                      <a:pt x="4768849" y="7117"/>
                      <a:pt x="4775966" y="0"/>
                      <a:pt x="478474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/>
              </a:p>
            </p:txBody>
          </p:sp>
          <p:cxnSp>
            <p:nvCxnSpPr>
              <p:cNvPr id="103" name="Straight Connector 102"/>
              <p:cNvCxnSpPr/>
              <p:nvPr/>
            </p:nvCxnSpPr>
            <p:spPr>
              <a:xfrm>
                <a:off x="5826298" y="3437092"/>
                <a:ext cx="0" cy="226263"/>
              </a:xfrm>
              <a:prstGeom prst="lin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" name="Straight Connector 103"/>
              <p:cNvCxnSpPr/>
              <p:nvPr/>
            </p:nvCxnSpPr>
            <p:spPr>
              <a:xfrm>
                <a:off x="6174223" y="2595961"/>
                <a:ext cx="0" cy="168949"/>
              </a:xfrm>
              <a:prstGeom prst="lin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>
                <a:off x="6369549" y="2595961"/>
                <a:ext cx="0" cy="226263"/>
              </a:xfrm>
              <a:prstGeom prst="lin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>
                <a:off x="1541339" y="3584072"/>
                <a:ext cx="0" cy="302128"/>
              </a:xfrm>
              <a:prstGeom prst="lin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08" name="Group 107"/>
            <p:cNvGrpSpPr/>
            <p:nvPr/>
          </p:nvGrpSpPr>
          <p:grpSpPr>
            <a:xfrm>
              <a:off x="5324413" y="5600700"/>
              <a:ext cx="5354400" cy="1257300"/>
              <a:chOff x="-76202" y="2595961"/>
              <a:chExt cx="9241478" cy="2170049"/>
            </a:xfrm>
            <a:solidFill>
              <a:schemeClr val="bg1">
                <a:alpha val="20000"/>
              </a:schemeClr>
            </a:solidFill>
          </p:grpSpPr>
          <p:sp>
            <p:nvSpPr>
              <p:cNvPr id="109" name="Rectangle 15"/>
              <p:cNvSpPr/>
              <p:nvPr/>
            </p:nvSpPr>
            <p:spPr>
              <a:xfrm>
                <a:off x="-76202" y="2764910"/>
                <a:ext cx="9241478" cy="2001100"/>
              </a:xfrm>
              <a:custGeom>
                <a:avLst/>
                <a:gdLst/>
                <a:ahLst/>
                <a:cxnLst/>
                <a:rect l="l" t="t" r="r" b="b"/>
                <a:pathLst>
                  <a:path w="7210524" h="1561328">
                    <a:moveTo>
                      <a:pt x="4784746" y="0"/>
                    </a:moveTo>
                    <a:lnTo>
                      <a:pt x="5079978" y="0"/>
                    </a:lnTo>
                    <a:cubicBezTo>
                      <a:pt x="5088758" y="0"/>
                      <a:pt x="5095875" y="7117"/>
                      <a:pt x="5095875" y="15897"/>
                    </a:cubicBezTo>
                    <a:lnTo>
                      <a:pt x="5095875" y="41275"/>
                    </a:lnTo>
                    <a:lnTo>
                      <a:pt x="5158295" y="41275"/>
                    </a:lnTo>
                    <a:cubicBezTo>
                      <a:pt x="5171166" y="41275"/>
                      <a:pt x="5181600" y="51709"/>
                      <a:pt x="5181600" y="64580"/>
                    </a:cubicBezTo>
                    <a:lnTo>
                      <a:pt x="5181600" y="180374"/>
                    </a:lnTo>
                    <a:lnTo>
                      <a:pt x="5359379" y="180374"/>
                    </a:lnTo>
                    <a:cubicBezTo>
                      <a:pt x="5368159" y="180374"/>
                      <a:pt x="5375276" y="187491"/>
                      <a:pt x="5375276" y="196271"/>
                    </a:cubicBezTo>
                    <a:lnTo>
                      <a:pt x="5375276" y="652908"/>
                    </a:lnTo>
                    <a:cubicBezTo>
                      <a:pt x="5375276" y="601134"/>
                      <a:pt x="5423962" y="559162"/>
                      <a:pt x="5484019" y="559162"/>
                    </a:cubicBezTo>
                    <a:cubicBezTo>
                      <a:pt x="5530057" y="559162"/>
                      <a:pt x="5569413" y="583826"/>
                      <a:pt x="5584794" y="618883"/>
                    </a:cubicBezTo>
                    <a:lnTo>
                      <a:pt x="5586436" y="618883"/>
                    </a:lnTo>
                    <a:lnTo>
                      <a:pt x="5636496" y="668943"/>
                    </a:lnTo>
                    <a:lnTo>
                      <a:pt x="5686405" y="668943"/>
                    </a:lnTo>
                    <a:cubicBezTo>
                      <a:pt x="5695185" y="668943"/>
                      <a:pt x="5702302" y="676060"/>
                      <a:pt x="5702302" y="684840"/>
                    </a:cubicBezTo>
                    <a:lnTo>
                      <a:pt x="5702302" y="1166526"/>
                    </a:lnTo>
                    <a:lnTo>
                      <a:pt x="5791200" y="1166526"/>
                    </a:lnTo>
                    <a:lnTo>
                      <a:pt x="5791200" y="1096032"/>
                    </a:lnTo>
                    <a:cubicBezTo>
                      <a:pt x="5791200" y="1088488"/>
                      <a:pt x="5797315" y="1082373"/>
                      <a:pt x="5804859" y="1082373"/>
                    </a:cubicBezTo>
                    <a:lnTo>
                      <a:pt x="5931693" y="1082373"/>
                    </a:lnTo>
                    <a:lnTo>
                      <a:pt x="5931693" y="1062785"/>
                    </a:lnTo>
                    <a:cubicBezTo>
                      <a:pt x="5931693" y="1059013"/>
                      <a:pt x="5934750" y="1055956"/>
                      <a:pt x="5938522" y="1055956"/>
                    </a:cubicBezTo>
                    <a:lnTo>
                      <a:pt x="6065357" y="1055956"/>
                    </a:lnTo>
                    <a:cubicBezTo>
                      <a:pt x="6069129" y="1055956"/>
                      <a:pt x="6072186" y="1059013"/>
                      <a:pt x="6072186" y="1062785"/>
                    </a:cubicBezTo>
                    <a:lnTo>
                      <a:pt x="6072186" y="1096030"/>
                    </a:lnTo>
                    <a:lnTo>
                      <a:pt x="6072187" y="1166526"/>
                    </a:lnTo>
                    <a:lnTo>
                      <a:pt x="6110287" y="1166526"/>
                    </a:lnTo>
                    <a:lnTo>
                      <a:pt x="6110287" y="943036"/>
                    </a:lnTo>
                    <a:cubicBezTo>
                      <a:pt x="6110287" y="936437"/>
                      <a:pt x="6113873" y="930676"/>
                      <a:pt x="6119811" y="928649"/>
                    </a:cubicBezTo>
                    <a:lnTo>
                      <a:pt x="6119811" y="868533"/>
                    </a:lnTo>
                    <a:cubicBezTo>
                      <a:pt x="6119811" y="860177"/>
                      <a:pt x="6125961" y="853257"/>
                      <a:pt x="6134100" y="852850"/>
                    </a:cubicBezTo>
                    <a:lnTo>
                      <a:pt x="6134100" y="833649"/>
                    </a:lnTo>
                    <a:cubicBezTo>
                      <a:pt x="6134100" y="825466"/>
                      <a:pt x="6140733" y="818833"/>
                      <a:pt x="6148916" y="818833"/>
                    </a:cubicBezTo>
                    <a:lnTo>
                      <a:pt x="6153150" y="818833"/>
                    </a:lnTo>
                    <a:lnTo>
                      <a:pt x="6153150" y="775217"/>
                    </a:lnTo>
                    <a:cubicBezTo>
                      <a:pt x="6153150" y="768057"/>
                      <a:pt x="6158954" y="762253"/>
                      <a:pt x="6166114" y="762253"/>
                    </a:cubicBezTo>
                    <a:lnTo>
                      <a:pt x="6406886" y="762253"/>
                    </a:lnTo>
                    <a:cubicBezTo>
                      <a:pt x="6414046" y="762253"/>
                      <a:pt x="6419850" y="768057"/>
                      <a:pt x="6419850" y="775217"/>
                    </a:cubicBezTo>
                    <a:lnTo>
                      <a:pt x="6419850" y="818833"/>
                    </a:lnTo>
                    <a:lnTo>
                      <a:pt x="6424084" y="818833"/>
                    </a:lnTo>
                    <a:cubicBezTo>
                      <a:pt x="6432267" y="818833"/>
                      <a:pt x="6438900" y="825466"/>
                      <a:pt x="6438900" y="833649"/>
                    </a:cubicBezTo>
                    <a:lnTo>
                      <a:pt x="6438900" y="851865"/>
                    </a:lnTo>
                    <a:lnTo>
                      <a:pt x="6446044" y="851865"/>
                    </a:lnTo>
                    <a:cubicBezTo>
                      <a:pt x="6455249" y="851865"/>
                      <a:pt x="6462712" y="859328"/>
                      <a:pt x="6462712" y="868533"/>
                    </a:cubicBezTo>
                    <a:lnTo>
                      <a:pt x="6462712" y="926675"/>
                    </a:lnTo>
                    <a:cubicBezTo>
                      <a:pt x="6470977" y="927338"/>
                      <a:pt x="6477000" y="934483"/>
                      <a:pt x="6477000" y="943036"/>
                    </a:cubicBezTo>
                    <a:lnTo>
                      <a:pt x="6477000" y="1224505"/>
                    </a:lnTo>
                    <a:lnTo>
                      <a:pt x="6757988" y="1224505"/>
                    </a:lnTo>
                    <a:lnTo>
                      <a:pt x="6757988" y="1040165"/>
                    </a:lnTo>
                    <a:cubicBezTo>
                      <a:pt x="6757988" y="1032860"/>
                      <a:pt x="6762892" y="1026700"/>
                      <a:pt x="6769894" y="1025876"/>
                    </a:cubicBezTo>
                    <a:lnTo>
                      <a:pt x="6769894" y="1000357"/>
                    </a:lnTo>
                    <a:cubicBezTo>
                      <a:pt x="6769894" y="993900"/>
                      <a:pt x="6775128" y="988666"/>
                      <a:pt x="6781585" y="988666"/>
                    </a:cubicBezTo>
                    <a:lnTo>
                      <a:pt x="6998709" y="988666"/>
                    </a:lnTo>
                    <a:cubicBezTo>
                      <a:pt x="7005166" y="988666"/>
                      <a:pt x="7010400" y="993900"/>
                      <a:pt x="7010400" y="1000357"/>
                    </a:cubicBezTo>
                    <a:lnTo>
                      <a:pt x="7010400" y="1024191"/>
                    </a:lnTo>
                    <a:lnTo>
                      <a:pt x="7070626" y="1024191"/>
                    </a:lnTo>
                    <a:cubicBezTo>
                      <a:pt x="7079448" y="1024191"/>
                      <a:pt x="7086600" y="1031343"/>
                      <a:pt x="7086600" y="1040165"/>
                    </a:cubicBezTo>
                    <a:lnTo>
                      <a:pt x="7086600" y="1224505"/>
                    </a:lnTo>
                    <a:lnTo>
                      <a:pt x="7210524" y="1224505"/>
                    </a:lnTo>
                    <a:lnTo>
                      <a:pt x="7210524" y="1561328"/>
                    </a:lnTo>
                    <a:lnTo>
                      <a:pt x="6058528" y="1561328"/>
                    </a:lnTo>
                    <a:lnTo>
                      <a:pt x="5804859" y="1561328"/>
                    </a:lnTo>
                    <a:lnTo>
                      <a:pt x="0" y="1561328"/>
                    </a:lnTo>
                    <a:lnTo>
                      <a:pt x="0" y="1224505"/>
                    </a:lnTo>
                    <a:lnTo>
                      <a:pt x="152400" y="1224505"/>
                    </a:lnTo>
                    <a:lnTo>
                      <a:pt x="152400" y="777019"/>
                    </a:lnTo>
                    <a:lnTo>
                      <a:pt x="533400" y="777019"/>
                    </a:lnTo>
                    <a:lnTo>
                      <a:pt x="533400" y="912465"/>
                    </a:lnTo>
                    <a:lnTo>
                      <a:pt x="571500" y="912465"/>
                    </a:lnTo>
                    <a:lnTo>
                      <a:pt x="571500" y="881415"/>
                    </a:lnTo>
                    <a:lnTo>
                      <a:pt x="762000" y="881415"/>
                    </a:lnTo>
                    <a:lnTo>
                      <a:pt x="762000" y="805214"/>
                    </a:lnTo>
                    <a:lnTo>
                      <a:pt x="899160" y="805214"/>
                    </a:lnTo>
                    <a:lnTo>
                      <a:pt x="899160" y="729014"/>
                    </a:lnTo>
                    <a:lnTo>
                      <a:pt x="1143000" y="729014"/>
                    </a:lnTo>
                    <a:lnTo>
                      <a:pt x="1143000" y="805213"/>
                    </a:lnTo>
                    <a:lnTo>
                      <a:pt x="1264920" y="805213"/>
                    </a:lnTo>
                    <a:lnTo>
                      <a:pt x="1323975" y="977274"/>
                    </a:lnTo>
                    <a:lnTo>
                      <a:pt x="1326707" y="1091343"/>
                    </a:lnTo>
                    <a:lnTo>
                      <a:pt x="1454467" y="1091343"/>
                    </a:lnTo>
                    <a:lnTo>
                      <a:pt x="1454467" y="1007716"/>
                    </a:lnTo>
                    <a:lnTo>
                      <a:pt x="1511617" y="1007716"/>
                    </a:lnTo>
                    <a:lnTo>
                      <a:pt x="1511617" y="969616"/>
                    </a:lnTo>
                    <a:lnTo>
                      <a:pt x="1586865" y="969616"/>
                    </a:lnTo>
                    <a:lnTo>
                      <a:pt x="1586865" y="943516"/>
                    </a:lnTo>
                    <a:lnTo>
                      <a:pt x="1822132" y="943516"/>
                    </a:lnTo>
                    <a:lnTo>
                      <a:pt x="1830705" y="943516"/>
                    </a:lnTo>
                    <a:lnTo>
                      <a:pt x="1897380" y="943516"/>
                    </a:lnTo>
                    <a:lnTo>
                      <a:pt x="1897380" y="724441"/>
                    </a:lnTo>
                    <a:lnTo>
                      <a:pt x="1997710" y="724441"/>
                    </a:lnTo>
                    <a:lnTo>
                      <a:pt x="1997710" y="610552"/>
                    </a:lnTo>
                    <a:lnTo>
                      <a:pt x="2057400" y="610552"/>
                    </a:lnTo>
                    <a:lnTo>
                      <a:pt x="2057400" y="724441"/>
                    </a:lnTo>
                    <a:lnTo>
                      <a:pt x="2262392" y="724441"/>
                    </a:lnTo>
                    <a:lnTo>
                      <a:pt x="2266950" y="737720"/>
                    </a:lnTo>
                    <a:lnTo>
                      <a:pt x="2266950" y="438311"/>
                    </a:lnTo>
                    <a:lnTo>
                      <a:pt x="2334260" y="438311"/>
                    </a:lnTo>
                    <a:lnTo>
                      <a:pt x="2334260" y="380085"/>
                    </a:lnTo>
                    <a:lnTo>
                      <a:pt x="2438400" y="380085"/>
                    </a:lnTo>
                    <a:lnTo>
                      <a:pt x="2438400" y="354685"/>
                    </a:lnTo>
                    <a:lnTo>
                      <a:pt x="2594478" y="354685"/>
                    </a:lnTo>
                    <a:lnTo>
                      <a:pt x="2597160" y="380085"/>
                    </a:lnTo>
                    <a:lnTo>
                      <a:pt x="2646415" y="380085"/>
                    </a:lnTo>
                    <a:lnTo>
                      <a:pt x="2741065" y="445970"/>
                    </a:lnTo>
                    <a:lnTo>
                      <a:pt x="2739890" y="566557"/>
                    </a:lnTo>
                    <a:lnTo>
                      <a:pt x="2768600" y="566557"/>
                    </a:lnTo>
                    <a:lnTo>
                      <a:pt x="2895600" y="744180"/>
                    </a:lnTo>
                    <a:lnTo>
                      <a:pt x="2895600" y="124488"/>
                    </a:lnTo>
                    <a:lnTo>
                      <a:pt x="2968625" y="124488"/>
                    </a:lnTo>
                    <a:lnTo>
                      <a:pt x="2968625" y="71358"/>
                    </a:lnTo>
                    <a:lnTo>
                      <a:pt x="2919956" y="22689"/>
                    </a:lnTo>
                    <a:lnTo>
                      <a:pt x="3228975" y="22688"/>
                    </a:lnTo>
                    <a:lnTo>
                      <a:pt x="3181350" y="70313"/>
                    </a:lnTo>
                    <a:lnTo>
                      <a:pt x="3181350" y="124488"/>
                    </a:lnTo>
                    <a:lnTo>
                      <a:pt x="3232150" y="124488"/>
                    </a:lnTo>
                    <a:lnTo>
                      <a:pt x="3232150" y="369951"/>
                    </a:lnTo>
                    <a:lnTo>
                      <a:pt x="3292475" y="369951"/>
                    </a:lnTo>
                    <a:lnTo>
                      <a:pt x="3292475" y="988666"/>
                    </a:lnTo>
                    <a:lnTo>
                      <a:pt x="3359150" y="988666"/>
                    </a:lnTo>
                    <a:lnTo>
                      <a:pt x="3359150" y="1126967"/>
                    </a:lnTo>
                    <a:lnTo>
                      <a:pt x="3402061" y="1126967"/>
                    </a:lnTo>
                    <a:lnTo>
                      <a:pt x="3402061" y="978091"/>
                    </a:lnTo>
                    <a:lnTo>
                      <a:pt x="3404394" y="978091"/>
                    </a:lnTo>
                    <a:lnTo>
                      <a:pt x="3404394" y="958397"/>
                    </a:lnTo>
                    <a:cubicBezTo>
                      <a:pt x="3404394" y="906623"/>
                      <a:pt x="3453080" y="864651"/>
                      <a:pt x="3513137" y="864651"/>
                    </a:cubicBezTo>
                    <a:cubicBezTo>
                      <a:pt x="3573194" y="864651"/>
                      <a:pt x="3621880" y="906623"/>
                      <a:pt x="3621880" y="958397"/>
                    </a:cubicBezTo>
                    <a:lnTo>
                      <a:pt x="3621880" y="978091"/>
                    </a:lnTo>
                    <a:lnTo>
                      <a:pt x="3621880" y="1052143"/>
                    </a:lnTo>
                    <a:lnTo>
                      <a:pt x="3621880" y="1064867"/>
                    </a:lnTo>
                    <a:lnTo>
                      <a:pt x="3706862" y="1064867"/>
                    </a:lnTo>
                    <a:lnTo>
                      <a:pt x="3706862" y="666051"/>
                    </a:lnTo>
                    <a:lnTo>
                      <a:pt x="3751312" y="666051"/>
                    </a:lnTo>
                    <a:lnTo>
                      <a:pt x="3751312" y="612776"/>
                    </a:lnTo>
                    <a:lnTo>
                      <a:pt x="3798937" y="612776"/>
                    </a:lnTo>
                    <a:lnTo>
                      <a:pt x="3798937" y="567626"/>
                    </a:lnTo>
                    <a:lnTo>
                      <a:pt x="3824337" y="567626"/>
                    </a:lnTo>
                    <a:lnTo>
                      <a:pt x="3824337" y="523876"/>
                    </a:lnTo>
                    <a:lnTo>
                      <a:pt x="3840212" y="523876"/>
                    </a:lnTo>
                    <a:lnTo>
                      <a:pt x="3840212" y="417637"/>
                    </a:lnTo>
                    <a:cubicBezTo>
                      <a:pt x="3840212" y="412011"/>
                      <a:pt x="3844772" y="407451"/>
                      <a:pt x="3850398" y="407451"/>
                    </a:cubicBezTo>
                    <a:lnTo>
                      <a:pt x="4000598" y="407451"/>
                    </a:lnTo>
                    <a:lnTo>
                      <a:pt x="4000598" y="334200"/>
                    </a:lnTo>
                    <a:cubicBezTo>
                      <a:pt x="4000598" y="318867"/>
                      <a:pt x="4012438" y="306299"/>
                      <a:pt x="4027537" y="305968"/>
                    </a:cubicBezTo>
                    <a:lnTo>
                      <a:pt x="4027537" y="260510"/>
                    </a:lnTo>
                    <a:cubicBezTo>
                      <a:pt x="4027537" y="246635"/>
                      <a:pt x="4036546" y="234864"/>
                      <a:pt x="4049762" y="232929"/>
                    </a:cubicBezTo>
                    <a:lnTo>
                      <a:pt x="4049762" y="151757"/>
                    </a:lnTo>
                    <a:lnTo>
                      <a:pt x="4057651" y="132711"/>
                    </a:lnTo>
                    <a:lnTo>
                      <a:pt x="4057651" y="87364"/>
                    </a:lnTo>
                    <a:cubicBezTo>
                      <a:pt x="4057651" y="78879"/>
                      <a:pt x="4063922" y="71859"/>
                      <a:pt x="4072195" y="71469"/>
                    </a:cubicBezTo>
                    <a:lnTo>
                      <a:pt x="4075160" y="69282"/>
                    </a:lnTo>
                    <a:lnTo>
                      <a:pt x="4075160" y="27288"/>
                    </a:lnTo>
                    <a:cubicBezTo>
                      <a:pt x="4075160" y="17981"/>
                      <a:pt x="4082704" y="10437"/>
                      <a:pt x="4092011" y="10437"/>
                    </a:cubicBezTo>
                    <a:lnTo>
                      <a:pt x="4277385" y="10437"/>
                    </a:lnTo>
                    <a:cubicBezTo>
                      <a:pt x="4286692" y="10437"/>
                      <a:pt x="4294236" y="17981"/>
                      <a:pt x="4294236" y="27288"/>
                    </a:cubicBezTo>
                    <a:lnTo>
                      <a:pt x="4294236" y="71924"/>
                    </a:lnTo>
                    <a:cubicBezTo>
                      <a:pt x="4302022" y="72565"/>
                      <a:pt x="4307681" y="79303"/>
                      <a:pt x="4307681" y="87364"/>
                    </a:cubicBezTo>
                    <a:lnTo>
                      <a:pt x="4307681" y="128879"/>
                    </a:lnTo>
                    <a:cubicBezTo>
                      <a:pt x="4317879" y="131341"/>
                      <a:pt x="4324349" y="140794"/>
                      <a:pt x="4324349" y="151757"/>
                    </a:cubicBezTo>
                    <a:lnTo>
                      <a:pt x="4324349" y="234244"/>
                    </a:lnTo>
                    <a:cubicBezTo>
                      <a:pt x="4336018" y="237113"/>
                      <a:pt x="4343400" y="247949"/>
                      <a:pt x="4343400" y="260510"/>
                    </a:cubicBezTo>
                    <a:lnTo>
                      <a:pt x="4343400" y="306605"/>
                    </a:lnTo>
                    <a:cubicBezTo>
                      <a:pt x="4357816" y="307230"/>
                      <a:pt x="4368799" y="319433"/>
                      <a:pt x="4368799" y="334200"/>
                    </a:cubicBezTo>
                    <a:lnTo>
                      <a:pt x="4368799" y="942596"/>
                    </a:lnTo>
                    <a:lnTo>
                      <a:pt x="4395836" y="942596"/>
                    </a:lnTo>
                    <a:lnTo>
                      <a:pt x="4395836" y="1052544"/>
                    </a:lnTo>
                    <a:lnTo>
                      <a:pt x="4518025" y="1052544"/>
                    </a:lnTo>
                    <a:lnTo>
                      <a:pt x="4518025" y="776079"/>
                    </a:lnTo>
                    <a:lnTo>
                      <a:pt x="4605338" y="688767"/>
                    </a:lnTo>
                    <a:lnTo>
                      <a:pt x="4692650" y="776079"/>
                    </a:lnTo>
                    <a:lnTo>
                      <a:pt x="4692650" y="1052544"/>
                    </a:lnTo>
                    <a:lnTo>
                      <a:pt x="4702174" y="1052544"/>
                    </a:lnTo>
                    <a:lnTo>
                      <a:pt x="4702174" y="64580"/>
                    </a:lnTo>
                    <a:cubicBezTo>
                      <a:pt x="4702174" y="51709"/>
                      <a:pt x="4712608" y="41275"/>
                      <a:pt x="4725479" y="41275"/>
                    </a:cubicBezTo>
                    <a:lnTo>
                      <a:pt x="4768849" y="41275"/>
                    </a:lnTo>
                    <a:lnTo>
                      <a:pt x="4768849" y="15897"/>
                    </a:lnTo>
                    <a:cubicBezTo>
                      <a:pt x="4768849" y="7117"/>
                      <a:pt x="4775966" y="0"/>
                      <a:pt x="478474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/>
              </a:p>
            </p:txBody>
          </p:sp>
          <p:cxnSp>
            <p:nvCxnSpPr>
              <p:cNvPr id="110" name="Straight Connector 109"/>
              <p:cNvCxnSpPr/>
              <p:nvPr/>
            </p:nvCxnSpPr>
            <p:spPr>
              <a:xfrm>
                <a:off x="5826298" y="3437092"/>
                <a:ext cx="0" cy="226263"/>
              </a:xfrm>
              <a:prstGeom prst="lin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6174223" y="2595961"/>
                <a:ext cx="0" cy="168949"/>
              </a:xfrm>
              <a:prstGeom prst="lin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>
                <a:off x="6369549" y="2595961"/>
                <a:ext cx="0" cy="226263"/>
              </a:xfrm>
              <a:prstGeom prst="lin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3" name="Straight Connector 112"/>
              <p:cNvCxnSpPr/>
              <p:nvPr/>
            </p:nvCxnSpPr>
            <p:spPr>
              <a:xfrm>
                <a:off x="1541339" y="3584072"/>
                <a:ext cx="0" cy="302128"/>
              </a:xfrm>
              <a:prstGeom prst="lin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002262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63" b="9863"/>
          <a:stretch>
            <a:fillRect/>
          </a:stretch>
        </p:blipFill>
        <p:spPr/>
      </p:pic>
      <p:sp>
        <p:nvSpPr>
          <p:cNvPr id="9" name="Freeform 8"/>
          <p:cNvSpPr/>
          <p:nvPr/>
        </p:nvSpPr>
        <p:spPr>
          <a:xfrm flipV="1">
            <a:off x="1195204" y="-3174"/>
            <a:ext cx="10996796" cy="4670177"/>
          </a:xfrm>
          <a:custGeom>
            <a:avLst/>
            <a:gdLst>
              <a:gd name="connsiteX0" fmla="*/ 1979014 w 10996796"/>
              <a:gd name="connsiteY0" fmla="*/ 4670177 h 4670177"/>
              <a:gd name="connsiteX1" fmla="*/ 3371055 w 10996796"/>
              <a:gd name="connsiteY1" fmla="*/ 4670177 h 4670177"/>
              <a:gd name="connsiteX2" fmla="*/ 3371055 w 10996796"/>
              <a:gd name="connsiteY2" fmla="*/ 4670174 h 4670177"/>
              <a:gd name="connsiteX3" fmla="*/ 10996796 w 10996796"/>
              <a:gd name="connsiteY3" fmla="*/ 4670174 h 4670177"/>
              <a:gd name="connsiteX4" fmla="*/ 10996796 w 10996796"/>
              <a:gd name="connsiteY4" fmla="*/ 10464 h 4670177"/>
              <a:gd name="connsiteX5" fmla="*/ 3371052 w 10996796"/>
              <a:gd name="connsiteY5" fmla="*/ 10464 h 4670177"/>
              <a:gd name="connsiteX6" fmla="*/ 3371052 w 10996796"/>
              <a:gd name="connsiteY6" fmla="*/ 10471 h 4670177"/>
              <a:gd name="connsiteX7" fmla="*/ 2133351 w 10996796"/>
              <a:gd name="connsiteY7" fmla="*/ 10471 h 4670177"/>
              <a:gd name="connsiteX8" fmla="*/ 0 w 10996796"/>
              <a:gd name="connsiteY8" fmla="*/ 0 h 4670177"/>
              <a:gd name="connsiteX9" fmla="*/ 1974035 w 10996796"/>
              <a:gd name="connsiteY9" fmla="*/ 2491648 h 4670177"/>
              <a:gd name="connsiteX10" fmla="*/ 1979014 w 10996796"/>
              <a:gd name="connsiteY10" fmla="*/ 4670177 h 4670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996796" h="4670177">
                <a:moveTo>
                  <a:pt x="1979014" y="4670177"/>
                </a:moveTo>
                <a:lnTo>
                  <a:pt x="3371055" y="4670177"/>
                </a:lnTo>
                <a:lnTo>
                  <a:pt x="3371055" y="4670174"/>
                </a:lnTo>
                <a:lnTo>
                  <a:pt x="10996796" y="4670174"/>
                </a:lnTo>
                <a:lnTo>
                  <a:pt x="10996796" y="10464"/>
                </a:lnTo>
                <a:lnTo>
                  <a:pt x="3371052" y="10464"/>
                </a:lnTo>
                <a:lnTo>
                  <a:pt x="3371052" y="10471"/>
                </a:lnTo>
                <a:lnTo>
                  <a:pt x="2133351" y="10471"/>
                </a:lnTo>
                <a:lnTo>
                  <a:pt x="0" y="0"/>
                </a:lnTo>
                <a:cubicBezTo>
                  <a:pt x="25792" y="36641"/>
                  <a:pt x="1937336" y="2477529"/>
                  <a:pt x="1974035" y="2491648"/>
                </a:cubicBezTo>
                <a:cubicBezTo>
                  <a:pt x="1975694" y="3217826"/>
                  <a:pt x="1977355" y="3944000"/>
                  <a:pt x="1979014" y="4670177"/>
                </a:cubicBezTo>
                <a:close/>
              </a:path>
            </a:pathLst>
          </a:cu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985698" y="1231335"/>
            <a:ext cx="6914530" cy="298171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Pro" panose="020B0503030403020204" pitchFamily="34" charset="0"/>
                <a:cs typeface="Lato Light" panose="020F0402020204030203" pitchFamily="34" charset="0"/>
              </a:rPr>
              <a:t>Performing a detailed estimate of cost and quantities required to build a one story, 05 </a:t>
            </a:r>
            <a:r>
              <a:rPr lang="en-US" sz="3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Pro" panose="020B0503030403020204" pitchFamily="34" charset="0"/>
                <a:cs typeface="Lato Light" panose="020F0402020204030203" pitchFamily="34" charset="0"/>
              </a:rPr>
              <a:t>marla</a:t>
            </a:r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Pro" panose="020B0503030403020204" pitchFamily="34" charset="0"/>
                <a:cs typeface="Lato Light" panose="020F0402020204030203" pitchFamily="34" charset="0"/>
              </a:rPr>
              <a:t> house in </a:t>
            </a:r>
            <a:r>
              <a:rPr lang="en-US" sz="3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Pro" panose="020B0503030403020204" pitchFamily="34" charset="0"/>
                <a:cs typeface="Lato Light" panose="020F0402020204030203" pitchFamily="34" charset="0"/>
              </a:rPr>
              <a:t>Paragone</a:t>
            </a:r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Pro" panose="020B0503030403020204" pitchFamily="34" charset="0"/>
                <a:cs typeface="Lato Light" panose="020F0402020204030203" pitchFamily="34" charset="0"/>
              </a:rPr>
              <a:t> City Housing Scheme, </a:t>
            </a:r>
            <a:r>
              <a:rPr lang="en-US" sz="3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Pro" panose="020B0503030403020204" pitchFamily="34" charset="0"/>
                <a:cs typeface="Lato Light" panose="020F0402020204030203" pitchFamily="34" charset="0"/>
              </a:rPr>
              <a:t>Burki</a:t>
            </a:r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Pro" panose="020B0503030403020204" pitchFamily="34" charset="0"/>
                <a:cs typeface="Lato Light" panose="020F0402020204030203" pitchFamily="34" charset="0"/>
              </a:rPr>
              <a:t> Road, Lahore </a:t>
            </a:r>
            <a:r>
              <a:rPr lang="en-US" sz="3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Pro" panose="020B0503030403020204" pitchFamily="34" charset="0"/>
                <a:cs typeface="Lato Light" panose="020F0402020204030203" pitchFamily="34" charset="0"/>
              </a:rPr>
              <a:t>Cantt</a:t>
            </a:r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  <a:ea typeface="Source Sans Pro" panose="020B0503030403020204" pitchFamily="34" charset="0"/>
                <a:cs typeface="Lato Light" panose="020F0402020204030203" pitchFamily="34" charset="0"/>
              </a:rPr>
              <a:t>.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3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444537" y="782992"/>
            <a:ext cx="72796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  <a:latin typeface="Playfair Display" panose="00000500000000000000" pitchFamily="2" charset="0"/>
              </a:rPr>
              <a:t>“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30428" y="3495019"/>
            <a:ext cx="7279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solidFill>
                  <a:schemeClr val="bg1"/>
                </a:solidFill>
                <a:latin typeface="Playfair Display" panose="00000500000000000000" pitchFamily="2" charset="0"/>
              </a:rPr>
              <a:t>”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>
            <p:custDataLst>
              <p:tags r:id="rId1"/>
            </p:custDataLst>
          </p:nvPr>
        </p:nvSpPr>
        <p:spPr>
          <a:xfrm>
            <a:off x="4007964" y="574265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OBJECTIVE</a:t>
            </a:r>
            <a:endParaRPr lang="en-US" sz="4000" b="1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2" y="301234"/>
            <a:ext cx="834528" cy="63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836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9" b="1049"/>
          <a:stretch>
            <a:fillRect/>
          </a:stretch>
        </p:blipFill>
        <p:spPr/>
      </p:pic>
      <p:sp>
        <p:nvSpPr>
          <p:cNvPr id="36" name="Rectangle 35"/>
          <p:cNvSpPr/>
          <p:nvPr/>
        </p:nvSpPr>
        <p:spPr>
          <a:xfrm>
            <a:off x="0" y="-1"/>
            <a:ext cx="12192000" cy="6819293"/>
          </a:xfrm>
          <a:prstGeom prst="rect">
            <a:avLst/>
          </a:prstGeom>
          <a:solidFill>
            <a:schemeClr val="tx1">
              <a:lumMod val="95000"/>
              <a:lumOff val="5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0" dirty="0">
              <a:solidFill>
                <a:srgbClr val="8DCE02"/>
              </a:solidFill>
              <a:latin typeface="Playfair Display" panose="00000500000000000000" pitchFamily="2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4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221480" y="162560"/>
            <a:ext cx="3749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pc="3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PLAN DETAILS</a:t>
            </a:r>
            <a:endParaRPr lang="en-US" sz="32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88455" y="1235015"/>
            <a:ext cx="4637028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AREA STATEMENT</a:t>
            </a:r>
            <a:endParaRPr lang="en-US" sz="1600" b="1" noProof="1" smtClean="0">
              <a:solidFill>
                <a:schemeClr val="bg1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sz="1600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Total Area Of Plot = 1125 sq ft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sz="1600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Covered Area Of Ground Floor = 843 sq ft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sz="1600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Open Area of Plot = 208 sq ft</a:t>
            </a:r>
            <a:endParaRPr lang="en-US" sz="1600" noProof="1">
              <a:solidFill>
                <a:schemeClr val="bg1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1339" y="3717765"/>
            <a:ext cx="46341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smtClean="0">
                <a:solidFill>
                  <a:schemeClr val="bg1"/>
                </a:solidFill>
                <a:latin typeface="Montserrat" panose="00000500000000000000" pitchFamily="2" charset="0"/>
              </a:rPr>
              <a:t>House </a:t>
            </a:r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</a:rPr>
              <a:t>is a masonry structure. It consists of a bedroom with bath, drawing, lounge, kitchen, powder, porch, lawn at front and an open </a:t>
            </a:r>
            <a:r>
              <a:rPr lang="en-US" sz="1600" dirty="0" smtClean="0">
                <a:solidFill>
                  <a:schemeClr val="bg1"/>
                </a:solidFill>
                <a:latin typeface="Montserrat" panose="00000500000000000000" pitchFamily="2" charset="0"/>
              </a:rPr>
              <a:t>space at </a:t>
            </a:r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</a:rPr>
              <a:t>back of </a:t>
            </a:r>
            <a:r>
              <a:rPr lang="en-US" sz="1600" dirty="0" smtClean="0">
                <a:solidFill>
                  <a:schemeClr val="bg1"/>
                </a:solidFill>
                <a:latin typeface="Montserrat" panose="00000500000000000000" pitchFamily="2" charset="0"/>
              </a:rPr>
              <a:t>house</a:t>
            </a:r>
            <a:endParaRPr lang="en-US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7252" y="3405255"/>
            <a:ext cx="72796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8DCE02"/>
                </a:solidFill>
                <a:latin typeface="Playfair Display" panose="00000500000000000000" pitchFamily="2" charset="0"/>
              </a:rPr>
              <a:t>“</a:t>
            </a:r>
          </a:p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351539" y="4666070"/>
            <a:ext cx="7279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solidFill>
                  <a:srgbClr val="8DCE02"/>
                </a:solidFill>
                <a:latin typeface="Playfair Display" panose="00000500000000000000" pitchFamily="2" charset="0"/>
              </a:rPr>
              <a:t>”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618448" y="2121534"/>
            <a:ext cx="5473757" cy="3050479"/>
          </a:xfrm>
          <a:prstGeom prst="rect">
            <a:avLst/>
          </a:prstGeom>
          <a:effectLst>
            <a:outerShdw blurRad="266700" dist="50800" dir="2700000" sx="102000" sy="102000" algn="tl" rotWithShape="0">
              <a:prstClr val="black">
                <a:alpha val="75000"/>
              </a:prstClr>
            </a:outerShdw>
          </a:effectLst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2" y="301234"/>
            <a:ext cx="834528" cy="63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61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" t="53466" r="-257" b="15364"/>
          <a:stretch/>
        </p:blipFill>
        <p:spPr>
          <a:solidFill>
            <a:schemeClr val="bg1">
              <a:lumMod val="85000"/>
            </a:schemeClr>
          </a:solidFill>
        </p:spPr>
      </p:pic>
      <p:sp>
        <p:nvSpPr>
          <p:cNvPr id="10" name="Rectangle 9"/>
          <p:cNvSpPr/>
          <p:nvPr>
            <p:custDataLst>
              <p:tags r:id="rId1"/>
            </p:custDataLst>
          </p:nvPr>
        </p:nvSpPr>
        <p:spPr>
          <a:xfrm>
            <a:off x="1969641" y="544343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Assumptions and Difficulties Faced</a:t>
            </a:r>
            <a:endParaRPr lang="en-US" sz="3600" b="1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5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698668" y="4055181"/>
            <a:ext cx="4637028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 </a:t>
            </a:r>
            <a:endParaRPr lang="en-US" sz="1600" b="1" noProof="1" smtClean="0">
              <a:solidFill>
                <a:schemeClr val="bg1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  <a:p>
            <a:pPr marL="285750" indent="-285750"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sz="1400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The plan was originally meant for a 2 story house, which was reduced to a single story </a:t>
            </a:r>
            <a:r>
              <a:rPr lang="en-US" sz="1400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building</a:t>
            </a:r>
            <a:r>
              <a:rPr lang="en-US" sz="1400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sz="1400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The type of paint was </a:t>
            </a:r>
            <a:r>
              <a:rPr lang="en-US" sz="1400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assumed</a:t>
            </a:r>
            <a:r>
              <a:rPr lang="en-US" sz="1400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sz="1400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Skirting Height was assumed to be </a:t>
            </a:r>
            <a:r>
              <a:rPr lang="en-US" sz="1400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4</a:t>
            </a:r>
            <a:r>
              <a:rPr lang="en-US" sz="1400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".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sz="1400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Tiling Details were </a:t>
            </a:r>
            <a:r>
              <a:rPr lang="en-US" sz="1400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assumed</a:t>
            </a:r>
            <a:r>
              <a:rPr lang="en-US" sz="1400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2055" y="3893599"/>
            <a:ext cx="4637028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 </a:t>
            </a:r>
            <a:endParaRPr lang="en-US" sz="1600" b="1" noProof="1" smtClean="0">
              <a:solidFill>
                <a:schemeClr val="bg1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  <a:p>
            <a:pPr marL="285750" indent="-285750"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sz="1400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The </a:t>
            </a:r>
            <a:r>
              <a:rPr lang="en-US" sz="1400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unlabelled windows were given dimensions from schedule provided accordingly.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sz="1400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Inclined Wall S7 was assumed short wall.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sz="1400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Boundary Wall Height was assumed </a:t>
            </a:r>
            <a:r>
              <a:rPr lang="en-US" sz="1400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6</a:t>
            </a:r>
            <a:r>
              <a:rPr lang="en-US" sz="1400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'.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sz="1400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Tiling </a:t>
            </a:r>
            <a:r>
              <a:rPr lang="en-US" sz="1400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Details were </a:t>
            </a:r>
            <a:r>
              <a:rPr lang="en-US" sz="1400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assumed</a:t>
            </a:r>
            <a:r>
              <a:rPr lang="en-US" sz="1400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sz="1400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Plinth Protection Details were </a:t>
            </a:r>
            <a:r>
              <a:rPr lang="en-US" sz="1400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assumed</a:t>
            </a:r>
            <a:r>
              <a:rPr lang="en-US" sz="1400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8758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" t="53466" r="-257" b="15364"/>
          <a:stretch/>
        </p:blipFill>
        <p:spPr>
          <a:solidFill>
            <a:schemeClr val="bg1">
              <a:lumMod val="85000"/>
            </a:schemeClr>
          </a:solidFill>
        </p:spPr>
      </p:pic>
      <p:sp>
        <p:nvSpPr>
          <p:cNvPr id="10" name="Rectangle 9"/>
          <p:cNvSpPr/>
          <p:nvPr>
            <p:custDataLst>
              <p:tags r:id="rId1"/>
            </p:custDataLst>
          </p:nvPr>
        </p:nvSpPr>
        <p:spPr>
          <a:xfrm>
            <a:off x="1969641" y="544343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Assumptions and Difficulties Faced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6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698668" y="4486923"/>
            <a:ext cx="4637028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 </a:t>
            </a:r>
            <a:endParaRPr lang="en-US" sz="1600" b="1" noProof="1" smtClean="0">
              <a:solidFill>
                <a:schemeClr val="bg1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  <a:p>
            <a:pPr marL="285750" indent="-285750"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sz="1400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Lintel </a:t>
            </a:r>
            <a:r>
              <a:rPr lang="en-US" sz="1400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Beam Details was taken from a fellow group due to absence of its details in </a:t>
            </a:r>
            <a:r>
              <a:rPr lang="en-US" sz="1400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plan</a:t>
            </a:r>
            <a:r>
              <a:rPr lang="en-US" sz="1400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2055" y="4488403"/>
            <a:ext cx="46370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 </a:t>
            </a:r>
            <a:endParaRPr lang="en-US" sz="1600" b="1" noProof="1" smtClean="0">
              <a:solidFill>
                <a:schemeClr val="bg1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  <a:p>
            <a:pPr marL="285750" indent="-285750"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sz="1400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 Stair Case, Overhead and Underground Water Tank details was excluded from </a:t>
            </a:r>
            <a:r>
              <a:rPr lang="en-US" sz="1400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our </a:t>
            </a:r>
            <a:r>
              <a:rPr lang="en-US" sz="1400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estimation.</a:t>
            </a:r>
          </a:p>
        </p:txBody>
      </p:sp>
    </p:spTree>
    <p:extLst>
      <p:ext uri="{BB962C8B-B14F-4D97-AF65-F5344CB8AC3E}">
        <p14:creationId xmlns:p14="http://schemas.microsoft.com/office/powerpoint/2010/main" val="3831388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48" r="529" b="8947"/>
          <a:stretch/>
        </p:blipFill>
        <p:spPr>
          <a:xfrm>
            <a:off x="-4654" y="-55755"/>
            <a:ext cx="12192937" cy="6891454"/>
          </a:xfrm>
          <a:prstGeom prst="rect">
            <a:avLst/>
          </a:prstGeom>
        </p:spPr>
      </p:pic>
      <p:sp>
        <p:nvSpPr>
          <p:cNvPr id="6" name="Isosceles Triangle 83"/>
          <p:cNvSpPr/>
          <p:nvPr/>
        </p:nvSpPr>
        <p:spPr>
          <a:xfrm rot="5400000" flipH="1">
            <a:off x="4102579" y="-1382277"/>
            <a:ext cx="1216948" cy="9422103"/>
          </a:xfrm>
          <a:custGeom>
            <a:avLst/>
            <a:gdLst/>
            <a:ahLst/>
            <a:cxnLst/>
            <a:rect l="l" t="t" r="r" b="b"/>
            <a:pathLst>
              <a:path w="914401" h="7066578">
                <a:moveTo>
                  <a:pt x="914401" y="266705"/>
                </a:moveTo>
                <a:lnTo>
                  <a:pt x="914401" y="1751636"/>
                </a:lnTo>
                <a:lnTo>
                  <a:pt x="914401" y="5581647"/>
                </a:lnTo>
                <a:lnTo>
                  <a:pt x="914401" y="7066578"/>
                </a:lnTo>
                <a:lnTo>
                  <a:pt x="0" y="7066578"/>
                </a:lnTo>
                <a:lnTo>
                  <a:pt x="0" y="5581647"/>
                </a:lnTo>
                <a:lnTo>
                  <a:pt x="0" y="1484931"/>
                </a:lnTo>
                <a:lnTo>
                  <a:pt x="0" y="0"/>
                </a:lnTo>
                <a:lnTo>
                  <a:pt x="2" y="0"/>
                </a:lnTo>
                <a:lnTo>
                  <a:pt x="2" y="640556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84"/>
          <p:cNvSpPr/>
          <p:nvPr/>
        </p:nvSpPr>
        <p:spPr>
          <a:xfrm>
            <a:off x="1594927" y="-71021"/>
            <a:ext cx="10119741" cy="6858000"/>
          </a:xfrm>
          <a:custGeom>
            <a:avLst/>
            <a:gdLst/>
            <a:ahLst/>
            <a:cxnLst/>
            <a:rect l="l" t="t" r="r" b="b"/>
            <a:pathLst>
              <a:path w="7589806" h="5153025">
                <a:moveTo>
                  <a:pt x="0" y="0"/>
                </a:moveTo>
                <a:lnTo>
                  <a:pt x="5445248" y="6791"/>
                </a:lnTo>
                <a:lnTo>
                  <a:pt x="7589806" y="5153025"/>
                </a:lnTo>
                <a:lnTo>
                  <a:pt x="2117881" y="5153025"/>
                </a:lnTo>
                <a:close/>
              </a:path>
            </a:pathLst>
          </a:custGeom>
          <a:solidFill>
            <a:schemeClr val="accent1">
              <a:alpha val="7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83"/>
          <p:cNvSpPr/>
          <p:nvPr/>
        </p:nvSpPr>
        <p:spPr>
          <a:xfrm rot="16200000">
            <a:off x="6872474" y="-1382277"/>
            <a:ext cx="1216948" cy="9422103"/>
          </a:xfrm>
          <a:custGeom>
            <a:avLst/>
            <a:gdLst/>
            <a:ahLst/>
            <a:cxnLst/>
            <a:rect l="l" t="t" r="r" b="b"/>
            <a:pathLst>
              <a:path w="914401" h="7066578">
                <a:moveTo>
                  <a:pt x="914401" y="266705"/>
                </a:moveTo>
                <a:lnTo>
                  <a:pt x="914401" y="1751636"/>
                </a:lnTo>
                <a:lnTo>
                  <a:pt x="914401" y="5581647"/>
                </a:lnTo>
                <a:lnTo>
                  <a:pt x="914401" y="7066578"/>
                </a:lnTo>
                <a:lnTo>
                  <a:pt x="0" y="7066578"/>
                </a:lnTo>
                <a:lnTo>
                  <a:pt x="0" y="5581647"/>
                </a:lnTo>
                <a:lnTo>
                  <a:pt x="0" y="1484931"/>
                </a:lnTo>
                <a:lnTo>
                  <a:pt x="0" y="0"/>
                </a:lnTo>
                <a:lnTo>
                  <a:pt x="2" y="0"/>
                </a:lnTo>
                <a:lnTo>
                  <a:pt x="2" y="6405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156285" y="2964612"/>
            <a:ext cx="5754554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Open Sans" panose="020B0606030504020204" pitchFamily="34" charset="0"/>
                <a:cs typeface="Lato" panose="020F0502020204030203" pitchFamily="34" charset="0"/>
              </a:rPr>
              <a:t>Excavation Estimate</a:t>
            </a:r>
            <a:endParaRPr 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ea typeface="Open Sans" panose="020B0606030504020204" pitchFamily="34" charset="0"/>
              <a:cs typeface="Lato" panose="020F0502020204030203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7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2" y="301234"/>
            <a:ext cx="834528" cy="63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952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9" b="1049"/>
          <a:stretch>
            <a:fillRect/>
          </a:stretch>
        </p:blipFill>
        <p:spPr/>
      </p:pic>
      <p:sp>
        <p:nvSpPr>
          <p:cNvPr id="36" name="Rectangle 35"/>
          <p:cNvSpPr/>
          <p:nvPr/>
        </p:nvSpPr>
        <p:spPr>
          <a:xfrm>
            <a:off x="0" y="-1"/>
            <a:ext cx="12192000" cy="6819293"/>
          </a:xfrm>
          <a:prstGeom prst="rect">
            <a:avLst/>
          </a:prstGeom>
          <a:solidFill>
            <a:schemeClr val="tx1">
              <a:lumMod val="95000"/>
              <a:lumOff val="5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0" dirty="0">
              <a:solidFill>
                <a:srgbClr val="8DCE02"/>
              </a:solidFill>
              <a:latin typeface="Playfair Display" panose="00000500000000000000" pitchFamily="2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8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221480" y="162560"/>
            <a:ext cx="3749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spc="3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DETAILS</a:t>
            </a:r>
            <a:endParaRPr lang="en-US" sz="32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2" y="256844"/>
            <a:ext cx="834528" cy="6325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86" y="1657556"/>
            <a:ext cx="3409842" cy="3587509"/>
          </a:xfrm>
          <a:prstGeom prst="rect">
            <a:avLst/>
          </a:prstGeom>
          <a:effectLst>
            <a:outerShdw blurRad="266700" dist="50800" dir="5400000" sx="102000" sy="102000" algn="ctr" rotWithShape="0">
              <a:srgbClr val="000000">
                <a:alpha val="75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5196" y="1595132"/>
            <a:ext cx="1876425" cy="3629025"/>
          </a:xfrm>
          <a:prstGeom prst="rect">
            <a:avLst/>
          </a:prstGeom>
          <a:effectLst>
            <a:outerShdw blurRad="266700" dist="50800" dir="2700000" sx="102000" sy="102000" algn="ctr" rotWithShape="0">
              <a:srgbClr val="000000">
                <a:alpha val="75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813" y="1657556"/>
            <a:ext cx="5896858" cy="3504176"/>
          </a:xfrm>
          <a:prstGeom prst="rect">
            <a:avLst/>
          </a:prstGeom>
          <a:effectLst>
            <a:outerShdw blurRad="266700" dist="50800" dir="2700000" sx="102000" sy="102000" algn="ctr" rotWithShape="0">
              <a:srgbClr val="000000">
                <a:alpha val="75000"/>
              </a:srgbClr>
            </a:outerShdw>
          </a:effectLst>
        </p:spPr>
      </p:pic>
      <p:sp>
        <p:nvSpPr>
          <p:cNvPr id="18" name="TextBox 17"/>
          <p:cNvSpPr txBox="1"/>
          <p:nvPr/>
        </p:nvSpPr>
        <p:spPr>
          <a:xfrm>
            <a:off x="-13227" y="5384064"/>
            <a:ext cx="3749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Montserrat" panose="00000500000000000000" pitchFamily="2" charset="0"/>
              </a:rPr>
              <a:t>Interior Wall Foundation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1592" y="5384064"/>
            <a:ext cx="4405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Montserrat" panose="00000500000000000000" pitchFamily="2" charset="0"/>
              </a:rPr>
              <a:t>Section A-A with Foundation Details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1335" y="5384064"/>
            <a:ext cx="3749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Montserrat" panose="00000500000000000000" pitchFamily="2" charset="0"/>
              </a:rPr>
              <a:t>Boundary Wall Foundation</a:t>
            </a:r>
          </a:p>
        </p:txBody>
      </p:sp>
    </p:spTree>
    <p:extLst>
      <p:ext uri="{BB962C8B-B14F-4D97-AF65-F5344CB8AC3E}">
        <p14:creationId xmlns:p14="http://schemas.microsoft.com/office/powerpoint/2010/main" val="3715597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353606" y="2195102"/>
            <a:ext cx="3878327" cy="2973887"/>
            <a:chOff x="2121623" y="1952034"/>
            <a:chExt cx="3878327" cy="2973887"/>
          </a:xfrm>
        </p:grpSpPr>
        <p:grpSp>
          <p:nvGrpSpPr>
            <p:cNvPr id="2" name="Group 1"/>
            <p:cNvGrpSpPr/>
            <p:nvPr/>
          </p:nvGrpSpPr>
          <p:grpSpPr>
            <a:xfrm>
              <a:off x="2121623" y="1952034"/>
              <a:ext cx="3878327" cy="2973887"/>
              <a:chOff x="2013187" y="2268949"/>
              <a:chExt cx="3465030" cy="2656972"/>
            </a:xfrm>
          </p:grpSpPr>
          <p:sp>
            <p:nvSpPr>
              <p:cNvPr id="5" name="Freeform 36"/>
              <p:cNvSpPr>
                <a:spLocks/>
              </p:cNvSpPr>
              <p:nvPr/>
            </p:nvSpPr>
            <p:spPr bwMode="auto">
              <a:xfrm>
                <a:off x="4165251" y="3341877"/>
                <a:ext cx="1046027" cy="903246"/>
              </a:xfrm>
              <a:custGeom>
                <a:avLst/>
                <a:gdLst>
                  <a:gd name="T0" fmla="*/ 742 w 749"/>
                  <a:gd name="T1" fmla="*/ 230 h 647"/>
                  <a:gd name="T2" fmla="*/ 737 w 749"/>
                  <a:gd name="T3" fmla="*/ 260 h 647"/>
                  <a:gd name="T4" fmla="*/ 188 w 749"/>
                  <a:gd name="T5" fmla="*/ 640 h 647"/>
                  <a:gd name="T6" fmla="*/ 158 w 749"/>
                  <a:gd name="T7" fmla="*/ 635 h 647"/>
                  <a:gd name="T8" fmla="*/ 7 w 749"/>
                  <a:gd name="T9" fmla="*/ 418 h 647"/>
                  <a:gd name="T10" fmla="*/ 13 w 749"/>
                  <a:gd name="T11" fmla="*/ 387 h 647"/>
                  <a:gd name="T12" fmla="*/ 561 w 749"/>
                  <a:gd name="T13" fmla="*/ 7 h 647"/>
                  <a:gd name="T14" fmla="*/ 592 w 749"/>
                  <a:gd name="T15" fmla="*/ 13 h 647"/>
                  <a:gd name="T16" fmla="*/ 742 w 749"/>
                  <a:gd name="T17" fmla="*/ 230 h 6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9" h="647">
                    <a:moveTo>
                      <a:pt x="742" y="230"/>
                    </a:moveTo>
                    <a:cubicBezTo>
                      <a:pt x="749" y="240"/>
                      <a:pt x="747" y="254"/>
                      <a:pt x="737" y="260"/>
                    </a:cubicBezTo>
                    <a:cubicBezTo>
                      <a:pt x="188" y="640"/>
                      <a:pt x="188" y="640"/>
                      <a:pt x="188" y="640"/>
                    </a:cubicBezTo>
                    <a:cubicBezTo>
                      <a:pt x="178" y="647"/>
                      <a:pt x="165" y="645"/>
                      <a:pt x="158" y="635"/>
                    </a:cubicBezTo>
                    <a:cubicBezTo>
                      <a:pt x="7" y="418"/>
                      <a:pt x="7" y="418"/>
                      <a:pt x="7" y="418"/>
                    </a:cubicBezTo>
                    <a:cubicBezTo>
                      <a:pt x="0" y="408"/>
                      <a:pt x="3" y="394"/>
                      <a:pt x="13" y="387"/>
                    </a:cubicBezTo>
                    <a:cubicBezTo>
                      <a:pt x="561" y="7"/>
                      <a:pt x="561" y="7"/>
                      <a:pt x="561" y="7"/>
                    </a:cubicBezTo>
                    <a:cubicBezTo>
                      <a:pt x="571" y="0"/>
                      <a:pt x="585" y="3"/>
                      <a:pt x="592" y="13"/>
                    </a:cubicBezTo>
                    <a:cubicBezTo>
                      <a:pt x="742" y="230"/>
                      <a:pt x="742" y="230"/>
                      <a:pt x="742" y="230"/>
                    </a:cubicBezTo>
                  </a:path>
                </a:pathLst>
              </a:custGeom>
              <a:solidFill>
                <a:srgbClr val="4E7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Freeform 37"/>
              <p:cNvSpPr>
                <a:spLocks/>
              </p:cNvSpPr>
              <p:nvPr/>
            </p:nvSpPr>
            <p:spPr bwMode="auto">
              <a:xfrm>
                <a:off x="4523238" y="3627440"/>
                <a:ext cx="331087" cy="332122"/>
              </a:xfrm>
              <a:custGeom>
                <a:avLst/>
                <a:gdLst>
                  <a:gd name="T0" fmla="*/ 205 w 237"/>
                  <a:gd name="T1" fmla="*/ 59 h 238"/>
                  <a:gd name="T2" fmla="*/ 178 w 237"/>
                  <a:gd name="T3" fmla="*/ 205 h 238"/>
                  <a:gd name="T4" fmla="*/ 33 w 237"/>
                  <a:gd name="T5" fmla="*/ 178 h 238"/>
                  <a:gd name="T6" fmla="*/ 59 w 237"/>
                  <a:gd name="T7" fmla="*/ 33 h 238"/>
                  <a:gd name="T8" fmla="*/ 205 w 237"/>
                  <a:gd name="T9" fmla="*/ 59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7" h="238">
                    <a:moveTo>
                      <a:pt x="205" y="59"/>
                    </a:moveTo>
                    <a:cubicBezTo>
                      <a:pt x="237" y="107"/>
                      <a:pt x="226" y="172"/>
                      <a:pt x="178" y="205"/>
                    </a:cubicBezTo>
                    <a:cubicBezTo>
                      <a:pt x="131" y="238"/>
                      <a:pt x="66" y="226"/>
                      <a:pt x="33" y="178"/>
                    </a:cubicBezTo>
                    <a:cubicBezTo>
                      <a:pt x="0" y="131"/>
                      <a:pt x="12" y="66"/>
                      <a:pt x="59" y="33"/>
                    </a:cubicBezTo>
                    <a:cubicBezTo>
                      <a:pt x="107" y="0"/>
                      <a:pt x="172" y="12"/>
                      <a:pt x="205" y="59"/>
                    </a:cubicBezTo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" name="Freeform 38"/>
              <p:cNvSpPr>
                <a:spLocks/>
              </p:cNvSpPr>
              <p:nvPr/>
            </p:nvSpPr>
            <p:spPr bwMode="auto">
              <a:xfrm>
                <a:off x="4609114" y="3694691"/>
                <a:ext cx="142781" cy="82772"/>
              </a:xfrm>
              <a:custGeom>
                <a:avLst/>
                <a:gdLst>
                  <a:gd name="T0" fmla="*/ 65 w 102"/>
                  <a:gd name="T1" fmla="*/ 0 h 59"/>
                  <a:gd name="T2" fmla="*/ 46 w 102"/>
                  <a:gd name="T3" fmla="*/ 13 h 59"/>
                  <a:gd name="T4" fmla="*/ 50 w 102"/>
                  <a:gd name="T5" fmla="*/ 18 h 59"/>
                  <a:gd name="T6" fmla="*/ 44 w 102"/>
                  <a:gd name="T7" fmla="*/ 19 h 59"/>
                  <a:gd name="T8" fmla="*/ 36 w 102"/>
                  <a:gd name="T9" fmla="*/ 21 h 59"/>
                  <a:gd name="T10" fmla="*/ 26 w 102"/>
                  <a:gd name="T11" fmla="*/ 7 h 59"/>
                  <a:gd name="T12" fmla="*/ 11 w 102"/>
                  <a:gd name="T13" fmla="*/ 18 h 59"/>
                  <a:gd name="T14" fmla="*/ 20 w 102"/>
                  <a:gd name="T15" fmla="*/ 30 h 59"/>
                  <a:gd name="T16" fmla="*/ 9 w 102"/>
                  <a:gd name="T17" fmla="*/ 40 h 59"/>
                  <a:gd name="T18" fmla="*/ 2 w 102"/>
                  <a:gd name="T19" fmla="*/ 52 h 59"/>
                  <a:gd name="T20" fmla="*/ 0 w 102"/>
                  <a:gd name="T21" fmla="*/ 59 h 59"/>
                  <a:gd name="T22" fmla="*/ 40 w 102"/>
                  <a:gd name="T23" fmla="*/ 59 h 59"/>
                  <a:gd name="T24" fmla="*/ 102 w 102"/>
                  <a:gd name="T25" fmla="*/ 50 h 59"/>
                  <a:gd name="T26" fmla="*/ 96 w 102"/>
                  <a:gd name="T27" fmla="*/ 47 h 59"/>
                  <a:gd name="T28" fmla="*/ 84 w 102"/>
                  <a:gd name="T29" fmla="*/ 44 h 59"/>
                  <a:gd name="T30" fmla="*/ 82 w 102"/>
                  <a:gd name="T31" fmla="*/ 44 h 59"/>
                  <a:gd name="T32" fmla="*/ 68 w 102"/>
                  <a:gd name="T33" fmla="*/ 47 h 59"/>
                  <a:gd name="T34" fmla="*/ 54 w 102"/>
                  <a:gd name="T35" fmla="*/ 52 h 59"/>
                  <a:gd name="T36" fmla="*/ 44 w 102"/>
                  <a:gd name="T37" fmla="*/ 55 h 59"/>
                  <a:gd name="T38" fmla="*/ 42 w 102"/>
                  <a:gd name="T39" fmla="*/ 55 h 59"/>
                  <a:gd name="T40" fmla="*/ 37 w 102"/>
                  <a:gd name="T41" fmla="*/ 52 h 59"/>
                  <a:gd name="T42" fmla="*/ 36 w 102"/>
                  <a:gd name="T43" fmla="*/ 47 h 59"/>
                  <a:gd name="T44" fmla="*/ 41 w 102"/>
                  <a:gd name="T45" fmla="*/ 42 h 59"/>
                  <a:gd name="T46" fmla="*/ 48 w 102"/>
                  <a:gd name="T47" fmla="*/ 39 h 59"/>
                  <a:gd name="T48" fmla="*/ 53 w 102"/>
                  <a:gd name="T49" fmla="*/ 38 h 59"/>
                  <a:gd name="T50" fmla="*/ 55 w 102"/>
                  <a:gd name="T51" fmla="*/ 38 h 59"/>
                  <a:gd name="T52" fmla="*/ 62 w 102"/>
                  <a:gd name="T53" fmla="*/ 40 h 59"/>
                  <a:gd name="T54" fmla="*/ 67 w 102"/>
                  <a:gd name="T55" fmla="*/ 44 h 59"/>
                  <a:gd name="T56" fmla="*/ 86 w 102"/>
                  <a:gd name="T57" fmla="*/ 30 h 59"/>
                  <a:gd name="T58" fmla="*/ 65 w 102"/>
                  <a:gd name="T59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02" h="59">
                    <a:moveTo>
                      <a:pt x="65" y="0"/>
                    </a:moveTo>
                    <a:cubicBezTo>
                      <a:pt x="46" y="13"/>
                      <a:pt x="46" y="13"/>
                      <a:pt x="46" y="13"/>
                    </a:cubicBezTo>
                    <a:cubicBezTo>
                      <a:pt x="50" y="18"/>
                      <a:pt x="50" y="18"/>
                      <a:pt x="50" y="18"/>
                    </a:cubicBezTo>
                    <a:cubicBezTo>
                      <a:pt x="48" y="18"/>
                      <a:pt x="46" y="19"/>
                      <a:pt x="44" y="19"/>
                    </a:cubicBezTo>
                    <a:cubicBezTo>
                      <a:pt x="41" y="20"/>
                      <a:pt x="38" y="20"/>
                      <a:pt x="36" y="21"/>
                    </a:cubicBezTo>
                    <a:cubicBezTo>
                      <a:pt x="26" y="7"/>
                      <a:pt x="26" y="7"/>
                      <a:pt x="26" y="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20" y="30"/>
                      <a:pt x="20" y="30"/>
                      <a:pt x="20" y="30"/>
                    </a:cubicBezTo>
                    <a:cubicBezTo>
                      <a:pt x="15" y="33"/>
                      <a:pt x="12" y="36"/>
                      <a:pt x="9" y="40"/>
                    </a:cubicBezTo>
                    <a:cubicBezTo>
                      <a:pt x="5" y="44"/>
                      <a:pt x="3" y="48"/>
                      <a:pt x="2" y="52"/>
                    </a:cubicBezTo>
                    <a:cubicBezTo>
                      <a:pt x="1" y="55"/>
                      <a:pt x="0" y="57"/>
                      <a:pt x="0" y="59"/>
                    </a:cubicBezTo>
                    <a:cubicBezTo>
                      <a:pt x="40" y="59"/>
                      <a:pt x="40" y="59"/>
                      <a:pt x="40" y="59"/>
                    </a:cubicBezTo>
                    <a:cubicBezTo>
                      <a:pt x="102" y="50"/>
                      <a:pt x="102" y="50"/>
                      <a:pt x="102" y="50"/>
                    </a:cubicBezTo>
                    <a:cubicBezTo>
                      <a:pt x="100" y="49"/>
                      <a:pt x="98" y="48"/>
                      <a:pt x="96" y="47"/>
                    </a:cubicBezTo>
                    <a:cubicBezTo>
                      <a:pt x="92" y="45"/>
                      <a:pt x="88" y="44"/>
                      <a:pt x="84" y="44"/>
                    </a:cubicBezTo>
                    <a:cubicBezTo>
                      <a:pt x="83" y="44"/>
                      <a:pt x="83" y="44"/>
                      <a:pt x="82" y="44"/>
                    </a:cubicBezTo>
                    <a:cubicBezTo>
                      <a:pt x="77" y="45"/>
                      <a:pt x="72" y="46"/>
                      <a:pt x="68" y="47"/>
                    </a:cubicBezTo>
                    <a:cubicBezTo>
                      <a:pt x="63" y="49"/>
                      <a:pt x="58" y="50"/>
                      <a:pt x="54" y="52"/>
                    </a:cubicBezTo>
                    <a:cubicBezTo>
                      <a:pt x="50" y="53"/>
                      <a:pt x="47" y="54"/>
                      <a:pt x="44" y="55"/>
                    </a:cubicBezTo>
                    <a:cubicBezTo>
                      <a:pt x="43" y="55"/>
                      <a:pt x="42" y="55"/>
                      <a:pt x="42" y="55"/>
                    </a:cubicBezTo>
                    <a:cubicBezTo>
                      <a:pt x="40" y="55"/>
                      <a:pt x="38" y="54"/>
                      <a:pt x="37" y="52"/>
                    </a:cubicBezTo>
                    <a:cubicBezTo>
                      <a:pt x="36" y="51"/>
                      <a:pt x="35" y="49"/>
                      <a:pt x="36" y="47"/>
                    </a:cubicBezTo>
                    <a:cubicBezTo>
                      <a:pt x="37" y="45"/>
                      <a:pt x="39" y="43"/>
                      <a:pt x="41" y="42"/>
                    </a:cubicBezTo>
                    <a:cubicBezTo>
                      <a:pt x="43" y="40"/>
                      <a:pt x="45" y="39"/>
                      <a:pt x="48" y="39"/>
                    </a:cubicBezTo>
                    <a:cubicBezTo>
                      <a:pt x="50" y="38"/>
                      <a:pt x="52" y="38"/>
                      <a:pt x="53" y="38"/>
                    </a:cubicBezTo>
                    <a:cubicBezTo>
                      <a:pt x="54" y="38"/>
                      <a:pt x="54" y="38"/>
                      <a:pt x="55" y="38"/>
                    </a:cubicBezTo>
                    <a:cubicBezTo>
                      <a:pt x="57" y="38"/>
                      <a:pt x="59" y="39"/>
                      <a:pt x="62" y="40"/>
                    </a:cubicBezTo>
                    <a:cubicBezTo>
                      <a:pt x="64" y="40"/>
                      <a:pt x="66" y="42"/>
                      <a:pt x="67" y="44"/>
                    </a:cubicBezTo>
                    <a:cubicBezTo>
                      <a:pt x="86" y="30"/>
                      <a:pt x="86" y="30"/>
                      <a:pt x="86" y="30"/>
                    </a:cubicBez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solidFill>
                <a:srgbClr val="91A2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Freeform 39"/>
              <p:cNvSpPr>
                <a:spLocks noEditPoints="1"/>
              </p:cNvSpPr>
              <p:nvPr/>
            </p:nvSpPr>
            <p:spPr bwMode="auto">
              <a:xfrm>
                <a:off x="4196290" y="3371882"/>
                <a:ext cx="987052" cy="847375"/>
              </a:xfrm>
              <a:custGeom>
                <a:avLst/>
                <a:gdLst>
                  <a:gd name="T0" fmla="*/ 954 w 954"/>
                  <a:gd name="T1" fmla="*/ 304 h 819"/>
                  <a:gd name="T2" fmla="*/ 212 w 954"/>
                  <a:gd name="T3" fmla="*/ 819 h 819"/>
                  <a:gd name="T4" fmla="*/ 0 w 954"/>
                  <a:gd name="T5" fmla="*/ 516 h 819"/>
                  <a:gd name="T6" fmla="*/ 743 w 954"/>
                  <a:gd name="T7" fmla="*/ 0 h 819"/>
                  <a:gd name="T8" fmla="*/ 954 w 954"/>
                  <a:gd name="T9" fmla="*/ 304 h 819"/>
                  <a:gd name="T10" fmla="*/ 217 w 954"/>
                  <a:gd name="T11" fmla="*/ 788 h 819"/>
                  <a:gd name="T12" fmla="*/ 923 w 954"/>
                  <a:gd name="T13" fmla="*/ 298 h 819"/>
                  <a:gd name="T14" fmla="*/ 738 w 954"/>
                  <a:gd name="T15" fmla="*/ 31 h 819"/>
                  <a:gd name="T16" fmla="*/ 31 w 954"/>
                  <a:gd name="T17" fmla="*/ 521 h 819"/>
                  <a:gd name="T18" fmla="*/ 217 w 954"/>
                  <a:gd name="T19" fmla="*/ 788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4" h="819">
                    <a:moveTo>
                      <a:pt x="954" y="304"/>
                    </a:moveTo>
                    <a:lnTo>
                      <a:pt x="212" y="819"/>
                    </a:lnTo>
                    <a:lnTo>
                      <a:pt x="0" y="516"/>
                    </a:lnTo>
                    <a:lnTo>
                      <a:pt x="743" y="0"/>
                    </a:lnTo>
                    <a:lnTo>
                      <a:pt x="954" y="304"/>
                    </a:lnTo>
                    <a:close/>
                    <a:moveTo>
                      <a:pt x="217" y="788"/>
                    </a:moveTo>
                    <a:lnTo>
                      <a:pt x="923" y="298"/>
                    </a:lnTo>
                    <a:lnTo>
                      <a:pt x="738" y="31"/>
                    </a:lnTo>
                    <a:lnTo>
                      <a:pt x="31" y="521"/>
                    </a:lnTo>
                    <a:lnTo>
                      <a:pt x="217" y="788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Freeform 40"/>
              <p:cNvSpPr>
                <a:spLocks noEditPoints="1"/>
              </p:cNvSpPr>
              <p:nvPr/>
            </p:nvSpPr>
            <p:spPr bwMode="auto">
              <a:xfrm>
                <a:off x="4196290" y="3371882"/>
                <a:ext cx="987052" cy="847375"/>
              </a:xfrm>
              <a:custGeom>
                <a:avLst/>
                <a:gdLst>
                  <a:gd name="T0" fmla="*/ 954 w 954"/>
                  <a:gd name="T1" fmla="*/ 304 h 819"/>
                  <a:gd name="T2" fmla="*/ 212 w 954"/>
                  <a:gd name="T3" fmla="*/ 819 h 819"/>
                  <a:gd name="T4" fmla="*/ 0 w 954"/>
                  <a:gd name="T5" fmla="*/ 516 h 819"/>
                  <a:gd name="T6" fmla="*/ 743 w 954"/>
                  <a:gd name="T7" fmla="*/ 0 h 819"/>
                  <a:gd name="T8" fmla="*/ 954 w 954"/>
                  <a:gd name="T9" fmla="*/ 304 h 819"/>
                  <a:gd name="T10" fmla="*/ 217 w 954"/>
                  <a:gd name="T11" fmla="*/ 788 h 819"/>
                  <a:gd name="T12" fmla="*/ 923 w 954"/>
                  <a:gd name="T13" fmla="*/ 298 h 819"/>
                  <a:gd name="T14" fmla="*/ 738 w 954"/>
                  <a:gd name="T15" fmla="*/ 31 h 819"/>
                  <a:gd name="T16" fmla="*/ 31 w 954"/>
                  <a:gd name="T17" fmla="*/ 521 h 819"/>
                  <a:gd name="T18" fmla="*/ 217 w 954"/>
                  <a:gd name="T19" fmla="*/ 788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4" h="819">
                    <a:moveTo>
                      <a:pt x="954" y="304"/>
                    </a:moveTo>
                    <a:lnTo>
                      <a:pt x="212" y="819"/>
                    </a:lnTo>
                    <a:lnTo>
                      <a:pt x="0" y="516"/>
                    </a:lnTo>
                    <a:lnTo>
                      <a:pt x="743" y="0"/>
                    </a:lnTo>
                    <a:lnTo>
                      <a:pt x="954" y="304"/>
                    </a:lnTo>
                    <a:moveTo>
                      <a:pt x="217" y="788"/>
                    </a:moveTo>
                    <a:lnTo>
                      <a:pt x="923" y="298"/>
                    </a:lnTo>
                    <a:lnTo>
                      <a:pt x="738" y="31"/>
                    </a:lnTo>
                    <a:lnTo>
                      <a:pt x="31" y="521"/>
                    </a:lnTo>
                    <a:lnTo>
                      <a:pt x="217" y="78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Freeform 41"/>
              <p:cNvSpPr>
                <a:spLocks/>
              </p:cNvSpPr>
              <p:nvPr/>
            </p:nvSpPr>
            <p:spPr bwMode="auto">
              <a:xfrm>
                <a:off x="4209741" y="3849888"/>
                <a:ext cx="107603" cy="129331"/>
              </a:xfrm>
              <a:custGeom>
                <a:avLst/>
                <a:gdLst>
                  <a:gd name="T0" fmla="*/ 56 w 77"/>
                  <a:gd name="T1" fmla="*/ 0 h 93"/>
                  <a:gd name="T2" fmla="*/ 0 w 77"/>
                  <a:gd name="T3" fmla="*/ 39 h 93"/>
                  <a:gd name="T4" fmla="*/ 37 w 77"/>
                  <a:gd name="T5" fmla="*/ 93 h 93"/>
                  <a:gd name="T6" fmla="*/ 40 w 77"/>
                  <a:gd name="T7" fmla="*/ 91 h 93"/>
                  <a:gd name="T8" fmla="*/ 56 w 77"/>
                  <a:gd name="T9" fmla="*/ 1 h 93"/>
                  <a:gd name="T10" fmla="*/ 56 w 77"/>
                  <a:gd name="T11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93">
                    <a:moveTo>
                      <a:pt x="56" y="0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37" y="93"/>
                      <a:pt x="37" y="93"/>
                      <a:pt x="37" y="93"/>
                    </a:cubicBezTo>
                    <a:cubicBezTo>
                      <a:pt x="38" y="92"/>
                      <a:pt x="39" y="92"/>
                      <a:pt x="40" y="91"/>
                    </a:cubicBezTo>
                    <a:cubicBezTo>
                      <a:pt x="69" y="71"/>
                      <a:pt x="77" y="31"/>
                      <a:pt x="56" y="1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Freeform 42"/>
              <p:cNvSpPr>
                <a:spLocks/>
              </p:cNvSpPr>
              <p:nvPr/>
            </p:nvSpPr>
            <p:spPr bwMode="auto">
              <a:xfrm>
                <a:off x="4363903" y="4094065"/>
                <a:ext cx="128296" cy="106569"/>
              </a:xfrm>
              <a:custGeom>
                <a:avLst/>
                <a:gdLst>
                  <a:gd name="T0" fmla="*/ 0 w 92"/>
                  <a:gd name="T1" fmla="*/ 20 h 76"/>
                  <a:gd name="T2" fmla="*/ 38 w 92"/>
                  <a:gd name="T3" fmla="*/ 76 h 76"/>
                  <a:gd name="T4" fmla="*/ 92 w 92"/>
                  <a:gd name="T5" fmla="*/ 39 h 76"/>
                  <a:gd name="T6" fmla="*/ 91 w 92"/>
                  <a:gd name="T7" fmla="*/ 36 h 76"/>
                  <a:gd name="T8" fmla="*/ 1 w 92"/>
                  <a:gd name="T9" fmla="*/ 20 h 76"/>
                  <a:gd name="T10" fmla="*/ 0 w 92"/>
                  <a:gd name="T11" fmla="*/ 2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2" h="76">
                    <a:moveTo>
                      <a:pt x="0" y="20"/>
                    </a:moveTo>
                    <a:cubicBezTo>
                      <a:pt x="38" y="76"/>
                      <a:pt x="38" y="76"/>
                      <a:pt x="38" y="76"/>
                    </a:cubicBezTo>
                    <a:cubicBezTo>
                      <a:pt x="92" y="39"/>
                      <a:pt x="92" y="39"/>
                      <a:pt x="92" y="39"/>
                    </a:cubicBezTo>
                    <a:cubicBezTo>
                      <a:pt x="92" y="38"/>
                      <a:pt x="91" y="37"/>
                      <a:pt x="91" y="36"/>
                    </a:cubicBezTo>
                    <a:cubicBezTo>
                      <a:pt x="70" y="7"/>
                      <a:pt x="30" y="0"/>
                      <a:pt x="1" y="20"/>
                    </a:cubicBez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Freeform 43"/>
              <p:cNvSpPr>
                <a:spLocks/>
              </p:cNvSpPr>
              <p:nvPr/>
            </p:nvSpPr>
            <p:spPr bwMode="auto">
              <a:xfrm>
                <a:off x="5060220" y="3609850"/>
                <a:ext cx="107603" cy="128296"/>
              </a:xfrm>
              <a:custGeom>
                <a:avLst/>
                <a:gdLst>
                  <a:gd name="T0" fmla="*/ 21 w 77"/>
                  <a:gd name="T1" fmla="*/ 92 h 92"/>
                  <a:gd name="T2" fmla="*/ 77 w 77"/>
                  <a:gd name="T3" fmla="*/ 54 h 92"/>
                  <a:gd name="T4" fmla="*/ 40 w 77"/>
                  <a:gd name="T5" fmla="*/ 0 h 92"/>
                  <a:gd name="T6" fmla="*/ 37 w 77"/>
                  <a:gd name="T7" fmla="*/ 1 h 92"/>
                  <a:gd name="T8" fmla="*/ 21 w 77"/>
                  <a:gd name="T9" fmla="*/ 92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" h="92">
                    <a:moveTo>
                      <a:pt x="21" y="92"/>
                    </a:moveTo>
                    <a:cubicBezTo>
                      <a:pt x="77" y="54"/>
                      <a:pt x="77" y="54"/>
                      <a:pt x="77" y="54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38" y="1"/>
                      <a:pt x="37" y="1"/>
                    </a:cubicBezTo>
                    <a:cubicBezTo>
                      <a:pt x="8" y="22"/>
                      <a:pt x="0" y="62"/>
                      <a:pt x="21" y="92"/>
                    </a:cubicBez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Freeform 44"/>
              <p:cNvSpPr>
                <a:spLocks/>
              </p:cNvSpPr>
              <p:nvPr/>
            </p:nvSpPr>
            <p:spPr bwMode="auto">
              <a:xfrm>
                <a:off x="4886399" y="3388436"/>
                <a:ext cx="128296" cy="106569"/>
              </a:xfrm>
              <a:custGeom>
                <a:avLst/>
                <a:gdLst>
                  <a:gd name="T0" fmla="*/ 92 w 92"/>
                  <a:gd name="T1" fmla="*/ 55 h 76"/>
                  <a:gd name="T2" fmla="*/ 54 w 92"/>
                  <a:gd name="T3" fmla="*/ 0 h 76"/>
                  <a:gd name="T4" fmla="*/ 0 w 92"/>
                  <a:gd name="T5" fmla="*/ 37 h 76"/>
                  <a:gd name="T6" fmla="*/ 1 w 92"/>
                  <a:gd name="T7" fmla="*/ 40 h 76"/>
                  <a:gd name="T8" fmla="*/ 91 w 92"/>
                  <a:gd name="T9" fmla="*/ 56 h 76"/>
                  <a:gd name="T10" fmla="*/ 92 w 92"/>
                  <a:gd name="T11" fmla="*/ 55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2" h="76">
                    <a:moveTo>
                      <a:pt x="92" y="55"/>
                    </a:moveTo>
                    <a:cubicBezTo>
                      <a:pt x="54" y="0"/>
                      <a:pt x="54" y="0"/>
                      <a:pt x="54" y="0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38"/>
                      <a:pt x="1" y="39"/>
                      <a:pt x="1" y="40"/>
                    </a:cubicBezTo>
                    <a:cubicBezTo>
                      <a:pt x="22" y="69"/>
                      <a:pt x="62" y="76"/>
                      <a:pt x="91" y="56"/>
                    </a:cubicBezTo>
                    <a:lnTo>
                      <a:pt x="92" y="55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Freeform 45"/>
              <p:cNvSpPr>
                <a:spLocks/>
              </p:cNvSpPr>
              <p:nvPr/>
            </p:nvSpPr>
            <p:spPr bwMode="auto">
              <a:xfrm>
                <a:off x="2481882" y="3274625"/>
                <a:ext cx="936355" cy="1027404"/>
              </a:xfrm>
              <a:custGeom>
                <a:avLst/>
                <a:gdLst>
                  <a:gd name="T0" fmla="*/ 11 w 671"/>
                  <a:gd name="T1" fmla="*/ 172 h 736"/>
                  <a:gd name="T2" fmla="*/ 7 w 671"/>
                  <a:gd name="T3" fmla="*/ 203 h 736"/>
                  <a:gd name="T4" fmla="*/ 423 w 671"/>
                  <a:gd name="T5" fmla="*/ 725 h 736"/>
                  <a:gd name="T6" fmla="*/ 453 w 671"/>
                  <a:gd name="T7" fmla="*/ 729 h 736"/>
                  <a:gd name="T8" fmla="*/ 660 w 671"/>
                  <a:gd name="T9" fmla="*/ 564 h 736"/>
                  <a:gd name="T10" fmla="*/ 664 w 671"/>
                  <a:gd name="T11" fmla="*/ 533 h 736"/>
                  <a:gd name="T12" fmla="*/ 248 w 671"/>
                  <a:gd name="T13" fmla="*/ 11 h 736"/>
                  <a:gd name="T14" fmla="*/ 217 w 671"/>
                  <a:gd name="T15" fmla="*/ 8 h 736"/>
                  <a:gd name="T16" fmla="*/ 11 w 671"/>
                  <a:gd name="T17" fmla="*/ 172 h 7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71" h="736">
                    <a:moveTo>
                      <a:pt x="11" y="172"/>
                    </a:moveTo>
                    <a:cubicBezTo>
                      <a:pt x="1" y="180"/>
                      <a:pt x="0" y="194"/>
                      <a:pt x="7" y="203"/>
                    </a:cubicBezTo>
                    <a:cubicBezTo>
                      <a:pt x="423" y="725"/>
                      <a:pt x="423" y="725"/>
                      <a:pt x="423" y="725"/>
                    </a:cubicBezTo>
                    <a:cubicBezTo>
                      <a:pt x="430" y="735"/>
                      <a:pt x="444" y="736"/>
                      <a:pt x="453" y="729"/>
                    </a:cubicBezTo>
                    <a:cubicBezTo>
                      <a:pt x="660" y="564"/>
                      <a:pt x="660" y="564"/>
                      <a:pt x="660" y="564"/>
                    </a:cubicBezTo>
                    <a:cubicBezTo>
                      <a:pt x="670" y="557"/>
                      <a:pt x="671" y="543"/>
                      <a:pt x="664" y="533"/>
                    </a:cubicBezTo>
                    <a:cubicBezTo>
                      <a:pt x="248" y="11"/>
                      <a:pt x="248" y="11"/>
                      <a:pt x="248" y="11"/>
                    </a:cubicBezTo>
                    <a:cubicBezTo>
                      <a:pt x="241" y="2"/>
                      <a:pt x="227" y="0"/>
                      <a:pt x="217" y="8"/>
                    </a:cubicBezTo>
                    <a:cubicBezTo>
                      <a:pt x="11" y="172"/>
                      <a:pt x="11" y="172"/>
                      <a:pt x="11" y="172"/>
                    </a:cubicBezTo>
                  </a:path>
                </a:pathLst>
              </a:custGeom>
              <a:solidFill>
                <a:srgbClr val="4E7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Freeform 46"/>
              <p:cNvSpPr>
                <a:spLocks/>
              </p:cNvSpPr>
              <p:nvPr/>
            </p:nvSpPr>
            <p:spPr bwMode="auto">
              <a:xfrm>
                <a:off x="2786068" y="3623301"/>
                <a:ext cx="327983" cy="330052"/>
              </a:xfrm>
              <a:custGeom>
                <a:avLst/>
                <a:gdLst>
                  <a:gd name="T0" fmla="*/ 52 w 235"/>
                  <a:gd name="T1" fmla="*/ 36 h 236"/>
                  <a:gd name="T2" fmla="*/ 36 w 235"/>
                  <a:gd name="T3" fmla="*/ 183 h 236"/>
                  <a:gd name="T4" fmla="*/ 183 w 235"/>
                  <a:gd name="T5" fmla="*/ 200 h 236"/>
                  <a:gd name="T6" fmla="*/ 199 w 235"/>
                  <a:gd name="T7" fmla="*/ 53 h 236"/>
                  <a:gd name="T8" fmla="*/ 52 w 235"/>
                  <a:gd name="T9" fmla="*/ 36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5" h="236">
                    <a:moveTo>
                      <a:pt x="52" y="36"/>
                    </a:moveTo>
                    <a:cubicBezTo>
                      <a:pt x="7" y="72"/>
                      <a:pt x="0" y="138"/>
                      <a:pt x="36" y="183"/>
                    </a:cubicBezTo>
                    <a:cubicBezTo>
                      <a:pt x="72" y="229"/>
                      <a:pt x="137" y="236"/>
                      <a:pt x="183" y="200"/>
                    </a:cubicBezTo>
                    <a:cubicBezTo>
                      <a:pt x="228" y="164"/>
                      <a:pt x="235" y="98"/>
                      <a:pt x="199" y="53"/>
                    </a:cubicBezTo>
                    <a:cubicBezTo>
                      <a:pt x="163" y="8"/>
                      <a:pt x="97" y="0"/>
                      <a:pt x="52" y="36"/>
                    </a:cubicBezTo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Freeform 47"/>
              <p:cNvSpPr>
                <a:spLocks noEditPoints="1"/>
              </p:cNvSpPr>
              <p:nvPr/>
            </p:nvSpPr>
            <p:spPr bwMode="auto">
              <a:xfrm>
                <a:off x="2935057" y="3690553"/>
                <a:ext cx="83807" cy="36213"/>
              </a:xfrm>
              <a:custGeom>
                <a:avLst/>
                <a:gdLst>
                  <a:gd name="T0" fmla="*/ 58 w 60"/>
                  <a:gd name="T1" fmla="*/ 18 h 26"/>
                  <a:gd name="T2" fmla="*/ 50 w 60"/>
                  <a:gd name="T3" fmla="*/ 25 h 26"/>
                  <a:gd name="T4" fmla="*/ 60 w 60"/>
                  <a:gd name="T5" fmla="*/ 26 h 26"/>
                  <a:gd name="T6" fmla="*/ 59 w 60"/>
                  <a:gd name="T7" fmla="*/ 20 h 26"/>
                  <a:gd name="T8" fmla="*/ 58 w 60"/>
                  <a:gd name="T9" fmla="*/ 18 h 26"/>
                  <a:gd name="T10" fmla="*/ 23 w 60"/>
                  <a:gd name="T11" fmla="*/ 0 h 26"/>
                  <a:gd name="T12" fmla="*/ 0 w 60"/>
                  <a:gd name="T13" fmla="*/ 18 h 26"/>
                  <a:gd name="T14" fmla="*/ 33 w 60"/>
                  <a:gd name="T15" fmla="*/ 23 h 26"/>
                  <a:gd name="T16" fmla="*/ 32 w 60"/>
                  <a:gd name="T17" fmla="*/ 22 h 26"/>
                  <a:gd name="T18" fmla="*/ 37 w 60"/>
                  <a:gd name="T19" fmla="*/ 18 h 26"/>
                  <a:gd name="T20" fmla="*/ 23 w 60"/>
                  <a:gd name="T21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0" h="26">
                    <a:moveTo>
                      <a:pt x="58" y="18"/>
                    </a:moveTo>
                    <a:cubicBezTo>
                      <a:pt x="50" y="25"/>
                      <a:pt x="50" y="25"/>
                      <a:pt x="50" y="25"/>
                    </a:cubicBezTo>
                    <a:cubicBezTo>
                      <a:pt x="60" y="26"/>
                      <a:pt x="60" y="26"/>
                      <a:pt x="60" y="26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8" y="18"/>
                      <a:pt x="58" y="18"/>
                      <a:pt x="58" y="18"/>
                    </a:cubicBezTo>
                    <a:moveTo>
                      <a:pt x="23" y="0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2"/>
                      <a:pt x="32" y="22"/>
                      <a:pt x="32" y="22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23" y="0"/>
                      <a:pt x="23" y="0"/>
                      <a:pt x="23" y="0"/>
                    </a:cubicBezTo>
                  </a:path>
                </a:pathLst>
              </a:custGeom>
              <a:solidFill>
                <a:srgbClr val="91A2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Freeform 48"/>
              <p:cNvSpPr>
                <a:spLocks noEditPoints="1"/>
              </p:cNvSpPr>
              <p:nvPr/>
            </p:nvSpPr>
            <p:spPr bwMode="auto">
              <a:xfrm>
                <a:off x="2506713" y="3304630"/>
                <a:ext cx="882553" cy="970498"/>
              </a:xfrm>
              <a:custGeom>
                <a:avLst/>
                <a:gdLst>
                  <a:gd name="T0" fmla="*/ 289 w 853"/>
                  <a:gd name="T1" fmla="*/ 0 h 938"/>
                  <a:gd name="T2" fmla="*/ 853 w 853"/>
                  <a:gd name="T3" fmla="*/ 708 h 938"/>
                  <a:gd name="T4" fmla="*/ 563 w 853"/>
                  <a:gd name="T5" fmla="*/ 938 h 938"/>
                  <a:gd name="T6" fmla="*/ 0 w 853"/>
                  <a:gd name="T7" fmla="*/ 231 h 938"/>
                  <a:gd name="T8" fmla="*/ 289 w 853"/>
                  <a:gd name="T9" fmla="*/ 0 h 938"/>
                  <a:gd name="T10" fmla="*/ 820 w 853"/>
                  <a:gd name="T11" fmla="*/ 705 h 938"/>
                  <a:gd name="T12" fmla="*/ 286 w 853"/>
                  <a:gd name="T13" fmla="*/ 31 h 938"/>
                  <a:gd name="T14" fmla="*/ 31 w 853"/>
                  <a:gd name="T15" fmla="*/ 234 h 938"/>
                  <a:gd name="T16" fmla="*/ 567 w 853"/>
                  <a:gd name="T17" fmla="*/ 907 h 938"/>
                  <a:gd name="T18" fmla="*/ 820 w 853"/>
                  <a:gd name="T19" fmla="*/ 705 h 9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53" h="938">
                    <a:moveTo>
                      <a:pt x="289" y="0"/>
                    </a:moveTo>
                    <a:lnTo>
                      <a:pt x="853" y="708"/>
                    </a:lnTo>
                    <a:lnTo>
                      <a:pt x="563" y="938"/>
                    </a:lnTo>
                    <a:lnTo>
                      <a:pt x="0" y="231"/>
                    </a:lnTo>
                    <a:lnTo>
                      <a:pt x="289" y="0"/>
                    </a:lnTo>
                    <a:close/>
                    <a:moveTo>
                      <a:pt x="820" y="705"/>
                    </a:moveTo>
                    <a:lnTo>
                      <a:pt x="286" y="31"/>
                    </a:lnTo>
                    <a:lnTo>
                      <a:pt x="31" y="234"/>
                    </a:lnTo>
                    <a:lnTo>
                      <a:pt x="567" y="907"/>
                    </a:lnTo>
                    <a:lnTo>
                      <a:pt x="820" y="705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Freeform 49"/>
              <p:cNvSpPr>
                <a:spLocks noEditPoints="1"/>
              </p:cNvSpPr>
              <p:nvPr/>
            </p:nvSpPr>
            <p:spPr bwMode="auto">
              <a:xfrm>
                <a:off x="2506713" y="3304630"/>
                <a:ext cx="882553" cy="970498"/>
              </a:xfrm>
              <a:custGeom>
                <a:avLst/>
                <a:gdLst>
                  <a:gd name="T0" fmla="*/ 289 w 853"/>
                  <a:gd name="T1" fmla="*/ 0 h 938"/>
                  <a:gd name="T2" fmla="*/ 853 w 853"/>
                  <a:gd name="T3" fmla="*/ 708 h 938"/>
                  <a:gd name="T4" fmla="*/ 563 w 853"/>
                  <a:gd name="T5" fmla="*/ 938 h 938"/>
                  <a:gd name="T6" fmla="*/ 0 w 853"/>
                  <a:gd name="T7" fmla="*/ 231 h 938"/>
                  <a:gd name="T8" fmla="*/ 289 w 853"/>
                  <a:gd name="T9" fmla="*/ 0 h 938"/>
                  <a:gd name="T10" fmla="*/ 820 w 853"/>
                  <a:gd name="T11" fmla="*/ 705 h 938"/>
                  <a:gd name="T12" fmla="*/ 286 w 853"/>
                  <a:gd name="T13" fmla="*/ 31 h 938"/>
                  <a:gd name="T14" fmla="*/ 31 w 853"/>
                  <a:gd name="T15" fmla="*/ 234 h 938"/>
                  <a:gd name="T16" fmla="*/ 567 w 853"/>
                  <a:gd name="T17" fmla="*/ 907 h 938"/>
                  <a:gd name="T18" fmla="*/ 820 w 853"/>
                  <a:gd name="T19" fmla="*/ 705 h 9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53" h="938">
                    <a:moveTo>
                      <a:pt x="289" y="0"/>
                    </a:moveTo>
                    <a:lnTo>
                      <a:pt x="853" y="708"/>
                    </a:lnTo>
                    <a:lnTo>
                      <a:pt x="563" y="938"/>
                    </a:lnTo>
                    <a:lnTo>
                      <a:pt x="0" y="231"/>
                    </a:lnTo>
                    <a:lnTo>
                      <a:pt x="289" y="0"/>
                    </a:lnTo>
                    <a:moveTo>
                      <a:pt x="820" y="705"/>
                    </a:moveTo>
                    <a:lnTo>
                      <a:pt x="286" y="31"/>
                    </a:lnTo>
                    <a:lnTo>
                      <a:pt x="31" y="234"/>
                    </a:lnTo>
                    <a:lnTo>
                      <a:pt x="567" y="907"/>
                    </a:lnTo>
                    <a:lnTo>
                      <a:pt x="820" y="705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Freeform 50"/>
              <p:cNvSpPr>
                <a:spLocks/>
              </p:cNvSpPr>
              <p:nvPr/>
            </p:nvSpPr>
            <p:spPr bwMode="auto">
              <a:xfrm>
                <a:off x="3270282" y="3958526"/>
                <a:ext cx="104500" cy="131400"/>
              </a:xfrm>
              <a:custGeom>
                <a:avLst/>
                <a:gdLst>
                  <a:gd name="T0" fmla="*/ 33 w 75"/>
                  <a:gd name="T1" fmla="*/ 0 h 94"/>
                  <a:gd name="T2" fmla="*/ 75 w 75"/>
                  <a:gd name="T3" fmla="*/ 53 h 94"/>
                  <a:gd name="T4" fmla="*/ 24 w 75"/>
                  <a:gd name="T5" fmla="*/ 94 h 94"/>
                  <a:gd name="T6" fmla="*/ 22 w 75"/>
                  <a:gd name="T7" fmla="*/ 91 h 94"/>
                  <a:gd name="T8" fmla="*/ 32 w 75"/>
                  <a:gd name="T9" fmla="*/ 1 h 94"/>
                  <a:gd name="T10" fmla="*/ 33 w 75"/>
                  <a:gd name="T11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33" y="0"/>
                    </a:moveTo>
                    <a:cubicBezTo>
                      <a:pt x="75" y="53"/>
                      <a:pt x="75" y="53"/>
                      <a:pt x="75" y="53"/>
                    </a:cubicBezTo>
                    <a:cubicBezTo>
                      <a:pt x="24" y="94"/>
                      <a:pt x="24" y="94"/>
                      <a:pt x="24" y="94"/>
                    </a:cubicBezTo>
                    <a:cubicBezTo>
                      <a:pt x="23" y="93"/>
                      <a:pt x="23" y="92"/>
                      <a:pt x="22" y="91"/>
                    </a:cubicBezTo>
                    <a:cubicBezTo>
                      <a:pt x="0" y="63"/>
                      <a:pt x="4" y="23"/>
                      <a:pt x="32" y="1"/>
                    </a:cubicBez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Freeform 51"/>
              <p:cNvSpPr>
                <a:spLocks/>
              </p:cNvSpPr>
              <p:nvPr/>
            </p:nvSpPr>
            <p:spPr bwMode="auto">
              <a:xfrm>
                <a:off x="3034383" y="4150970"/>
                <a:ext cx="131400" cy="105534"/>
              </a:xfrm>
              <a:custGeom>
                <a:avLst/>
                <a:gdLst>
                  <a:gd name="T0" fmla="*/ 94 w 94"/>
                  <a:gd name="T1" fmla="*/ 33 h 75"/>
                  <a:gd name="T2" fmla="*/ 41 w 94"/>
                  <a:gd name="T3" fmla="*/ 75 h 75"/>
                  <a:gd name="T4" fmla="*/ 0 w 94"/>
                  <a:gd name="T5" fmla="*/ 24 h 75"/>
                  <a:gd name="T6" fmla="*/ 3 w 94"/>
                  <a:gd name="T7" fmla="*/ 22 h 75"/>
                  <a:gd name="T8" fmla="*/ 94 w 94"/>
                  <a:gd name="T9" fmla="*/ 32 h 75"/>
                  <a:gd name="T10" fmla="*/ 94 w 94"/>
                  <a:gd name="T11" fmla="*/ 3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5">
                    <a:moveTo>
                      <a:pt x="94" y="33"/>
                    </a:moveTo>
                    <a:cubicBezTo>
                      <a:pt x="41" y="75"/>
                      <a:pt x="41" y="75"/>
                      <a:pt x="41" y="75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3"/>
                      <a:pt x="2" y="23"/>
                      <a:pt x="3" y="22"/>
                    </a:cubicBezTo>
                    <a:cubicBezTo>
                      <a:pt x="31" y="0"/>
                      <a:pt x="71" y="4"/>
                      <a:pt x="94" y="32"/>
                    </a:cubicBezTo>
                    <a:lnTo>
                      <a:pt x="94" y="33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Freeform 52"/>
              <p:cNvSpPr>
                <a:spLocks/>
              </p:cNvSpPr>
              <p:nvPr/>
            </p:nvSpPr>
            <p:spPr bwMode="auto">
              <a:xfrm>
                <a:off x="2522233" y="3489831"/>
                <a:ext cx="105534" cy="130365"/>
              </a:xfrm>
              <a:custGeom>
                <a:avLst/>
                <a:gdLst>
                  <a:gd name="T0" fmla="*/ 42 w 76"/>
                  <a:gd name="T1" fmla="*/ 94 h 94"/>
                  <a:gd name="T2" fmla="*/ 0 w 76"/>
                  <a:gd name="T3" fmla="*/ 41 h 94"/>
                  <a:gd name="T4" fmla="*/ 51 w 76"/>
                  <a:gd name="T5" fmla="*/ 0 h 94"/>
                  <a:gd name="T6" fmla="*/ 53 w 76"/>
                  <a:gd name="T7" fmla="*/ 2 h 94"/>
                  <a:gd name="T8" fmla="*/ 43 w 76"/>
                  <a:gd name="T9" fmla="*/ 93 h 94"/>
                  <a:gd name="T10" fmla="*/ 42 w 76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6" h="94">
                    <a:moveTo>
                      <a:pt x="42" y="94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2" y="0"/>
                      <a:pt x="53" y="1"/>
                      <a:pt x="53" y="2"/>
                    </a:cubicBezTo>
                    <a:cubicBezTo>
                      <a:pt x="76" y="30"/>
                      <a:pt x="71" y="71"/>
                      <a:pt x="43" y="93"/>
                    </a:cubicBezTo>
                    <a:lnTo>
                      <a:pt x="42" y="94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Freeform 53"/>
              <p:cNvSpPr>
                <a:spLocks/>
              </p:cNvSpPr>
              <p:nvPr/>
            </p:nvSpPr>
            <p:spPr bwMode="auto">
              <a:xfrm>
                <a:off x="2731231" y="3322219"/>
                <a:ext cx="131400" cy="105534"/>
              </a:xfrm>
              <a:custGeom>
                <a:avLst/>
                <a:gdLst>
                  <a:gd name="T0" fmla="*/ 0 w 94"/>
                  <a:gd name="T1" fmla="*/ 42 h 76"/>
                  <a:gd name="T2" fmla="*/ 53 w 94"/>
                  <a:gd name="T3" fmla="*/ 0 h 76"/>
                  <a:gd name="T4" fmla="*/ 94 w 94"/>
                  <a:gd name="T5" fmla="*/ 51 h 76"/>
                  <a:gd name="T6" fmla="*/ 92 w 94"/>
                  <a:gd name="T7" fmla="*/ 54 h 76"/>
                  <a:gd name="T8" fmla="*/ 1 w 94"/>
                  <a:gd name="T9" fmla="*/ 43 h 76"/>
                  <a:gd name="T10" fmla="*/ 0 w 94"/>
                  <a:gd name="T11" fmla="*/ 42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6">
                    <a:moveTo>
                      <a:pt x="0" y="42"/>
                    </a:moveTo>
                    <a:cubicBezTo>
                      <a:pt x="53" y="0"/>
                      <a:pt x="53" y="0"/>
                      <a:pt x="53" y="0"/>
                    </a:cubicBezTo>
                    <a:cubicBezTo>
                      <a:pt x="94" y="51"/>
                      <a:pt x="94" y="51"/>
                      <a:pt x="94" y="51"/>
                    </a:cubicBezTo>
                    <a:cubicBezTo>
                      <a:pt x="93" y="52"/>
                      <a:pt x="93" y="53"/>
                      <a:pt x="92" y="54"/>
                    </a:cubicBezTo>
                    <a:cubicBezTo>
                      <a:pt x="64" y="76"/>
                      <a:pt x="23" y="71"/>
                      <a:pt x="1" y="43"/>
                    </a:cubicBez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Freeform 54"/>
              <p:cNvSpPr>
                <a:spLocks/>
              </p:cNvSpPr>
              <p:nvPr/>
            </p:nvSpPr>
            <p:spPr bwMode="auto">
              <a:xfrm>
                <a:off x="2426011" y="3979219"/>
                <a:ext cx="1023265" cy="945666"/>
              </a:xfrm>
              <a:custGeom>
                <a:avLst/>
                <a:gdLst>
                  <a:gd name="T0" fmla="*/ 175 w 733"/>
                  <a:gd name="T1" fmla="*/ 666 h 677"/>
                  <a:gd name="T2" fmla="*/ 206 w 733"/>
                  <a:gd name="T3" fmla="*/ 669 h 677"/>
                  <a:gd name="T4" fmla="*/ 722 w 733"/>
                  <a:gd name="T5" fmla="*/ 246 h 677"/>
                  <a:gd name="T6" fmla="*/ 725 w 733"/>
                  <a:gd name="T7" fmla="*/ 215 h 677"/>
                  <a:gd name="T8" fmla="*/ 558 w 733"/>
                  <a:gd name="T9" fmla="*/ 11 h 677"/>
                  <a:gd name="T10" fmla="*/ 527 w 733"/>
                  <a:gd name="T11" fmla="*/ 8 h 677"/>
                  <a:gd name="T12" fmla="*/ 11 w 733"/>
                  <a:gd name="T13" fmla="*/ 431 h 677"/>
                  <a:gd name="T14" fmla="*/ 8 w 733"/>
                  <a:gd name="T15" fmla="*/ 462 h 677"/>
                  <a:gd name="T16" fmla="*/ 175 w 733"/>
                  <a:gd name="T17" fmla="*/ 666 h 6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33" h="677">
                    <a:moveTo>
                      <a:pt x="175" y="666"/>
                    </a:moveTo>
                    <a:cubicBezTo>
                      <a:pt x="183" y="675"/>
                      <a:pt x="197" y="677"/>
                      <a:pt x="206" y="669"/>
                    </a:cubicBezTo>
                    <a:cubicBezTo>
                      <a:pt x="722" y="246"/>
                      <a:pt x="722" y="246"/>
                      <a:pt x="722" y="246"/>
                    </a:cubicBezTo>
                    <a:cubicBezTo>
                      <a:pt x="732" y="239"/>
                      <a:pt x="733" y="225"/>
                      <a:pt x="725" y="215"/>
                    </a:cubicBezTo>
                    <a:cubicBezTo>
                      <a:pt x="558" y="11"/>
                      <a:pt x="558" y="11"/>
                      <a:pt x="558" y="11"/>
                    </a:cubicBezTo>
                    <a:cubicBezTo>
                      <a:pt x="550" y="1"/>
                      <a:pt x="536" y="0"/>
                      <a:pt x="527" y="8"/>
                    </a:cubicBezTo>
                    <a:cubicBezTo>
                      <a:pt x="11" y="431"/>
                      <a:pt x="11" y="431"/>
                      <a:pt x="11" y="431"/>
                    </a:cubicBezTo>
                    <a:cubicBezTo>
                      <a:pt x="1" y="438"/>
                      <a:pt x="0" y="452"/>
                      <a:pt x="8" y="462"/>
                    </a:cubicBezTo>
                    <a:cubicBezTo>
                      <a:pt x="175" y="666"/>
                      <a:pt x="175" y="666"/>
                      <a:pt x="175" y="666"/>
                    </a:cubicBezTo>
                  </a:path>
                </a:pathLst>
              </a:custGeom>
              <a:solidFill>
                <a:srgbClr val="4E7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Freeform 55"/>
              <p:cNvSpPr>
                <a:spLocks/>
              </p:cNvSpPr>
              <p:nvPr/>
            </p:nvSpPr>
            <p:spPr bwMode="auto">
              <a:xfrm>
                <a:off x="2773652" y="4288578"/>
                <a:ext cx="327983" cy="327983"/>
              </a:xfrm>
              <a:custGeom>
                <a:avLst/>
                <a:gdLst>
                  <a:gd name="T0" fmla="*/ 37 w 235"/>
                  <a:gd name="T1" fmla="*/ 184 h 235"/>
                  <a:gd name="T2" fmla="*/ 184 w 235"/>
                  <a:gd name="T3" fmla="*/ 198 h 235"/>
                  <a:gd name="T4" fmla="*/ 198 w 235"/>
                  <a:gd name="T5" fmla="*/ 51 h 235"/>
                  <a:gd name="T6" fmla="*/ 51 w 235"/>
                  <a:gd name="T7" fmla="*/ 36 h 235"/>
                  <a:gd name="T8" fmla="*/ 37 w 235"/>
                  <a:gd name="T9" fmla="*/ 184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5" h="235">
                    <a:moveTo>
                      <a:pt x="37" y="184"/>
                    </a:moveTo>
                    <a:cubicBezTo>
                      <a:pt x="73" y="228"/>
                      <a:pt x="139" y="235"/>
                      <a:pt x="184" y="198"/>
                    </a:cubicBezTo>
                    <a:cubicBezTo>
                      <a:pt x="228" y="162"/>
                      <a:pt x="235" y="96"/>
                      <a:pt x="198" y="51"/>
                    </a:cubicBezTo>
                    <a:cubicBezTo>
                      <a:pt x="162" y="6"/>
                      <a:pt x="96" y="0"/>
                      <a:pt x="51" y="36"/>
                    </a:cubicBezTo>
                    <a:cubicBezTo>
                      <a:pt x="7" y="73"/>
                      <a:pt x="0" y="139"/>
                      <a:pt x="37" y="184"/>
                    </a:cubicBezTo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Freeform 56"/>
              <p:cNvSpPr>
                <a:spLocks noEditPoints="1"/>
              </p:cNvSpPr>
              <p:nvPr/>
            </p:nvSpPr>
            <p:spPr bwMode="auto">
              <a:xfrm>
                <a:off x="2456016" y="4010259"/>
                <a:ext cx="966359" cy="887726"/>
              </a:xfrm>
              <a:custGeom>
                <a:avLst/>
                <a:gdLst>
                  <a:gd name="T0" fmla="*/ 0 w 934"/>
                  <a:gd name="T1" fmla="*/ 572 h 858"/>
                  <a:gd name="T2" fmla="*/ 699 w 934"/>
                  <a:gd name="T3" fmla="*/ 0 h 858"/>
                  <a:gd name="T4" fmla="*/ 934 w 934"/>
                  <a:gd name="T5" fmla="*/ 286 h 858"/>
                  <a:gd name="T6" fmla="*/ 235 w 934"/>
                  <a:gd name="T7" fmla="*/ 858 h 858"/>
                  <a:gd name="T8" fmla="*/ 0 w 934"/>
                  <a:gd name="T9" fmla="*/ 572 h 858"/>
                  <a:gd name="T10" fmla="*/ 697 w 934"/>
                  <a:gd name="T11" fmla="*/ 31 h 858"/>
                  <a:gd name="T12" fmla="*/ 31 w 934"/>
                  <a:gd name="T13" fmla="*/ 576 h 858"/>
                  <a:gd name="T14" fmla="*/ 238 w 934"/>
                  <a:gd name="T15" fmla="*/ 827 h 858"/>
                  <a:gd name="T16" fmla="*/ 902 w 934"/>
                  <a:gd name="T17" fmla="*/ 282 h 858"/>
                  <a:gd name="T18" fmla="*/ 697 w 934"/>
                  <a:gd name="T19" fmla="*/ 31 h 8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4" h="858">
                    <a:moveTo>
                      <a:pt x="0" y="572"/>
                    </a:moveTo>
                    <a:lnTo>
                      <a:pt x="699" y="0"/>
                    </a:lnTo>
                    <a:lnTo>
                      <a:pt x="934" y="286"/>
                    </a:lnTo>
                    <a:lnTo>
                      <a:pt x="235" y="858"/>
                    </a:lnTo>
                    <a:lnTo>
                      <a:pt x="0" y="572"/>
                    </a:lnTo>
                    <a:close/>
                    <a:moveTo>
                      <a:pt x="697" y="31"/>
                    </a:moveTo>
                    <a:lnTo>
                      <a:pt x="31" y="576"/>
                    </a:lnTo>
                    <a:lnTo>
                      <a:pt x="238" y="827"/>
                    </a:lnTo>
                    <a:lnTo>
                      <a:pt x="902" y="282"/>
                    </a:lnTo>
                    <a:lnTo>
                      <a:pt x="697" y="31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Freeform 57"/>
              <p:cNvSpPr>
                <a:spLocks noEditPoints="1"/>
              </p:cNvSpPr>
              <p:nvPr/>
            </p:nvSpPr>
            <p:spPr bwMode="auto">
              <a:xfrm>
                <a:off x="2456016" y="4010259"/>
                <a:ext cx="966359" cy="887726"/>
              </a:xfrm>
              <a:custGeom>
                <a:avLst/>
                <a:gdLst>
                  <a:gd name="T0" fmla="*/ 0 w 934"/>
                  <a:gd name="T1" fmla="*/ 572 h 858"/>
                  <a:gd name="T2" fmla="*/ 699 w 934"/>
                  <a:gd name="T3" fmla="*/ 0 h 858"/>
                  <a:gd name="T4" fmla="*/ 934 w 934"/>
                  <a:gd name="T5" fmla="*/ 286 h 858"/>
                  <a:gd name="T6" fmla="*/ 235 w 934"/>
                  <a:gd name="T7" fmla="*/ 858 h 858"/>
                  <a:gd name="T8" fmla="*/ 0 w 934"/>
                  <a:gd name="T9" fmla="*/ 572 h 858"/>
                  <a:gd name="T10" fmla="*/ 697 w 934"/>
                  <a:gd name="T11" fmla="*/ 31 h 858"/>
                  <a:gd name="T12" fmla="*/ 31 w 934"/>
                  <a:gd name="T13" fmla="*/ 576 h 858"/>
                  <a:gd name="T14" fmla="*/ 238 w 934"/>
                  <a:gd name="T15" fmla="*/ 827 h 858"/>
                  <a:gd name="T16" fmla="*/ 902 w 934"/>
                  <a:gd name="T17" fmla="*/ 282 h 858"/>
                  <a:gd name="T18" fmla="*/ 697 w 934"/>
                  <a:gd name="T19" fmla="*/ 31 h 8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4" h="858">
                    <a:moveTo>
                      <a:pt x="0" y="572"/>
                    </a:moveTo>
                    <a:lnTo>
                      <a:pt x="699" y="0"/>
                    </a:lnTo>
                    <a:lnTo>
                      <a:pt x="934" y="286"/>
                    </a:lnTo>
                    <a:lnTo>
                      <a:pt x="235" y="858"/>
                    </a:lnTo>
                    <a:lnTo>
                      <a:pt x="0" y="572"/>
                    </a:lnTo>
                    <a:moveTo>
                      <a:pt x="697" y="31"/>
                    </a:moveTo>
                    <a:lnTo>
                      <a:pt x="31" y="576"/>
                    </a:lnTo>
                    <a:lnTo>
                      <a:pt x="238" y="827"/>
                    </a:lnTo>
                    <a:lnTo>
                      <a:pt x="902" y="282"/>
                    </a:lnTo>
                    <a:lnTo>
                      <a:pt x="697" y="3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Freeform 58"/>
              <p:cNvSpPr>
                <a:spLocks/>
              </p:cNvSpPr>
              <p:nvPr/>
            </p:nvSpPr>
            <p:spPr bwMode="auto">
              <a:xfrm>
                <a:off x="3101635" y="4022674"/>
                <a:ext cx="131400" cy="104500"/>
              </a:xfrm>
              <a:custGeom>
                <a:avLst/>
                <a:gdLst>
                  <a:gd name="T0" fmla="*/ 0 w 94"/>
                  <a:gd name="T1" fmla="*/ 43 h 75"/>
                  <a:gd name="T2" fmla="*/ 53 w 94"/>
                  <a:gd name="T3" fmla="*/ 0 h 75"/>
                  <a:gd name="T4" fmla="*/ 94 w 94"/>
                  <a:gd name="T5" fmla="*/ 51 h 75"/>
                  <a:gd name="T6" fmla="*/ 92 w 94"/>
                  <a:gd name="T7" fmla="*/ 53 h 75"/>
                  <a:gd name="T8" fmla="*/ 1 w 94"/>
                  <a:gd name="T9" fmla="*/ 44 h 75"/>
                  <a:gd name="T10" fmla="*/ 0 w 94"/>
                  <a:gd name="T11" fmla="*/ 4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5">
                    <a:moveTo>
                      <a:pt x="0" y="43"/>
                    </a:moveTo>
                    <a:cubicBezTo>
                      <a:pt x="53" y="0"/>
                      <a:pt x="53" y="0"/>
                      <a:pt x="53" y="0"/>
                    </a:cubicBezTo>
                    <a:cubicBezTo>
                      <a:pt x="94" y="51"/>
                      <a:pt x="94" y="51"/>
                      <a:pt x="94" y="51"/>
                    </a:cubicBezTo>
                    <a:cubicBezTo>
                      <a:pt x="94" y="51"/>
                      <a:pt x="93" y="52"/>
                      <a:pt x="92" y="53"/>
                    </a:cubicBezTo>
                    <a:cubicBezTo>
                      <a:pt x="64" y="75"/>
                      <a:pt x="24" y="71"/>
                      <a:pt x="1" y="44"/>
                    </a:cubicBez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Freeform 59"/>
              <p:cNvSpPr>
                <a:spLocks/>
              </p:cNvSpPr>
              <p:nvPr/>
            </p:nvSpPr>
            <p:spPr bwMode="auto">
              <a:xfrm>
                <a:off x="3298217" y="4229604"/>
                <a:ext cx="104500" cy="131400"/>
              </a:xfrm>
              <a:custGeom>
                <a:avLst/>
                <a:gdLst>
                  <a:gd name="T0" fmla="*/ 32 w 75"/>
                  <a:gd name="T1" fmla="*/ 0 h 94"/>
                  <a:gd name="T2" fmla="*/ 75 w 75"/>
                  <a:gd name="T3" fmla="*/ 53 h 94"/>
                  <a:gd name="T4" fmla="*/ 24 w 75"/>
                  <a:gd name="T5" fmla="*/ 94 h 94"/>
                  <a:gd name="T6" fmla="*/ 22 w 75"/>
                  <a:gd name="T7" fmla="*/ 92 h 94"/>
                  <a:gd name="T8" fmla="*/ 31 w 75"/>
                  <a:gd name="T9" fmla="*/ 1 h 94"/>
                  <a:gd name="T10" fmla="*/ 32 w 75"/>
                  <a:gd name="T11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32" y="0"/>
                    </a:moveTo>
                    <a:cubicBezTo>
                      <a:pt x="75" y="53"/>
                      <a:pt x="75" y="53"/>
                      <a:pt x="75" y="53"/>
                    </a:cubicBezTo>
                    <a:cubicBezTo>
                      <a:pt x="24" y="94"/>
                      <a:pt x="24" y="94"/>
                      <a:pt x="24" y="94"/>
                    </a:cubicBezTo>
                    <a:cubicBezTo>
                      <a:pt x="24" y="94"/>
                      <a:pt x="23" y="93"/>
                      <a:pt x="22" y="92"/>
                    </a:cubicBezTo>
                    <a:cubicBezTo>
                      <a:pt x="0" y="64"/>
                      <a:pt x="4" y="24"/>
                      <a:pt x="31" y="1"/>
                    </a:cubicBezTo>
                    <a:cubicBezTo>
                      <a:pt x="32" y="0"/>
                      <a:pt x="32" y="0"/>
                      <a:pt x="32" y="0"/>
                    </a:cubicBezTo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Freeform 60"/>
              <p:cNvSpPr>
                <a:spLocks/>
              </p:cNvSpPr>
              <p:nvPr/>
            </p:nvSpPr>
            <p:spPr bwMode="auto">
              <a:xfrm>
                <a:off x="2643287" y="4777966"/>
                <a:ext cx="131400" cy="104500"/>
              </a:xfrm>
              <a:custGeom>
                <a:avLst/>
                <a:gdLst>
                  <a:gd name="T0" fmla="*/ 94 w 94"/>
                  <a:gd name="T1" fmla="*/ 32 h 75"/>
                  <a:gd name="T2" fmla="*/ 41 w 94"/>
                  <a:gd name="T3" fmla="*/ 75 h 75"/>
                  <a:gd name="T4" fmla="*/ 0 w 94"/>
                  <a:gd name="T5" fmla="*/ 24 h 75"/>
                  <a:gd name="T6" fmla="*/ 2 w 94"/>
                  <a:gd name="T7" fmla="*/ 22 h 75"/>
                  <a:gd name="T8" fmla="*/ 93 w 94"/>
                  <a:gd name="T9" fmla="*/ 31 h 75"/>
                  <a:gd name="T10" fmla="*/ 94 w 94"/>
                  <a:gd name="T11" fmla="*/ 3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5">
                    <a:moveTo>
                      <a:pt x="94" y="32"/>
                    </a:moveTo>
                    <a:cubicBezTo>
                      <a:pt x="41" y="75"/>
                      <a:pt x="41" y="75"/>
                      <a:pt x="41" y="75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ubicBezTo>
                      <a:pt x="30" y="0"/>
                      <a:pt x="70" y="4"/>
                      <a:pt x="93" y="31"/>
                    </a:cubicBezTo>
                    <a:lnTo>
                      <a:pt x="94" y="32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Freeform 61"/>
              <p:cNvSpPr>
                <a:spLocks/>
              </p:cNvSpPr>
              <p:nvPr/>
            </p:nvSpPr>
            <p:spPr bwMode="auto">
              <a:xfrm>
                <a:off x="2473605" y="4545170"/>
                <a:ext cx="104500" cy="131400"/>
              </a:xfrm>
              <a:custGeom>
                <a:avLst/>
                <a:gdLst>
                  <a:gd name="T0" fmla="*/ 43 w 75"/>
                  <a:gd name="T1" fmla="*/ 94 h 94"/>
                  <a:gd name="T2" fmla="*/ 0 w 75"/>
                  <a:gd name="T3" fmla="*/ 41 h 94"/>
                  <a:gd name="T4" fmla="*/ 51 w 75"/>
                  <a:gd name="T5" fmla="*/ 0 h 94"/>
                  <a:gd name="T6" fmla="*/ 53 w 75"/>
                  <a:gd name="T7" fmla="*/ 2 h 94"/>
                  <a:gd name="T8" fmla="*/ 44 w 75"/>
                  <a:gd name="T9" fmla="*/ 93 h 94"/>
                  <a:gd name="T10" fmla="*/ 43 w 75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43" y="94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1" y="0"/>
                      <a:pt x="52" y="1"/>
                      <a:pt x="53" y="2"/>
                    </a:cubicBezTo>
                    <a:cubicBezTo>
                      <a:pt x="75" y="30"/>
                      <a:pt x="71" y="70"/>
                      <a:pt x="44" y="93"/>
                    </a:cubicBezTo>
                    <a:lnTo>
                      <a:pt x="43" y="94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Freeform 62"/>
              <p:cNvSpPr>
                <a:spLocks/>
              </p:cNvSpPr>
              <p:nvPr/>
            </p:nvSpPr>
            <p:spPr bwMode="auto">
              <a:xfrm>
                <a:off x="4255265" y="3698830"/>
                <a:ext cx="1039820" cy="561813"/>
              </a:xfrm>
              <a:custGeom>
                <a:avLst/>
                <a:gdLst>
                  <a:gd name="T0" fmla="*/ 743 w 745"/>
                  <a:gd name="T1" fmla="*/ 282 h 402"/>
                  <a:gd name="T2" fmla="*/ 724 w 745"/>
                  <a:gd name="T3" fmla="*/ 307 h 402"/>
                  <a:gd name="T4" fmla="*/ 64 w 745"/>
                  <a:gd name="T5" fmla="*/ 400 h 402"/>
                  <a:gd name="T6" fmla="*/ 39 w 745"/>
                  <a:gd name="T7" fmla="*/ 382 h 402"/>
                  <a:gd name="T8" fmla="*/ 2 w 745"/>
                  <a:gd name="T9" fmla="*/ 120 h 402"/>
                  <a:gd name="T10" fmla="*/ 21 w 745"/>
                  <a:gd name="T11" fmla="*/ 95 h 402"/>
                  <a:gd name="T12" fmla="*/ 681 w 745"/>
                  <a:gd name="T13" fmla="*/ 1 h 402"/>
                  <a:gd name="T14" fmla="*/ 706 w 745"/>
                  <a:gd name="T15" fmla="*/ 20 h 402"/>
                  <a:gd name="T16" fmla="*/ 743 w 745"/>
                  <a:gd name="T17" fmla="*/ 282 h 4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5" h="402">
                    <a:moveTo>
                      <a:pt x="743" y="282"/>
                    </a:moveTo>
                    <a:cubicBezTo>
                      <a:pt x="745" y="294"/>
                      <a:pt x="736" y="305"/>
                      <a:pt x="724" y="307"/>
                    </a:cubicBezTo>
                    <a:cubicBezTo>
                      <a:pt x="64" y="400"/>
                      <a:pt x="64" y="400"/>
                      <a:pt x="64" y="400"/>
                    </a:cubicBezTo>
                    <a:cubicBezTo>
                      <a:pt x="52" y="402"/>
                      <a:pt x="41" y="394"/>
                      <a:pt x="39" y="382"/>
                    </a:cubicBezTo>
                    <a:cubicBezTo>
                      <a:pt x="2" y="120"/>
                      <a:pt x="2" y="120"/>
                      <a:pt x="2" y="120"/>
                    </a:cubicBezTo>
                    <a:cubicBezTo>
                      <a:pt x="0" y="108"/>
                      <a:pt x="9" y="97"/>
                      <a:pt x="21" y="95"/>
                    </a:cubicBezTo>
                    <a:cubicBezTo>
                      <a:pt x="681" y="1"/>
                      <a:pt x="681" y="1"/>
                      <a:pt x="681" y="1"/>
                    </a:cubicBezTo>
                    <a:cubicBezTo>
                      <a:pt x="693" y="0"/>
                      <a:pt x="704" y="8"/>
                      <a:pt x="706" y="20"/>
                    </a:cubicBezTo>
                    <a:cubicBezTo>
                      <a:pt x="743" y="282"/>
                      <a:pt x="743" y="282"/>
                      <a:pt x="743" y="282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Freeform 63"/>
              <p:cNvSpPr>
                <a:spLocks/>
              </p:cNvSpPr>
              <p:nvPr/>
            </p:nvSpPr>
            <p:spPr bwMode="auto">
              <a:xfrm>
                <a:off x="4619461" y="3822987"/>
                <a:ext cx="311429" cy="312463"/>
              </a:xfrm>
              <a:custGeom>
                <a:avLst/>
                <a:gdLst>
                  <a:gd name="T0" fmla="*/ 215 w 223"/>
                  <a:gd name="T1" fmla="*/ 97 h 224"/>
                  <a:gd name="T2" fmla="*/ 126 w 223"/>
                  <a:gd name="T3" fmla="*/ 215 h 224"/>
                  <a:gd name="T4" fmla="*/ 8 w 223"/>
                  <a:gd name="T5" fmla="*/ 127 h 224"/>
                  <a:gd name="T6" fmla="*/ 97 w 223"/>
                  <a:gd name="T7" fmla="*/ 8 h 224"/>
                  <a:gd name="T8" fmla="*/ 215 w 223"/>
                  <a:gd name="T9" fmla="*/ 97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3" h="224">
                    <a:moveTo>
                      <a:pt x="215" y="97"/>
                    </a:moveTo>
                    <a:cubicBezTo>
                      <a:pt x="223" y="154"/>
                      <a:pt x="183" y="207"/>
                      <a:pt x="126" y="215"/>
                    </a:cubicBezTo>
                    <a:cubicBezTo>
                      <a:pt x="69" y="224"/>
                      <a:pt x="16" y="184"/>
                      <a:pt x="8" y="127"/>
                    </a:cubicBezTo>
                    <a:cubicBezTo>
                      <a:pt x="0" y="69"/>
                      <a:pt x="40" y="16"/>
                      <a:pt x="97" y="8"/>
                    </a:cubicBezTo>
                    <a:cubicBezTo>
                      <a:pt x="154" y="0"/>
                      <a:pt x="207" y="40"/>
                      <a:pt x="215" y="97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Freeform 64"/>
              <p:cNvSpPr>
                <a:spLocks noEditPoints="1"/>
              </p:cNvSpPr>
              <p:nvPr/>
            </p:nvSpPr>
            <p:spPr bwMode="auto">
              <a:xfrm>
                <a:off x="4828459" y="3897482"/>
                <a:ext cx="20693" cy="139678"/>
              </a:xfrm>
              <a:custGeom>
                <a:avLst/>
                <a:gdLst>
                  <a:gd name="T0" fmla="*/ 0 w 15"/>
                  <a:gd name="T1" fmla="*/ 49 h 100"/>
                  <a:gd name="T2" fmla="*/ 0 w 15"/>
                  <a:gd name="T3" fmla="*/ 100 h 100"/>
                  <a:gd name="T4" fmla="*/ 6 w 15"/>
                  <a:gd name="T5" fmla="*/ 96 h 100"/>
                  <a:gd name="T6" fmla="*/ 13 w 15"/>
                  <a:gd name="T7" fmla="*/ 85 h 100"/>
                  <a:gd name="T8" fmla="*/ 14 w 15"/>
                  <a:gd name="T9" fmla="*/ 72 h 100"/>
                  <a:gd name="T10" fmla="*/ 8 w 15"/>
                  <a:gd name="T11" fmla="*/ 55 h 100"/>
                  <a:gd name="T12" fmla="*/ 0 w 15"/>
                  <a:gd name="T13" fmla="*/ 49 h 100"/>
                  <a:gd name="T14" fmla="*/ 1 w 15"/>
                  <a:gd name="T15" fmla="*/ 0 h 100"/>
                  <a:gd name="T16" fmla="*/ 0 w 15"/>
                  <a:gd name="T17" fmla="*/ 0 h 100"/>
                  <a:gd name="T18" fmla="*/ 0 w 15"/>
                  <a:gd name="T19" fmla="*/ 37 h 100"/>
                  <a:gd name="T20" fmla="*/ 6 w 15"/>
                  <a:gd name="T21" fmla="*/ 36 h 100"/>
                  <a:gd name="T22" fmla="*/ 1 w 15"/>
                  <a:gd name="T23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" h="100">
                    <a:moveTo>
                      <a:pt x="0" y="49"/>
                    </a:moveTo>
                    <a:cubicBezTo>
                      <a:pt x="0" y="100"/>
                      <a:pt x="0" y="100"/>
                      <a:pt x="0" y="100"/>
                    </a:cubicBezTo>
                    <a:cubicBezTo>
                      <a:pt x="2" y="99"/>
                      <a:pt x="4" y="97"/>
                      <a:pt x="6" y="96"/>
                    </a:cubicBezTo>
                    <a:cubicBezTo>
                      <a:pt x="9" y="93"/>
                      <a:pt x="11" y="89"/>
                      <a:pt x="13" y="85"/>
                    </a:cubicBezTo>
                    <a:cubicBezTo>
                      <a:pt x="15" y="81"/>
                      <a:pt x="15" y="77"/>
                      <a:pt x="14" y="72"/>
                    </a:cubicBezTo>
                    <a:cubicBezTo>
                      <a:pt x="13" y="65"/>
                      <a:pt x="11" y="59"/>
                      <a:pt x="8" y="55"/>
                    </a:cubicBezTo>
                    <a:cubicBezTo>
                      <a:pt x="5" y="53"/>
                      <a:pt x="3" y="51"/>
                      <a:pt x="0" y="49"/>
                    </a:cubicBezTo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9E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Freeform 65"/>
              <p:cNvSpPr>
                <a:spLocks noEditPoints="1"/>
              </p:cNvSpPr>
              <p:nvPr/>
            </p:nvSpPr>
            <p:spPr bwMode="auto">
              <a:xfrm>
                <a:off x="4285270" y="3726766"/>
                <a:ext cx="980844" cy="511115"/>
              </a:xfrm>
              <a:custGeom>
                <a:avLst/>
                <a:gdLst>
                  <a:gd name="T0" fmla="*/ 948 w 948"/>
                  <a:gd name="T1" fmla="*/ 367 h 494"/>
                  <a:gd name="T2" fmla="*/ 52 w 948"/>
                  <a:gd name="T3" fmla="*/ 494 h 494"/>
                  <a:gd name="T4" fmla="*/ 0 w 948"/>
                  <a:gd name="T5" fmla="*/ 127 h 494"/>
                  <a:gd name="T6" fmla="*/ 895 w 948"/>
                  <a:gd name="T7" fmla="*/ 0 h 494"/>
                  <a:gd name="T8" fmla="*/ 948 w 948"/>
                  <a:gd name="T9" fmla="*/ 367 h 494"/>
                  <a:gd name="T10" fmla="*/ 70 w 948"/>
                  <a:gd name="T11" fmla="*/ 468 h 494"/>
                  <a:gd name="T12" fmla="*/ 922 w 948"/>
                  <a:gd name="T13" fmla="*/ 348 h 494"/>
                  <a:gd name="T14" fmla="*/ 876 w 948"/>
                  <a:gd name="T15" fmla="*/ 26 h 494"/>
                  <a:gd name="T16" fmla="*/ 26 w 948"/>
                  <a:gd name="T17" fmla="*/ 146 h 494"/>
                  <a:gd name="T18" fmla="*/ 70 w 948"/>
                  <a:gd name="T19" fmla="*/ 468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48" h="494">
                    <a:moveTo>
                      <a:pt x="948" y="367"/>
                    </a:moveTo>
                    <a:lnTo>
                      <a:pt x="52" y="494"/>
                    </a:lnTo>
                    <a:lnTo>
                      <a:pt x="0" y="127"/>
                    </a:lnTo>
                    <a:lnTo>
                      <a:pt x="895" y="0"/>
                    </a:lnTo>
                    <a:lnTo>
                      <a:pt x="948" y="367"/>
                    </a:lnTo>
                    <a:close/>
                    <a:moveTo>
                      <a:pt x="70" y="468"/>
                    </a:moveTo>
                    <a:lnTo>
                      <a:pt x="922" y="348"/>
                    </a:lnTo>
                    <a:lnTo>
                      <a:pt x="876" y="26"/>
                    </a:lnTo>
                    <a:lnTo>
                      <a:pt x="26" y="146"/>
                    </a:lnTo>
                    <a:lnTo>
                      <a:pt x="70" y="468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Freeform 66"/>
              <p:cNvSpPr>
                <a:spLocks/>
              </p:cNvSpPr>
              <p:nvPr/>
            </p:nvSpPr>
            <p:spPr bwMode="auto">
              <a:xfrm>
                <a:off x="4297686" y="3850923"/>
                <a:ext cx="101395" cy="103465"/>
              </a:xfrm>
              <a:custGeom>
                <a:avLst/>
                <a:gdLst>
                  <a:gd name="T0" fmla="*/ 67 w 72"/>
                  <a:gd name="T1" fmla="*/ 0 h 74"/>
                  <a:gd name="T2" fmla="*/ 0 w 72"/>
                  <a:gd name="T3" fmla="*/ 9 h 74"/>
                  <a:gd name="T4" fmla="*/ 9 w 72"/>
                  <a:gd name="T5" fmla="*/ 74 h 74"/>
                  <a:gd name="T6" fmla="*/ 12 w 72"/>
                  <a:gd name="T7" fmla="*/ 74 h 74"/>
                  <a:gd name="T8" fmla="*/ 67 w 72"/>
                  <a:gd name="T9" fmla="*/ 1 h 74"/>
                  <a:gd name="T10" fmla="*/ 67 w 72"/>
                  <a:gd name="T11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74">
                    <a:moveTo>
                      <a:pt x="67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9" y="74"/>
                      <a:pt x="9" y="74"/>
                      <a:pt x="9" y="74"/>
                    </a:cubicBezTo>
                    <a:cubicBezTo>
                      <a:pt x="10" y="74"/>
                      <a:pt x="11" y="74"/>
                      <a:pt x="12" y="74"/>
                    </a:cubicBezTo>
                    <a:cubicBezTo>
                      <a:pt x="47" y="69"/>
                      <a:pt x="72" y="36"/>
                      <a:pt x="67" y="1"/>
                    </a:cubicBez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Freeform 67"/>
              <p:cNvSpPr>
                <a:spLocks/>
              </p:cNvSpPr>
              <p:nvPr/>
            </p:nvSpPr>
            <p:spPr bwMode="auto">
              <a:xfrm>
                <a:off x="4337002" y="4120965"/>
                <a:ext cx="103465" cy="100361"/>
              </a:xfrm>
              <a:custGeom>
                <a:avLst/>
                <a:gdLst>
                  <a:gd name="T0" fmla="*/ 0 w 74"/>
                  <a:gd name="T1" fmla="*/ 5 h 72"/>
                  <a:gd name="T2" fmla="*/ 9 w 74"/>
                  <a:gd name="T3" fmla="*/ 72 h 72"/>
                  <a:gd name="T4" fmla="*/ 74 w 74"/>
                  <a:gd name="T5" fmla="*/ 63 h 72"/>
                  <a:gd name="T6" fmla="*/ 74 w 74"/>
                  <a:gd name="T7" fmla="*/ 60 h 72"/>
                  <a:gd name="T8" fmla="*/ 1 w 74"/>
                  <a:gd name="T9" fmla="*/ 5 h 72"/>
                  <a:gd name="T10" fmla="*/ 0 w 74"/>
                  <a:gd name="T11" fmla="*/ 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72">
                    <a:moveTo>
                      <a:pt x="0" y="5"/>
                    </a:moveTo>
                    <a:cubicBezTo>
                      <a:pt x="9" y="72"/>
                      <a:pt x="9" y="72"/>
                      <a:pt x="9" y="72"/>
                    </a:cubicBezTo>
                    <a:cubicBezTo>
                      <a:pt x="74" y="63"/>
                      <a:pt x="74" y="63"/>
                      <a:pt x="74" y="63"/>
                    </a:cubicBezTo>
                    <a:cubicBezTo>
                      <a:pt x="74" y="62"/>
                      <a:pt x="74" y="61"/>
                      <a:pt x="74" y="60"/>
                    </a:cubicBezTo>
                    <a:cubicBezTo>
                      <a:pt x="69" y="25"/>
                      <a:pt x="36" y="0"/>
                      <a:pt x="1" y="5"/>
                    </a:cubicBez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Freeform 68"/>
              <p:cNvSpPr>
                <a:spLocks/>
              </p:cNvSpPr>
              <p:nvPr/>
            </p:nvSpPr>
            <p:spPr bwMode="auto">
              <a:xfrm>
                <a:off x="5151269" y="4006120"/>
                <a:ext cx="100361" cy="104500"/>
              </a:xfrm>
              <a:custGeom>
                <a:avLst/>
                <a:gdLst>
                  <a:gd name="T0" fmla="*/ 5 w 72"/>
                  <a:gd name="T1" fmla="*/ 75 h 75"/>
                  <a:gd name="T2" fmla="*/ 72 w 72"/>
                  <a:gd name="T3" fmla="*/ 65 h 75"/>
                  <a:gd name="T4" fmla="*/ 63 w 72"/>
                  <a:gd name="T5" fmla="*/ 0 h 75"/>
                  <a:gd name="T6" fmla="*/ 60 w 72"/>
                  <a:gd name="T7" fmla="*/ 1 h 75"/>
                  <a:gd name="T8" fmla="*/ 5 w 72"/>
                  <a:gd name="T9" fmla="*/ 74 h 75"/>
                  <a:gd name="T10" fmla="*/ 5 w 72"/>
                  <a:gd name="T11" fmla="*/ 7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75">
                    <a:moveTo>
                      <a:pt x="5" y="75"/>
                    </a:moveTo>
                    <a:cubicBezTo>
                      <a:pt x="72" y="65"/>
                      <a:pt x="72" y="65"/>
                      <a:pt x="72" y="65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62" y="0"/>
                      <a:pt x="61" y="0"/>
                      <a:pt x="60" y="1"/>
                    </a:cubicBezTo>
                    <a:cubicBezTo>
                      <a:pt x="25" y="6"/>
                      <a:pt x="0" y="38"/>
                      <a:pt x="5" y="74"/>
                    </a:cubicBezTo>
                    <a:lnTo>
                      <a:pt x="5" y="75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Freeform 69"/>
              <p:cNvSpPr>
                <a:spLocks/>
              </p:cNvSpPr>
              <p:nvPr/>
            </p:nvSpPr>
            <p:spPr bwMode="auto">
              <a:xfrm>
                <a:off x="5108848" y="3739181"/>
                <a:ext cx="103465" cy="100361"/>
              </a:xfrm>
              <a:custGeom>
                <a:avLst/>
                <a:gdLst>
                  <a:gd name="T0" fmla="*/ 74 w 74"/>
                  <a:gd name="T1" fmla="*/ 67 h 72"/>
                  <a:gd name="T2" fmla="*/ 65 w 74"/>
                  <a:gd name="T3" fmla="*/ 0 h 72"/>
                  <a:gd name="T4" fmla="*/ 0 w 74"/>
                  <a:gd name="T5" fmla="*/ 9 h 72"/>
                  <a:gd name="T6" fmla="*/ 0 w 74"/>
                  <a:gd name="T7" fmla="*/ 12 h 72"/>
                  <a:gd name="T8" fmla="*/ 73 w 74"/>
                  <a:gd name="T9" fmla="*/ 67 h 72"/>
                  <a:gd name="T10" fmla="*/ 74 w 74"/>
                  <a:gd name="T11" fmla="*/ 67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72">
                    <a:moveTo>
                      <a:pt x="74" y="67"/>
                    </a:moveTo>
                    <a:cubicBezTo>
                      <a:pt x="65" y="0"/>
                      <a:pt x="65" y="0"/>
                      <a:pt x="65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0"/>
                      <a:pt x="0" y="11"/>
                      <a:pt x="0" y="12"/>
                    </a:cubicBezTo>
                    <a:cubicBezTo>
                      <a:pt x="5" y="48"/>
                      <a:pt x="38" y="72"/>
                      <a:pt x="73" y="67"/>
                    </a:cubicBezTo>
                    <a:lnTo>
                      <a:pt x="74" y="6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Freeform 70"/>
              <p:cNvSpPr>
                <a:spLocks/>
              </p:cNvSpPr>
              <p:nvPr/>
            </p:nvSpPr>
            <p:spPr bwMode="auto">
              <a:xfrm>
                <a:off x="4360799" y="4075441"/>
                <a:ext cx="1059478" cy="646654"/>
              </a:xfrm>
              <a:custGeom>
                <a:avLst/>
                <a:gdLst>
                  <a:gd name="T0" fmla="*/ 694 w 759"/>
                  <a:gd name="T1" fmla="*/ 444 h 463"/>
                  <a:gd name="T2" fmla="*/ 667 w 759"/>
                  <a:gd name="T3" fmla="*/ 460 h 463"/>
                  <a:gd name="T4" fmla="*/ 19 w 759"/>
                  <a:gd name="T5" fmla="*/ 302 h 463"/>
                  <a:gd name="T6" fmla="*/ 3 w 759"/>
                  <a:gd name="T7" fmla="*/ 276 h 463"/>
                  <a:gd name="T8" fmla="*/ 65 w 759"/>
                  <a:gd name="T9" fmla="*/ 19 h 463"/>
                  <a:gd name="T10" fmla="*/ 92 w 759"/>
                  <a:gd name="T11" fmla="*/ 3 h 463"/>
                  <a:gd name="T12" fmla="*/ 740 w 759"/>
                  <a:gd name="T13" fmla="*/ 161 h 463"/>
                  <a:gd name="T14" fmla="*/ 756 w 759"/>
                  <a:gd name="T15" fmla="*/ 187 h 463"/>
                  <a:gd name="T16" fmla="*/ 694 w 759"/>
                  <a:gd name="T17" fmla="*/ 444 h 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9" h="463">
                    <a:moveTo>
                      <a:pt x="694" y="444"/>
                    </a:moveTo>
                    <a:cubicBezTo>
                      <a:pt x="691" y="456"/>
                      <a:pt x="679" y="463"/>
                      <a:pt x="667" y="460"/>
                    </a:cubicBezTo>
                    <a:cubicBezTo>
                      <a:pt x="19" y="302"/>
                      <a:pt x="19" y="302"/>
                      <a:pt x="19" y="302"/>
                    </a:cubicBezTo>
                    <a:cubicBezTo>
                      <a:pt x="7" y="299"/>
                      <a:pt x="0" y="287"/>
                      <a:pt x="3" y="276"/>
                    </a:cubicBezTo>
                    <a:cubicBezTo>
                      <a:pt x="65" y="19"/>
                      <a:pt x="65" y="19"/>
                      <a:pt x="65" y="19"/>
                    </a:cubicBezTo>
                    <a:cubicBezTo>
                      <a:pt x="68" y="7"/>
                      <a:pt x="80" y="0"/>
                      <a:pt x="92" y="3"/>
                    </a:cubicBezTo>
                    <a:cubicBezTo>
                      <a:pt x="740" y="161"/>
                      <a:pt x="740" y="161"/>
                      <a:pt x="740" y="161"/>
                    </a:cubicBezTo>
                    <a:cubicBezTo>
                      <a:pt x="752" y="163"/>
                      <a:pt x="759" y="175"/>
                      <a:pt x="756" y="187"/>
                    </a:cubicBezTo>
                    <a:cubicBezTo>
                      <a:pt x="694" y="444"/>
                      <a:pt x="694" y="444"/>
                      <a:pt x="694" y="444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Freeform 71"/>
              <p:cNvSpPr>
                <a:spLocks/>
              </p:cNvSpPr>
              <p:nvPr/>
            </p:nvSpPr>
            <p:spPr bwMode="auto">
              <a:xfrm>
                <a:off x="4729133" y="4237881"/>
                <a:ext cx="322810" cy="322810"/>
              </a:xfrm>
              <a:custGeom>
                <a:avLst/>
                <a:gdLst>
                  <a:gd name="T0" fmla="*/ 217 w 231"/>
                  <a:gd name="T1" fmla="*/ 140 h 231"/>
                  <a:gd name="T2" fmla="*/ 91 w 231"/>
                  <a:gd name="T3" fmla="*/ 217 h 231"/>
                  <a:gd name="T4" fmla="*/ 14 w 231"/>
                  <a:gd name="T5" fmla="*/ 91 h 231"/>
                  <a:gd name="T6" fmla="*/ 140 w 231"/>
                  <a:gd name="T7" fmla="*/ 14 h 231"/>
                  <a:gd name="T8" fmla="*/ 217 w 231"/>
                  <a:gd name="T9" fmla="*/ 140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1" h="231">
                    <a:moveTo>
                      <a:pt x="217" y="140"/>
                    </a:moveTo>
                    <a:cubicBezTo>
                      <a:pt x="203" y="196"/>
                      <a:pt x="147" y="231"/>
                      <a:pt x="91" y="217"/>
                    </a:cubicBezTo>
                    <a:cubicBezTo>
                      <a:pt x="35" y="203"/>
                      <a:pt x="0" y="147"/>
                      <a:pt x="14" y="91"/>
                    </a:cubicBezTo>
                    <a:cubicBezTo>
                      <a:pt x="27" y="34"/>
                      <a:pt x="84" y="0"/>
                      <a:pt x="140" y="14"/>
                    </a:cubicBezTo>
                    <a:cubicBezTo>
                      <a:pt x="196" y="27"/>
                      <a:pt x="231" y="84"/>
                      <a:pt x="217" y="140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Freeform 72"/>
              <p:cNvSpPr>
                <a:spLocks/>
              </p:cNvSpPr>
              <p:nvPr/>
            </p:nvSpPr>
            <p:spPr bwMode="auto">
              <a:xfrm>
                <a:off x="4839840" y="4302029"/>
                <a:ext cx="132435" cy="132435"/>
              </a:xfrm>
              <a:custGeom>
                <a:avLst/>
                <a:gdLst>
                  <a:gd name="T0" fmla="*/ 46 w 95"/>
                  <a:gd name="T1" fmla="*/ 0 h 95"/>
                  <a:gd name="T2" fmla="*/ 43 w 95"/>
                  <a:gd name="T3" fmla="*/ 14 h 95"/>
                  <a:gd name="T4" fmla="*/ 30 w 95"/>
                  <a:gd name="T5" fmla="*/ 13 h 95"/>
                  <a:gd name="T6" fmla="*/ 27 w 95"/>
                  <a:gd name="T7" fmla="*/ 13 h 95"/>
                  <a:gd name="T8" fmla="*/ 14 w 95"/>
                  <a:gd name="T9" fmla="*/ 16 h 95"/>
                  <a:gd name="T10" fmla="*/ 3 w 95"/>
                  <a:gd name="T11" fmla="*/ 23 h 95"/>
                  <a:gd name="T12" fmla="*/ 0 w 95"/>
                  <a:gd name="T13" fmla="*/ 28 h 95"/>
                  <a:gd name="T14" fmla="*/ 82 w 95"/>
                  <a:gd name="T15" fmla="*/ 95 h 95"/>
                  <a:gd name="T16" fmla="*/ 81 w 95"/>
                  <a:gd name="T17" fmla="*/ 83 h 95"/>
                  <a:gd name="T18" fmla="*/ 73 w 95"/>
                  <a:gd name="T19" fmla="*/ 71 h 95"/>
                  <a:gd name="T20" fmla="*/ 61 w 95"/>
                  <a:gd name="T21" fmla="*/ 62 h 95"/>
                  <a:gd name="T22" fmla="*/ 49 w 95"/>
                  <a:gd name="T23" fmla="*/ 55 h 95"/>
                  <a:gd name="T24" fmla="*/ 40 w 95"/>
                  <a:gd name="T25" fmla="*/ 49 h 95"/>
                  <a:gd name="T26" fmla="*/ 37 w 95"/>
                  <a:gd name="T27" fmla="*/ 42 h 95"/>
                  <a:gd name="T28" fmla="*/ 41 w 95"/>
                  <a:gd name="T29" fmla="*/ 38 h 95"/>
                  <a:gd name="T30" fmla="*/ 44 w 95"/>
                  <a:gd name="T31" fmla="*/ 38 h 95"/>
                  <a:gd name="T32" fmla="*/ 48 w 95"/>
                  <a:gd name="T33" fmla="*/ 39 h 95"/>
                  <a:gd name="T34" fmla="*/ 54 w 95"/>
                  <a:gd name="T35" fmla="*/ 41 h 95"/>
                  <a:gd name="T36" fmla="*/ 60 w 95"/>
                  <a:gd name="T37" fmla="*/ 46 h 95"/>
                  <a:gd name="T38" fmla="*/ 63 w 95"/>
                  <a:gd name="T39" fmla="*/ 52 h 95"/>
                  <a:gd name="T40" fmla="*/ 64 w 95"/>
                  <a:gd name="T41" fmla="*/ 59 h 95"/>
                  <a:gd name="T42" fmla="*/ 86 w 95"/>
                  <a:gd name="T43" fmla="*/ 65 h 95"/>
                  <a:gd name="T44" fmla="*/ 95 w 95"/>
                  <a:gd name="T45" fmla="*/ 29 h 95"/>
                  <a:gd name="T46" fmla="*/ 73 w 95"/>
                  <a:gd name="T47" fmla="*/ 23 h 95"/>
                  <a:gd name="T48" fmla="*/ 71 w 95"/>
                  <a:gd name="T49" fmla="*/ 30 h 95"/>
                  <a:gd name="T50" fmla="*/ 66 w 95"/>
                  <a:gd name="T51" fmla="*/ 25 h 95"/>
                  <a:gd name="T52" fmla="*/ 59 w 95"/>
                  <a:gd name="T53" fmla="*/ 21 h 95"/>
                  <a:gd name="T54" fmla="*/ 63 w 95"/>
                  <a:gd name="T55" fmla="*/ 4 h 95"/>
                  <a:gd name="T56" fmla="*/ 46 w 95"/>
                  <a:gd name="T57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95" h="95">
                    <a:moveTo>
                      <a:pt x="46" y="0"/>
                    </a:moveTo>
                    <a:cubicBezTo>
                      <a:pt x="43" y="14"/>
                      <a:pt x="43" y="14"/>
                      <a:pt x="43" y="14"/>
                    </a:cubicBezTo>
                    <a:cubicBezTo>
                      <a:pt x="38" y="13"/>
                      <a:pt x="34" y="13"/>
                      <a:pt x="30" y="13"/>
                    </a:cubicBezTo>
                    <a:cubicBezTo>
                      <a:pt x="29" y="13"/>
                      <a:pt x="28" y="13"/>
                      <a:pt x="27" y="13"/>
                    </a:cubicBezTo>
                    <a:cubicBezTo>
                      <a:pt x="22" y="13"/>
                      <a:pt x="18" y="14"/>
                      <a:pt x="14" y="16"/>
                    </a:cubicBezTo>
                    <a:cubicBezTo>
                      <a:pt x="10" y="18"/>
                      <a:pt x="6" y="20"/>
                      <a:pt x="3" y="23"/>
                    </a:cubicBezTo>
                    <a:cubicBezTo>
                      <a:pt x="2" y="25"/>
                      <a:pt x="1" y="26"/>
                      <a:pt x="0" y="28"/>
                    </a:cubicBezTo>
                    <a:cubicBezTo>
                      <a:pt x="82" y="95"/>
                      <a:pt x="82" y="95"/>
                      <a:pt x="82" y="95"/>
                    </a:cubicBezTo>
                    <a:cubicBezTo>
                      <a:pt x="82" y="91"/>
                      <a:pt x="82" y="87"/>
                      <a:pt x="81" y="83"/>
                    </a:cubicBezTo>
                    <a:cubicBezTo>
                      <a:pt x="79" y="78"/>
                      <a:pt x="76" y="74"/>
                      <a:pt x="73" y="71"/>
                    </a:cubicBezTo>
                    <a:cubicBezTo>
                      <a:pt x="70" y="67"/>
                      <a:pt x="66" y="64"/>
                      <a:pt x="61" y="62"/>
                    </a:cubicBezTo>
                    <a:cubicBezTo>
                      <a:pt x="57" y="59"/>
                      <a:pt x="53" y="57"/>
                      <a:pt x="49" y="55"/>
                    </a:cubicBezTo>
                    <a:cubicBezTo>
                      <a:pt x="45" y="53"/>
                      <a:pt x="42" y="51"/>
                      <a:pt x="40" y="49"/>
                    </a:cubicBezTo>
                    <a:cubicBezTo>
                      <a:pt x="37" y="47"/>
                      <a:pt x="36" y="45"/>
                      <a:pt x="37" y="42"/>
                    </a:cubicBezTo>
                    <a:cubicBezTo>
                      <a:pt x="37" y="40"/>
                      <a:pt x="39" y="39"/>
                      <a:pt x="41" y="38"/>
                    </a:cubicBezTo>
                    <a:cubicBezTo>
                      <a:pt x="42" y="38"/>
                      <a:pt x="43" y="38"/>
                      <a:pt x="44" y="38"/>
                    </a:cubicBezTo>
                    <a:cubicBezTo>
                      <a:pt x="45" y="38"/>
                      <a:pt x="47" y="38"/>
                      <a:pt x="48" y="39"/>
                    </a:cubicBezTo>
                    <a:cubicBezTo>
                      <a:pt x="50" y="39"/>
                      <a:pt x="52" y="40"/>
                      <a:pt x="54" y="41"/>
                    </a:cubicBezTo>
                    <a:cubicBezTo>
                      <a:pt x="56" y="43"/>
                      <a:pt x="58" y="44"/>
                      <a:pt x="60" y="46"/>
                    </a:cubicBezTo>
                    <a:cubicBezTo>
                      <a:pt x="61" y="48"/>
                      <a:pt x="62" y="50"/>
                      <a:pt x="63" y="52"/>
                    </a:cubicBezTo>
                    <a:cubicBezTo>
                      <a:pt x="64" y="55"/>
                      <a:pt x="64" y="57"/>
                      <a:pt x="64" y="59"/>
                    </a:cubicBezTo>
                    <a:cubicBezTo>
                      <a:pt x="86" y="65"/>
                      <a:pt x="86" y="65"/>
                      <a:pt x="86" y="65"/>
                    </a:cubicBezTo>
                    <a:cubicBezTo>
                      <a:pt x="95" y="29"/>
                      <a:pt x="95" y="29"/>
                      <a:pt x="95" y="29"/>
                    </a:cubicBezTo>
                    <a:cubicBezTo>
                      <a:pt x="73" y="23"/>
                      <a:pt x="73" y="23"/>
                      <a:pt x="73" y="23"/>
                    </a:cubicBezTo>
                    <a:cubicBezTo>
                      <a:pt x="71" y="30"/>
                      <a:pt x="71" y="30"/>
                      <a:pt x="71" y="30"/>
                    </a:cubicBezTo>
                    <a:cubicBezTo>
                      <a:pt x="70" y="28"/>
                      <a:pt x="68" y="27"/>
                      <a:pt x="66" y="25"/>
                    </a:cubicBezTo>
                    <a:cubicBezTo>
                      <a:pt x="64" y="24"/>
                      <a:pt x="62" y="22"/>
                      <a:pt x="59" y="21"/>
                    </a:cubicBezTo>
                    <a:cubicBezTo>
                      <a:pt x="63" y="4"/>
                      <a:pt x="63" y="4"/>
                      <a:pt x="63" y="4"/>
                    </a:cubicBezTo>
                    <a:cubicBezTo>
                      <a:pt x="46" y="0"/>
                      <a:pt x="46" y="0"/>
                      <a:pt x="46" y="0"/>
                    </a:cubicBezTo>
                  </a:path>
                </a:pathLst>
              </a:custGeom>
              <a:solidFill>
                <a:srgbClr val="9E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" name="Freeform 73"/>
              <p:cNvSpPr>
                <a:spLocks noEditPoints="1"/>
              </p:cNvSpPr>
              <p:nvPr/>
            </p:nvSpPr>
            <p:spPr bwMode="auto">
              <a:xfrm>
                <a:off x="4389769" y="4105446"/>
                <a:ext cx="1000503" cy="592853"/>
              </a:xfrm>
              <a:custGeom>
                <a:avLst/>
                <a:gdLst>
                  <a:gd name="T0" fmla="*/ 879 w 967"/>
                  <a:gd name="T1" fmla="*/ 573 h 573"/>
                  <a:gd name="T2" fmla="*/ 0 w 967"/>
                  <a:gd name="T3" fmla="*/ 359 h 573"/>
                  <a:gd name="T4" fmla="*/ 88 w 967"/>
                  <a:gd name="T5" fmla="*/ 0 h 573"/>
                  <a:gd name="T6" fmla="*/ 967 w 967"/>
                  <a:gd name="T7" fmla="*/ 214 h 573"/>
                  <a:gd name="T8" fmla="*/ 879 w 967"/>
                  <a:gd name="T9" fmla="*/ 573 h 573"/>
                  <a:gd name="T10" fmla="*/ 27 w 967"/>
                  <a:gd name="T11" fmla="*/ 343 h 573"/>
                  <a:gd name="T12" fmla="*/ 863 w 967"/>
                  <a:gd name="T13" fmla="*/ 546 h 573"/>
                  <a:gd name="T14" fmla="*/ 940 w 967"/>
                  <a:gd name="T15" fmla="*/ 231 h 573"/>
                  <a:gd name="T16" fmla="*/ 104 w 967"/>
                  <a:gd name="T17" fmla="*/ 27 h 573"/>
                  <a:gd name="T18" fmla="*/ 27 w 967"/>
                  <a:gd name="T19" fmla="*/ 343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7" h="573">
                    <a:moveTo>
                      <a:pt x="879" y="573"/>
                    </a:moveTo>
                    <a:lnTo>
                      <a:pt x="0" y="359"/>
                    </a:lnTo>
                    <a:lnTo>
                      <a:pt x="88" y="0"/>
                    </a:lnTo>
                    <a:lnTo>
                      <a:pt x="967" y="214"/>
                    </a:lnTo>
                    <a:lnTo>
                      <a:pt x="879" y="573"/>
                    </a:lnTo>
                    <a:close/>
                    <a:moveTo>
                      <a:pt x="27" y="343"/>
                    </a:moveTo>
                    <a:lnTo>
                      <a:pt x="863" y="546"/>
                    </a:lnTo>
                    <a:lnTo>
                      <a:pt x="940" y="231"/>
                    </a:lnTo>
                    <a:lnTo>
                      <a:pt x="104" y="27"/>
                    </a:lnTo>
                    <a:lnTo>
                      <a:pt x="27" y="343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Freeform 74"/>
              <p:cNvSpPr>
                <a:spLocks noEditPoints="1"/>
              </p:cNvSpPr>
              <p:nvPr/>
            </p:nvSpPr>
            <p:spPr bwMode="auto">
              <a:xfrm>
                <a:off x="4389769" y="4105446"/>
                <a:ext cx="1000503" cy="592853"/>
              </a:xfrm>
              <a:custGeom>
                <a:avLst/>
                <a:gdLst>
                  <a:gd name="T0" fmla="*/ 879 w 967"/>
                  <a:gd name="T1" fmla="*/ 573 h 573"/>
                  <a:gd name="T2" fmla="*/ 0 w 967"/>
                  <a:gd name="T3" fmla="*/ 359 h 573"/>
                  <a:gd name="T4" fmla="*/ 88 w 967"/>
                  <a:gd name="T5" fmla="*/ 0 h 573"/>
                  <a:gd name="T6" fmla="*/ 967 w 967"/>
                  <a:gd name="T7" fmla="*/ 214 h 573"/>
                  <a:gd name="T8" fmla="*/ 879 w 967"/>
                  <a:gd name="T9" fmla="*/ 573 h 573"/>
                  <a:gd name="T10" fmla="*/ 27 w 967"/>
                  <a:gd name="T11" fmla="*/ 343 h 573"/>
                  <a:gd name="T12" fmla="*/ 863 w 967"/>
                  <a:gd name="T13" fmla="*/ 546 h 573"/>
                  <a:gd name="T14" fmla="*/ 940 w 967"/>
                  <a:gd name="T15" fmla="*/ 231 h 573"/>
                  <a:gd name="T16" fmla="*/ 104 w 967"/>
                  <a:gd name="T17" fmla="*/ 27 h 573"/>
                  <a:gd name="T18" fmla="*/ 27 w 967"/>
                  <a:gd name="T19" fmla="*/ 343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7" h="573">
                    <a:moveTo>
                      <a:pt x="879" y="573"/>
                    </a:moveTo>
                    <a:lnTo>
                      <a:pt x="0" y="359"/>
                    </a:lnTo>
                    <a:lnTo>
                      <a:pt x="88" y="0"/>
                    </a:lnTo>
                    <a:lnTo>
                      <a:pt x="967" y="214"/>
                    </a:lnTo>
                    <a:lnTo>
                      <a:pt x="879" y="573"/>
                    </a:lnTo>
                    <a:moveTo>
                      <a:pt x="27" y="343"/>
                    </a:moveTo>
                    <a:lnTo>
                      <a:pt x="863" y="546"/>
                    </a:lnTo>
                    <a:lnTo>
                      <a:pt x="940" y="231"/>
                    </a:lnTo>
                    <a:lnTo>
                      <a:pt x="104" y="27"/>
                    </a:lnTo>
                    <a:lnTo>
                      <a:pt x="27" y="343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Freeform 75"/>
              <p:cNvSpPr>
                <a:spLocks/>
              </p:cNvSpPr>
              <p:nvPr/>
            </p:nvSpPr>
            <p:spPr bwMode="auto">
              <a:xfrm>
                <a:off x="4468402" y="4114758"/>
                <a:ext cx="114846" cy="102430"/>
              </a:xfrm>
              <a:custGeom>
                <a:avLst/>
                <a:gdLst>
                  <a:gd name="T0" fmla="*/ 82 w 82"/>
                  <a:gd name="T1" fmla="*/ 16 h 73"/>
                  <a:gd name="T2" fmla="*/ 16 w 82"/>
                  <a:gd name="T3" fmla="*/ 0 h 73"/>
                  <a:gd name="T4" fmla="*/ 0 w 82"/>
                  <a:gd name="T5" fmla="*/ 63 h 73"/>
                  <a:gd name="T6" fmla="*/ 3 w 82"/>
                  <a:gd name="T7" fmla="*/ 64 h 73"/>
                  <a:gd name="T8" fmla="*/ 81 w 82"/>
                  <a:gd name="T9" fmla="*/ 17 h 73"/>
                  <a:gd name="T10" fmla="*/ 82 w 82"/>
                  <a:gd name="T11" fmla="*/ 16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73">
                    <a:moveTo>
                      <a:pt x="82" y="16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1" y="64"/>
                      <a:pt x="2" y="64"/>
                      <a:pt x="3" y="64"/>
                    </a:cubicBezTo>
                    <a:cubicBezTo>
                      <a:pt x="38" y="73"/>
                      <a:pt x="73" y="52"/>
                      <a:pt x="81" y="17"/>
                    </a:cubicBezTo>
                    <a:lnTo>
                      <a:pt x="82" y="16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Freeform 76"/>
              <p:cNvSpPr>
                <a:spLocks/>
              </p:cNvSpPr>
              <p:nvPr/>
            </p:nvSpPr>
            <p:spPr bwMode="auto">
              <a:xfrm>
                <a:off x="4405289" y="4374454"/>
                <a:ext cx="103465" cy="113811"/>
              </a:xfrm>
              <a:custGeom>
                <a:avLst/>
                <a:gdLst>
                  <a:gd name="T0" fmla="*/ 17 w 74"/>
                  <a:gd name="T1" fmla="*/ 0 h 81"/>
                  <a:gd name="T2" fmla="*/ 0 w 74"/>
                  <a:gd name="T3" fmla="*/ 66 h 81"/>
                  <a:gd name="T4" fmla="*/ 64 w 74"/>
                  <a:gd name="T5" fmla="*/ 81 h 81"/>
                  <a:gd name="T6" fmla="*/ 65 w 74"/>
                  <a:gd name="T7" fmla="*/ 78 h 81"/>
                  <a:gd name="T8" fmla="*/ 18 w 74"/>
                  <a:gd name="T9" fmla="*/ 0 h 81"/>
                  <a:gd name="T10" fmla="*/ 17 w 74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81">
                    <a:moveTo>
                      <a:pt x="17" y="0"/>
                    </a:moveTo>
                    <a:cubicBezTo>
                      <a:pt x="0" y="66"/>
                      <a:pt x="0" y="66"/>
                      <a:pt x="0" y="66"/>
                    </a:cubicBezTo>
                    <a:cubicBezTo>
                      <a:pt x="64" y="81"/>
                      <a:pt x="64" y="81"/>
                      <a:pt x="64" y="81"/>
                    </a:cubicBezTo>
                    <a:cubicBezTo>
                      <a:pt x="64" y="80"/>
                      <a:pt x="65" y="79"/>
                      <a:pt x="65" y="78"/>
                    </a:cubicBezTo>
                    <a:cubicBezTo>
                      <a:pt x="74" y="43"/>
                      <a:pt x="52" y="8"/>
                      <a:pt x="18" y="0"/>
                    </a:cubicBez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Freeform 77"/>
              <p:cNvSpPr>
                <a:spLocks/>
              </p:cNvSpPr>
              <p:nvPr/>
            </p:nvSpPr>
            <p:spPr bwMode="auto">
              <a:xfrm>
                <a:off x="5198863" y="4582418"/>
                <a:ext cx="112777" cy="102430"/>
              </a:xfrm>
              <a:custGeom>
                <a:avLst/>
                <a:gdLst>
                  <a:gd name="T0" fmla="*/ 0 w 81"/>
                  <a:gd name="T1" fmla="*/ 57 h 73"/>
                  <a:gd name="T2" fmla="*/ 66 w 81"/>
                  <a:gd name="T3" fmla="*/ 73 h 73"/>
                  <a:gd name="T4" fmla="*/ 81 w 81"/>
                  <a:gd name="T5" fmla="*/ 10 h 73"/>
                  <a:gd name="T6" fmla="*/ 78 w 81"/>
                  <a:gd name="T7" fmla="*/ 9 h 73"/>
                  <a:gd name="T8" fmla="*/ 0 w 81"/>
                  <a:gd name="T9" fmla="*/ 56 h 73"/>
                  <a:gd name="T10" fmla="*/ 0 w 81"/>
                  <a:gd name="T11" fmla="*/ 5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1" h="73">
                    <a:moveTo>
                      <a:pt x="0" y="57"/>
                    </a:moveTo>
                    <a:cubicBezTo>
                      <a:pt x="66" y="73"/>
                      <a:pt x="66" y="73"/>
                      <a:pt x="66" y="73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0" y="9"/>
                      <a:pt x="79" y="9"/>
                      <a:pt x="78" y="9"/>
                    </a:cubicBezTo>
                    <a:cubicBezTo>
                      <a:pt x="43" y="0"/>
                      <a:pt x="8" y="22"/>
                      <a:pt x="0" y="56"/>
                    </a:cubicBez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Freeform 78"/>
              <p:cNvSpPr>
                <a:spLocks/>
              </p:cNvSpPr>
              <p:nvPr/>
            </p:nvSpPr>
            <p:spPr bwMode="auto">
              <a:xfrm>
                <a:off x="5272322" y="4311340"/>
                <a:ext cx="102430" cy="114846"/>
              </a:xfrm>
              <a:custGeom>
                <a:avLst/>
                <a:gdLst>
                  <a:gd name="T0" fmla="*/ 57 w 73"/>
                  <a:gd name="T1" fmla="*/ 82 h 82"/>
                  <a:gd name="T2" fmla="*/ 73 w 73"/>
                  <a:gd name="T3" fmla="*/ 16 h 82"/>
                  <a:gd name="T4" fmla="*/ 9 w 73"/>
                  <a:gd name="T5" fmla="*/ 0 h 82"/>
                  <a:gd name="T6" fmla="*/ 8 w 73"/>
                  <a:gd name="T7" fmla="*/ 3 h 82"/>
                  <a:gd name="T8" fmla="*/ 56 w 73"/>
                  <a:gd name="T9" fmla="*/ 81 h 82"/>
                  <a:gd name="T10" fmla="*/ 57 w 73"/>
                  <a:gd name="T11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82">
                    <a:moveTo>
                      <a:pt x="57" y="82"/>
                    </a:moveTo>
                    <a:cubicBezTo>
                      <a:pt x="73" y="16"/>
                      <a:pt x="73" y="16"/>
                      <a:pt x="73" y="16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1"/>
                      <a:pt x="9" y="2"/>
                      <a:pt x="8" y="3"/>
                    </a:cubicBezTo>
                    <a:cubicBezTo>
                      <a:pt x="0" y="38"/>
                      <a:pt x="21" y="73"/>
                      <a:pt x="56" y="81"/>
                    </a:cubicBezTo>
                    <a:lnTo>
                      <a:pt x="57" y="82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Freeform 79"/>
              <p:cNvSpPr>
                <a:spLocks/>
              </p:cNvSpPr>
              <p:nvPr/>
            </p:nvSpPr>
            <p:spPr bwMode="auto">
              <a:xfrm>
                <a:off x="4125934" y="3981289"/>
                <a:ext cx="1024300" cy="944632"/>
              </a:xfrm>
              <a:custGeom>
                <a:avLst/>
                <a:gdLst>
                  <a:gd name="T0" fmla="*/ 558 w 733"/>
                  <a:gd name="T1" fmla="*/ 666 h 677"/>
                  <a:gd name="T2" fmla="*/ 527 w 733"/>
                  <a:gd name="T3" fmla="*/ 669 h 677"/>
                  <a:gd name="T4" fmla="*/ 11 w 733"/>
                  <a:gd name="T5" fmla="*/ 247 h 677"/>
                  <a:gd name="T6" fmla="*/ 8 w 733"/>
                  <a:gd name="T7" fmla="*/ 216 h 677"/>
                  <a:gd name="T8" fmla="*/ 175 w 733"/>
                  <a:gd name="T9" fmla="*/ 11 h 677"/>
                  <a:gd name="T10" fmla="*/ 206 w 733"/>
                  <a:gd name="T11" fmla="*/ 8 h 677"/>
                  <a:gd name="T12" fmla="*/ 722 w 733"/>
                  <a:gd name="T13" fmla="*/ 431 h 677"/>
                  <a:gd name="T14" fmla="*/ 725 w 733"/>
                  <a:gd name="T15" fmla="*/ 462 h 677"/>
                  <a:gd name="T16" fmla="*/ 558 w 733"/>
                  <a:gd name="T17" fmla="*/ 666 h 6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33" h="677">
                    <a:moveTo>
                      <a:pt x="558" y="666"/>
                    </a:moveTo>
                    <a:cubicBezTo>
                      <a:pt x="550" y="676"/>
                      <a:pt x="536" y="677"/>
                      <a:pt x="527" y="669"/>
                    </a:cubicBezTo>
                    <a:cubicBezTo>
                      <a:pt x="11" y="247"/>
                      <a:pt x="11" y="247"/>
                      <a:pt x="11" y="247"/>
                    </a:cubicBezTo>
                    <a:cubicBezTo>
                      <a:pt x="1" y="239"/>
                      <a:pt x="0" y="225"/>
                      <a:pt x="8" y="216"/>
                    </a:cubicBezTo>
                    <a:cubicBezTo>
                      <a:pt x="175" y="11"/>
                      <a:pt x="175" y="11"/>
                      <a:pt x="175" y="11"/>
                    </a:cubicBezTo>
                    <a:cubicBezTo>
                      <a:pt x="183" y="2"/>
                      <a:pt x="197" y="0"/>
                      <a:pt x="206" y="8"/>
                    </a:cubicBezTo>
                    <a:cubicBezTo>
                      <a:pt x="722" y="431"/>
                      <a:pt x="722" y="431"/>
                      <a:pt x="722" y="431"/>
                    </a:cubicBezTo>
                    <a:cubicBezTo>
                      <a:pt x="732" y="439"/>
                      <a:pt x="733" y="453"/>
                      <a:pt x="725" y="462"/>
                    </a:cubicBezTo>
                    <a:cubicBezTo>
                      <a:pt x="558" y="666"/>
                      <a:pt x="558" y="666"/>
                      <a:pt x="558" y="666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Freeform 80"/>
              <p:cNvSpPr>
                <a:spLocks/>
              </p:cNvSpPr>
              <p:nvPr/>
            </p:nvSpPr>
            <p:spPr bwMode="auto">
              <a:xfrm>
                <a:off x="4473575" y="4289613"/>
                <a:ext cx="329017" cy="327983"/>
              </a:xfrm>
              <a:custGeom>
                <a:avLst/>
                <a:gdLst>
                  <a:gd name="T0" fmla="*/ 198 w 235"/>
                  <a:gd name="T1" fmla="*/ 184 h 235"/>
                  <a:gd name="T2" fmla="*/ 51 w 235"/>
                  <a:gd name="T3" fmla="*/ 199 h 235"/>
                  <a:gd name="T4" fmla="*/ 37 w 235"/>
                  <a:gd name="T5" fmla="*/ 52 h 235"/>
                  <a:gd name="T6" fmla="*/ 184 w 235"/>
                  <a:gd name="T7" fmla="*/ 37 h 235"/>
                  <a:gd name="T8" fmla="*/ 198 w 235"/>
                  <a:gd name="T9" fmla="*/ 184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5" h="235">
                    <a:moveTo>
                      <a:pt x="198" y="184"/>
                    </a:moveTo>
                    <a:cubicBezTo>
                      <a:pt x="162" y="229"/>
                      <a:pt x="96" y="235"/>
                      <a:pt x="51" y="199"/>
                    </a:cubicBezTo>
                    <a:cubicBezTo>
                      <a:pt x="6" y="162"/>
                      <a:pt x="0" y="96"/>
                      <a:pt x="37" y="52"/>
                    </a:cubicBezTo>
                    <a:cubicBezTo>
                      <a:pt x="73" y="7"/>
                      <a:pt x="139" y="0"/>
                      <a:pt x="184" y="37"/>
                    </a:cubicBezTo>
                    <a:cubicBezTo>
                      <a:pt x="228" y="74"/>
                      <a:pt x="235" y="139"/>
                      <a:pt x="198" y="184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Freeform 81"/>
              <p:cNvSpPr>
                <a:spLocks noEditPoints="1"/>
              </p:cNvSpPr>
              <p:nvPr/>
            </p:nvSpPr>
            <p:spPr bwMode="auto">
              <a:xfrm>
                <a:off x="4152835" y="4011293"/>
                <a:ext cx="966359" cy="889796"/>
              </a:xfrm>
              <a:custGeom>
                <a:avLst/>
                <a:gdLst>
                  <a:gd name="T0" fmla="*/ 699 w 934"/>
                  <a:gd name="T1" fmla="*/ 860 h 860"/>
                  <a:gd name="T2" fmla="*/ 0 w 934"/>
                  <a:gd name="T3" fmla="*/ 286 h 860"/>
                  <a:gd name="T4" fmla="*/ 235 w 934"/>
                  <a:gd name="T5" fmla="*/ 0 h 860"/>
                  <a:gd name="T6" fmla="*/ 934 w 934"/>
                  <a:gd name="T7" fmla="*/ 574 h 860"/>
                  <a:gd name="T8" fmla="*/ 699 w 934"/>
                  <a:gd name="T9" fmla="*/ 860 h 860"/>
                  <a:gd name="T10" fmla="*/ 31 w 934"/>
                  <a:gd name="T11" fmla="*/ 284 h 860"/>
                  <a:gd name="T12" fmla="*/ 696 w 934"/>
                  <a:gd name="T13" fmla="*/ 828 h 860"/>
                  <a:gd name="T14" fmla="*/ 903 w 934"/>
                  <a:gd name="T15" fmla="*/ 577 h 860"/>
                  <a:gd name="T16" fmla="*/ 238 w 934"/>
                  <a:gd name="T17" fmla="*/ 31 h 860"/>
                  <a:gd name="T18" fmla="*/ 31 w 934"/>
                  <a:gd name="T19" fmla="*/ 284 h 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4" h="860">
                    <a:moveTo>
                      <a:pt x="699" y="860"/>
                    </a:moveTo>
                    <a:lnTo>
                      <a:pt x="0" y="286"/>
                    </a:lnTo>
                    <a:lnTo>
                      <a:pt x="235" y="0"/>
                    </a:lnTo>
                    <a:lnTo>
                      <a:pt x="934" y="574"/>
                    </a:lnTo>
                    <a:lnTo>
                      <a:pt x="699" y="860"/>
                    </a:lnTo>
                    <a:close/>
                    <a:moveTo>
                      <a:pt x="31" y="284"/>
                    </a:moveTo>
                    <a:lnTo>
                      <a:pt x="696" y="828"/>
                    </a:lnTo>
                    <a:lnTo>
                      <a:pt x="903" y="577"/>
                    </a:lnTo>
                    <a:lnTo>
                      <a:pt x="238" y="31"/>
                    </a:lnTo>
                    <a:lnTo>
                      <a:pt x="31" y="284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Freeform 82"/>
              <p:cNvSpPr>
                <a:spLocks noEditPoints="1"/>
              </p:cNvSpPr>
              <p:nvPr/>
            </p:nvSpPr>
            <p:spPr bwMode="auto">
              <a:xfrm>
                <a:off x="4152835" y="4011293"/>
                <a:ext cx="966359" cy="889796"/>
              </a:xfrm>
              <a:custGeom>
                <a:avLst/>
                <a:gdLst>
                  <a:gd name="T0" fmla="*/ 699 w 934"/>
                  <a:gd name="T1" fmla="*/ 860 h 860"/>
                  <a:gd name="T2" fmla="*/ 0 w 934"/>
                  <a:gd name="T3" fmla="*/ 286 h 860"/>
                  <a:gd name="T4" fmla="*/ 235 w 934"/>
                  <a:gd name="T5" fmla="*/ 0 h 860"/>
                  <a:gd name="T6" fmla="*/ 934 w 934"/>
                  <a:gd name="T7" fmla="*/ 574 h 860"/>
                  <a:gd name="T8" fmla="*/ 699 w 934"/>
                  <a:gd name="T9" fmla="*/ 860 h 860"/>
                  <a:gd name="T10" fmla="*/ 31 w 934"/>
                  <a:gd name="T11" fmla="*/ 284 h 860"/>
                  <a:gd name="T12" fmla="*/ 696 w 934"/>
                  <a:gd name="T13" fmla="*/ 828 h 860"/>
                  <a:gd name="T14" fmla="*/ 903 w 934"/>
                  <a:gd name="T15" fmla="*/ 577 h 860"/>
                  <a:gd name="T16" fmla="*/ 238 w 934"/>
                  <a:gd name="T17" fmla="*/ 31 h 860"/>
                  <a:gd name="T18" fmla="*/ 31 w 934"/>
                  <a:gd name="T19" fmla="*/ 284 h 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4" h="860">
                    <a:moveTo>
                      <a:pt x="699" y="860"/>
                    </a:moveTo>
                    <a:lnTo>
                      <a:pt x="0" y="286"/>
                    </a:lnTo>
                    <a:lnTo>
                      <a:pt x="235" y="0"/>
                    </a:lnTo>
                    <a:lnTo>
                      <a:pt x="934" y="574"/>
                    </a:lnTo>
                    <a:lnTo>
                      <a:pt x="699" y="860"/>
                    </a:lnTo>
                    <a:moveTo>
                      <a:pt x="31" y="284"/>
                    </a:moveTo>
                    <a:lnTo>
                      <a:pt x="696" y="828"/>
                    </a:lnTo>
                    <a:lnTo>
                      <a:pt x="903" y="577"/>
                    </a:lnTo>
                    <a:lnTo>
                      <a:pt x="238" y="31"/>
                    </a:lnTo>
                    <a:lnTo>
                      <a:pt x="31" y="28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Freeform 83"/>
              <p:cNvSpPr>
                <a:spLocks/>
              </p:cNvSpPr>
              <p:nvPr/>
            </p:nvSpPr>
            <p:spPr bwMode="auto">
              <a:xfrm>
                <a:off x="4343210" y="4023709"/>
                <a:ext cx="130365" cy="106569"/>
              </a:xfrm>
              <a:custGeom>
                <a:avLst/>
                <a:gdLst>
                  <a:gd name="T0" fmla="*/ 94 w 94"/>
                  <a:gd name="T1" fmla="*/ 43 h 76"/>
                  <a:gd name="T2" fmla="*/ 41 w 94"/>
                  <a:gd name="T3" fmla="*/ 0 h 76"/>
                  <a:gd name="T4" fmla="*/ 0 w 94"/>
                  <a:gd name="T5" fmla="*/ 51 h 76"/>
                  <a:gd name="T6" fmla="*/ 2 w 94"/>
                  <a:gd name="T7" fmla="*/ 53 h 76"/>
                  <a:gd name="T8" fmla="*/ 93 w 94"/>
                  <a:gd name="T9" fmla="*/ 44 h 76"/>
                  <a:gd name="T10" fmla="*/ 94 w 94"/>
                  <a:gd name="T11" fmla="*/ 43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6">
                    <a:moveTo>
                      <a:pt x="94" y="43"/>
                    </a:moveTo>
                    <a:cubicBezTo>
                      <a:pt x="41" y="0"/>
                      <a:pt x="41" y="0"/>
                      <a:pt x="41" y="0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2"/>
                      <a:pt x="1" y="52"/>
                      <a:pt x="2" y="53"/>
                    </a:cubicBezTo>
                    <a:cubicBezTo>
                      <a:pt x="30" y="76"/>
                      <a:pt x="70" y="72"/>
                      <a:pt x="93" y="44"/>
                    </a:cubicBezTo>
                    <a:lnTo>
                      <a:pt x="94" y="43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Freeform 84"/>
              <p:cNvSpPr>
                <a:spLocks/>
              </p:cNvSpPr>
              <p:nvPr/>
            </p:nvSpPr>
            <p:spPr bwMode="auto">
              <a:xfrm>
                <a:off x="4172494" y="4232707"/>
                <a:ext cx="104500" cy="130365"/>
              </a:xfrm>
              <a:custGeom>
                <a:avLst/>
                <a:gdLst>
                  <a:gd name="T0" fmla="*/ 43 w 75"/>
                  <a:gd name="T1" fmla="*/ 0 h 94"/>
                  <a:gd name="T2" fmla="*/ 0 w 75"/>
                  <a:gd name="T3" fmla="*/ 52 h 94"/>
                  <a:gd name="T4" fmla="*/ 51 w 75"/>
                  <a:gd name="T5" fmla="*/ 94 h 94"/>
                  <a:gd name="T6" fmla="*/ 53 w 75"/>
                  <a:gd name="T7" fmla="*/ 91 h 94"/>
                  <a:gd name="T8" fmla="*/ 44 w 75"/>
                  <a:gd name="T9" fmla="*/ 0 h 94"/>
                  <a:gd name="T10" fmla="*/ 43 w 75"/>
                  <a:gd name="T11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43" y="0"/>
                    </a:moveTo>
                    <a:cubicBezTo>
                      <a:pt x="0" y="52"/>
                      <a:pt x="0" y="52"/>
                      <a:pt x="0" y="52"/>
                    </a:cubicBezTo>
                    <a:cubicBezTo>
                      <a:pt x="51" y="94"/>
                      <a:pt x="51" y="94"/>
                      <a:pt x="51" y="94"/>
                    </a:cubicBezTo>
                    <a:cubicBezTo>
                      <a:pt x="51" y="93"/>
                      <a:pt x="52" y="92"/>
                      <a:pt x="53" y="91"/>
                    </a:cubicBezTo>
                    <a:cubicBezTo>
                      <a:pt x="75" y="64"/>
                      <a:pt x="71" y="23"/>
                      <a:pt x="44" y="0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6" name="Freeform 85"/>
              <p:cNvSpPr>
                <a:spLocks/>
              </p:cNvSpPr>
              <p:nvPr/>
            </p:nvSpPr>
            <p:spPr bwMode="auto">
              <a:xfrm>
                <a:off x="4800524" y="4780035"/>
                <a:ext cx="131400" cy="105534"/>
              </a:xfrm>
              <a:custGeom>
                <a:avLst/>
                <a:gdLst>
                  <a:gd name="T0" fmla="*/ 0 w 94"/>
                  <a:gd name="T1" fmla="*/ 33 h 76"/>
                  <a:gd name="T2" fmla="*/ 53 w 94"/>
                  <a:gd name="T3" fmla="*/ 76 h 76"/>
                  <a:gd name="T4" fmla="*/ 94 w 94"/>
                  <a:gd name="T5" fmla="*/ 25 h 76"/>
                  <a:gd name="T6" fmla="*/ 92 w 94"/>
                  <a:gd name="T7" fmla="*/ 23 h 76"/>
                  <a:gd name="T8" fmla="*/ 1 w 94"/>
                  <a:gd name="T9" fmla="*/ 32 h 76"/>
                  <a:gd name="T10" fmla="*/ 0 w 94"/>
                  <a:gd name="T11" fmla="*/ 33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6">
                    <a:moveTo>
                      <a:pt x="0" y="33"/>
                    </a:moveTo>
                    <a:cubicBezTo>
                      <a:pt x="53" y="76"/>
                      <a:pt x="53" y="76"/>
                      <a:pt x="53" y="76"/>
                    </a:cubicBezTo>
                    <a:cubicBezTo>
                      <a:pt x="94" y="25"/>
                      <a:pt x="94" y="25"/>
                      <a:pt x="94" y="25"/>
                    </a:cubicBezTo>
                    <a:cubicBezTo>
                      <a:pt x="94" y="24"/>
                      <a:pt x="93" y="23"/>
                      <a:pt x="92" y="23"/>
                    </a:cubicBezTo>
                    <a:cubicBezTo>
                      <a:pt x="64" y="0"/>
                      <a:pt x="24" y="4"/>
                      <a:pt x="1" y="32"/>
                    </a:cubicBez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Freeform 86"/>
              <p:cNvSpPr>
                <a:spLocks/>
              </p:cNvSpPr>
              <p:nvPr/>
            </p:nvSpPr>
            <p:spPr bwMode="auto">
              <a:xfrm>
                <a:off x="4998141" y="4546205"/>
                <a:ext cx="104500" cy="131400"/>
              </a:xfrm>
              <a:custGeom>
                <a:avLst/>
                <a:gdLst>
                  <a:gd name="T0" fmla="*/ 32 w 75"/>
                  <a:gd name="T1" fmla="*/ 94 h 94"/>
                  <a:gd name="T2" fmla="*/ 75 w 75"/>
                  <a:gd name="T3" fmla="*/ 42 h 94"/>
                  <a:gd name="T4" fmla="*/ 24 w 75"/>
                  <a:gd name="T5" fmla="*/ 0 h 94"/>
                  <a:gd name="T6" fmla="*/ 22 w 75"/>
                  <a:gd name="T7" fmla="*/ 2 h 94"/>
                  <a:gd name="T8" fmla="*/ 31 w 75"/>
                  <a:gd name="T9" fmla="*/ 93 h 94"/>
                  <a:gd name="T10" fmla="*/ 32 w 75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32" y="94"/>
                    </a:moveTo>
                    <a:cubicBezTo>
                      <a:pt x="75" y="42"/>
                      <a:pt x="75" y="42"/>
                      <a:pt x="75" y="42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1"/>
                      <a:pt x="23" y="2"/>
                      <a:pt x="22" y="2"/>
                    </a:cubicBezTo>
                    <a:cubicBezTo>
                      <a:pt x="0" y="30"/>
                      <a:pt x="4" y="71"/>
                      <a:pt x="31" y="93"/>
                    </a:cubicBezTo>
                    <a:lnTo>
                      <a:pt x="32" y="94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Freeform 87"/>
              <p:cNvSpPr>
                <a:spLocks/>
              </p:cNvSpPr>
              <p:nvPr/>
            </p:nvSpPr>
            <p:spPr bwMode="auto">
              <a:xfrm>
                <a:off x="2969200" y="3298422"/>
                <a:ext cx="561813" cy="1039820"/>
              </a:xfrm>
              <a:custGeom>
                <a:avLst/>
                <a:gdLst>
                  <a:gd name="T0" fmla="*/ 20 w 403"/>
                  <a:gd name="T1" fmla="*/ 40 h 745"/>
                  <a:gd name="T2" fmla="*/ 1 w 403"/>
                  <a:gd name="T3" fmla="*/ 65 h 745"/>
                  <a:gd name="T4" fmla="*/ 96 w 403"/>
                  <a:gd name="T5" fmla="*/ 725 h 745"/>
                  <a:gd name="T6" fmla="*/ 121 w 403"/>
                  <a:gd name="T7" fmla="*/ 744 h 745"/>
                  <a:gd name="T8" fmla="*/ 383 w 403"/>
                  <a:gd name="T9" fmla="*/ 706 h 745"/>
                  <a:gd name="T10" fmla="*/ 401 w 403"/>
                  <a:gd name="T11" fmla="*/ 681 h 745"/>
                  <a:gd name="T12" fmla="*/ 307 w 403"/>
                  <a:gd name="T13" fmla="*/ 21 h 745"/>
                  <a:gd name="T14" fmla="*/ 282 w 403"/>
                  <a:gd name="T15" fmla="*/ 2 h 745"/>
                  <a:gd name="T16" fmla="*/ 20 w 403"/>
                  <a:gd name="T17" fmla="*/ 40 h 7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03" h="745">
                    <a:moveTo>
                      <a:pt x="20" y="40"/>
                    </a:moveTo>
                    <a:cubicBezTo>
                      <a:pt x="8" y="41"/>
                      <a:pt x="0" y="53"/>
                      <a:pt x="1" y="65"/>
                    </a:cubicBezTo>
                    <a:cubicBezTo>
                      <a:pt x="96" y="725"/>
                      <a:pt x="96" y="725"/>
                      <a:pt x="96" y="725"/>
                    </a:cubicBezTo>
                    <a:cubicBezTo>
                      <a:pt x="98" y="737"/>
                      <a:pt x="109" y="745"/>
                      <a:pt x="121" y="744"/>
                    </a:cubicBezTo>
                    <a:cubicBezTo>
                      <a:pt x="383" y="706"/>
                      <a:pt x="383" y="706"/>
                      <a:pt x="383" y="706"/>
                    </a:cubicBezTo>
                    <a:cubicBezTo>
                      <a:pt x="395" y="704"/>
                      <a:pt x="403" y="693"/>
                      <a:pt x="401" y="681"/>
                    </a:cubicBezTo>
                    <a:cubicBezTo>
                      <a:pt x="307" y="21"/>
                      <a:pt x="307" y="21"/>
                      <a:pt x="307" y="21"/>
                    </a:cubicBezTo>
                    <a:cubicBezTo>
                      <a:pt x="305" y="9"/>
                      <a:pt x="294" y="0"/>
                      <a:pt x="282" y="2"/>
                    </a:cubicBezTo>
                    <a:cubicBezTo>
                      <a:pt x="20" y="40"/>
                      <a:pt x="20" y="40"/>
                      <a:pt x="20" y="40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Freeform 88"/>
              <p:cNvSpPr>
                <a:spLocks/>
              </p:cNvSpPr>
              <p:nvPr/>
            </p:nvSpPr>
            <p:spPr bwMode="auto">
              <a:xfrm>
                <a:off x="3094392" y="3662618"/>
                <a:ext cx="311429" cy="312463"/>
              </a:xfrm>
              <a:custGeom>
                <a:avLst/>
                <a:gdLst>
                  <a:gd name="T0" fmla="*/ 96 w 223"/>
                  <a:gd name="T1" fmla="*/ 8 h 224"/>
                  <a:gd name="T2" fmla="*/ 8 w 223"/>
                  <a:gd name="T3" fmla="*/ 127 h 224"/>
                  <a:gd name="T4" fmla="*/ 126 w 223"/>
                  <a:gd name="T5" fmla="*/ 215 h 224"/>
                  <a:gd name="T6" fmla="*/ 215 w 223"/>
                  <a:gd name="T7" fmla="*/ 97 h 224"/>
                  <a:gd name="T8" fmla="*/ 96 w 223"/>
                  <a:gd name="T9" fmla="*/ 8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3" h="224">
                    <a:moveTo>
                      <a:pt x="96" y="8"/>
                    </a:moveTo>
                    <a:cubicBezTo>
                      <a:pt x="39" y="17"/>
                      <a:pt x="0" y="70"/>
                      <a:pt x="8" y="127"/>
                    </a:cubicBezTo>
                    <a:cubicBezTo>
                      <a:pt x="16" y="184"/>
                      <a:pt x="69" y="224"/>
                      <a:pt x="126" y="215"/>
                    </a:cubicBezTo>
                    <a:cubicBezTo>
                      <a:pt x="183" y="207"/>
                      <a:pt x="223" y="154"/>
                      <a:pt x="215" y="97"/>
                    </a:cubicBezTo>
                    <a:cubicBezTo>
                      <a:pt x="207" y="40"/>
                      <a:pt x="154" y="0"/>
                      <a:pt x="96" y="8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Freeform 89"/>
              <p:cNvSpPr>
                <a:spLocks noEditPoints="1"/>
              </p:cNvSpPr>
              <p:nvPr/>
            </p:nvSpPr>
            <p:spPr bwMode="auto">
              <a:xfrm>
                <a:off x="3206134" y="3742285"/>
                <a:ext cx="111742" cy="27936"/>
              </a:xfrm>
              <a:custGeom>
                <a:avLst/>
                <a:gdLst>
                  <a:gd name="T0" fmla="*/ 11 w 80"/>
                  <a:gd name="T1" fmla="*/ 7 h 20"/>
                  <a:gd name="T2" fmla="*/ 4 w 80"/>
                  <a:gd name="T3" fmla="*/ 8 h 20"/>
                  <a:gd name="T4" fmla="*/ 0 w 80"/>
                  <a:gd name="T5" fmla="*/ 8 h 20"/>
                  <a:gd name="T6" fmla="*/ 27 w 80"/>
                  <a:gd name="T7" fmla="*/ 12 h 20"/>
                  <a:gd name="T8" fmla="*/ 22 w 80"/>
                  <a:gd name="T9" fmla="*/ 9 h 20"/>
                  <a:gd name="T10" fmla="*/ 11 w 80"/>
                  <a:gd name="T11" fmla="*/ 7 h 20"/>
                  <a:gd name="T12" fmla="*/ 77 w 80"/>
                  <a:gd name="T13" fmla="*/ 0 h 20"/>
                  <a:gd name="T14" fmla="*/ 41 w 80"/>
                  <a:gd name="T15" fmla="*/ 6 h 20"/>
                  <a:gd name="T16" fmla="*/ 42 w 80"/>
                  <a:gd name="T17" fmla="*/ 14 h 20"/>
                  <a:gd name="T18" fmla="*/ 80 w 80"/>
                  <a:gd name="T19" fmla="*/ 20 h 20"/>
                  <a:gd name="T20" fmla="*/ 80 w 80"/>
                  <a:gd name="T21" fmla="*/ 20 h 20"/>
                  <a:gd name="T22" fmla="*/ 77 w 80"/>
                  <a:gd name="T2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0" h="20">
                    <a:moveTo>
                      <a:pt x="11" y="7"/>
                    </a:moveTo>
                    <a:cubicBezTo>
                      <a:pt x="9" y="7"/>
                      <a:pt x="7" y="7"/>
                      <a:pt x="4" y="8"/>
                    </a:cubicBezTo>
                    <a:cubicBezTo>
                      <a:pt x="3" y="8"/>
                      <a:pt x="2" y="8"/>
                      <a:pt x="0" y="8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25" y="11"/>
                      <a:pt x="23" y="10"/>
                      <a:pt x="22" y="9"/>
                    </a:cubicBezTo>
                    <a:cubicBezTo>
                      <a:pt x="19" y="8"/>
                      <a:pt x="15" y="7"/>
                      <a:pt x="11" y="7"/>
                    </a:cubicBezTo>
                    <a:moveTo>
                      <a:pt x="77" y="0"/>
                    </a:moveTo>
                    <a:cubicBezTo>
                      <a:pt x="41" y="6"/>
                      <a:pt x="41" y="6"/>
                      <a:pt x="41" y="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77" y="0"/>
                      <a:pt x="77" y="0"/>
                      <a:pt x="77" y="0"/>
                    </a:cubicBezTo>
                  </a:path>
                </a:pathLst>
              </a:custGeom>
              <a:solidFill>
                <a:srgbClr val="9E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Freeform 90"/>
              <p:cNvSpPr>
                <a:spLocks noEditPoints="1"/>
              </p:cNvSpPr>
              <p:nvPr/>
            </p:nvSpPr>
            <p:spPr bwMode="auto">
              <a:xfrm>
                <a:off x="2990928" y="3328427"/>
                <a:ext cx="511115" cy="980844"/>
              </a:xfrm>
              <a:custGeom>
                <a:avLst/>
                <a:gdLst>
                  <a:gd name="T0" fmla="*/ 366 w 494"/>
                  <a:gd name="T1" fmla="*/ 0 h 948"/>
                  <a:gd name="T2" fmla="*/ 494 w 494"/>
                  <a:gd name="T3" fmla="*/ 895 h 948"/>
                  <a:gd name="T4" fmla="*/ 128 w 494"/>
                  <a:gd name="T5" fmla="*/ 948 h 948"/>
                  <a:gd name="T6" fmla="*/ 0 w 494"/>
                  <a:gd name="T7" fmla="*/ 53 h 948"/>
                  <a:gd name="T8" fmla="*/ 366 w 494"/>
                  <a:gd name="T9" fmla="*/ 0 h 948"/>
                  <a:gd name="T10" fmla="*/ 470 w 494"/>
                  <a:gd name="T11" fmla="*/ 876 h 948"/>
                  <a:gd name="T12" fmla="*/ 347 w 494"/>
                  <a:gd name="T13" fmla="*/ 26 h 948"/>
                  <a:gd name="T14" fmla="*/ 26 w 494"/>
                  <a:gd name="T15" fmla="*/ 72 h 948"/>
                  <a:gd name="T16" fmla="*/ 147 w 494"/>
                  <a:gd name="T17" fmla="*/ 922 h 948"/>
                  <a:gd name="T18" fmla="*/ 470 w 494"/>
                  <a:gd name="T19" fmla="*/ 876 h 9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4" h="948">
                    <a:moveTo>
                      <a:pt x="366" y="0"/>
                    </a:moveTo>
                    <a:lnTo>
                      <a:pt x="494" y="895"/>
                    </a:lnTo>
                    <a:lnTo>
                      <a:pt x="128" y="948"/>
                    </a:lnTo>
                    <a:lnTo>
                      <a:pt x="0" y="53"/>
                    </a:lnTo>
                    <a:lnTo>
                      <a:pt x="366" y="0"/>
                    </a:lnTo>
                    <a:close/>
                    <a:moveTo>
                      <a:pt x="470" y="876"/>
                    </a:moveTo>
                    <a:lnTo>
                      <a:pt x="347" y="26"/>
                    </a:lnTo>
                    <a:lnTo>
                      <a:pt x="26" y="72"/>
                    </a:lnTo>
                    <a:lnTo>
                      <a:pt x="147" y="922"/>
                    </a:lnTo>
                    <a:lnTo>
                      <a:pt x="470" y="876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Freeform 91"/>
              <p:cNvSpPr>
                <a:spLocks noEditPoints="1"/>
              </p:cNvSpPr>
              <p:nvPr/>
            </p:nvSpPr>
            <p:spPr bwMode="auto">
              <a:xfrm>
                <a:off x="2990928" y="3328427"/>
                <a:ext cx="511115" cy="980844"/>
              </a:xfrm>
              <a:custGeom>
                <a:avLst/>
                <a:gdLst>
                  <a:gd name="T0" fmla="*/ 366 w 494"/>
                  <a:gd name="T1" fmla="*/ 0 h 948"/>
                  <a:gd name="T2" fmla="*/ 494 w 494"/>
                  <a:gd name="T3" fmla="*/ 895 h 948"/>
                  <a:gd name="T4" fmla="*/ 128 w 494"/>
                  <a:gd name="T5" fmla="*/ 948 h 948"/>
                  <a:gd name="T6" fmla="*/ 0 w 494"/>
                  <a:gd name="T7" fmla="*/ 53 h 948"/>
                  <a:gd name="T8" fmla="*/ 366 w 494"/>
                  <a:gd name="T9" fmla="*/ 0 h 948"/>
                  <a:gd name="T10" fmla="*/ 470 w 494"/>
                  <a:gd name="T11" fmla="*/ 876 h 948"/>
                  <a:gd name="T12" fmla="*/ 347 w 494"/>
                  <a:gd name="T13" fmla="*/ 26 h 948"/>
                  <a:gd name="T14" fmla="*/ 26 w 494"/>
                  <a:gd name="T15" fmla="*/ 72 h 948"/>
                  <a:gd name="T16" fmla="*/ 147 w 494"/>
                  <a:gd name="T17" fmla="*/ 922 h 948"/>
                  <a:gd name="T18" fmla="*/ 470 w 494"/>
                  <a:gd name="T19" fmla="*/ 876 h 9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4" h="948">
                    <a:moveTo>
                      <a:pt x="366" y="0"/>
                    </a:moveTo>
                    <a:lnTo>
                      <a:pt x="494" y="895"/>
                    </a:lnTo>
                    <a:lnTo>
                      <a:pt x="128" y="948"/>
                    </a:lnTo>
                    <a:lnTo>
                      <a:pt x="0" y="53"/>
                    </a:lnTo>
                    <a:lnTo>
                      <a:pt x="366" y="0"/>
                    </a:lnTo>
                    <a:moveTo>
                      <a:pt x="470" y="876"/>
                    </a:moveTo>
                    <a:lnTo>
                      <a:pt x="347" y="26"/>
                    </a:lnTo>
                    <a:lnTo>
                      <a:pt x="26" y="72"/>
                    </a:lnTo>
                    <a:lnTo>
                      <a:pt x="147" y="922"/>
                    </a:lnTo>
                    <a:lnTo>
                      <a:pt x="470" y="87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Freeform 92"/>
              <p:cNvSpPr>
                <a:spLocks/>
              </p:cNvSpPr>
              <p:nvPr/>
            </p:nvSpPr>
            <p:spPr bwMode="auto">
              <a:xfrm>
                <a:off x="3396509" y="4150970"/>
                <a:ext cx="97257" cy="106569"/>
              </a:xfrm>
              <a:custGeom>
                <a:avLst/>
                <a:gdLst>
                  <a:gd name="T0" fmla="*/ 61 w 70"/>
                  <a:gd name="T1" fmla="*/ 0 h 76"/>
                  <a:gd name="T2" fmla="*/ 70 w 70"/>
                  <a:gd name="T3" fmla="*/ 67 h 76"/>
                  <a:gd name="T4" fmla="*/ 5 w 70"/>
                  <a:gd name="T5" fmla="*/ 76 h 76"/>
                  <a:gd name="T6" fmla="*/ 5 w 70"/>
                  <a:gd name="T7" fmla="*/ 73 h 76"/>
                  <a:gd name="T8" fmla="*/ 60 w 70"/>
                  <a:gd name="T9" fmla="*/ 0 h 76"/>
                  <a:gd name="T10" fmla="*/ 61 w 70"/>
                  <a:gd name="T11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0" h="76">
                    <a:moveTo>
                      <a:pt x="61" y="0"/>
                    </a:moveTo>
                    <a:cubicBezTo>
                      <a:pt x="70" y="67"/>
                      <a:pt x="70" y="67"/>
                      <a:pt x="70" y="67"/>
                    </a:cubicBezTo>
                    <a:cubicBezTo>
                      <a:pt x="5" y="76"/>
                      <a:pt x="5" y="76"/>
                      <a:pt x="5" y="76"/>
                    </a:cubicBezTo>
                    <a:cubicBezTo>
                      <a:pt x="5" y="75"/>
                      <a:pt x="5" y="74"/>
                      <a:pt x="5" y="73"/>
                    </a:cubicBezTo>
                    <a:cubicBezTo>
                      <a:pt x="0" y="38"/>
                      <a:pt x="24" y="5"/>
                      <a:pt x="60" y="0"/>
                    </a:cubicBezTo>
                    <a:cubicBezTo>
                      <a:pt x="61" y="0"/>
                      <a:pt x="61" y="0"/>
                      <a:pt x="61" y="0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4" name="Freeform 93"/>
              <p:cNvSpPr>
                <a:spLocks/>
              </p:cNvSpPr>
              <p:nvPr/>
            </p:nvSpPr>
            <p:spPr bwMode="auto">
              <a:xfrm>
                <a:off x="3123363" y="4195460"/>
                <a:ext cx="106569" cy="98292"/>
              </a:xfrm>
              <a:custGeom>
                <a:avLst/>
                <a:gdLst>
                  <a:gd name="T0" fmla="*/ 76 w 76"/>
                  <a:gd name="T1" fmla="*/ 61 h 70"/>
                  <a:gd name="T2" fmla="*/ 9 w 76"/>
                  <a:gd name="T3" fmla="*/ 70 h 70"/>
                  <a:gd name="T4" fmla="*/ 0 w 76"/>
                  <a:gd name="T5" fmla="*/ 6 h 70"/>
                  <a:gd name="T6" fmla="*/ 3 w 76"/>
                  <a:gd name="T7" fmla="*/ 5 h 70"/>
                  <a:gd name="T8" fmla="*/ 76 w 76"/>
                  <a:gd name="T9" fmla="*/ 60 h 70"/>
                  <a:gd name="T10" fmla="*/ 76 w 76"/>
                  <a:gd name="T11" fmla="*/ 6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6" h="70">
                    <a:moveTo>
                      <a:pt x="76" y="61"/>
                    </a:moveTo>
                    <a:cubicBezTo>
                      <a:pt x="9" y="70"/>
                      <a:pt x="9" y="70"/>
                      <a:pt x="9" y="7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5"/>
                      <a:pt x="2" y="5"/>
                      <a:pt x="3" y="5"/>
                    </a:cubicBezTo>
                    <a:cubicBezTo>
                      <a:pt x="38" y="0"/>
                      <a:pt x="71" y="24"/>
                      <a:pt x="76" y="60"/>
                    </a:cubicBezTo>
                    <a:lnTo>
                      <a:pt x="76" y="61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5" name="Freeform 94"/>
              <p:cNvSpPr>
                <a:spLocks/>
              </p:cNvSpPr>
              <p:nvPr/>
            </p:nvSpPr>
            <p:spPr bwMode="auto">
              <a:xfrm>
                <a:off x="3003344" y="3380159"/>
                <a:ext cx="98292" cy="106569"/>
              </a:xfrm>
              <a:custGeom>
                <a:avLst/>
                <a:gdLst>
                  <a:gd name="T0" fmla="*/ 9 w 70"/>
                  <a:gd name="T1" fmla="*/ 76 h 76"/>
                  <a:gd name="T2" fmla="*/ 0 w 70"/>
                  <a:gd name="T3" fmla="*/ 9 h 76"/>
                  <a:gd name="T4" fmla="*/ 65 w 70"/>
                  <a:gd name="T5" fmla="*/ 0 h 76"/>
                  <a:gd name="T6" fmla="*/ 65 w 70"/>
                  <a:gd name="T7" fmla="*/ 3 h 76"/>
                  <a:gd name="T8" fmla="*/ 10 w 70"/>
                  <a:gd name="T9" fmla="*/ 76 h 76"/>
                  <a:gd name="T10" fmla="*/ 9 w 70"/>
                  <a:gd name="T11" fmla="*/ 7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0" h="76">
                    <a:moveTo>
                      <a:pt x="9" y="76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65" y="0"/>
                      <a:pt x="65" y="0"/>
                      <a:pt x="65" y="0"/>
                    </a:cubicBezTo>
                    <a:cubicBezTo>
                      <a:pt x="65" y="1"/>
                      <a:pt x="65" y="2"/>
                      <a:pt x="65" y="3"/>
                    </a:cubicBezTo>
                    <a:cubicBezTo>
                      <a:pt x="70" y="38"/>
                      <a:pt x="46" y="71"/>
                      <a:pt x="10" y="76"/>
                    </a:cubicBezTo>
                    <a:lnTo>
                      <a:pt x="9" y="76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6" name="Freeform 95"/>
              <p:cNvSpPr>
                <a:spLocks/>
              </p:cNvSpPr>
              <p:nvPr/>
            </p:nvSpPr>
            <p:spPr bwMode="auto">
              <a:xfrm>
                <a:off x="3267178" y="3342912"/>
                <a:ext cx="107603" cy="99326"/>
              </a:xfrm>
              <a:custGeom>
                <a:avLst/>
                <a:gdLst>
                  <a:gd name="T0" fmla="*/ 0 w 77"/>
                  <a:gd name="T1" fmla="*/ 10 h 71"/>
                  <a:gd name="T2" fmla="*/ 67 w 77"/>
                  <a:gd name="T3" fmla="*/ 0 h 71"/>
                  <a:gd name="T4" fmla="*/ 77 w 77"/>
                  <a:gd name="T5" fmla="*/ 65 h 71"/>
                  <a:gd name="T6" fmla="*/ 73 w 77"/>
                  <a:gd name="T7" fmla="*/ 66 h 71"/>
                  <a:gd name="T8" fmla="*/ 0 w 77"/>
                  <a:gd name="T9" fmla="*/ 11 h 71"/>
                  <a:gd name="T10" fmla="*/ 0 w 77"/>
                  <a:gd name="T11" fmla="*/ 1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71">
                    <a:moveTo>
                      <a:pt x="0" y="10"/>
                    </a:moveTo>
                    <a:cubicBezTo>
                      <a:pt x="67" y="0"/>
                      <a:pt x="67" y="0"/>
                      <a:pt x="67" y="0"/>
                    </a:cubicBezTo>
                    <a:cubicBezTo>
                      <a:pt x="77" y="65"/>
                      <a:pt x="77" y="65"/>
                      <a:pt x="77" y="65"/>
                    </a:cubicBezTo>
                    <a:cubicBezTo>
                      <a:pt x="75" y="66"/>
                      <a:pt x="74" y="66"/>
                      <a:pt x="73" y="66"/>
                    </a:cubicBezTo>
                    <a:cubicBezTo>
                      <a:pt x="38" y="71"/>
                      <a:pt x="5" y="46"/>
                      <a:pt x="0" y="11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Freeform 96"/>
              <p:cNvSpPr>
                <a:spLocks/>
              </p:cNvSpPr>
              <p:nvPr/>
            </p:nvSpPr>
            <p:spPr bwMode="auto">
              <a:xfrm>
                <a:off x="2307026" y="3635717"/>
                <a:ext cx="1038785" cy="562847"/>
              </a:xfrm>
              <a:custGeom>
                <a:avLst/>
                <a:gdLst>
                  <a:gd name="T0" fmla="*/ 1 w 744"/>
                  <a:gd name="T1" fmla="*/ 282 h 403"/>
                  <a:gd name="T2" fmla="*/ 20 w 744"/>
                  <a:gd name="T3" fmla="*/ 307 h 403"/>
                  <a:gd name="T4" fmla="*/ 681 w 744"/>
                  <a:gd name="T5" fmla="*/ 401 h 403"/>
                  <a:gd name="T6" fmla="*/ 705 w 744"/>
                  <a:gd name="T7" fmla="*/ 382 h 403"/>
                  <a:gd name="T8" fmla="*/ 743 w 744"/>
                  <a:gd name="T9" fmla="*/ 121 h 403"/>
                  <a:gd name="T10" fmla="*/ 724 w 744"/>
                  <a:gd name="T11" fmla="*/ 96 h 403"/>
                  <a:gd name="T12" fmla="*/ 63 w 744"/>
                  <a:gd name="T13" fmla="*/ 2 h 403"/>
                  <a:gd name="T14" fmla="*/ 38 w 744"/>
                  <a:gd name="T15" fmla="*/ 21 h 403"/>
                  <a:gd name="T16" fmla="*/ 1 w 744"/>
                  <a:gd name="T17" fmla="*/ 282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4" h="403">
                    <a:moveTo>
                      <a:pt x="1" y="282"/>
                    </a:moveTo>
                    <a:cubicBezTo>
                      <a:pt x="0" y="294"/>
                      <a:pt x="8" y="306"/>
                      <a:pt x="20" y="307"/>
                    </a:cubicBezTo>
                    <a:cubicBezTo>
                      <a:pt x="681" y="401"/>
                      <a:pt x="681" y="401"/>
                      <a:pt x="681" y="401"/>
                    </a:cubicBezTo>
                    <a:cubicBezTo>
                      <a:pt x="693" y="403"/>
                      <a:pt x="704" y="394"/>
                      <a:pt x="705" y="382"/>
                    </a:cubicBezTo>
                    <a:cubicBezTo>
                      <a:pt x="743" y="121"/>
                      <a:pt x="743" y="121"/>
                      <a:pt x="743" y="121"/>
                    </a:cubicBezTo>
                    <a:cubicBezTo>
                      <a:pt x="744" y="109"/>
                      <a:pt x="736" y="97"/>
                      <a:pt x="724" y="96"/>
                    </a:cubicBezTo>
                    <a:cubicBezTo>
                      <a:pt x="63" y="2"/>
                      <a:pt x="63" y="2"/>
                      <a:pt x="63" y="2"/>
                    </a:cubicBezTo>
                    <a:cubicBezTo>
                      <a:pt x="51" y="0"/>
                      <a:pt x="40" y="9"/>
                      <a:pt x="38" y="21"/>
                    </a:cubicBezTo>
                    <a:cubicBezTo>
                      <a:pt x="1" y="282"/>
                      <a:pt x="1" y="282"/>
                      <a:pt x="1" y="282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8" name="Freeform 97"/>
              <p:cNvSpPr>
                <a:spLocks/>
              </p:cNvSpPr>
              <p:nvPr/>
            </p:nvSpPr>
            <p:spPr bwMode="auto">
              <a:xfrm>
                <a:off x="2670188" y="3761944"/>
                <a:ext cx="312463" cy="311429"/>
              </a:xfrm>
              <a:custGeom>
                <a:avLst/>
                <a:gdLst>
                  <a:gd name="T0" fmla="*/ 8 w 224"/>
                  <a:gd name="T1" fmla="*/ 97 h 223"/>
                  <a:gd name="T2" fmla="*/ 97 w 224"/>
                  <a:gd name="T3" fmla="*/ 215 h 223"/>
                  <a:gd name="T4" fmla="*/ 215 w 224"/>
                  <a:gd name="T5" fmla="*/ 126 h 223"/>
                  <a:gd name="T6" fmla="*/ 127 w 224"/>
                  <a:gd name="T7" fmla="*/ 8 h 223"/>
                  <a:gd name="T8" fmla="*/ 8 w 224"/>
                  <a:gd name="T9" fmla="*/ 97 h 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4" h="223">
                    <a:moveTo>
                      <a:pt x="8" y="97"/>
                    </a:moveTo>
                    <a:cubicBezTo>
                      <a:pt x="0" y="154"/>
                      <a:pt x="40" y="207"/>
                      <a:pt x="97" y="215"/>
                    </a:cubicBezTo>
                    <a:cubicBezTo>
                      <a:pt x="154" y="223"/>
                      <a:pt x="207" y="183"/>
                      <a:pt x="215" y="126"/>
                    </a:cubicBezTo>
                    <a:cubicBezTo>
                      <a:pt x="224" y="69"/>
                      <a:pt x="184" y="16"/>
                      <a:pt x="127" y="8"/>
                    </a:cubicBezTo>
                    <a:cubicBezTo>
                      <a:pt x="69" y="0"/>
                      <a:pt x="17" y="40"/>
                      <a:pt x="8" y="97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Freeform 98"/>
              <p:cNvSpPr>
                <a:spLocks noEditPoints="1"/>
              </p:cNvSpPr>
              <p:nvPr/>
            </p:nvSpPr>
            <p:spPr bwMode="auto">
              <a:xfrm>
                <a:off x="2335997" y="3665721"/>
                <a:ext cx="980844" cy="509046"/>
              </a:xfrm>
              <a:custGeom>
                <a:avLst/>
                <a:gdLst>
                  <a:gd name="T0" fmla="*/ 52 w 948"/>
                  <a:gd name="T1" fmla="*/ 0 h 492"/>
                  <a:gd name="T2" fmla="*/ 948 w 948"/>
                  <a:gd name="T3" fmla="*/ 126 h 492"/>
                  <a:gd name="T4" fmla="*/ 895 w 948"/>
                  <a:gd name="T5" fmla="*/ 492 h 492"/>
                  <a:gd name="T6" fmla="*/ 0 w 948"/>
                  <a:gd name="T7" fmla="*/ 365 h 492"/>
                  <a:gd name="T8" fmla="*/ 52 w 948"/>
                  <a:gd name="T9" fmla="*/ 0 h 492"/>
                  <a:gd name="T10" fmla="*/ 922 w 948"/>
                  <a:gd name="T11" fmla="*/ 145 h 492"/>
                  <a:gd name="T12" fmla="*/ 70 w 948"/>
                  <a:gd name="T13" fmla="*/ 25 h 492"/>
                  <a:gd name="T14" fmla="*/ 25 w 948"/>
                  <a:gd name="T15" fmla="*/ 346 h 492"/>
                  <a:gd name="T16" fmla="*/ 876 w 948"/>
                  <a:gd name="T17" fmla="*/ 468 h 492"/>
                  <a:gd name="T18" fmla="*/ 922 w 948"/>
                  <a:gd name="T19" fmla="*/ 145 h 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48" h="492">
                    <a:moveTo>
                      <a:pt x="52" y="0"/>
                    </a:moveTo>
                    <a:lnTo>
                      <a:pt x="948" y="126"/>
                    </a:lnTo>
                    <a:lnTo>
                      <a:pt x="895" y="492"/>
                    </a:lnTo>
                    <a:lnTo>
                      <a:pt x="0" y="365"/>
                    </a:lnTo>
                    <a:lnTo>
                      <a:pt x="52" y="0"/>
                    </a:lnTo>
                    <a:close/>
                    <a:moveTo>
                      <a:pt x="922" y="145"/>
                    </a:moveTo>
                    <a:lnTo>
                      <a:pt x="70" y="25"/>
                    </a:lnTo>
                    <a:lnTo>
                      <a:pt x="25" y="346"/>
                    </a:lnTo>
                    <a:lnTo>
                      <a:pt x="876" y="468"/>
                    </a:lnTo>
                    <a:lnTo>
                      <a:pt x="922" y="145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0" name="Freeform 99"/>
              <p:cNvSpPr>
                <a:spLocks/>
              </p:cNvSpPr>
              <p:nvPr/>
            </p:nvSpPr>
            <p:spPr bwMode="auto">
              <a:xfrm>
                <a:off x="3201996" y="3787809"/>
                <a:ext cx="101395" cy="105534"/>
              </a:xfrm>
              <a:custGeom>
                <a:avLst/>
                <a:gdLst>
                  <a:gd name="T0" fmla="*/ 6 w 73"/>
                  <a:gd name="T1" fmla="*/ 0 h 75"/>
                  <a:gd name="T2" fmla="*/ 73 w 73"/>
                  <a:gd name="T3" fmla="*/ 10 h 75"/>
                  <a:gd name="T4" fmla="*/ 63 w 73"/>
                  <a:gd name="T5" fmla="*/ 75 h 75"/>
                  <a:gd name="T6" fmla="*/ 60 w 73"/>
                  <a:gd name="T7" fmla="*/ 74 h 75"/>
                  <a:gd name="T8" fmla="*/ 5 w 73"/>
                  <a:gd name="T9" fmla="*/ 1 h 75"/>
                  <a:gd name="T10" fmla="*/ 6 w 73"/>
                  <a:gd name="T1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75">
                    <a:moveTo>
                      <a:pt x="6" y="0"/>
                    </a:moveTo>
                    <a:cubicBezTo>
                      <a:pt x="73" y="10"/>
                      <a:pt x="73" y="10"/>
                      <a:pt x="73" y="10"/>
                    </a:cubicBezTo>
                    <a:cubicBezTo>
                      <a:pt x="63" y="75"/>
                      <a:pt x="63" y="75"/>
                      <a:pt x="63" y="75"/>
                    </a:cubicBezTo>
                    <a:cubicBezTo>
                      <a:pt x="62" y="75"/>
                      <a:pt x="61" y="75"/>
                      <a:pt x="60" y="74"/>
                    </a:cubicBezTo>
                    <a:cubicBezTo>
                      <a:pt x="25" y="69"/>
                      <a:pt x="0" y="37"/>
                      <a:pt x="5" y="1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1" name="Freeform 100"/>
              <p:cNvSpPr>
                <a:spLocks/>
              </p:cNvSpPr>
              <p:nvPr/>
            </p:nvSpPr>
            <p:spPr bwMode="auto">
              <a:xfrm>
                <a:off x="3159575" y="4058887"/>
                <a:ext cx="105534" cy="100361"/>
              </a:xfrm>
              <a:custGeom>
                <a:avLst/>
                <a:gdLst>
                  <a:gd name="T0" fmla="*/ 75 w 75"/>
                  <a:gd name="T1" fmla="*/ 5 h 72"/>
                  <a:gd name="T2" fmla="*/ 65 w 75"/>
                  <a:gd name="T3" fmla="*/ 72 h 72"/>
                  <a:gd name="T4" fmla="*/ 0 w 75"/>
                  <a:gd name="T5" fmla="*/ 63 h 72"/>
                  <a:gd name="T6" fmla="*/ 1 w 75"/>
                  <a:gd name="T7" fmla="*/ 60 h 72"/>
                  <a:gd name="T8" fmla="*/ 74 w 75"/>
                  <a:gd name="T9" fmla="*/ 5 h 72"/>
                  <a:gd name="T10" fmla="*/ 75 w 75"/>
                  <a:gd name="T11" fmla="*/ 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72">
                    <a:moveTo>
                      <a:pt x="75" y="5"/>
                    </a:moveTo>
                    <a:cubicBezTo>
                      <a:pt x="65" y="72"/>
                      <a:pt x="65" y="72"/>
                      <a:pt x="65" y="72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0" y="62"/>
                      <a:pt x="0" y="61"/>
                      <a:pt x="1" y="60"/>
                    </a:cubicBezTo>
                    <a:cubicBezTo>
                      <a:pt x="6" y="24"/>
                      <a:pt x="38" y="0"/>
                      <a:pt x="74" y="5"/>
                    </a:cubicBezTo>
                    <a:lnTo>
                      <a:pt x="75" y="5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Freeform 101"/>
              <p:cNvSpPr>
                <a:spLocks/>
              </p:cNvSpPr>
              <p:nvPr/>
            </p:nvSpPr>
            <p:spPr bwMode="auto">
              <a:xfrm>
                <a:off x="2348412" y="3945076"/>
                <a:ext cx="101395" cy="102430"/>
              </a:xfrm>
              <a:custGeom>
                <a:avLst/>
                <a:gdLst>
                  <a:gd name="T0" fmla="*/ 67 w 72"/>
                  <a:gd name="T1" fmla="*/ 74 h 74"/>
                  <a:gd name="T2" fmla="*/ 0 w 72"/>
                  <a:gd name="T3" fmla="*/ 65 h 74"/>
                  <a:gd name="T4" fmla="*/ 9 w 72"/>
                  <a:gd name="T5" fmla="*/ 0 h 74"/>
                  <a:gd name="T6" fmla="*/ 12 w 72"/>
                  <a:gd name="T7" fmla="*/ 0 h 74"/>
                  <a:gd name="T8" fmla="*/ 67 w 72"/>
                  <a:gd name="T9" fmla="*/ 73 h 74"/>
                  <a:gd name="T10" fmla="*/ 67 w 72"/>
                  <a:gd name="T11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74">
                    <a:moveTo>
                      <a:pt x="67" y="74"/>
                    </a:moveTo>
                    <a:cubicBezTo>
                      <a:pt x="0" y="65"/>
                      <a:pt x="0" y="65"/>
                      <a:pt x="0" y="65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0" y="0"/>
                      <a:pt x="11" y="0"/>
                      <a:pt x="12" y="0"/>
                    </a:cubicBezTo>
                    <a:cubicBezTo>
                      <a:pt x="48" y="5"/>
                      <a:pt x="72" y="38"/>
                      <a:pt x="67" y="73"/>
                    </a:cubicBezTo>
                    <a:lnTo>
                      <a:pt x="67" y="74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Freeform 102"/>
              <p:cNvSpPr>
                <a:spLocks/>
              </p:cNvSpPr>
              <p:nvPr/>
            </p:nvSpPr>
            <p:spPr bwMode="auto">
              <a:xfrm>
                <a:off x="2387729" y="3678137"/>
                <a:ext cx="103465" cy="100361"/>
              </a:xfrm>
              <a:custGeom>
                <a:avLst/>
                <a:gdLst>
                  <a:gd name="T0" fmla="*/ 0 w 74"/>
                  <a:gd name="T1" fmla="*/ 67 h 72"/>
                  <a:gd name="T2" fmla="*/ 9 w 74"/>
                  <a:gd name="T3" fmla="*/ 0 h 72"/>
                  <a:gd name="T4" fmla="*/ 74 w 74"/>
                  <a:gd name="T5" fmla="*/ 9 h 72"/>
                  <a:gd name="T6" fmla="*/ 74 w 74"/>
                  <a:gd name="T7" fmla="*/ 12 h 72"/>
                  <a:gd name="T8" fmla="*/ 1 w 74"/>
                  <a:gd name="T9" fmla="*/ 67 h 72"/>
                  <a:gd name="T10" fmla="*/ 0 w 74"/>
                  <a:gd name="T11" fmla="*/ 67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72">
                    <a:moveTo>
                      <a:pt x="0" y="67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74" y="9"/>
                      <a:pt x="74" y="9"/>
                      <a:pt x="74" y="9"/>
                    </a:cubicBezTo>
                    <a:cubicBezTo>
                      <a:pt x="74" y="10"/>
                      <a:pt x="74" y="11"/>
                      <a:pt x="74" y="12"/>
                    </a:cubicBezTo>
                    <a:cubicBezTo>
                      <a:pt x="69" y="47"/>
                      <a:pt x="36" y="72"/>
                      <a:pt x="1" y="67"/>
                    </a:cubicBez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4" name="Freeform 103"/>
              <p:cNvSpPr>
                <a:spLocks/>
              </p:cNvSpPr>
              <p:nvPr/>
            </p:nvSpPr>
            <p:spPr bwMode="auto">
              <a:xfrm>
                <a:off x="2086647" y="4041298"/>
                <a:ext cx="1059478" cy="646654"/>
              </a:xfrm>
              <a:custGeom>
                <a:avLst/>
                <a:gdLst>
                  <a:gd name="T0" fmla="*/ 65 w 759"/>
                  <a:gd name="T1" fmla="*/ 444 h 463"/>
                  <a:gd name="T2" fmla="*/ 92 w 759"/>
                  <a:gd name="T3" fmla="*/ 460 h 463"/>
                  <a:gd name="T4" fmla="*/ 740 w 759"/>
                  <a:gd name="T5" fmla="*/ 302 h 463"/>
                  <a:gd name="T6" fmla="*/ 756 w 759"/>
                  <a:gd name="T7" fmla="*/ 276 h 463"/>
                  <a:gd name="T8" fmla="*/ 694 w 759"/>
                  <a:gd name="T9" fmla="*/ 19 h 463"/>
                  <a:gd name="T10" fmla="*/ 667 w 759"/>
                  <a:gd name="T11" fmla="*/ 3 h 463"/>
                  <a:gd name="T12" fmla="*/ 19 w 759"/>
                  <a:gd name="T13" fmla="*/ 161 h 463"/>
                  <a:gd name="T14" fmla="*/ 3 w 759"/>
                  <a:gd name="T15" fmla="*/ 187 h 463"/>
                  <a:gd name="T16" fmla="*/ 65 w 759"/>
                  <a:gd name="T17" fmla="*/ 444 h 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9" h="463">
                    <a:moveTo>
                      <a:pt x="65" y="444"/>
                    </a:moveTo>
                    <a:cubicBezTo>
                      <a:pt x="68" y="456"/>
                      <a:pt x="80" y="463"/>
                      <a:pt x="92" y="460"/>
                    </a:cubicBezTo>
                    <a:cubicBezTo>
                      <a:pt x="740" y="302"/>
                      <a:pt x="740" y="302"/>
                      <a:pt x="740" y="302"/>
                    </a:cubicBezTo>
                    <a:cubicBezTo>
                      <a:pt x="752" y="299"/>
                      <a:pt x="759" y="288"/>
                      <a:pt x="756" y="276"/>
                    </a:cubicBezTo>
                    <a:cubicBezTo>
                      <a:pt x="694" y="19"/>
                      <a:pt x="694" y="19"/>
                      <a:pt x="694" y="19"/>
                    </a:cubicBezTo>
                    <a:cubicBezTo>
                      <a:pt x="691" y="7"/>
                      <a:pt x="679" y="0"/>
                      <a:pt x="667" y="3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7" y="164"/>
                      <a:pt x="0" y="176"/>
                      <a:pt x="3" y="187"/>
                    </a:cubicBezTo>
                    <a:cubicBezTo>
                      <a:pt x="65" y="444"/>
                      <a:pt x="65" y="444"/>
                      <a:pt x="65" y="444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Freeform 104"/>
              <p:cNvSpPr>
                <a:spLocks/>
              </p:cNvSpPr>
              <p:nvPr/>
            </p:nvSpPr>
            <p:spPr bwMode="auto">
              <a:xfrm>
                <a:off x="2454981" y="4202703"/>
                <a:ext cx="322810" cy="322810"/>
              </a:xfrm>
              <a:custGeom>
                <a:avLst/>
                <a:gdLst>
                  <a:gd name="T0" fmla="*/ 14 w 231"/>
                  <a:gd name="T1" fmla="*/ 140 h 231"/>
                  <a:gd name="T2" fmla="*/ 140 w 231"/>
                  <a:gd name="T3" fmla="*/ 217 h 231"/>
                  <a:gd name="T4" fmla="*/ 217 w 231"/>
                  <a:gd name="T5" fmla="*/ 91 h 231"/>
                  <a:gd name="T6" fmla="*/ 91 w 231"/>
                  <a:gd name="T7" fmla="*/ 14 h 231"/>
                  <a:gd name="T8" fmla="*/ 14 w 231"/>
                  <a:gd name="T9" fmla="*/ 140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1" h="231">
                    <a:moveTo>
                      <a:pt x="14" y="140"/>
                    </a:moveTo>
                    <a:cubicBezTo>
                      <a:pt x="28" y="196"/>
                      <a:pt x="84" y="231"/>
                      <a:pt x="140" y="217"/>
                    </a:cubicBezTo>
                    <a:cubicBezTo>
                      <a:pt x="196" y="204"/>
                      <a:pt x="231" y="147"/>
                      <a:pt x="217" y="91"/>
                    </a:cubicBezTo>
                    <a:cubicBezTo>
                      <a:pt x="203" y="35"/>
                      <a:pt x="147" y="0"/>
                      <a:pt x="91" y="14"/>
                    </a:cubicBezTo>
                    <a:cubicBezTo>
                      <a:pt x="35" y="28"/>
                      <a:pt x="0" y="84"/>
                      <a:pt x="14" y="140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6" name="Freeform 105"/>
              <p:cNvSpPr>
                <a:spLocks/>
              </p:cNvSpPr>
              <p:nvPr/>
            </p:nvSpPr>
            <p:spPr bwMode="auto">
              <a:xfrm>
                <a:off x="2534649" y="4266851"/>
                <a:ext cx="160370" cy="188306"/>
              </a:xfrm>
              <a:custGeom>
                <a:avLst/>
                <a:gdLst>
                  <a:gd name="T0" fmla="*/ 49 w 115"/>
                  <a:gd name="T1" fmla="*/ 0 h 135"/>
                  <a:gd name="T2" fmla="*/ 32 w 115"/>
                  <a:gd name="T3" fmla="*/ 5 h 135"/>
                  <a:gd name="T4" fmla="*/ 36 w 115"/>
                  <a:gd name="T5" fmla="*/ 21 h 135"/>
                  <a:gd name="T6" fmla="*/ 29 w 115"/>
                  <a:gd name="T7" fmla="*/ 26 h 135"/>
                  <a:gd name="T8" fmla="*/ 24 w 115"/>
                  <a:gd name="T9" fmla="*/ 30 h 135"/>
                  <a:gd name="T10" fmla="*/ 22 w 115"/>
                  <a:gd name="T11" fmla="*/ 24 h 135"/>
                  <a:gd name="T12" fmla="*/ 0 w 115"/>
                  <a:gd name="T13" fmla="*/ 29 h 135"/>
                  <a:gd name="T14" fmla="*/ 9 w 115"/>
                  <a:gd name="T15" fmla="*/ 65 h 135"/>
                  <a:gd name="T16" fmla="*/ 31 w 115"/>
                  <a:gd name="T17" fmla="*/ 60 h 135"/>
                  <a:gd name="T18" fmla="*/ 32 w 115"/>
                  <a:gd name="T19" fmla="*/ 53 h 135"/>
                  <a:gd name="T20" fmla="*/ 35 w 115"/>
                  <a:gd name="T21" fmla="*/ 46 h 135"/>
                  <a:gd name="T22" fmla="*/ 41 w 115"/>
                  <a:gd name="T23" fmla="*/ 42 h 135"/>
                  <a:gd name="T24" fmla="*/ 47 w 115"/>
                  <a:gd name="T25" fmla="*/ 39 h 135"/>
                  <a:gd name="T26" fmla="*/ 51 w 115"/>
                  <a:gd name="T27" fmla="*/ 38 h 135"/>
                  <a:gd name="T28" fmla="*/ 54 w 115"/>
                  <a:gd name="T29" fmla="*/ 39 h 135"/>
                  <a:gd name="T30" fmla="*/ 58 w 115"/>
                  <a:gd name="T31" fmla="*/ 43 h 135"/>
                  <a:gd name="T32" fmla="*/ 55 w 115"/>
                  <a:gd name="T33" fmla="*/ 49 h 135"/>
                  <a:gd name="T34" fmla="*/ 46 w 115"/>
                  <a:gd name="T35" fmla="*/ 55 h 135"/>
                  <a:gd name="T36" fmla="*/ 34 w 115"/>
                  <a:gd name="T37" fmla="*/ 62 h 135"/>
                  <a:gd name="T38" fmla="*/ 22 w 115"/>
                  <a:gd name="T39" fmla="*/ 71 h 135"/>
                  <a:gd name="T40" fmla="*/ 14 w 115"/>
                  <a:gd name="T41" fmla="*/ 84 h 135"/>
                  <a:gd name="T42" fmla="*/ 14 w 115"/>
                  <a:gd name="T43" fmla="*/ 101 h 135"/>
                  <a:gd name="T44" fmla="*/ 20 w 115"/>
                  <a:gd name="T45" fmla="*/ 113 h 135"/>
                  <a:gd name="T46" fmla="*/ 31 w 115"/>
                  <a:gd name="T47" fmla="*/ 120 h 135"/>
                  <a:gd name="T48" fmla="*/ 45 w 115"/>
                  <a:gd name="T49" fmla="*/ 123 h 135"/>
                  <a:gd name="T50" fmla="*/ 46 w 115"/>
                  <a:gd name="T51" fmla="*/ 123 h 135"/>
                  <a:gd name="T52" fmla="*/ 60 w 115"/>
                  <a:gd name="T53" fmla="*/ 121 h 135"/>
                  <a:gd name="T54" fmla="*/ 63 w 115"/>
                  <a:gd name="T55" fmla="*/ 135 h 135"/>
                  <a:gd name="T56" fmla="*/ 81 w 115"/>
                  <a:gd name="T57" fmla="*/ 131 h 135"/>
                  <a:gd name="T58" fmla="*/ 77 w 115"/>
                  <a:gd name="T59" fmla="*/ 116 h 135"/>
                  <a:gd name="T60" fmla="*/ 91 w 115"/>
                  <a:gd name="T61" fmla="*/ 106 h 135"/>
                  <a:gd name="T62" fmla="*/ 92 w 115"/>
                  <a:gd name="T63" fmla="*/ 112 h 135"/>
                  <a:gd name="T64" fmla="*/ 115 w 115"/>
                  <a:gd name="T65" fmla="*/ 106 h 135"/>
                  <a:gd name="T66" fmla="*/ 106 w 115"/>
                  <a:gd name="T67" fmla="*/ 69 h 135"/>
                  <a:gd name="T68" fmla="*/ 83 w 115"/>
                  <a:gd name="T69" fmla="*/ 75 h 135"/>
                  <a:gd name="T70" fmla="*/ 79 w 115"/>
                  <a:gd name="T71" fmla="*/ 89 h 135"/>
                  <a:gd name="T72" fmla="*/ 67 w 115"/>
                  <a:gd name="T73" fmla="*/ 97 h 135"/>
                  <a:gd name="T74" fmla="*/ 62 w 115"/>
                  <a:gd name="T75" fmla="*/ 98 h 135"/>
                  <a:gd name="T76" fmla="*/ 59 w 115"/>
                  <a:gd name="T77" fmla="*/ 97 h 135"/>
                  <a:gd name="T78" fmla="*/ 55 w 115"/>
                  <a:gd name="T79" fmla="*/ 93 h 135"/>
                  <a:gd name="T80" fmla="*/ 58 w 115"/>
                  <a:gd name="T81" fmla="*/ 87 h 135"/>
                  <a:gd name="T82" fmla="*/ 67 w 115"/>
                  <a:gd name="T83" fmla="*/ 81 h 135"/>
                  <a:gd name="T84" fmla="*/ 79 w 115"/>
                  <a:gd name="T85" fmla="*/ 74 h 135"/>
                  <a:gd name="T86" fmla="*/ 91 w 115"/>
                  <a:gd name="T87" fmla="*/ 65 h 135"/>
                  <a:gd name="T88" fmla="*/ 98 w 115"/>
                  <a:gd name="T89" fmla="*/ 53 h 135"/>
                  <a:gd name="T90" fmla="*/ 98 w 115"/>
                  <a:gd name="T91" fmla="*/ 36 h 135"/>
                  <a:gd name="T92" fmla="*/ 92 w 115"/>
                  <a:gd name="T93" fmla="*/ 23 h 135"/>
                  <a:gd name="T94" fmla="*/ 81 w 115"/>
                  <a:gd name="T95" fmla="*/ 16 h 135"/>
                  <a:gd name="T96" fmla="*/ 68 w 115"/>
                  <a:gd name="T97" fmla="*/ 13 h 135"/>
                  <a:gd name="T98" fmla="*/ 65 w 115"/>
                  <a:gd name="T99" fmla="*/ 13 h 135"/>
                  <a:gd name="T100" fmla="*/ 52 w 115"/>
                  <a:gd name="T101" fmla="*/ 15 h 135"/>
                  <a:gd name="T102" fmla="*/ 49 w 115"/>
                  <a:gd name="T103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15" h="135">
                    <a:moveTo>
                      <a:pt x="49" y="0"/>
                    </a:moveTo>
                    <a:cubicBezTo>
                      <a:pt x="32" y="5"/>
                      <a:pt x="32" y="5"/>
                      <a:pt x="32" y="5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33" y="23"/>
                      <a:pt x="31" y="24"/>
                      <a:pt x="29" y="26"/>
                    </a:cubicBezTo>
                    <a:cubicBezTo>
                      <a:pt x="27" y="27"/>
                      <a:pt x="25" y="29"/>
                      <a:pt x="24" y="30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9" y="65"/>
                      <a:pt x="9" y="65"/>
                      <a:pt x="9" y="65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57"/>
                      <a:pt x="31" y="55"/>
                      <a:pt x="32" y="53"/>
                    </a:cubicBezTo>
                    <a:cubicBezTo>
                      <a:pt x="33" y="50"/>
                      <a:pt x="34" y="48"/>
                      <a:pt x="35" y="46"/>
                    </a:cubicBezTo>
                    <a:cubicBezTo>
                      <a:pt x="37" y="45"/>
                      <a:pt x="39" y="43"/>
                      <a:pt x="41" y="42"/>
                    </a:cubicBezTo>
                    <a:cubicBezTo>
                      <a:pt x="43" y="40"/>
                      <a:pt x="45" y="39"/>
                      <a:pt x="47" y="39"/>
                    </a:cubicBezTo>
                    <a:cubicBezTo>
                      <a:pt x="48" y="38"/>
                      <a:pt x="50" y="38"/>
                      <a:pt x="51" y="38"/>
                    </a:cubicBezTo>
                    <a:cubicBezTo>
                      <a:pt x="52" y="38"/>
                      <a:pt x="53" y="38"/>
                      <a:pt x="54" y="39"/>
                    </a:cubicBezTo>
                    <a:cubicBezTo>
                      <a:pt x="56" y="39"/>
                      <a:pt x="58" y="41"/>
                      <a:pt x="58" y="43"/>
                    </a:cubicBezTo>
                    <a:cubicBezTo>
                      <a:pt x="59" y="45"/>
                      <a:pt x="58" y="47"/>
                      <a:pt x="55" y="49"/>
                    </a:cubicBezTo>
                    <a:cubicBezTo>
                      <a:pt x="53" y="51"/>
                      <a:pt x="50" y="53"/>
                      <a:pt x="46" y="55"/>
                    </a:cubicBezTo>
                    <a:cubicBezTo>
                      <a:pt x="42" y="57"/>
                      <a:pt x="38" y="60"/>
                      <a:pt x="34" y="62"/>
                    </a:cubicBezTo>
                    <a:cubicBezTo>
                      <a:pt x="29" y="65"/>
                      <a:pt x="25" y="68"/>
                      <a:pt x="22" y="71"/>
                    </a:cubicBezTo>
                    <a:cubicBezTo>
                      <a:pt x="19" y="75"/>
                      <a:pt x="16" y="79"/>
                      <a:pt x="14" y="84"/>
                    </a:cubicBezTo>
                    <a:cubicBezTo>
                      <a:pt x="13" y="88"/>
                      <a:pt x="13" y="94"/>
                      <a:pt x="14" y="101"/>
                    </a:cubicBezTo>
                    <a:cubicBezTo>
                      <a:pt x="15" y="106"/>
                      <a:pt x="18" y="110"/>
                      <a:pt x="20" y="113"/>
                    </a:cubicBezTo>
                    <a:cubicBezTo>
                      <a:pt x="23" y="116"/>
                      <a:pt x="27" y="119"/>
                      <a:pt x="31" y="120"/>
                    </a:cubicBezTo>
                    <a:cubicBezTo>
                      <a:pt x="35" y="122"/>
                      <a:pt x="40" y="123"/>
                      <a:pt x="45" y="123"/>
                    </a:cubicBezTo>
                    <a:cubicBezTo>
                      <a:pt x="45" y="123"/>
                      <a:pt x="46" y="123"/>
                      <a:pt x="46" y="123"/>
                    </a:cubicBezTo>
                    <a:cubicBezTo>
                      <a:pt x="51" y="123"/>
                      <a:pt x="55" y="122"/>
                      <a:pt x="60" y="121"/>
                    </a:cubicBezTo>
                    <a:cubicBezTo>
                      <a:pt x="63" y="135"/>
                      <a:pt x="63" y="135"/>
                      <a:pt x="63" y="135"/>
                    </a:cubicBezTo>
                    <a:cubicBezTo>
                      <a:pt x="81" y="131"/>
                      <a:pt x="81" y="131"/>
                      <a:pt x="81" y="131"/>
                    </a:cubicBezTo>
                    <a:cubicBezTo>
                      <a:pt x="77" y="116"/>
                      <a:pt x="77" y="116"/>
                      <a:pt x="77" y="116"/>
                    </a:cubicBezTo>
                    <a:cubicBezTo>
                      <a:pt x="82" y="113"/>
                      <a:pt x="86" y="110"/>
                      <a:pt x="91" y="106"/>
                    </a:cubicBezTo>
                    <a:cubicBezTo>
                      <a:pt x="92" y="112"/>
                      <a:pt x="92" y="112"/>
                      <a:pt x="92" y="112"/>
                    </a:cubicBezTo>
                    <a:cubicBezTo>
                      <a:pt x="115" y="106"/>
                      <a:pt x="115" y="106"/>
                      <a:pt x="115" y="106"/>
                    </a:cubicBezTo>
                    <a:cubicBezTo>
                      <a:pt x="106" y="69"/>
                      <a:pt x="106" y="69"/>
                      <a:pt x="106" y="69"/>
                    </a:cubicBezTo>
                    <a:cubicBezTo>
                      <a:pt x="83" y="75"/>
                      <a:pt x="83" y="75"/>
                      <a:pt x="83" y="75"/>
                    </a:cubicBezTo>
                    <a:cubicBezTo>
                      <a:pt x="83" y="81"/>
                      <a:pt x="82" y="85"/>
                      <a:pt x="79" y="89"/>
                    </a:cubicBezTo>
                    <a:cubicBezTo>
                      <a:pt x="76" y="93"/>
                      <a:pt x="72" y="96"/>
                      <a:pt x="67" y="97"/>
                    </a:cubicBezTo>
                    <a:cubicBezTo>
                      <a:pt x="65" y="97"/>
                      <a:pt x="64" y="98"/>
                      <a:pt x="62" y="98"/>
                    </a:cubicBezTo>
                    <a:cubicBezTo>
                      <a:pt x="61" y="98"/>
                      <a:pt x="60" y="97"/>
                      <a:pt x="59" y="97"/>
                    </a:cubicBezTo>
                    <a:cubicBezTo>
                      <a:pt x="57" y="96"/>
                      <a:pt x="56" y="95"/>
                      <a:pt x="55" y="93"/>
                    </a:cubicBezTo>
                    <a:cubicBezTo>
                      <a:pt x="55" y="91"/>
                      <a:pt x="56" y="89"/>
                      <a:pt x="58" y="87"/>
                    </a:cubicBezTo>
                    <a:cubicBezTo>
                      <a:pt x="60" y="85"/>
                      <a:pt x="63" y="83"/>
                      <a:pt x="67" y="81"/>
                    </a:cubicBezTo>
                    <a:cubicBezTo>
                      <a:pt x="71" y="79"/>
                      <a:pt x="75" y="76"/>
                      <a:pt x="79" y="74"/>
                    </a:cubicBezTo>
                    <a:cubicBezTo>
                      <a:pt x="83" y="71"/>
                      <a:pt x="87" y="68"/>
                      <a:pt x="91" y="65"/>
                    </a:cubicBezTo>
                    <a:cubicBezTo>
                      <a:pt x="94" y="62"/>
                      <a:pt x="97" y="57"/>
                      <a:pt x="98" y="53"/>
                    </a:cubicBezTo>
                    <a:cubicBezTo>
                      <a:pt x="100" y="48"/>
                      <a:pt x="100" y="42"/>
                      <a:pt x="98" y="36"/>
                    </a:cubicBezTo>
                    <a:cubicBezTo>
                      <a:pt x="97" y="31"/>
                      <a:pt x="95" y="27"/>
                      <a:pt x="92" y="23"/>
                    </a:cubicBezTo>
                    <a:cubicBezTo>
                      <a:pt x="89" y="20"/>
                      <a:pt x="85" y="18"/>
                      <a:pt x="81" y="16"/>
                    </a:cubicBezTo>
                    <a:cubicBezTo>
                      <a:pt x="77" y="14"/>
                      <a:pt x="73" y="13"/>
                      <a:pt x="68" y="13"/>
                    </a:cubicBezTo>
                    <a:cubicBezTo>
                      <a:pt x="67" y="13"/>
                      <a:pt x="66" y="13"/>
                      <a:pt x="65" y="13"/>
                    </a:cubicBezTo>
                    <a:cubicBezTo>
                      <a:pt x="61" y="13"/>
                      <a:pt x="57" y="14"/>
                      <a:pt x="52" y="15"/>
                    </a:cubicBezTo>
                    <a:cubicBezTo>
                      <a:pt x="49" y="0"/>
                      <a:pt x="49" y="0"/>
                      <a:pt x="49" y="0"/>
                    </a:cubicBezTo>
                  </a:path>
                </a:pathLst>
              </a:custGeom>
              <a:solidFill>
                <a:srgbClr val="9E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Freeform 106"/>
              <p:cNvSpPr>
                <a:spLocks noEditPoints="1"/>
              </p:cNvSpPr>
              <p:nvPr/>
            </p:nvSpPr>
            <p:spPr bwMode="auto">
              <a:xfrm>
                <a:off x="2116652" y="4070268"/>
                <a:ext cx="1000503" cy="593887"/>
              </a:xfrm>
              <a:custGeom>
                <a:avLst/>
                <a:gdLst>
                  <a:gd name="T0" fmla="*/ 0 w 967"/>
                  <a:gd name="T1" fmla="*/ 215 h 574"/>
                  <a:gd name="T2" fmla="*/ 879 w 967"/>
                  <a:gd name="T3" fmla="*/ 0 h 574"/>
                  <a:gd name="T4" fmla="*/ 967 w 967"/>
                  <a:gd name="T5" fmla="*/ 359 h 574"/>
                  <a:gd name="T6" fmla="*/ 88 w 967"/>
                  <a:gd name="T7" fmla="*/ 574 h 574"/>
                  <a:gd name="T8" fmla="*/ 0 w 967"/>
                  <a:gd name="T9" fmla="*/ 215 h 574"/>
                  <a:gd name="T10" fmla="*/ 863 w 967"/>
                  <a:gd name="T11" fmla="*/ 27 h 574"/>
                  <a:gd name="T12" fmla="*/ 27 w 967"/>
                  <a:gd name="T13" fmla="*/ 231 h 574"/>
                  <a:gd name="T14" fmla="*/ 104 w 967"/>
                  <a:gd name="T15" fmla="*/ 547 h 574"/>
                  <a:gd name="T16" fmla="*/ 940 w 967"/>
                  <a:gd name="T17" fmla="*/ 343 h 574"/>
                  <a:gd name="T18" fmla="*/ 863 w 967"/>
                  <a:gd name="T19" fmla="*/ 27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7" h="574">
                    <a:moveTo>
                      <a:pt x="0" y="215"/>
                    </a:moveTo>
                    <a:lnTo>
                      <a:pt x="879" y="0"/>
                    </a:lnTo>
                    <a:lnTo>
                      <a:pt x="967" y="359"/>
                    </a:lnTo>
                    <a:lnTo>
                      <a:pt x="88" y="574"/>
                    </a:lnTo>
                    <a:lnTo>
                      <a:pt x="0" y="215"/>
                    </a:lnTo>
                    <a:close/>
                    <a:moveTo>
                      <a:pt x="863" y="27"/>
                    </a:moveTo>
                    <a:lnTo>
                      <a:pt x="27" y="231"/>
                    </a:lnTo>
                    <a:lnTo>
                      <a:pt x="104" y="547"/>
                    </a:lnTo>
                    <a:lnTo>
                      <a:pt x="940" y="343"/>
                    </a:lnTo>
                    <a:lnTo>
                      <a:pt x="863" y="2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8" name="Freeform 107"/>
              <p:cNvSpPr>
                <a:spLocks/>
              </p:cNvSpPr>
              <p:nvPr/>
            </p:nvSpPr>
            <p:spPr bwMode="auto">
              <a:xfrm>
                <a:off x="2923676" y="4079580"/>
                <a:ext cx="114846" cy="102430"/>
              </a:xfrm>
              <a:custGeom>
                <a:avLst/>
                <a:gdLst>
                  <a:gd name="T0" fmla="*/ 0 w 82"/>
                  <a:gd name="T1" fmla="*/ 16 h 73"/>
                  <a:gd name="T2" fmla="*/ 66 w 82"/>
                  <a:gd name="T3" fmla="*/ 0 h 73"/>
                  <a:gd name="T4" fmla="*/ 82 w 82"/>
                  <a:gd name="T5" fmla="*/ 64 h 73"/>
                  <a:gd name="T6" fmla="*/ 79 w 82"/>
                  <a:gd name="T7" fmla="*/ 65 h 73"/>
                  <a:gd name="T8" fmla="*/ 1 w 82"/>
                  <a:gd name="T9" fmla="*/ 17 h 73"/>
                  <a:gd name="T10" fmla="*/ 0 w 82"/>
                  <a:gd name="T11" fmla="*/ 16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73">
                    <a:moveTo>
                      <a:pt x="0" y="16"/>
                    </a:moveTo>
                    <a:cubicBezTo>
                      <a:pt x="66" y="0"/>
                      <a:pt x="66" y="0"/>
                      <a:pt x="66" y="0"/>
                    </a:cubicBezTo>
                    <a:cubicBezTo>
                      <a:pt x="82" y="64"/>
                      <a:pt x="82" y="64"/>
                      <a:pt x="82" y="64"/>
                    </a:cubicBezTo>
                    <a:cubicBezTo>
                      <a:pt x="81" y="64"/>
                      <a:pt x="80" y="64"/>
                      <a:pt x="79" y="65"/>
                    </a:cubicBezTo>
                    <a:cubicBezTo>
                      <a:pt x="44" y="73"/>
                      <a:pt x="9" y="52"/>
                      <a:pt x="1" y="17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9" name="Freeform 108"/>
              <p:cNvSpPr>
                <a:spLocks/>
              </p:cNvSpPr>
              <p:nvPr/>
            </p:nvSpPr>
            <p:spPr bwMode="auto">
              <a:xfrm>
                <a:off x="2998170" y="4339276"/>
                <a:ext cx="101395" cy="113811"/>
              </a:xfrm>
              <a:custGeom>
                <a:avLst/>
                <a:gdLst>
                  <a:gd name="T0" fmla="*/ 57 w 73"/>
                  <a:gd name="T1" fmla="*/ 0 h 81"/>
                  <a:gd name="T2" fmla="*/ 73 w 73"/>
                  <a:gd name="T3" fmla="*/ 66 h 81"/>
                  <a:gd name="T4" fmla="*/ 10 w 73"/>
                  <a:gd name="T5" fmla="*/ 81 h 81"/>
                  <a:gd name="T6" fmla="*/ 9 w 73"/>
                  <a:gd name="T7" fmla="*/ 78 h 81"/>
                  <a:gd name="T8" fmla="*/ 56 w 73"/>
                  <a:gd name="T9" fmla="*/ 0 h 81"/>
                  <a:gd name="T10" fmla="*/ 57 w 73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81">
                    <a:moveTo>
                      <a:pt x="57" y="0"/>
                    </a:moveTo>
                    <a:cubicBezTo>
                      <a:pt x="73" y="66"/>
                      <a:pt x="73" y="66"/>
                      <a:pt x="73" y="66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9" y="80"/>
                      <a:pt x="9" y="79"/>
                      <a:pt x="9" y="78"/>
                    </a:cubicBezTo>
                    <a:cubicBezTo>
                      <a:pt x="0" y="44"/>
                      <a:pt x="22" y="9"/>
                      <a:pt x="56" y="0"/>
                    </a:cubicBez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0" name="Freeform 109"/>
              <p:cNvSpPr>
                <a:spLocks/>
              </p:cNvSpPr>
              <p:nvPr/>
            </p:nvSpPr>
            <p:spPr bwMode="auto">
              <a:xfrm>
                <a:off x="2195285" y="4549309"/>
                <a:ext cx="112777" cy="101395"/>
              </a:xfrm>
              <a:custGeom>
                <a:avLst/>
                <a:gdLst>
                  <a:gd name="T0" fmla="*/ 81 w 81"/>
                  <a:gd name="T1" fmla="*/ 57 h 73"/>
                  <a:gd name="T2" fmla="*/ 15 w 81"/>
                  <a:gd name="T3" fmla="*/ 73 h 73"/>
                  <a:gd name="T4" fmla="*/ 0 w 81"/>
                  <a:gd name="T5" fmla="*/ 9 h 73"/>
                  <a:gd name="T6" fmla="*/ 3 w 81"/>
                  <a:gd name="T7" fmla="*/ 8 h 73"/>
                  <a:gd name="T8" fmla="*/ 81 w 81"/>
                  <a:gd name="T9" fmla="*/ 56 h 73"/>
                  <a:gd name="T10" fmla="*/ 81 w 81"/>
                  <a:gd name="T11" fmla="*/ 5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1" h="73">
                    <a:moveTo>
                      <a:pt x="81" y="57"/>
                    </a:moveTo>
                    <a:cubicBezTo>
                      <a:pt x="15" y="73"/>
                      <a:pt x="15" y="73"/>
                      <a:pt x="15" y="7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" y="9"/>
                      <a:pt x="2" y="8"/>
                      <a:pt x="3" y="8"/>
                    </a:cubicBezTo>
                    <a:cubicBezTo>
                      <a:pt x="38" y="0"/>
                      <a:pt x="73" y="21"/>
                      <a:pt x="81" y="56"/>
                    </a:cubicBezTo>
                    <a:lnTo>
                      <a:pt x="81" y="5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1" name="Freeform 110"/>
              <p:cNvSpPr>
                <a:spLocks/>
              </p:cNvSpPr>
              <p:nvPr/>
            </p:nvSpPr>
            <p:spPr bwMode="auto">
              <a:xfrm>
                <a:off x="2132172" y="4277197"/>
                <a:ext cx="102430" cy="113811"/>
              </a:xfrm>
              <a:custGeom>
                <a:avLst/>
                <a:gdLst>
                  <a:gd name="T0" fmla="*/ 16 w 73"/>
                  <a:gd name="T1" fmla="*/ 82 h 82"/>
                  <a:gd name="T2" fmla="*/ 0 w 73"/>
                  <a:gd name="T3" fmla="*/ 16 h 82"/>
                  <a:gd name="T4" fmla="*/ 64 w 73"/>
                  <a:gd name="T5" fmla="*/ 0 h 82"/>
                  <a:gd name="T6" fmla="*/ 65 w 73"/>
                  <a:gd name="T7" fmla="*/ 3 h 82"/>
                  <a:gd name="T8" fmla="*/ 17 w 73"/>
                  <a:gd name="T9" fmla="*/ 82 h 82"/>
                  <a:gd name="T10" fmla="*/ 16 w 73"/>
                  <a:gd name="T11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82">
                    <a:moveTo>
                      <a:pt x="16" y="82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1"/>
                      <a:pt x="64" y="2"/>
                      <a:pt x="65" y="3"/>
                    </a:cubicBezTo>
                    <a:cubicBezTo>
                      <a:pt x="73" y="38"/>
                      <a:pt x="52" y="73"/>
                      <a:pt x="17" y="82"/>
                    </a:cubicBezTo>
                    <a:lnTo>
                      <a:pt x="16" y="82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2" name="Oval 111"/>
              <p:cNvSpPr>
                <a:spLocks noChangeArrowheads="1"/>
              </p:cNvSpPr>
              <p:nvPr/>
            </p:nvSpPr>
            <p:spPr bwMode="auto">
              <a:xfrm>
                <a:off x="4460125" y="3152537"/>
                <a:ext cx="296944" cy="295909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3" name="Oval 112"/>
              <p:cNvSpPr>
                <a:spLocks noChangeArrowheads="1"/>
              </p:cNvSpPr>
              <p:nvPr/>
            </p:nvSpPr>
            <p:spPr bwMode="auto">
              <a:xfrm>
                <a:off x="4492199" y="3183576"/>
                <a:ext cx="239004" cy="239004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4" name="Freeform 113"/>
              <p:cNvSpPr>
                <a:spLocks/>
              </p:cNvSpPr>
              <p:nvPr/>
            </p:nvSpPr>
            <p:spPr bwMode="auto">
              <a:xfrm>
                <a:off x="4559451" y="3228066"/>
                <a:ext cx="101395" cy="141747"/>
              </a:xfrm>
              <a:custGeom>
                <a:avLst/>
                <a:gdLst>
                  <a:gd name="T0" fmla="*/ 44 w 73"/>
                  <a:gd name="T1" fmla="*/ 0 h 101"/>
                  <a:gd name="T2" fmla="*/ 30 w 73"/>
                  <a:gd name="T3" fmla="*/ 0 h 101"/>
                  <a:gd name="T4" fmla="*/ 30 w 73"/>
                  <a:gd name="T5" fmla="*/ 11 h 101"/>
                  <a:gd name="T6" fmla="*/ 19 w 73"/>
                  <a:gd name="T7" fmla="*/ 12 h 101"/>
                  <a:gd name="T8" fmla="*/ 9 w 73"/>
                  <a:gd name="T9" fmla="*/ 17 h 101"/>
                  <a:gd name="T10" fmla="*/ 3 w 73"/>
                  <a:gd name="T11" fmla="*/ 24 h 101"/>
                  <a:gd name="T12" fmla="*/ 0 w 73"/>
                  <a:gd name="T13" fmla="*/ 34 h 101"/>
                  <a:gd name="T14" fmla="*/ 4 w 73"/>
                  <a:gd name="T15" fmla="*/ 47 h 101"/>
                  <a:gd name="T16" fmla="*/ 11 w 73"/>
                  <a:gd name="T17" fmla="*/ 54 h 101"/>
                  <a:gd name="T18" fmla="*/ 21 w 73"/>
                  <a:gd name="T19" fmla="*/ 59 h 101"/>
                  <a:gd name="T20" fmla="*/ 31 w 73"/>
                  <a:gd name="T21" fmla="*/ 61 h 101"/>
                  <a:gd name="T22" fmla="*/ 39 w 73"/>
                  <a:gd name="T23" fmla="*/ 64 h 101"/>
                  <a:gd name="T24" fmla="*/ 42 w 73"/>
                  <a:gd name="T25" fmla="*/ 69 h 101"/>
                  <a:gd name="T26" fmla="*/ 40 w 73"/>
                  <a:gd name="T27" fmla="*/ 72 h 101"/>
                  <a:gd name="T28" fmla="*/ 35 w 73"/>
                  <a:gd name="T29" fmla="*/ 73 h 101"/>
                  <a:gd name="T30" fmla="*/ 24 w 73"/>
                  <a:gd name="T31" fmla="*/ 70 h 101"/>
                  <a:gd name="T32" fmla="*/ 18 w 73"/>
                  <a:gd name="T33" fmla="*/ 60 h 101"/>
                  <a:gd name="T34" fmla="*/ 1 w 73"/>
                  <a:gd name="T35" fmla="*/ 60 h 101"/>
                  <a:gd name="T36" fmla="*/ 1 w 73"/>
                  <a:gd name="T37" fmla="*/ 89 h 101"/>
                  <a:gd name="T38" fmla="*/ 18 w 73"/>
                  <a:gd name="T39" fmla="*/ 89 h 101"/>
                  <a:gd name="T40" fmla="*/ 18 w 73"/>
                  <a:gd name="T41" fmla="*/ 84 h 101"/>
                  <a:gd name="T42" fmla="*/ 30 w 73"/>
                  <a:gd name="T43" fmla="*/ 89 h 101"/>
                  <a:gd name="T44" fmla="*/ 30 w 73"/>
                  <a:gd name="T45" fmla="*/ 101 h 101"/>
                  <a:gd name="T46" fmla="*/ 44 w 73"/>
                  <a:gd name="T47" fmla="*/ 101 h 101"/>
                  <a:gd name="T48" fmla="*/ 44 w 73"/>
                  <a:gd name="T49" fmla="*/ 90 h 101"/>
                  <a:gd name="T50" fmla="*/ 55 w 73"/>
                  <a:gd name="T51" fmla="*/ 88 h 101"/>
                  <a:gd name="T52" fmla="*/ 65 w 73"/>
                  <a:gd name="T53" fmla="*/ 84 h 101"/>
                  <a:gd name="T54" fmla="*/ 71 w 73"/>
                  <a:gd name="T55" fmla="*/ 77 h 101"/>
                  <a:gd name="T56" fmla="*/ 73 w 73"/>
                  <a:gd name="T57" fmla="*/ 67 h 101"/>
                  <a:gd name="T58" fmla="*/ 70 w 73"/>
                  <a:gd name="T59" fmla="*/ 54 h 101"/>
                  <a:gd name="T60" fmla="*/ 62 w 73"/>
                  <a:gd name="T61" fmla="*/ 46 h 101"/>
                  <a:gd name="T62" fmla="*/ 52 w 73"/>
                  <a:gd name="T63" fmla="*/ 42 h 101"/>
                  <a:gd name="T64" fmla="*/ 42 w 73"/>
                  <a:gd name="T65" fmla="*/ 39 h 101"/>
                  <a:gd name="T66" fmla="*/ 34 w 73"/>
                  <a:gd name="T67" fmla="*/ 36 h 101"/>
                  <a:gd name="T68" fmla="*/ 31 w 73"/>
                  <a:gd name="T69" fmla="*/ 32 h 101"/>
                  <a:gd name="T70" fmla="*/ 33 w 73"/>
                  <a:gd name="T71" fmla="*/ 29 h 101"/>
                  <a:gd name="T72" fmla="*/ 39 w 73"/>
                  <a:gd name="T73" fmla="*/ 27 h 101"/>
                  <a:gd name="T74" fmla="*/ 44 w 73"/>
                  <a:gd name="T75" fmla="*/ 28 h 101"/>
                  <a:gd name="T76" fmla="*/ 48 w 73"/>
                  <a:gd name="T77" fmla="*/ 31 h 101"/>
                  <a:gd name="T78" fmla="*/ 52 w 73"/>
                  <a:gd name="T79" fmla="*/ 35 h 101"/>
                  <a:gd name="T80" fmla="*/ 54 w 73"/>
                  <a:gd name="T81" fmla="*/ 40 h 101"/>
                  <a:gd name="T82" fmla="*/ 71 w 73"/>
                  <a:gd name="T83" fmla="*/ 40 h 101"/>
                  <a:gd name="T84" fmla="*/ 71 w 73"/>
                  <a:gd name="T85" fmla="*/ 12 h 101"/>
                  <a:gd name="T86" fmla="*/ 54 w 73"/>
                  <a:gd name="T87" fmla="*/ 12 h 101"/>
                  <a:gd name="T88" fmla="*/ 54 w 73"/>
                  <a:gd name="T89" fmla="*/ 17 h 101"/>
                  <a:gd name="T90" fmla="*/ 49 w 73"/>
                  <a:gd name="T91" fmla="*/ 15 h 101"/>
                  <a:gd name="T92" fmla="*/ 44 w 73"/>
                  <a:gd name="T93" fmla="*/ 12 h 101"/>
                  <a:gd name="T94" fmla="*/ 44 w 73"/>
                  <a:gd name="T9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101">
                    <a:moveTo>
                      <a:pt x="44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1"/>
                      <a:pt x="23" y="11"/>
                      <a:pt x="19" y="12"/>
                    </a:cubicBezTo>
                    <a:cubicBezTo>
                      <a:pt x="15" y="13"/>
                      <a:pt x="12" y="15"/>
                      <a:pt x="9" y="17"/>
                    </a:cubicBezTo>
                    <a:cubicBezTo>
                      <a:pt x="7" y="19"/>
                      <a:pt x="5" y="21"/>
                      <a:pt x="3" y="24"/>
                    </a:cubicBezTo>
                    <a:cubicBezTo>
                      <a:pt x="1" y="27"/>
                      <a:pt x="0" y="30"/>
                      <a:pt x="0" y="34"/>
                    </a:cubicBezTo>
                    <a:cubicBezTo>
                      <a:pt x="0" y="39"/>
                      <a:pt x="2" y="43"/>
                      <a:pt x="4" y="47"/>
                    </a:cubicBezTo>
                    <a:cubicBezTo>
                      <a:pt x="6" y="50"/>
                      <a:pt x="8" y="52"/>
                      <a:pt x="11" y="54"/>
                    </a:cubicBezTo>
                    <a:cubicBezTo>
                      <a:pt x="14" y="56"/>
                      <a:pt x="18" y="58"/>
                      <a:pt x="21" y="59"/>
                    </a:cubicBezTo>
                    <a:cubicBezTo>
                      <a:pt x="25" y="60"/>
                      <a:pt x="28" y="61"/>
                      <a:pt x="31" y="61"/>
                    </a:cubicBezTo>
                    <a:cubicBezTo>
                      <a:pt x="34" y="62"/>
                      <a:pt x="37" y="63"/>
                      <a:pt x="39" y="64"/>
                    </a:cubicBezTo>
                    <a:cubicBezTo>
                      <a:pt x="41" y="65"/>
                      <a:pt x="42" y="67"/>
                      <a:pt x="42" y="69"/>
                    </a:cubicBezTo>
                    <a:cubicBezTo>
                      <a:pt x="42" y="70"/>
                      <a:pt x="41" y="71"/>
                      <a:pt x="40" y="72"/>
                    </a:cubicBezTo>
                    <a:cubicBezTo>
                      <a:pt x="39" y="73"/>
                      <a:pt x="37" y="73"/>
                      <a:pt x="35" y="73"/>
                    </a:cubicBezTo>
                    <a:cubicBezTo>
                      <a:pt x="31" y="73"/>
                      <a:pt x="27" y="72"/>
                      <a:pt x="24" y="70"/>
                    </a:cubicBezTo>
                    <a:cubicBezTo>
                      <a:pt x="21" y="68"/>
                      <a:pt x="19" y="64"/>
                      <a:pt x="18" y="60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2" y="86"/>
                      <a:pt x="26" y="88"/>
                      <a:pt x="30" y="89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44" y="101"/>
                      <a:pt x="44" y="101"/>
                      <a:pt x="44" y="101"/>
                    </a:cubicBezTo>
                    <a:cubicBezTo>
                      <a:pt x="44" y="90"/>
                      <a:pt x="44" y="90"/>
                      <a:pt x="44" y="90"/>
                    </a:cubicBezTo>
                    <a:cubicBezTo>
                      <a:pt x="48" y="90"/>
                      <a:pt x="51" y="89"/>
                      <a:pt x="55" y="88"/>
                    </a:cubicBezTo>
                    <a:cubicBezTo>
                      <a:pt x="59" y="87"/>
                      <a:pt x="62" y="86"/>
                      <a:pt x="65" y="84"/>
                    </a:cubicBezTo>
                    <a:cubicBezTo>
                      <a:pt x="67" y="82"/>
                      <a:pt x="69" y="80"/>
                      <a:pt x="71" y="77"/>
                    </a:cubicBezTo>
                    <a:cubicBezTo>
                      <a:pt x="73" y="74"/>
                      <a:pt x="73" y="71"/>
                      <a:pt x="73" y="67"/>
                    </a:cubicBezTo>
                    <a:cubicBezTo>
                      <a:pt x="73" y="62"/>
                      <a:pt x="72" y="57"/>
                      <a:pt x="70" y="54"/>
                    </a:cubicBezTo>
                    <a:cubicBezTo>
                      <a:pt x="68" y="51"/>
                      <a:pt x="66" y="48"/>
                      <a:pt x="62" y="46"/>
                    </a:cubicBezTo>
                    <a:cubicBezTo>
                      <a:pt x="59" y="45"/>
                      <a:pt x="56" y="43"/>
                      <a:pt x="52" y="42"/>
                    </a:cubicBezTo>
                    <a:cubicBezTo>
                      <a:pt x="49" y="41"/>
                      <a:pt x="45" y="40"/>
                      <a:pt x="42" y="39"/>
                    </a:cubicBezTo>
                    <a:cubicBezTo>
                      <a:pt x="39" y="38"/>
                      <a:pt x="36" y="37"/>
                      <a:pt x="34" y="36"/>
                    </a:cubicBezTo>
                    <a:cubicBezTo>
                      <a:pt x="32" y="35"/>
                      <a:pt x="31" y="34"/>
                      <a:pt x="31" y="32"/>
                    </a:cubicBezTo>
                    <a:cubicBezTo>
                      <a:pt x="31" y="31"/>
                      <a:pt x="32" y="29"/>
                      <a:pt x="33" y="29"/>
                    </a:cubicBezTo>
                    <a:cubicBezTo>
                      <a:pt x="35" y="28"/>
                      <a:pt x="36" y="27"/>
                      <a:pt x="39" y="27"/>
                    </a:cubicBezTo>
                    <a:cubicBezTo>
                      <a:pt x="40" y="27"/>
                      <a:pt x="42" y="28"/>
                      <a:pt x="44" y="28"/>
                    </a:cubicBezTo>
                    <a:cubicBezTo>
                      <a:pt x="45" y="29"/>
                      <a:pt x="47" y="30"/>
                      <a:pt x="48" y="31"/>
                    </a:cubicBezTo>
                    <a:cubicBezTo>
                      <a:pt x="50" y="32"/>
                      <a:pt x="51" y="33"/>
                      <a:pt x="52" y="35"/>
                    </a:cubicBezTo>
                    <a:cubicBezTo>
                      <a:pt x="53" y="36"/>
                      <a:pt x="53" y="38"/>
                      <a:pt x="54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7"/>
                      <a:pt x="54" y="17"/>
                      <a:pt x="54" y="17"/>
                    </a:cubicBezTo>
                    <a:cubicBezTo>
                      <a:pt x="53" y="16"/>
                      <a:pt x="51" y="15"/>
                      <a:pt x="49" y="15"/>
                    </a:cubicBezTo>
                    <a:cubicBezTo>
                      <a:pt x="48" y="14"/>
                      <a:pt x="46" y="13"/>
                      <a:pt x="44" y="12"/>
                    </a:cubicBezTo>
                    <a:cubicBezTo>
                      <a:pt x="44" y="0"/>
                      <a:pt x="44" y="0"/>
                      <a:pt x="44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5" name="Oval 114"/>
              <p:cNvSpPr>
                <a:spLocks noChangeArrowheads="1"/>
              </p:cNvSpPr>
              <p:nvPr/>
            </p:nvSpPr>
            <p:spPr bwMode="auto">
              <a:xfrm>
                <a:off x="4161112" y="3384297"/>
                <a:ext cx="297978" cy="295909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6" name="Oval 115"/>
              <p:cNvSpPr>
                <a:spLocks noChangeArrowheads="1"/>
              </p:cNvSpPr>
              <p:nvPr/>
            </p:nvSpPr>
            <p:spPr bwMode="auto">
              <a:xfrm>
                <a:off x="4192152" y="3415337"/>
                <a:ext cx="240038" cy="239004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7" name="Freeform 116"/>
              <p:cNvSpPr>
                <a:spLocks/>
              </p:cNvSpPr>
              <p:nvPr/>
            </p:nvSpPr>
            <p:spPr bwMode="auto">
              <a:xfrm>
                <a:off x="4260438" y="3459827"/>
                <a:ext cx="101395" cy="141747"/>
              </a:xfrm>
              <a:custGeom>
                <a:avLst/>
                <a:gdLst>
                  <a:gd name="T0" fmla="*/ 43 w 73"/>
                  <a:gd name="T1" fmla="*/ 0 h 101"/>
                  <a:gd name="T2" fmla="*/ 30 w 73"/>
                  <a:gd name="T3" fmla="*/ 0 h 101"/>
                  <a:gd name="T4" fmla="*/ 30 w 73"/>
                  <a:gd name="T5" fmla="*/ 11 h 101"/>
                  <a:gd name="T6" fmla="*/ 19 w 73"/>
                  <a:gd name="T7" fmla="*/ 13 h 101"/>
                  <a:gd name="T8" fmla="*/ 9 w 73"/>
                  <a:gd name="T9" fmla="*/ 17 h 101"/>
                  <a:gd name="T10" fmla="*/ 3 w 73"/>
                  <a:gd name="T11" fmla="*/ 24 h 101"/>
                  <a:gd name="T12" fmla="*/ 0 w 73"/>
                  <a:gd name="T13" fmla="*/ 34 h 101"/>
                  <a:gd name="T14" fmla="*/ 3 w 73"/>
                  <a:gd name="T15" fmla="*/ 47 h 101"/>
                  <a:gd name="T16" fmla="*/ 11 w 73"/>
                  <a:gd name="T17" fmla="*/ 54 h 101"/>
                  <a:gd name="T18" fmla="*/ 21 w 73"/>
                  <a:gd name="T19" fmla="*/ 59 h 101"/>
                  <a:gd name="T20" fmla="*/ 31 w 73"/>
                  <a:gd name="T21" fmla="*/ 62 h 101"/>
                  <a:gd name="T22" fmla="*/ 39 w 73"/>
                  <a:gd name="T23" fmla="*/ 64 h 101"/>
                  <a:gd name="T24" fmla="*/ 42 w 73"/>
                  <a:gd name="T25" fmla="*/ 69 h 101"/>
                  <a:gd name="T26" fmla="*/ 40 w 73"/>
                  <a:gd name="T27" fmla="*/ 72 h 101"/>
                  <a:gd name="T28" fmla="*/ 34 w 73"/>
                  <a:gd name="T29" fmla="*/ 73 h 101"/>
                  <a:gd name="T30" fmla="*/ 24 w 73"/>
                  <a:gd name="T31" fmla="*/ 70 h 101"/>
                  <a:gd name="T32" fmla="*/ 18 w 73"/>
                  <a:gd name="T33" fmla="*/ 60 h 101"/>
                  <a:gd name="T34" fmla="*/ 1 w 73"/>
                  <a:gd name="T35" fmla="*/ 60 h 101"/>
                  <a:gd name="T36" fmla="*/ 1 w 73"/>
                  <a:gd name="T37" fmla="*/ 89 h 101"/>
                  <a:gd name="T38" fmla="*/ 18 w 73"/>
                  <a:gd name="T39" fmla="*/ 89 h 101"/>
                  <a:gd name="T40" fmla="*/ 18 w 73"/>
                  <a:gd name="T41" fmla="*/ 84 h 101"/>
                  <a:gd name="T42" fmla="*/ 30 w 73"/>
                  <a:gd name="T43" fmla="*/ 89 h 101"/>
                  <a:gd name="T44" fmla="*/ 30 w 73"/>
                  <a:gd name="T45" fmla="*/ 101 h 101"/>
                  <a:gd name="T46" fmla="*/ 43 w 73"/>
                  <a:gd name="T47" fmla="*/ 101 h 101"/>
                  <a:gd name="T48" fmla="*/ 43 w 73"/>
                  <a:gd name="T49" fmla="*/ 90 h 101"/>
                  <a:gd name="T50" fmla="*/ 55 w 73"/>
                  <a:gd name="T51" fmla="*/ 88 h 101"/>
                  <a:gd name="T52" fmla="*/ 64 w 73"/>
                  <a:gd name="T53" fmla="*/ 84 h 101"/>
                  <a:gd name="T54" fmla="*/ 71 w 73"/>
                  <a:gd name="T55" fmla="*/ 77 h 101"/>
                  <a:gd name="T56" fmla="*/ 73 w 73"/>
                  <a:gd name="T57" fmla="*/ 67 h 101"/>
                  <a:gd name="T58" fmla="*/ 70 w 73"/>
                  <a:gd name="T59" fmla="*/ 54 h 101"/>
                  <a:gd name="T60" fmla="*/ 62 w 73"/>
                  <a:gd name="T61" fmla="*/ 47 h 101"/>
                  <a:gd name="T62" fmla="*/ 52 w 73"/>
                  <a:gd name="T63" fmla="*/ 42 h 101"/>
                  <a:gd name="T64" fmla="*/ 42 w 73"/>
                  <a:gd name="T65" fmla="*/ 39 h 101"/>
                  <a:gd name="T66" fmla="*/ 34 w 73"/>
                  <a:gd name="T67" fmla="*/ 37 h 101"/>
                  <a:gd name="T68" fmla="*/ 31 w 73"/>
                  <a:gd name="T69" fmla="*/ 32 h 101"/>
                  <a:gd name="T70" fmla="*/ 33 w 73"/>
                  <a:gd name="T71" fmla="*/ 29 h 101"/>
                  <a:gd name="T72" fmla="*/ 38 w 73"/>
                  <a:gd name="T73" fmla="*/ 27 h 101"/>
                  <a:gd name="T74" fmla="*/ 43 w 73"/>
                  <a:gd name="T75" fmla="*/ 28 h 101"/>
                  <a:gd name="T76" fmla="*/ 48 w 73"/>
                  <a:gd name="T77" fmla="*/ 31 h 101"/>
                  <a:gd name="T78" fmla="*/ 52 w 73"/>
                  <a:gd name="T79" fmla="*/ 35 h 101"/>
                  <a:gd name="T80" fmla="*/ 54 w 73"/>
                  <a:gd name="T81" fmla="*/ 40 h 101"/>
                  <a:gd name="T82" fmla="*/ 71 w 73"/>
                  <a:gd name="T83" fmla="*/ 40 h 101"/>
                  <a:gd name="T84" fmla="*/ 71 w 73"/>
                  <a:gd name="T85" fmla="*/ 12 h 101"/>
                  <a:gd name="T86" fmla="*/ 54 w 73"/>
                  <a:gd name="T87" fmla="*/ 12 h 101"/>
                  <a:gd name="T88" fmla="*/ 54 w 73"/>
                  <a:gd name="T89" fmla="*/ 17 h 101"/>
                  <a:gd name="T90" fmla="*/ 49 w 73"/>
                  <a:gd name="T91" fmla="*/ 15 h 101"/>
                  <a:gd name="T92" fmla="*/ 43 w 73"/>
                  <a:gd name="T93" fmla="*/ 13 h 101"/>
                  <a:gd name="T94" fmla="*/ 43 w 73"/>
                  <a:gd name="T9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101">
                    <a:moveTo>
                      <a:pt x="43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1"/>
                      <a:pt x="22" y="11"/>
                      <a:pt x="19" y="13"/>
                    </a:cubicBezTo>
                    <a:cubicBezTo>
                      <a:pt x="15" y="14"/>
                      <a:pt x="12" y="15"/>
                      <a:pt x="9" y="17"/>
                    </a:cubicBezTo>
                    <a:cubicBezTo>
                      <a:pt x="7" y="19"/>
                      <a:pt x="4" y="21"/>
                      <a:pt x="3" y="24"/>
                    </a:cubicBezTo>
                    <a:cubicBezTo>
                      <a:pt x="1" y="27"/>
                      <a:pt x="0" y="31"/>
                      <a:pt x="0" y="34"/>
                    </a:cubicBezTo>
                    <a:cubicBezTo>
                      <a:pt x="0" y="39"/>
                      <a:pt x="1" y="44"/>
                      <a:pt x="3" y="47"/>
                    </a:cubicBezTo>
                    <a:cubicBezTo>
                      <a:pt x="5" y="50"/>
                      <a:pt x="8" y="52"/>
                      <a:pt x="11" y="54"/>
                    </a:cubicBezTo>
                    <a:cubicBezTo>
                      <a:pt x="14" y="56"/>
                      <a:pt x="17" y="58"/>
                      <a:pt x="21" y="59"/>
                    </a:cubicBezTo>
                    <a:cubicBezTo>
                      <a:pt x="25" y="60"/>
                      <a:pt x="28" y="61"/>
                      <a:pt x="31" y="62"/>
                    </a:cubicBezTo>
                    <a:cubicBezTo>
                      <a:pt x="34" y="62"/>
                      <a:pt x="37" y="63"/>
                      <a:pt x="39" y="64"/>
                    </a:cubicBezTo>
                    <a:cubicBezTo>
                      <a:pt x="41" y="65"/>
                      <a:pt x="42" y="67"/>
                      <a:pt x="42" y="69"/>
                    </a:cubicBezTo>
                    <a:cubicBezTo>
                      <a:pt x="42" y="70"/>
                      <a:pt x="41" y="71"/>
                      <a:pt x="40" y="72"/>
                    </a:cubicBezTo>
                    <a:cubicBezTo>
                      <a:pt x="39" y="73"/>
                      <a:pt x="37" y="73"/>
                      <a:pt x="34" y="73"/>
                    </a:cubicBezTo>
                    <a:cubicBezTo>
                      <a:pt x="31" y="73"/>
                      <a:pt x="27" y="72"/>
                      <a:pt x="24" y="70"/>
                    </a:cubicBezTo>
                    <a:cubicBezTo>
                      <a:pt x="21" y="68"/>
                      <a:pt x="19" y="64"/>
                      <a:pt x="18" y="60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2" y="86"/>
                      <a:pt x="26" y="88"/>
                      <a:pt x="30" y="89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43" y="101"/>
                      <a:pt x="43" y="101"/>
                      <a:pt x="43" y="101"/>
                    </a:cubicBezTo>
                    <a:cubicBezTo>
                      <a:pt x="43" y="90"/>
                      <a:pt x="43" y="90"/>
                      <a:pt x="43" y="90"/>
                    </a:cubicBezTo>
                    <a:cubicBezTo>
                      <a:pt x="47" y="90"/>
                      <a:pt x="51" y="89"/>
                      <a:pt x="55" y="88"/>
                    </a:cubicBezTo>
                    <a:cubicBezTo>
                      <a:pt x="58" y="87"/>
                      <a:pt x="62" y="86"/>
                      <a:pt x="64" y="84"/>
                    </a:cubicBezTo>
                    <a:cubicBezTo>
                      <a:pt x="67" y="82"/>
                      <a:pt x="69" y="80"/>
                      <a:pt x="71" y="77"/>
                    </a:cubicBezTo>
                    <a:cubicBezTo>
                      <a:pt x="72" y="74"/>
                      <a:pt x="73" y="71"/>
                      <a:pt x="73" y="67"/>
                    </a:cubicBezTo>
                    <a:cubicBezTo>
                      <a:pt x="73" y="62"/>
                      <a:pt x="72" y="58"/>
                      <a:pt x="70" y="54"/>
                    </a:cubicBezTo>
                    <a:cubicBezTo>
                      <a:pt x="68" y="51"/>
                      <a:pt x="65" y="49"/>
                      <a:pt x="62" y="47"/>
                    </a:cubicBezTo>
                    <a:cubicBezTo>
                      <a:pt x="59" y="45"/>
                      <a:pt x="56" y="43"/>
                      <a:pt x="52" y="42"/>
                    </a:cubicBezTo>
                    <a:cubicBezTo>
                      <a:pt x="48" y="41"/>
                      <a:pt x="45" y="40"/>
                      <a:pt x="42" y="39"/>
                    </a:cubicBezTo>
                    <a:cubicBezTo>
                      <a:pt x="39" y="38"/>
                      <a:pt x="36" y="38"/>
                      <a:pt x="34" y="37"/>
                    </a:cubicBezTo>
                    <a:cubicBezTo>
                      <a:pt x="32" y="36"/>
                      <a:pt x="31" y="34"/>
                      <a:pt x="31" y="32"/>
                    </a:cubicBezTo>
                    <a:cubicBezTo>
                      <a:pt x="31" y="31"/>
                      <a:pt x="32" y="30"/>
                      <a:pt x="33" y="29"/>
                    </a:cubicBezTo>
                    <a:cubicBezTo>
                      <a:pt x="34" y="28"/>
                      <a:pt x="36" y="27"/>
                      <a:pt x="38" y="27"/>
                    </a:cubicBezTo>
                    <a:cubicBezTo>
                      <a:pt x="40" y="27"/>
                      <a:pt x="42" y="28"/>
                      <a:pt x="43" y="28"/>
                    </a:cubicBezTo>
                    <a:cubicBezTo>
                      <a:pt x="45" y="29"/>
                      <a:pt x="47" y="30"/>
                      <a:pt x="48" y="31"/>
                    </a:cubicBezTo>
                    <a:cubicBezTo>
                      <a:pt x="49" y="32"/>
                      <a:pt x="51" y="33"/>
                      <a:pt x="52" y="35"/>
                    </a:cubicBezTo>
                    <a:cubicBezTo>
                      <a:pt x="53" y="36"/>
                      <a:pt x="53" y="38"/>
                      <a:pt x="54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7"/>
                      <a:pt x="54" y="17"/>
                      <a:pt x="54" y="17"/>
                    </a:cubicBezTo>
                    <a:cubicBezTo>
                      <a:pt x="52" y="16"/>
                      <a:pt x="51" y="15"/>
                      <a:pt x="49" y="15"/>
                    </a:cubicBezTo>
                    <a:cubicBezTo>
                      <a:pt x="48" y="14"/>
                      <a:pt x="46" y="13"/>
                      <a:pt x="43" y="13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8" name="Oval 117"/>
              <p:cNvSpPr>
                <a:spLocks noChangeArrowheads="1"/>
              </p:cNvSpPr>
              <p:nvPr/>
            </p:nvSpPr>
            <p:spPr bwMode="auto">
              <a:xfrm>
                <a:off x="4280097" y="2804896"/>
                <a:ext cx="296944" cy="297978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9" name="Oval 118"/>
              <p:cNvSpPr>
                <a:spLocks noChangeArrowheads="1"/>
              </p:cNvSpPr>
              <p:nvPr/>
            </p:nvSpPr>
            <p:spPr bwMode="auto">
              <a:xfrm>
                <a:off x="4311136" y="2835935"/>
                <a:ext cx="240038" cy="240038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0" name="Freeform 119"/>
              <p:cNvSpPr>
                <a:spLocks/>
              </p:cNvSpPr>
              <p:nvPr/>
            </p:nvSpPr>
            <p:spPr bwMode="auto">
              <a:xfrm>
                <a:off x="4379423" y="2880425"/>
                <a:ext cx="101395" cy="140712"/>
              </a:xfrm>
              <a:custGeom>
                <a:avLst/>
                <a:gdLst>
                  <a:gd name="T0" fmla="*/ 44 w 73"/>
                  <a:gd name="T1" fmla="*/ 0 h 101"/>
                  <a:gd name="T2" fmla="*/ 30 w 73"/>
                  <a:gd name="T3" fmla="*/ 0 h 101"/>
                  <a:gd name="T4" fmla="*/ 30 w 73"/>
                  <a:gd name="T5" fmla="*/ 11 h 101"/>
                  <a:gd name="T6" fmla="*/ 19 w 73"/>
                  <a:gd name="T7" fmla="*/ 13 h 101"/>
                  <a:gd name="T8" fmla="*/ 9 w 73"/>
                  <a:gd name="T9" fmla="*/ 17 h 101"/>
                  <a:gd name="T10" fmla="*/ 3 w 73"/>
                  <a:gd name="T11" fmla="*/ 25 h 101"/>
                  <a:gd name="T12" fmla="*/ 0 w 73"/>
                  <a:gd name="T13" fmla="*/ 34 h 101"/>
                  <a:gd name="T14" fmla="*/ 3 w 73"/>
                  <a:gd name="T15" fmla="*/ 47 h 101"/>
                  <a:gd name="T16" fmla="*/ 11 w 73"/>
                  <a:gd name="T17" fmla="*/ 55 h 101"/>
                  <a:gd name="T18" fmla="*/ 21 w 73"/>
                  <a:gd name="T19" fmla="*/ 59 h 101"/>
                  <a:gd name="T20" fmla="*/ 31 w 73"/>
                  <a:gd name="T21" fmla="*/ 62 h 101"/>
                  <a:gd name="T22" fmla="*/ 39 w 73"/>
                  <a:gd name="T23" fmla="*/ 65 h 101"/>
                  <a:gd name="T24" fmla="*/ 42 w 73"/>
                  <a:gd name="T25" fmla="*/ 69 h 101"/>
                  <a:gd name="T26" fmla="*/ 40 w 73"/>
                  <a:gd name="T27" fmla="*/ 72 h 101"/>
                  <a:gd name="T28" fmla="*/ 34 w 73"/>
                  <a:gd name="T29" fmla="*/ 74 h 101"/>
                  <a:gd name="T30" fmla="*/ 24 w 73"/>
                  <a:gd name="T31" fmla="*/ 70 h 101"/>
                  <a:gd name="T32" fmla="*/ 18 w 73"/>
                  <a:gd name="T33" fmla="*/ 60 h 101"/>
                  <a:gd name="T34" fmla="*/ 1 w 73"/>
                  <a:gd name="T35" fmla="*/ 60 h 101"/>
                  <a:gd name="T36" fmla="*/ 1 w 73"/>
                  <a:gd name="T37" fmla="*/ 89 h 101"/>
                  <a:gd name="T38" fmla="*/ 18 w 73"/>
                  <a:gd name="T39" fmla="*/ 89 h 101"/>
                  <a:gd name="T40" fmla="*/ 18 w 73"/>
                  <a:gd name="T41" fmla="*/ 84 h 101"/>
                  <a:gd name="T42" fmla="*/ 30 w 73"/>
                  <a:gd name="T43" fmla="*/ 89 h 101"/>
                  <a:gd name="T44" fmla="*/ 30 w 73"/>
                  <a:gd name="T45" fmla="*/ 101 h 101"/>
                  <a:gd name="T46" fmla="*/ 44 w 73"/>
                  <a:gd name="T47" fmla="*/ 101 h 101"/>
                  <a:gd name="T48" fmla="*/ 44 w 73"/>
                  <a:gd name="T49" fmla="*/ 90 h 101"/>
                  <a:gd name="T50" fmla="*/ 55 w 73"/>
                  <a:gd name="T51" fmla="*/ 89 h 101"/>
                  <a:gd name="T52" fmla="*/ 64 w 73"/>
                  <a:gd name="T53" fmla="*/ 84 h 101"/>
                  <a:gd name="T54" fmla="*/ 71 w 73"/>
                  <a:gd name="T55" fmla="*/ 77 h 101"/>
                  <a:gd name="T56" fmla="*/ 73 w 73"/>
                  <a:gd name="T57" fmla="*/ 67 h 101"/>
                  <a:gd name="T58" fmla="*/ 70 w 73"/>
                  <a:gd name="T59" fmla="*/ 54 h 101"/>
                  <a:gd name="T60" fmla="*/ 62 w 73"/>
                  <a:gd name="T61" fmla="*/ 47 h 101"/>
                  <a:gd name="T62" fmla="*/ 52 w 73"/>
                  <a:gd name="T63" fmla="*/ 42 h 101"/>
                  <a:gd name="T64" fmla="*/ 42 w 73"/>
                  <a:gd name="T65" fmla="*/ 39 h 101"/>
                  <a:gd name="T66" fmla="*/ 34 w 73"/>
                  <a:gd name="T67" fmla="*/ 37 h 101"/>
                  <a:gd name="T68" fmla="*/ 31 w 73"/>
                  <a:gd name="T69" fmla="*/ 32 h 101"/>
                  <a:gd name="T70" fmla="*/ 33 w 73"/>
                  <a:gd name="T71" fmla="*/ 29 h 101"/>
                  <a:gd name="T72" fmla="*/ 38 w 73"/>
                  <a:gd name="T73" fmla="*/ 28 h 101"/>
                  <a:gd name="T74" fmla="*/ 44 w 73"/>
                  <a:gd name="T75" fmla="*/ 29 h 101"/>
                  <a:gd name="T76" fmla="*/ 48 w 73"/>
                  <a:gd name="T77" fmla="*/ 31 h 101"/>
                  <a:gd name="T78" fmla="*/ 52 w 73"/>
                  <a:gd name="T79" fmla="*/ 35 h 101"/>
                  <a:gd name="T80" fmla="*/ 54 w 73"/>
                  <a:gd name="T81" fmla="*/ 40 h 101"/>
                  <a:gd name="T82" fmla="*/ 71 w 73"/>
                  <a:gd name="T83" fmla="*/ 40 h 101"/>
                  <a:gd name="T84" fmla="*/ 71 w 73"/>
                  <a:gd name="T85" fmla="*/ 12 h 101"/>
                  <a:gd name="T86" fmla="*/ 54 w 73"/>
                  <a:gd name="T87" fmla="*/ 12 h 101"/>
                  <a:gd name="T88" fmla="*/ 54 w 73"/>
                  <a:gd name="T89" fmla="*/ 17 h 101"/>
                  <a:gd name="T90" fmla="*/ 49 w 73"/>
                  <a:gd name="T91" fmla="*/ 15 h 101"/>
                  <a:gd name="T92" fmla="*/ 44 w 73"/>
                  <a:gd name="T93" fmla="*/ 13 h 101"/>
                  <a:gd name="T94" fmla="*/ 44 w 73"/>
                  <a:gd name="T9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101">
                    <a:moveTo>
                      <a:pt x="44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1"/>
                      <a:pt x="22" y="12"/>
                      <a:pt x="19" y="13"/>
                    </a:cubicBezTo>
                    <a:cubicBezTo>
                      <a:pt x="15" y="14"/>
                      <a:pt x="12" y="15"/>
                      <a:pt x="9" y="17"/>
                    </a:cubicBezTo>
                    <a:cubicBezTo>
                      <a:pt x="7" y="19"/>
                      <a:pt x="4" y="22"/>
                      <a:pt x="3" y="25"/>
                    </a:cubicBezTo>
                    <a:cubicBezTo>
                      <a:pt x="1" y="27"/>
                      <a:pt x="0" y="31"/>
                      <a:pt x="0" y="34"/>
                    </a:cubicBezTo>
                    <a:cubicBezTo>
                      <a:pt x="0" y="40"/>
                      <a:pt x="1" y="44"/>
                      <a:pt x="3" y="47"/>
                    </a:cubicBezTo>
                    <a:cubicBezTo>
                      <a:pt x="6" y="50"/>
                      <a:pt x="8" y="53"/>
                      <a:pt x="11" y="55"/>
                    </a:cubicBezTo>
                    <a:cubicBezTo>
                      <a:pt x="14" y="56"/>
                      <a:pt x="18" y="58"/>
                      <a:pt x="21" y="59"/>
                    </a:cubicBezTo>
                    <a:cubicBezTo>
                      <a:pt x="25" y="60"/>
                      <a:pt x="28" y="61"/>
                      <a:pt x="31" y="62"/>
                    </a:cubicBezTo>
                    <a:cubicBezTo>
                      <a:pt x="34" y="63"/>
                      <a:pt x="37" y="63"/>
                      <a:pt x="39" y="65"/>
                    </a:cubicBezTo>
                    <a:cubicBezTo>
                      <a:pt x="41" y="66"/>
                      <a:pt x="42" y="67"/>
                      <a:pt x="42" y="69"/>
                    </a:cubicBezTo>
                    <a:cubicBezTo>
                      <a:pt x="42" y="70"/>
                      <a:pt x="41" y="71"/>
                      <a:pt x="40" y="72"/>
                    </a:cubicBezTo>
                    <a:cubicBezTo>
                      <a:pt x="39" y="73"/>
                      <a:pt x="37" y="74"/>
                      <a:pt x="34" y="74"/>
                    </a:cubicBezTo>
                    <a:cubicBezTo>
                      <a:pt x="31" y="74"/>
                      <a:pt x="27" y="72"/>
                      <a:pt x="24" y="70"/>
                    </a:cubicBezTo>
                    <a:cubicBezTo>
                      <a:pt x="21" y="68"/>
                      <a:pt x="19" y="65"/>
                      <a:pt x="18" y="60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2" y="87"/>
                      <a:pt x="26" y="88"/>
                      <a:pt x="30" y="89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44" y="101"/>
                      <a:pt x="44" y="101"/>
                      <a:pt x="44" y="101"/>
                    </a:cubicBezTo>
                    <a:cubicBezTo>
                      <a:pt x="44" y="90"/>
                      <a:pt x="44" y="90"/>
                      <a:pt x="44" y="90"/>
                    </a:cubicBezTo>
                    <a:cubicBezTo>
                      <a:pt x="47" y="90"/>
                      <a:pt x="51" y="89"/>
                      <a:pt x="55" y="89"/>
                    </a:cubicBezTo>
                    <a:cubicBezTo>
                      <a:pt x="58" y="88"/>
                      <a:pt x="62" y="86"/>
                      <a:pt x="64" y="84"/>
                    </a:cubicBezTo>
                    <a:cubicBezTo>
                      <a:pt x="67" y="82"/>
                      <a:pt x="69" y="80"/>
                      <a:pt x="71" y="77"/>
                    </a:cubicBezTo>
                    <a:cubicBezTo>
                      <a:pt x="72" y="74"/>
                      <a:pt x="73" y="71"/>
                      <a:pt x="73" y="67"/>
                    </a:cubicBezTo>
                    <a:cubicBezTo>
                      <a:pt x="73" y="62"/>
                      <a:pt x="72" y="58"/>
                      <a:pt x="70" y="54"/>
                    </a:cubicBezTo>
                    <a:cubicBezTo>
                      <a:pt x="68" y="51"/>
                      <a:pt x="65" y="49"/>
                      <a:pt x="62" y="47"/>
                    </a:cubicBezTo>
                    <a:cubicBezTo>
                      <a:pt x="59" y="45"/>
                      <a:pt x="56" y="43"/>
                      <a:pt x="52" y="42"/>
                    </a:cubicBezTo>
                    <a:cubicBezTo>
                      <a:pt x="48" y="41"/>
                      <a:pt x="45" y="40"/>
                      <a:pt x="42" y="39"/>
                    </a:cubicBezTo>
                    <a:cubicBezTo>
                      <a:pt x="39" y="39"/>
                      <a:pt x="36" y="38"/>
                      <a:pt x="34" y="37"/>
                    </a:cubicBezTo>
                    <a:cubicBezTo>
                      <a:pt x="32" y="36"/>
                      <a:pt x="31" y="34"/>
                      <a:pt x="31" y="32"/>
                    </a:cubicBezTo>
                    <a:cubicBezTo>
                      <a:pt x="31" y="31"/>
                      <a:pt x="32" y="30"/>
                      <a:pt x="33" y="29"/>
                    </a:cubicBezTo>
                    <a:cubicBezTo>
                      <a:pt x="34" y="28"/>
                      <a:pt x="36" y="28"/>
                      <a:pt x="38" y="28"/>
                    </a:cubicBezTo>
                    <a:cubicBezTo>
                      <a:pt x="40" y="28"/>
                      <a:pt x="42" y="28"/>
                      <a:pt x="44" y="29"/>
                    </a:cubicBezTo>
                    <a:cubicBezTo>
                      <a:pt x="45" y="29"/>
                      <a:pt x="47" y="30"/>
                      <a:pt x="48" y="31"/>
                    </a:cubicBezTo>
                    <a:cubicBezTo>
                      <a:pt x="50" y="32"/>
                      <a:pt x="51" y="34"/>
                      <a:pt x="52" y="35"/>
                    </a:cubicBezTo>
                    <a:cubicBezTo>
                      <a:pt x="53" y="37"/>
                      <a:pt x="53" y="38"/>
                      <a:pt x="54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7"/>
                      <a:pt x="54" y="17"/>
                      <a:pt x="54" y="17"/>
                    </a:cubicBezTo>
                    <a:cubicBezTo>
                      <a:pt x="52" y="16"/>
                      <a:pt x="51" y="16"/>
                      <a:pt x="49" y="15"/>
                    </a:cubicBezTo>
                    <a:cubicBezTo>
                      <a:pt x="48" y="14"/>
                      <a:pt x="46" y="13"/>
                      <a:pt x="44" y="13"/>
                    </a:cubicBezTo>
                    <a:cubicBezTo>
                      <a:pt x="44" y="0"/>
                      <a:pt x="44" y="0"/>
                      <a:pt x="44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1" name="Oval 120"/>
              <p:cNvSpPr>
                <a:spLocks noChangeArrowheads="1"/>
              </p:cNvSpPr>
              <p:nvPr/>
            </p:nvSpPr>
            <p:spPr bwMode="auto">
              <a:xfrm>
                <a:off x="4636015" y="2823519"/>
                <a:ext cx="295909" cy="295909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2" name="Oval 121"/>
              <p:cNvSpPr>
                <a:spLocks noChangeArrowheads="1"/>
              </p:cNvSpPr>
              <p:nvPr/>
            </p:nvSpPr>
            <p:spPr bwMode="auto">
              <a:xfrm>
                <a:off x="4667054" y="2854559"/>
                <a:ext cx="237969" cy="240038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3" name="Freeform 122"/>
              <p:cNvSpPr>
                <a:spLocks/>
              </p:cNvSpPr>
              <p:nvPr/>
            </p:nvSpPr>
            <p:spPr bwMode="auto">
              <a:xfrm>
                <a:off x="4735341" y="2899049"/>
                <a:ext cx="101395" cy="140712"/>
              </a:xfrm>
              <a:custGeom>
                <a:avLst/>
                <a:gdLst>
                  <a:gd name="T0" fmla="*/ 43 w 73"/>
                  <a:gd name="T1" fmla="*/ 0 h 101"/>
                  <a:gd name="T2" fmla="*/ 30 w 73"/>
                  <a:gd name="T3" fmla="*/ 0 h 101"/>
                  <a:gd name="T4" fmla="*/ 30 w 73"/>
                  <a:gd name="T5" fmla="*/ 11 h 101"/>
                  <a:gd name="T6" fmla="*/ 18 w 73"/>
                  <a:gd name="T7" fmla="*/ 13 h 101"/>
                  <a:gd name="T8" fmla="*/ 9 w 73"/>
                  <a:gd name="T9" fmla="*/ 17 h 101"/>
                  <a:gd name="T10" fmla="*/ 2 w 73"/>
                  <a:gd name="T11" fmla="*/ 24 h 101"/>
                  <a:gd name="T12" fmla="*/ 0 w 73"/>
                  <a:gd name="T13" fmla="*/ 34 h 101"/>
                  <a:gd name="T14" fmla="*/ 3 w 73"/>
                  <a:gd name="T15" fmla="*/ 47 h 101"/>
                  <a:gd name="T16" fmla="*/ 11 w 73"/>
                  <a:gd name="T17" fmla="*/ 54 h 101"/>
                  <a:gd name="T18" fmla="*/ 21 w 73"/>
                  <a:gd name="T19" fmla="*/ 59 h 101"/>
                  <a:gd name="T20" fmla="*/ 31 w 73"/>
                  <a:gd name="T21" fmla="*/ 62 h 101"/>
                  <a:gd name="T22" fmla="*/ 38 w 73"/>
                  <a:gd name="T23" fmla="*/ 64 h 101"/>
                  <a:gd name="T24" fmla="*/ 42 w 73"/>
                  <a:gd name="T25" fmla="*/ 69 h 101"/>
                  <a:gd name="T26" fmla="*/ 40 w 73"/>
                  <a:gd name="T27" fmla="*/ 72 h 101"/>
                  <a:gd name="T28" fmla="*/ 34 w 73"/>
                  <a:gd name="T29" fmla="*/ 74 h 101"/>
                  <a:gd name="T30" fmla="*/ 24 w 73"/>
                  <a:gd name="T31" fmla="*/ 70 h 101"/>
                  <a:gd name="T32" fmla="*/ 18 w 73"/>
                  <a:gd name="T33" fmla="*/ 60 h 101"/>
                  <a:gd name="T34" fmla="*/ 1 w 73"/>
                  <a:gd name="T35" fmla="*/ 60 h 101"/>
                  <a:gd name="T36" fmla="*/ 1 w 73"/>
                  <a:gd name="T37" fmla="*/ 89 h 101"/>
                  <a:gd name="T38" fmla="*/ 18 w 73"/>
                  <a:gd name="T39" fmla="*/ 89 h 101"/>
                  <a:gd name="T40" fmla="*/ 18 w 73"/>
                  <a:gd name="T41" fmla="*/ 84 h 101"/>
                  <a:gd name="T42" fmla="*/ 30 w 73"/>
                  <a:gd name="T43" fmla="*/ 89 h 101"/>
                  <a:gd name="T44" fmla="*/ 30 w 73"/>
                  <a:gd name="T45" fmla="*/ 101 h 101"/>
                  <a:gd name="T46" fmla="*/ 43 w 73"/>
                  <a:gd name="T47" fmla="*/ 101 h 101"/>
                  <a:gd name="T48" fmla="*/ 43 w 73"/>
                  <a:gd name="T49" fmla="*/ 90 h 101"/>
                  <a:gd name="T50" fmla="*/ 55 w 73"/>
                  <a:gd name="T51" fmla="*/ 88 h 101"/>
                  <a:gd name="T52" fmla="*/ 64 w 73"/>
                  <a:gd name="T53" fmla="*/ 84 h 101"/>
                  <a:gd name="T54" fmla="*/ 71 w 73"/>
                  <a:gd name="T55" fmla="*/ 77 h 101"/>
                  <a:gd name="T56" fmla="*/ 73 w 73"/>
                  <a:gd name="T57" fmla="*/ 67 h 101"/>
                  <a:gd name="T58" fmla="*/ 70 w 73"/>
                  <a:gd name="T59" fmla="*/ 54 h 101"/>
                  <a:gd name="T60" fmla="*/ 62 w 73"/>
                  <a:gd name="T61" fmla="*/ 47 h 101"/>
                  <a:gd name="T62" fmla="*/ 52 w 73"/>
                  <a:gd name="T63" fmla="*/ 42 h 101"/>
                  <a:gd name="T64" fmla="*/ 42 w 73"/>
                  <a:gd name="T65" fmla="*/ 39 h 101"/>
                  <a:gd name="T66" fmla="*/ 34 w 73"/>
                  <a:gd name="T67" fmla="*/ 37 h 101"/>
                  <a:gd name="T68" fmla="*/ 31 w 73"/>
                  <a:gd name="T69" fmla="*/ 32 h 101"/>
                  <a:gd name="T70" fmla="*/ 33 w 73"/>
                  <a:gd name="T71" fmla="*/ 29 h 101"/>
                  <a:gd name="T72" fmla="*/ 38 w 73"/>
                  <a:gd name="T73" fmla="*/ 28 h 101"/>
                  <a:gd name="T74" fmla="*/ 43 w 73"/>
                  <a:gd name="T75" fmla="*/ 29 h 101"/>
                  <a:gd name="T76" fmla="*/ 48 w 73"/>
                  <a:gd name="T77" fmla="*/ 31 h 101"/>
                  <a:gd name="T78" fmla="*/ 51 w 73"/>
                  <a:gd name="T79" fmla="*/ 35 h 101"/>
                  <a:gd name="T80" fmla="*/ 53 w 73"/>
                  <a:gd name="T81" fmla="*/ 40 h 101"/>
                  <a:gd name="T82" fmla="*/ 71 w 73"/>
                  <a:gd name="T83" fmla="*/ 40 h 101"/>
                  <a:gd name="T84" fmla="*/ 71 w 73"/>
                  <a:gd name="T85" fmla="*/ 12 h 101"/>
                  <a:gd name="T86" fmla="*/ 53 w 73"/>
                  <a:gd name="T87" fmla="*/ 12 h 101"/>
                  <a:gd name="T88" fmla="*/ 53 w 73"/>
                  <a:gd name="T89" fmla="*/ 17 h 101"/>
                  <a:gd name="T90" fmla="*/ 49 w 73"/>
                  <a:gd name="T91" fmla="*/ 15 h 101"/>
                  <a:gd name="T92" fmla="*/ 43 w 73"/>
                  <a:gd name="T93" fmla="*/ 13 h 101"/>
                  <a:gd name="T94" fmla="*/ 43 w 73"/>
                  <a:gd name="T9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101">
                    <a:moveTo>
                      <a:pt x="43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1"/>
                      <a:pt x="22" y="12"/>
                      <a:pt x="18" y="13"/>
                    </a:cubicBezTo>
                    <a:cubicBezTo>
                      <a:pt x="15" y="14"/>
                      <a:pt x="12" y="15"/>
                      <a:pt x="9" y="17"/>
                    </a:cubicBezTo>
                    <a:cubicBezTo>
                      <a:pt x="6" y="19"/>
                      <a:pt x="4" y="22"/>
                      <a:pt x="2" y="24"/>
                    </a:cubicBezTo>
                    <a:cubicBezTo>
                      <a:pt x="1" y="27"/>
                      <a:pt x="0" y="31"/>
                      <a:pt x="0" y="34"/>
                    </a:cubicBezTo>
                    <a:cubicBezTo>
                      <a:pt x="0" y="40"/>
                      <a:pt x="1" y="44"/>
                      <a:pt x="3" y="47"/>
                    </a:cubicBezTo>
                    <a:cubicBezTo>
                      <a:pt x="5" y="50"/>
                      <a:pt x="8" y="53"/>
                      <a:pt x="11" y="54"/>
                    </a:cubicBezTo>
                    <a:cubicBezTo>
                      <a:pt x="14" y="56"/>
                      <a:pt x="17" y="58"/>
                      <a:pt x="21" y="59"/>
                    </a:cubicBezTo>
                    <a:cubicBezTo>
                      <a:pt x="24" y="60"/>
                      <a:pt x="28" y="61"/>
                      <a:pt x="31" y="62"/>
                    </a:cubicBezTo>
                    <a:cubicBezTo>
                      <a:pt x="34" y="63"/>
                      <a:pt x="36" y="63"/>
                      <a:pt x="38" y="64"/>
                    </a:cubicBezTo>
                    <a:cubicBezTo>
                      <a:pt x="40" y="66"/>
                      <a:pt x="42" y="67"/>
                      <a:pt x="42" y="69"/>
                    </a:cubicBezTo>
                    <a:cubicBezTo>
                      <a:pt x="42" y="70"/>
                      <a:pt x="41" y="71"/>
                      <a:pt x="40" y="72"/>
                    </a:cubicBezTo>
                    <a:cubicBezTo>
                      <a:pt x="39" y="73"/>
                      <a:pt x="37" y="74"/>
                      <a:pt x="34" y="74"/>
                    </a:cubicBezTo>
                    <a:cubicBezTo>
                      <a:pt x="30" y="74"/>
                      <a:pt x="27" y="72"/>
                      <a:pt x="24" y="70"/>
                    </a:cubicBezTo>
                    <a:cubicBezTo>
                      <a:pt x="21" y="68"/>
                      <a:pt x="19" y="65"/>
                      <a:pt x="18" y="60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2" y="87"/>
                      <a:pt x="26" y="88"/>
                      <a:pt x="30" y="89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43" y="101"/>
                      <a:pt x="43" y="101"/>
                      <a:pt x="43" y="101"/>
                    </a:cubicBezTo>
                    <a:cubicBezTo>
                      <a:pt x="43" y="90"/>
                      <a:pt x="43" y="90"/>
                      <a:pt x="43" y="90"/>
                    </a:cubicBezTo>
                    <a:cubicBezTo>
                      <a:pt x="47" y="90"/>
                      <a:pt x="51" y="89"/>
                      <a:pt x="55" y="88"/>
                    </a:cubicBezTo>
                    <a:cubicBezTo>
                      <a:pt x="58" y="88"/>
                      <a:pt x="61" y="86"/>
                      <a:pt x="64" y="84"/>
                    </a:cubicBezTo>
                    <a:cubicBezTo>
                      <a:pt x="67" y="82"/>
                      <a:pt x="69" y="80"/>
                      <a:pt x="71" y="77"/>
                    </a:cubicBezTo>
                    <a:cubicBezTo>
                      <a:pt x="72" y="74"/>
                      <a:pt x="73" y="71"/>
                      <a:pt x="73" y="67"/>
                    </a:cubicBezTo>
                    <a:cubicBezTo>
                      <a:pt x="73" y="62"/>
                      <a:pt x="72" y="58"/>
                      <a:pt x="70" y="54"/>
                    </a:cubicBezTo>
                    <a:cubicBezTo>
                      <a:pt x="68" y="51"/>
                      <a:pt x="65" y="49"/>
                      <a:pt x="62" y="47"/>
                    </a:cubicBezTo>
                    <a:cubicBezTo>
                      <a:pt x="59" y="45"/>
                      <a:pt x="55" y="43"/>
                      <a:pt x="52" y="42"/>
                    </a:cubicBezTo>
                    <a:cubicBezTo>
                      <a:pt x="48" y="41"/>
                      <a:pt x="45" y="40"/>
                      <a:pt x="42" y="39"/>
                    </a:cubicBezTo>
                    <a:cubicBezTo>
                      <a:pt x="39" y="39"/>
                      <a:pt x="36" y="38"/>
                      <a:pt x="34" y="37"/>
                    </a:cubicBezTo>
                    <a:cubicBezTo>
                      <a:pt x="32" y="36"/>
                      <a:pt x="31" y="34"/>
                      <a:pt x="31" y="32"/>
                    </a:cubicBezTo>
                    <a:cubicBezTo>
                      <a:pt x="31" y="31"/>
                      <a:pt x="31" y="30"/>
                      <a:pt x="33" y="29"/>
                    </a:cubicBezTo>
                    <a:cubicBezTo>
                      <a:pt x="34" y="28"/>
                      <a:pt x="36" y="28"/>
                      <a:pt x="38" y="28"/>
                    </a:cubicBezTo>
                    <a:cubicBezTo>
                      <a:pt x="40" y="28"/>
                      <a:pt x="41" y="28"/>
                      <a:pt x="43" y="29"/>
                    </a:cubicBezTo>
                    <a:cubicBezTo>
                      <a:pt x="45" y="29"/>
                      <a:pt x="46" y="30"/>
                      <a:pt x="48" y="31"/>
                    </a:cubicBezTo>
                    <a:cubicBezTo>
                      <a:pt x="49" y="32"/>
                      <a:pt x="50" y="34"/>
                      <a:pt x="51" y="35"/>
                    </a:cubicBezTo>
                    <a:cubicBezTo>
                      <a:pt x="52" y="37"/>
                      <a:pt x="53" y="38"/>
                      <a:pt x="53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53" y="12"/>
                      <a:pt x="53" y="12"/>
                      <a:pt x="53" y="12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2" y="16"/>
                      <a:pt x="51" y="16"/>
                      <a:pt x="49" y="15"/>
                    </a:cubicBezTo>
                    <a:cubicBezTo>
                      <a:pt x="47" y="14"/>
                      <a:pt x="45" y="13"/>
                      <a:pt x="43" y="13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4" name="Oval 123"/>
              <p:cNvSpPr>
                <a:spLocks noChangeArrowheads="1"/>
              </p:cNvSpPr>
              <p:nvPr/>
            </p:nvSpPr>
            <p:spPr bwMode="auto">
              <a:xfrm>
                <a:off x="2449808" y="2971474"/>
                <a:ext cx="330052" cy="331087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Oval 124"/>
              <p:cNvSpPr>
                <a:spLocks noChangeArrowheads="1"/>
              </p:cNvSpPr>
              <p:nvPr/>
            </p:nvSpPr>
            <p:spPr bwMode="auto">
              <a:xfrm>
                <a:off x="2478778" y="3000444"/>
                <a:ext cx="272112" cy="272112"/>
              </a:xfrm>
              <a:prstGeom prst="ellipse">
                <a:avLst/>
              </a:prstGeom>
              <a:solidFill>
                <a:srgbClr val="B49E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6" name="Oval 125"/>
              <p:cNvSpPr>
                <a:spLocks noChangeArrowheads="1"/>
              </p:cNvSpPr>
              <p:nvPr/>
            </p:nvSpPr>
            <p:spPr bwMode="auto">
              <a:xfrm>
                <a:off x="2478778" y="3000444"/>
                <a:ext cx="264869" cy="266939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7" name="Freeform 126"/>
              <p:cNvSpPr>
                <a:spLocks/>
              </p:cNvSpPr>
              <p:nvPr/>
            </p:nvSpPr>
            <p:spPr bwMode="auto">
              <a:xfrm>
                <a:off x="2559480" y="3055280"/>
                <a:ext cx="112777" cy="157266"/>
              </a:xfrm>
              <a:custGeom>
                <a:avLst/>
                <a:gdLst>
                  <a:gd name="T0" fmla="*/ 48 w 81"/>
                  <a:gd name="T1" fmla="*/ 0 h 113"/>
                  <a:gd name="T2" fmla="*/ 33 w 81"/>
                  <a:gd name="T3" fmla="*/ 0 h 113"/>
                  <a:gd name="T4" fmla="*/ 33 w 81"/>
                  <a:gd name="T5" fmla="*/ 13 h 113"/>
                  <a:gd name="T6" fmla="*/ 21 w 81"/>
                  <a:gd name="T7" fmla="*/ 15 h 113"/>
                  <a:gd name="T8" fmla="*/ 10 w 81"/>
                  <a:gd name="T9" fmla="*/ 20 h 113"/>
                  <a:gd name="T10" fmla="*/ 3 w 81"/>
                  <a:gd name="T11" fmla="*/ 28 h 113"/>
                  <a:gd name="T12" fmla="*/ 0 w 81"/>
                  <a:gd name="T13" fmla="*/ 39 h 113"/>
                  <a:gd name="T14" fmla="*/ 4 w 81"/>
                  <a:gd name="T15" fmla="*/ 53 h 113"/>
                  <a:gd name="T16" fmla="*/ 12 w 81"/>
                  <a:gd name="T17" fmla="*/ 61 h 113"/>
                  <a:gd name="T18" fmla="*/ 23 w 81"/>
                  <a:gd name="T19" fmla="*/ 66 h 113"/>
                  <a:gd name="T20" fmla="*/ 35 w 81"/>
                  <a:gd name="T21" fmla="*/ 69 h 113"/>
                  <a:gd name="T22" fmla="*/ 43 w 81"/>
                  <a:gd name="T23" fmla="*/ 72 h 113"/>
                  <a:gd name="T24" fmla="*/ 47 w 81"/>
                  <a:gd name="T25" fmla="*/ 77 h 113"/>
                  <a:gd name="T26" fmla="*/ 44 w 81"/>
                  <a:gd name="T27" fmla="*/ 81 h 113"/>
                  <a:gd name="T28" fmla="*/ 38 w 81"/>
                  <a:gd name="T29" fmla="*/ 82 h 113"/>
                  <a:gd name="T30" fmla="*/ 27 w 81"/>
                  <a:gd name="T31" fmla="*/ 78 h 113"/>
                  <a:gd name="T32" fmla="*/ 20 w 81"/>
                  <a:gd name="T33" fmla="*/ 68 h 113"/>
                  <a:gd name="T34" fmla="*/ 1 w 81"/>
                  <a:gd name="T35" fmla="*/ 68 h 113"/>
                  <a:gd name="T36" fmla="*/ 1 w 81"/>
                  <a:gd name="T37" fmla="*/ 99 h 113"/>
                  <a:gd name="T38" fmla="*/ 20 w 81"/>
                  <a:gd name="T39" fmla="*/ 99 h 113"/>
                  <a:gd name="T40" fmla="*/ 20 w 81"/>
                  <a:gd name="T41" fmla="*/ 94 h 113"/>
                  <a:gd name="T42" fmla="*/ 33 w 81"/>
                  <a:gd name="T43" fmla="*/ 100 h 113"/>
                  <a:gd name="T44" fmla="*/ 33 w 81"/>
                  <a:gd name="T45" fmla="*/ 113 h 113"/>
                  <a:gd name="T46" fmla="*/ 48 w 81"/>
                  <a:gd name="T47" fmla="*/ 113 h 113"/>
                  <a:gd name="T48" fmla="*/ 48 w 81"/>
                  <a:gd name="T49" fmla="*/ 101 h 113"/>
                  <a:gd name="T50" fmla="*/ 61 w 81"/>
                  <a:gd name="T51" fmla="*/ 99 h 113"/>
                  <a:gd name="T52" fmla="*/ 72 w 81"/>
                  <a:gd name="T53" fmla="*/ 94 h 113"/>
                  <a:gd name="T54" fmla="*/ 79 w 81"/>
                  <a:gd name="T55" fmla="*/ 86 h 113"/>
                  <a:gd name="T56" fmla="*/ 81 w 81"/>
                  <a:gd name="T57" fmla="*/ 75 h 113"/>
                  <a:gd name="T58" fmla="*/ 78 w 81"/>
                  <a:gd name="T59" fmla="*/ 61 h 113"/>
                  <a:gd name="T60" fmla="*/ 69 w 81"/>
                  <a:gd name="T61" fmla="*/ 52 h 113"/>
                  <a:gd name="T62" fmla="*/ 58 w 81"/>
                  <a:gd name="T63" fmla="*/ 47 h 113"/>
                  <a:gd name="T64" fmla="*/ 47 w 81"/>
                  <a:gd name="T65" fmla="*/ 44 h 113"/>
                  <a:gd name="T66" fmla="*/ 38 w 81"/>
                  <a:gd name="T67" fmla="*/ 41 h 113"/>
                  <a:gd name="T68" fmla="*/ 34 w 81"/>
                  <a:gd name="T69" fmla="*/ 36 h 113"/>
                  <a:gd name="T70" fmla="*/ 37 w 81"/>
                  <a:gd name="T71" fmla="*/ 33 h 113"/>
                  <a:gd name="T72" fmla="*/ 43 w 81"/>
                  <a:gd name="T73" fmla="*/ 31 h 113"/>
                  <a:gd name="T74" fmla="*/ 48 w 81"/>
                  <a:gd name="T75" fmla="*/ 32 h 113"/>
                  <a:gd name="T76" fmla="*/ 54 w 81"/>
                  <a:gd name="T77" fmla="*/ 35 h 113"/>
                  <a:gd name="T78" fmla="*/ 57 w 81"/>
                  <a:gd name="T79" fmla="*/ 39 h 113"/>
                  <a:gd name="T80" fmla="*/ 60 w 81"/>
                  <a:gd name="T81" fmla="*/ 45 h 113"/>
                  <a:gd name="T82" fmla="*/ 79 w 81"/>
                  <a:gd name="T83" fmla="*/ 45 h 113"/>
                  <a:gd name="T84" fmla="*/ 79 w 81"/>
                  <a:gd name="T85" fmla="*/ 14 h 113"/>
                  <a:gd name="T86" fmla="*/ 60 w 81"/>
                  <a:gd name="T87" fmla="*/ 14 h 113"/>
                  <a:gd name="T88" fmla="*/ 60 w 81"/>
                  <a:gd name="T89" fmla="*/ 19 h 113"/>
                  <a:gd name="T90" fmla="*/ 55 w 81"/>
                  <a:gd name="T91" fmla="*/ 17 h 113"/>
                  <a:gd name="T92" fmla="*/ 48 w 81"/>
                  <a:gd name="T93" fmla="*/ 15 h 113"/>
                  <a:gd name="T94" fmla="*/ 48 w 81"/>
                  <a:gd name="T95" fmla="*/ 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81" h="113">
                    <a:moveTo>
                      <a:pt x="48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33" y="13"/>
                      <a:pt x="33" y="13"/>
                      <a:pt x="33" y="13"/>
                    </a:cubicBezTo>
                    <a:cubicBezTo>
                      <a:pt x="29" y="13"/>
                      <a:pt x="25" y="13"/>
                      <a:pt x="21" y="15"/>
                    </a:cubicBezTo>
                    <a:cubicBezTo>
                      <a:pt x="17" y="16"/>
                      <a:pt x="13" y="17"/>
                      <a:pt x="10" y="20"/>
                    </a:cubicBezTo>
                    <a:cubicBezTo>
                      <a:pt x="7" y="22"/>
                      <a:pt x="5" y="24"/>
                      <a:pt x="3" y="28"/>
                    </a:cubicBezTo>
                    <a:cubicBezTo>
                      <a:pt x="1" y="31"/>
                      <a:pt x="0" y="35"/>
                      <a:pt x="0" y="39"/>
                    </a:cubicBezTo>
                    <a:cubicBezTo>
                      <a:pt x="0" y="45"/>
                      <a:pt x="1" y="49"/>
                      <a:pt x="4" y="53"/>
                    </a:cubicBezTo>
                    <a:cubicBezTo>
                      <a:pt x="6" y="56"/>
                      <a:pt x="9" y="59"/>
                      <a:pt x="12" y="61"/>
                    </a:cubicBezTo>
                    <a:cubicBezTo>
                      <a:pt x="16" y="63"/>
                      <a:pt x="19" y="65"/>
                      <a:pt x="23" y="66"/>
                    </a:cubicBezTo>
                    <a:cubicBezTo>
                      <a:pt x="27" y="67"/>
                      <a:pt x="31" y="68"/>
                      <a:pt x="35" y="69"/>
                    </a:cubicBezTo>
                    <a:cubicBezTo>
                      <a:pt x="38" y="70"/>
                      <a:pt x="41" y="71"/>
                      <a:pt x="43" y="72"/>
                    </a:cubicBezTo>
                    <a:cubicBezTo>
                      <a:pt x="45" y="73"/>
                      <a:pt x="47" y="75"/>
                      <a:pt x="47" y="77"/>
                    </a:cubicBezTo>
                    <a:cubicBezTo>
                      <a:pt x="47" y="78"/>
                      <a:pt x="46" y="80"/>
                      <a:pt x="44" y="81"/>
                    </a:cubicBezTo>
                    <a:cubicBezTo>
                      <a:pt x="43" y="82"/>
                      <a:pt x="41" y="82"/>
                      <a:pt x="38" y="82"/>
                    </a:cubicBezTo>
                    <a:cubicBezTo>
                      <a:pt x="34" y="82"/>
                      <a:pt x="30" y="81"/>
                      <a:pt x="27" y="78"/>
                    </a:cubicBezTo>
                    <a:cubicBezTo>
                      <a:pt x="23" y="76"/>
                      <a:pt x="21" y="72"/>
                      <a:pt x="20" y="68"/>
                    </a:cubicBezTo>
                    <a:cubicBezTo>
                      <a:pt x="1" y="68"/>
                      <a:pt x="1" y="68"/>
                      <a:pt x="1" y="68"/>
                    </a:cubicBezTo>
                    <a:cubicBezTo>
                      <a:pt x="1" y="99"/>
                      <a:pt x="1" y="99"/>
                      <a:pt x="1" y="99"/>
                    </a:cubicBezTo>
                    <a:cubicBezTo>
                      <a:pt x="20" y="99"/>
                      <a:pt x="20" y="99"/>
                      <a:pt x="20" y="99"/>
                    </a:cubicBezTo>
                    <a:cubicBezTo>
                      <a:pt x="20" y="94"/>
                      <a:pt x="20" y="94"/>
                      <a:pt x="20" y="94"/>
                    </a:cubicBezTo>
                    <a:cubicBezTo>
                      <a:pt x="25" y="97"/>
                      <a:pt x="29" y="99"/>
                      <a:pt x="33" y="100"/>
                    </a:cubicBezTo>
                    <a:cubicBezTo>
                      <a:pt x="33" y="113"/>
                      <a:pt x="33" y="113"/>
                      <a:pt x="33" y="113"/>
                    </a:cubicBezTo>
                    <a:cubicBezTo>
                      <a:pt x="48" y="113"/>
                      <a:pt x="48" y="113"/>
                      <a:pt x="48" y="113"/>
                    </a:cubicBezTo>
                    <a:cubicBezTo>
                      <a:pt x="48" y="101"/>
                      <a:pt x="48" y="101"/>
                      <a:pt x="48" y="101"/>
                    </a:cubicBezTo>
                    <a:cubicBezTo>
                      <a:pt x="53" y="101"/>
                      <a:pt x="57" y="100"/>
                      <a:pt x="61" y="99"/>
                    </a:cubicBezTo>
                    <a:cubicBezTo>
                      <a:pt x="65" y="98"/>
                      <a:pt x="68" y="96"/>
                      <a:pt x="72" y="94"/>
                    </a:cubicBezTo>
                    <a:cubicBezTo>
                      <a:pt x="75" y="92"/>
                      <a:pt x="77" y="89"/>
                      <a:pt x="79" y="86"/>
                    </a:cubicBezTo>
                    <a:cubicBezTo>
                      <a:pt x="81" y="83"/>
                      <a:pt x="81" y="79"/>
                      <a:pt x="81" y="75"/>
                    </a:cubicBezTo>
                    <a:cubicBezTo>
                      <a:pt x="81" y="69"/>
                      <a:pt x="80" y="65"/>
                      <a:pt x="78" y="61"/>
                    </a:cubicBezTo>
                    <a:cubicBezTo>
                      <a:pt x="76" y="57"/>
                      <a:pt x="73" y="55"/>
                      <a:pt x="69" y="52"/>
                    </a:cubicBezTo>
                    <a:cubicBezTo>
                      <a:pt x="66" y="50"/>
                      <a:pt x="62" y="49"/>
                      <a:pt x="58" y="47"/>
                    </a:cubicBezTo>
                    <a:cubicBezTo>
                      <a:pt x="54" y="46"/>
                      <a:pt x="50" y="45"/>
                      <a:pt x="47" y="44"/>
                    </a:cubicBezTo>
                    <a:cubicBezTo>
                      <a:pt x="43" y="43"/>
                      <a:pt x="40" y="42"/>
                      <a:pt x="38" y="41"/>
                    </a:cubicBezTo>
                    <a:cubicBezTo>
                      <a:pt x="36" y="40"/>
                      <a:pt x="34" y="39"/>
                      <a:pt x="34" y="36"/>
                    </a:cubicBezTo>
                    <a:cubicBezTo>
                      <a:pt x="34" y="35"/>
                      <a:pt x="35" y="33"/>
                      <a:pt x="37" y="33"/>
                    </a:cubicBezTo>
                    <a:cubicBezTo>
                      <a:pt x="38" y="32"/>
                      <a:pt x="40" y="31"/>
                      <a:pt x="43" y="31"/>
                    </a:cubicBezTo>
                    <a:cubicBezTo>
                      <a:pt x="45" y="31"/>
                      <a:pt x="46" y="32"/>
                      <a:pt x="48" y="32"/>
                    </a:cubicBezTo>
                    <a:cubicBezTo>
                      <a:pt x="50" y="33"/>
                      <a:pt x="52" y="34"/>
                      <a:pt x="54" y="35"/>
                    </a:cubicBezTo>
                    <a:cubicBezTo>
                      <a:pt x="55" y="36"/>
                      <a:pt x="56" y="38"/>
                      <a:pt x="57" y="39"/>
                    </a:cubicBezTo>
                    <a:cubicBezTo>
                      <a:pt x="59" y="41"/>
                      <a:pt x="59" y="43"/>
                      <a:pt x="60" y="45"/>
                    </a:cubicBezTo>
                    <a:cubicBezTo>
                      <a:pt x="79" y="45"/>
                      <a:pt x="79" y="45"/>
                      <a:pt x="79" y="45"/>
                    </a:cubicBezTo>
                    <a:cubicBezTo>
                      <a:pt x="79" y="14"/>
                      <a:pt x="79" y="14"/>
                      <a:pt x="79" y="14"/>
                    </a:cubicBezTo>
                    <a:cubicBezTo>
                      <a:pt x="60" y="14"/>
                      <a:pt x="60" y="14"/>
                      <a:pt x="60" y="14"/>
                    </a:cubicBezTo>
                    <a:cubicBezTo>
                      <a:pt x="60" y="19"/>
                      <a:pt x="60" y="19"/>
                      <a:pt x="60" y="19"/>
                    </a:cubicBezTo>
                    <a:cubicBezTo>
                      <a:pt x="58" y="19"/>
                      <a:pt x="57" y="18"/>
                      <a:pt x="55" y="17"/>
                    </a:cubicBezTo>
                    <a:cubicBezTo>
                      <a:pt x="53" y="16"/>
                      <a:pt x="51" y="15"/>
                      <a:pt x="48" y="15"/>
                    </a:cubicBezTo>
                    <a:cubicBezTo>
                      <a:pt x="48" y="0"/>
                      <a:pt x="48" y="0"/>
                      <a:pt x="48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8" name="Freeform 127"/>
              <p:cNvSpPr>
                <a:spLocks/>
              </p:cNvSpPr>
              <p:nvPr/>
            </p:nvSpPr>
            <p:spPr bwMode="auto">
              <a:xfrm>
                <a:off x="3485489" y="2268949"/>
                <a:ext cx="735634" cy="697351"/>
              </a:xfrm>
              <a:custGeom>
                <a:avLst/>
                <a:gdLst>
                  <a:gd name="T0" fmla="*/ 520 w 527"/>
                  <a:gd name="T1" fmla="*/ 187 h 499"/>
                  <a:gd name="T2" fmla="*/ 518 w 527"/>
                  <a:gd name="T3" fmla="*/ 214 h 499"/>
                  <a:gd name="T4" fmla="*/ 181 w 527"/>
                  <a:gd name="T5" fmla="*/ 492 h 499"/>
                  <a:gd name="T6" fmla="*/ 154 w 527"/>
                  <a:gd name="T7" fmla="*/ 489 h 499"/>
                  <a:gd name="T8" fmla="*/ 7 w 527"/>
                  <a:gd name="T9" fmla="*/ 311 h 499"/>
                  <a:gd name="T10" fmla="*/ 9 w 527"/>
                  <a:gd name="T11" fmla="*/ 284 h 499"/>
                  <a:gd name="T12" fmla="*/ 346 w 527"/>
                  <a:gd name="T13" fmla="*/ 6 h 499"/>
                  <a:gd name="T14" fmla="*/ 373 w 527"/>
                  <a:gd name="T15" fmla="*/ 9 h 499"/>
                  <a:gd name="T16" fmla="*/ 520 w 527"/>
                  <a:gd name="T17" fmla="*/ 187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7" h="499">
                    <a:moveTo>
                      <a:pt x="520" y="187"/>
                    </a:moveTo>
                    <a:cubicBezTo>
                      <a:pt x="527" y="195"/>
                      <a:pt x="526" y="207"/>
                      <a:pt x="518" y="214"/>
                    </a:cubicBezTo>
                    <a:cubicBezTo>
                      <a:pt x="181" y="492"/>
                      <a:pt x="181" y="492"/>
                      <a:pt x="181" y="492"/>
                    </a:cubicBezTo>
                    <a:cubicBezTo>
                      <a:pt x="173" y="499"/>
                      <a:pt x="161" y="498"/>
                      <a:pt x="154" y="489"/>
                    </a:cubicBezTo>
                    <a:cubicBezTo>
                      <a:pt x="7" y="311"/>
                      <a:pt x="7" y="311"/>
                      <a:pt x="7" y="311"/>
                    </a:cubicBezTo>
                    <a:cubicBezTo>
                      <a:pt x="0" y="303"/>
                      <a:pt x="1" y="291"/>
                      <a:pt x="9" y="284"/>
                    </a:cubicBezTo>
                    <a:cubicBezTo>
                      <a:pt x="346" y="6"/>
                      <a:pt x="346" y="6"/>
                      <a:pt x="346" y="6"/>
                    </a:cubicBezTo>
                    <a:cubicBezTo>
                      <a:pt x="354" y="0"/>
                      <a:pt x="367" y="1"/>
                      <a:pt x="373" y="9"/>
                    </a:cubicBezTo>
                    <a:cubicBezTo>
                      <a:pt x="520" y="187"/>
                      <a:pt x="520" y="187"/>
                      <a:pt x="520" y="187"/>
                    </a:cubicBezTo>
                  </a:path>
                </a:pathLst>
              </a:cu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9" name="Freeform 128"/>
              <p:cNvSpPr>
                <a:spLocks/>
              </p:cNvSpPr>
              <p:nvPr/>
            </p:nvSpPr>
            <p:spPr bwMode="auto">
              <a:xfrm>
                <a:off x="3528944" y="2321716"/>
                <a:ext cx="572160" cy="497665"/>
              </a:xfrm>
              <a:custGeom>
                <a:avLst/>
                <a:gdLst>
                  <a:gd name="T0" fmla="*/ 553 w 553"/>
                  <a:gd name="T1" fmla="*/ 72 h 481"/>
                  <a:gd name="T2" fmla="*/ 59 w 553"/>
                  <a:gd name="T3" fmla="*/ 481 h 481"/>
                  <a:gd name="T4" fmla="*/ 0 w 553"/>
                  <a:gd name="T5" fmla="*/ 409 h 481"/>
                  <a:gd name="T6" fmla="*/ 494 w 553"/>
                  <a:gd name="T7" fmla="*/ 0 h 481"/>
                  <a:gd name="T8" fmla="*/ 553 w 553"/>
                  <a:gd name="T9" fmla="*/ 72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3" h="481">
                    <a:moveTo>
                      <a:pt x="553" y="72"/>
                    </a:moveTo>
                    <a:lnTo>
                      <a:pt x="59" y="481"/>
                    </a:lnTo>
                    <a:lnTo>
                      <a:pt x="0" y="409"/>
                    </a:lnTo>
                    <a:lnTo>
                      <a:pt x="494" y="0"/>
                    </a:lnTo>
                    <a:lnTo>
                      <a:pt x="553" y="72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0" name="Freeform 129"/>
              <p:cNvSpPr>
                <a:spLocks/>
              </p:cNvSpPr>
              <p:nvPr/>
            </p:nvSpPr>
            <p:spPr bwMode="auto">
              <a:xfrm>
                <a:off x="3789675" y="2555546"/>
                <a:ext cx="199687" cy="168648"/>
              </a:xfrm>
              <a:custGeom>
                <a:avLst/>
                <a:gdLst>
                  <a:gd name="T0" fmla="*/ 193 w 193"/>
                  <a:gd name="T1" fmla="*/ 9 h 163"/>
                  <a:gd name="T2" fmla="*/ 7 w 193"/>
                  <a:gd name="T3" fmla="*/ 163 h 163"/>
                  <a:gd name="T4" fmla="*/ 0 w 193"/>
                  <a:gd name="T5" fmla="*/ 154 h 163"/>
                  <a:gd name="T6" fmla="*/ 185 w 193"/>
                  <a:gd name="T7" fmla="*/ 0 h 163"/>
                  <a:gd name="T8" fmla="*/ 193 w 193"/>
                  <a:gd name="T9" fmla="*/ 9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163">
                    <a:moveTo>
                      <a:pt x="193" y="9"/>
                    </a:moveTo>
                    <a:lnTo>
                      <a:pt x="7" y="163"/>
                    </a:lnTo>
                    <a:lnTo>
                      <a:pt x="0" y="154"/>
                    </a:lnTo>
                    <a:lnTo>
                      <a:pt x="185" y="0"/>
                    </a:lnTo>
                    <a:lnTo>
                      <a:pt x="193" y="9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1" name="Freeform 130"/>
              <p:cNvSpPr>
                <a:spLocks/>
              </p:cNvSpPr>
              <p:nvPr/>
            </p:nvSpPr>
            <p:spPr bwMode="auto">
              <a:xfrm>
                <a:off x="3813471" y="2585551"/>
                <a:ext cx="199687" cy="167613"/>
              </a:xfrm>
              <a:custGeom>
                <a:avLst/>
                <a:gdLst>
                  <a:gd name="T0" fmla="*/ 193 w 193"/>
                  <a:gd name="T1" fmla="*/ 9 h 162"/>
                  <a:gd name="T2" fmla="*/ 8 w 193"/>
                  <a:gd name="T3" fmla="*/ 162 h 162"/>
                  <a:gd name="T4" fmla="*/ 0 w 193"/>
                  <a:gd name="T5" fmla="*/ 153 h 162"/>
                  <a:gd name="T6" fmla="*/ 186 w 193"/>
                  <a:gd name="T7" fmla="*/ 0 h 162"/>
                  <a:gd name="T8" fmla="*/ 193 w 193"/>
                  <a:gd name="T9" fmla="*/ 9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162">
                    <a:moveTo>
                      <a:pt x="193" y="9"/>
                    </a:moveTo>
                    <a:lnTo>
                      <a:pt x="8" y="162"/>
                    </a:lnTo>
                    <a:lnTo>
                      <a:pt x="0" y="153"/>
                    </a:lnTo>
                    <a:lnTo>
                      <a:pt x="186" y="0"/>
                    </a:lnTo>
                    <a:lnTo>
                      <a:pt x="193" y="9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2" name="Freeform 131"/>
              <p:cNvSpPr>
                <a:spLocks/>
              </p:cNvSpPr>
              <p:nvPr/>
            </p:nvSpPr>
            <p:spPr bwMode="auto">
              <a:xfrm>
                <a:off x="3838303" y="2615556"/>
                <a:ext cx="199687" cy="167613"/>
              </a:xfrm>
              <a:custGeom>
                <a:avLst/>
                <a:gdLst>
                  <a:gd name="T0" fmla="*/ 193 w 193"/>
                  <a:gd name="T1" fmla="*/ 9 h 162"/>
                  <a:gd name="T2" fmla="*/ 7 w 193"/>
                  <a:gd name="T3" fmla="*/ 162 h 162"/>
                  <a:gd name="T4" fmla="*/ 0 w 193"/>
                  <a:gd name="T5" fmla="*/ 154 h 162"/>
                  <a:gd name="T6" fmla="*/ 187 w 193"/>
                  <a:gd name="T7" fmla="*/ 0 h 162"/>
                  <a:gd name="T8" fmla="*/ 193 w 193"/>
                  <a:gd name="T9" fmla="*/ 9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162">
                    <a:moveTo>
                      <a:pt x="193" y="9"/>
                    </a:moveTo>
                    <a:lnTo>
                      <a:pt x="7" y="162"/>
                    </a:lnTo>
                    <a:lnTo>
                      <a:pt x="0" y="154"/>
                    </a:lnTo>
                    <a:lnTo>
                      <a:pt x="187" y="0"/>
                    </a:lnTo>
                    <a:lnTo>
                      <a:pt x="193" y="9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3" name="Freeform 132"/>
              <p:cNvSpPr>
                <a:spLocks/>
              </p:cNvSpPr>
              <p:nvPr/>
            </p:nvSpPr>
            <p:spPr bwMode="auto">
              <a:xfrm>
                <a:off x="3636547" y="2720055"/>
                <a:ext cx="204860" cy="204860"/>
              </a:xfrm>
              <a:custGeom>
                <a:avLst/>
                <a:gdLst>
                  <a:gd name="T0" fmla="*/ 109 w 198"/>
                  <a:gd name="T1" fmla="*/ 0 h 198"/>
                  <a:gd name="T2" fmla="*/ 0 w 198"/>
                  <a:gd name="T3" fmla="*/ 89 h 198"/>
                  <a:gd name="T4" fmla="*/ 90 w 198"/>
                  <a:gd name="T5" fmla="*/ 198 h 198"/>
                  <a:gd name="T6" fmla="*/ 198 w 198"/>
                  <a:gd name="T7" fmla="*/ 108 h 198"/>
                  <a:gd name="T8" fmla="*/ 109 w 198"/>
                  <a:gd name="T9" fmla="*/ 0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8" h="198">
                    <a:moveTo>
                      <a:pt x="109" y="0"/>
                    </a:moveTo>
                    <a:lnTo>
                      <a:pt x="0" y="89"/>
                    </a:lnTo>
                    <a:lnTo>
                      <a:pt x="90" y="198"/>
                    </a:lnTo>
                    <a:lnTo>
                      <a:pt x="198" y="10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rgbClr val="F9F4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4" name="Freeform 133"/>
              <p:cNvSpPr>
                <a:spLocks/>
              </p:cNvSpPr>
              <p:nvPr/>
            </p:nvSpPr>
            <p:spPr bwMode="auto">
              <a:xfrm>
                <a:off x="3636547" y="2720055"/>
                <a:ext cx="204860" cy="204860"/>
              </a:xfrm>
              <a:custGeom>
                <a:avLst/>
                <a:gdLst>
                  <a:gd name="T0" fmla="*/ 109 w 198"/>
                  <a:gd name="T1" fmla="*/ 0 h 198"/>
                  <a:gd name="T2" fmla="*/ 0 w 198"/>
                  <a:gd name="T3" fmla="*/ 89 h 198"/>
                  <a:gd name="T4" fmla="*/ 90 w 198"/>
                  <a:gd name="T5" fmla="*/ 198 h 198"/>
                  <a:gd name="T6" fmla="*/ 198 w 198"/>
                  <a:gd name="T7" fmla="*/ 108 h 198"/>
                  <a:gd name="T8" fmla="*/ 109 w 198"/>
                  <a:gd name="T9" fmla="*/ 0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8" h="198">
                    <a:moveTo>
                      <a:pt x="109" y="0"/>
                    </a:moveTo>
                    <a:lnTo>
                      <a:pt x="0" y="89"/>
                    </a:lnTo>
                    <a:lnTo>
                      <a:pt x="90" y="198"/>
                    </a:lnTo>
                    <a:lnTo>
                      <a:pt x="198" y="108"/>
                    </a:lnTo>
                    <a:lnTo>
                      <a:pt x="10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Freeform 134"/>
              <p:cNvSpPr>
                <a:spLocks/>
              </p:cNvSpPr>
              <p:nvPr/>
            </p:nvSpPr>
            <p:spPr bwMode="auto">
              <a:xfrm>
                <a:off x="3677933" y="2757302"/>
                <a:ext cx="143816" cy="146920"/>
              </a:xfrm>
              <a:custGeom>
                <a:avLst/>
                <a:gdLst>
                  <a:gd name="T0" fmla="*/ 62 w 103"/>
                  <a:gd name="T1" fmla="*/ 52 h 105"/>
                  <a:gd name="T2" fmla="*/ 57 w 103"/>
                  <a:gd name="T3" fmla="*/ 49 h 105"/>
                  <a:gd name="T4" fmla="*/ 54 w 103"/>
                  <a:gd name="T5" fmla="*/ 33 h 105"/>
                  <a:gd name="T6" fmla="*/ 48 w 103"/>
                  <a:gd name="T7" fmla="*/ 22 h 105"/>
                  <a:gd name="T8" fmla="*/ 17 w 103"/>
                  <a:gd name="T9" fmla="*/ 14 h 105"/>
                  <a:gd name="T10" fmla="*/ 19 w 103"/>
                  <a:gd name="T11" fmla="*/ 46 h 105"/>
                  <a:gd name="T12" fmla="*/ 29 w 103"/>
                  <a:gd name="T13" fmla="*/ 53 h 105"/>
                  <a:gd name="T14" fmla="*/ 44 w 103"/>
                  <a:gd name="T15" fmla="*/ 60 h 105"/>
                  <a:gd name="T16" fmla="*/ 46 w 103"/>
                  <a:gd name="T17" fmla="*/ 66 h 105"/>
                  <a:gd name="T18" fmla="*/ 37 w 103"/>
                  <a:gd name="T19" fmla="*/ 105 h 105"/>
                  <a:gd name="T20" fmla="*/ 70 w 103"/>
                  <a:gd name="T21" fmla="*/ 78 h 105"/>
                  <a:gd name="T22" fmla="*/ 103 w 103"/>
                  <a:gd name="T23" fmla="*/ 51 h 105"/>
                  <a:gd name="T24" fmla="*/ 62 w 103"/>
                  <a:gd name="T25" fmla="*/ 52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3" h="105">
                    <a:moveTo>
                      <a:pt x="62" y="52"/>
                    </a:moveTo>
                    <a:cubicBezTo>
                      <a:pt x="61" y="53"/>
                      <a:pt x="57" y="49"/>
                      <a:pt x="57" y="49"/>
                    </a:cubicBezTo>
                    <a:cubicBezTo>
                      <a:pt x="57" y="49"/>
                      <a:pt x="58" y="40"/>
                      <a:pt x="54" y="33"/>
                    </a:cubicBezTo>
                    <a:cubicBezTo>
                      <a:pt x="56" y="31"/>
                      <a:pt x="52" y="22"/>
                      <a:pt x="48" y="22"/>
                    </a:cubicBezTo>
                    <a:cubicBezTo>
                      <a:pt x="46" y="20"/>
                      <a:pt x="35" y="0"/>
                      <a:pt x="17" y="14"/>
                    </a:cubicBezTo>
                    <a:cubicBezTo>
                      <a:pt x="0" y="29"/>
                      <a:pt x="17" y="43"/>
                      <a:pt x="19" y="46"/>
                    </a:cubicBezTo>
                    <a:cubicBezTo>
                      <a:pt x="19" y="50"/>
                      <a:pt x="26" y="56"/>
                      <a:pt x="29" y="53"/>
                    </a:cubicBezTo>
                    <a:cubicBezTo>
                      <a:pt x="35" y="59"/>
                      <a:pt x="44" y="60"/>
                      <a:pt x="44" y="60"/>
                    </a:cubicBezTo>
                    <a:cubicBezTo>
                      <a:pt x="44" y="60"/>
                      <a:pt x="48" y="64"/>
                      <a:pt x="46" y="66"/>
                    </a:cubicBezTo>
                    <a:cubicBezTo>
                      <a:pt x="42" y="71"/>
                      <a:pt x="29" y="96"/>
                      <a:pt x="37" y="105"/>
                    </a:cubicBezTo>
                    <a:cubicBezTo>
                      <a:pt x="70" y="78"/>
                      <a:pt x="70" y="78"/>
                      <a:pt x="70" y="78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95" y="41"/>
                      <a:pt x="68" y="49"/>
                      <a:pt x="62" y="52"/>
                    </a:cubicBez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6" name="Freeform 135"/>
              <p:cNvSpPr>
                <a:spLocks/>
              </p:cNvSpPr>
              <p:nvPr/>
            </p:nvSpPr>
            <p:spPr bwMode="auto">
              <a:xfrm>
                <a:off x="4042128" y="2436562"/>
                <a:ext cx="86910" cy="86910"/>
              </a:xfrm>
              <a:custGeom>
                <a:avLst/>
                <a:gdLst>
                  <a:gd name="T0" fmla="*/ 84 w 84"/>
                  <a:gd name="T1" fmla="*/ 46 h 84"/>
                  <a:gd name="T2" fmla="*/ 38 w 84"/>
                  <a:gd name="T3" fmla="*/ 84 h 84"/>
                  <a:gd name="T4" fmla="*/ 0 w 84"/>
                  <a:gd name="T5" fmla="*/ 38 h 84"/>
                  <a:gd name="T6" fmla="*/ 46 w 84"/>
                  <a:gd name="T7" fmla="*/ 0 h 84"/>
                  <a:gd name="T8" fmla="*/ 84 w 84"/>
                  <a:gd name="T9" fmla="*/ 4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84">
                    <a:moveTo>
                      <a:pt x="84" y="46"/>
                    </a:moveTo>
                    <a:lnTo>
                      <a:pt x="38" y="84"/>
                    </a:lnTo>
                    <a:lnTo>
                      <a:pt x="0" y="38"/>
                    </a:lnTo>
                    <a:lnTo>
                      <a:pt x="46" y="0"/>
                    </a:lnTo>
                    <a:lnTo>
                      <a:pt x="84" y="46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7" name="Freeform 136"/>
              <p:cNvSpPr>
                <a:spLocks/>
              </p:cNvSpPr>
              <p:nvPr/>
            </p:nvSpPr>
            <p:spPr bwMode="auto">
              <a:xfrm>
                <a:off x="4096964" y="2501745"/>
                <a:ext cx="86910" cy="86910"/>
              </a:xfrm>
              <a:custGeom>
                <a:avLst/>
                <a:gdLst>
                  <a:gd name="T0" fmla="*/ 84 w 84"/>
                  <a:gd name="T1" fmla="*/ 46 h 84"/>
                  <a:gd name="T2" fmla="*/ 38 w 84"/>
                  <a:gd name="T3" fmla="*/ 84 h 84"/>
                  <a:gd name="T4" fmla="*/ 0 w 84"/>
                  <a:gd name="T5" fmla="*/ 38 h 84"/>
                  <a:gd name="T6" fmla="*/ 46 w 84"/>
                  <a:gd name="T7" fmla="*/ 0 h 84"/>
                  <a:gd name="T8" fmla="*/ 84 w 84"/>
                  <a:gd name="T9" fmla="*/ 4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84">
                    <a:moveTo>
                      <a:pt x="84" y="46"/>
                    </a:moveTo>
                    <a:lnTo>
                      <a:pt x="38" y="84"/>
                    </a:lnTo>
                    <a:lnTo>
                      <a:pt x="0" y="38"/>
                    </a:lnTo>
                    <a:lnTo>
                      <a:pt x="46" y="0"/>
                    </a:lnTo>
                    <a:lnTo>
                      <a:pt x="84" y="46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8" name="Freeform 137"/>
              <p:cNvSpPr>
                <a:spLocks/>
              </p:cNvSpPr>
              <p:nvPr/>
            </p:nvSpPr>
            <p:spPr bwMode="auto">
              <a:xfrm>
                <a:off x="3758635" y="2920776"/>
                <a:ext cx="510081" cy="511115"/>
              </a:xfrm>
              <a:custGeom>
                <a:avLst/>
                <a:gdLst>
                  <a:gd name="T0" fmla="*/ 365 w 365"/>
                  <a:gd name="T1" fmla="*/ 183 h 366"/>
                  <a:gd name="T2" fmla="*/ 317 w 365"/>
                  <a:gd name="T3" fmla="*/ 239 h 366"/>
                  <a:gd name="T4" fmla="*/ 312 w 365"/>
                  <a:gd name="T5" fmla="*/ 312 h 366"/>
                  <a:gd name="T6" fmla="*/ 238 w 365"/>
                  <a:gd name="T7" fmla="*/ 318 h 366"/>
                  <a:gd name="T8" fmla="*/ 182 w 365"/>
                  <a:gd name="T9" fmla="*/ 366 h 366"/>
                  <a:gd name="T10" fmla="*/ 127 w 365"/>
                  <a:gd name="T11" fmla="*/ 318 h 366"/>
                  <a:gd name="T12" fmla="*/ 53 w 365"/>
                  <a:gd name="T13" fmla="*/ 312 h 366"/>
                  <a:gd name="T14" fmla="*/ 48 w 365"/>
                  <a:gd name="T15" fmla="*/ 239 h 366"/>
                  <a:gd name="T16" fmla="*/ 0 w 365"/>
                  <a:gd name="T17" fmla="*/ 183 h 366"/>
                  <a:gd name="T18" fmla="*/ 48 w 365"/>
                  <a:gd name="T19" fmla="*/ 127 h 366"/>
                  <a:gd name="T20" fmla="*/ 53 w 365"/>
                  <a:gd name="T21" fmla="*/ 54 h 366"/>
                  <a:gd name="T22" fmla="*/ 127 w 365"/>
                  <a:gd name="T23" fmla="*/ 48 h 366"/>
                  <a:gd name="T24" fmla="*/ 182 w 365"/>
                  <a:gd name="T25" fmla="*/ 0 h 366"/>
                  <a:gd name="T26" fmla="*/ 238 w 365"/>
                  <a:gd name="T27" fmla="*/ 48 h 366"/>
                  <a:gd name="T28" fmla="*/ 312 w 365"/>
                  <a:gd name="T29" fmla="*/ 54 h 366"/>
                  <a:gd name="T30" fmla="*/ 317 w 365"/>
                  <a:gd name="T31" fmla="*/ 127 h 366"/>
                  <a:gd name="T32" fmla="*/ 365 w 365"/>
                  <a:gd name="T33" fmla="*/ 183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65" h="366">
                    <a:moveTo>
                      <a:pt x="365" y="183"/>
                    </a:moveTo>
                    <a:cubicBezTo>
                      <a:pt x="365" y="205"/>
                      <a:pt x="325" y="220"/>
                      <a:pt x="317" y="239"/>
                    </a:cubicBezTo>
                    <a:cubicBezTo>
                      <a:pt x="309" y="259"/>
                      <a:pt x="327" y="297"/>
                      <a:pt x="312" y="312"/>
                    </a:cubicBezTo>
                    <a:cubicBezTo>
                      <a:pt x="297" y="328"/>
                      <a:pt x="258" y="310"/>
                      <a:pt x="238" y="318"/>
                    </a:cubicBezTo>
                    <a:cubicBezTo>
                      <a:pt x="219" y="326"/>
                      <a:pt x="205" y="366"/>
                      <a:pt x="182" y="366"/>
                    </a:cubicBezTo>
                    <a:cubicBezTo>
                      <a:pt x="160" y="366"/>
                      <a:pt x="146" y="326"/>
                      <a:pt x="127" y="318"/>
                    </a:cubicBezTo>
                    <a:cubicBezTo>
                      <a:pt x="107" y="310"/>
                      <a:pt x="68" y="328"/>
                      <a:pt x="53" y="312"/>
                    </a:cubicBezTo>
                    <a:cubicBezTo>
                      <a:pt x="38" y="297"/>
                      <a:pt x="56" y="259"/>
                      <a:pt x="48" y="239"/>
                    </a:cubicBezTo>
                    <a:cubicBezTo>
                      <a:pt x="40" y="220"/>
                      <a:pt x="0" y="205"/>
                      <a:pt x="0" y="183"/>
                    </a:cubicBezTo>
                    <a:cubicBezTo>
                      <a:pt x="0" y="161"/>
                      <a:pt x="40" y="147"/>
                      <a:pt x="48" y="127"/>
                    </a:cubicBezTo>
                    <a:cubicBezTo>
                      <a:pt x="56" y="107"/>
                      <a:pt x="38" y="69"/>
                      <a:pt x="53" y="54"/>
                    </a:cubicBezTo>
                    <a:cubicBezTo>
                      <a:pt x="68" y="39"/>
                      <a:pt x="107" y="57"/>
                      <a:pt x="127" y="48"/>
                    </a:cubicBezTo>
                    <a:cubicBezTo>
                      <a:pt x="146" y="40"/>
                      <a:pt x="160" y="0"/>
                      <a:pt x="182" y="0"/>
                    </a:cubicBezTo>
                    <a:cubicBezTo>
                      <a:pt x="205" y="0"/>
                      <a:pt x="219" y="40"/>
                      <a:pt x="238" y="48"/>
                    </a:cubicBezTo>
                    <a:cubicBezTo>
                      <a:pt x="258" y="57"/>
                      <a:pt x="297" y="39"/>
                      <a:pt x="312" y="54"/>
                    </a:cubicBezTo>
                    <a:cubicBezTo>
                      <a:pt x="327" y="69"/>
                      <a:pt x="309" y="107"/>
                      <a:pt x="317" y="127"/>
                    </a:cubicBezTo>
                    <a:cubicBezTo>
                      <a:pt x="325" y="147"/>
                      <a:pt x="365" y="161"/>
                      <a:pt x="365" y="183"/>
                    </a:cubicBez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9" name="Freeform 138"/>
              <p:cNvSpPr>
                <a:spLocks noEditPoints="1"/>
              </p:cNvSpPr>
              <p:nvPr/>
            </p:nvSpPr>
            <p:spPr bwMode="auto">
              <a:xfrm>
                <a:off x="3900381" y="3079077"/>
                <a:ext cx="227622" cy="196583"/>
              </a:xfrm>
              <a:custGeom>
                <a:avLst/>
                <a:gdLst>
                  <a:gd name="T0" fmla="*/ 3 w 163"/>
                  <a:gd name="T1" fmla="*/ 20 h 141"/>
                  <a:gd name="T2" fmla="*/ 22 w 163"/>
                  <a:gd name="T3" fmla="*/ 2 h 141"/>
                  <a:gd name="T4" fmla="*/ 51 w 163"/>
                  <a:gd name="T5" fmla="*/ 2 h 141"/>
                  <a:gd name="T6" fmla="*/ 70 w 163"/>
                  <a:gd name="T7" fmla="*/ 20 h 141"/>
                  <a:gd name="T8" fmla="*/ 70 w 163"/>
                  <a:gd name="T9" fmla="*/ 50 h 141"/>
                  <a:gd name="T10" fmla="*/ 51 w 163"/>
                  <a:gd name="T11" fmla="*/ 68 h 141"/>
                  <a:gd name="T12" fmla="*/ 22 w 163"/>
                  <a:gd name="T13" fmla="*/ 68 h 141"/>
                  <a:gd name="T14" fmla="*/ 3 w 163"/>
                  <a:gd name="T15" fmla="*/ 50 h 141"/>
                  <a:gd name="T16" fmla="*/ 118 w 163"/>
                  <a:gd name="T17" fmla="*/ 2 h 141"/>
                  <a:gd name="T18" fmla="*/ 44 w 163"/>
                  <a:gd name="T19" fmla="*/ 139 h 141"/>
                  <a:gd name="T20" fmla="*/ 118 w 163"/>
                  <a:gd name="T21" fmla="*/ 2 h 141"/>
                  <a:gd name="T22" fmla="*/ 29 w 163"/>
                  <a:gd name="T23" fmla="*/ 44 h 141"/>
                  <a:gd name="T24" fmla="*/ 32 w 163"/>
                  <a:gd name="T25" fmla="*/ 53 h 141"/>
                  <a:gd name="T26" fmla="*/ 40 w 163"/>
                  <a:gd name="T27" fmla="*/ 53 h 141"/>
                  <a:gd name="T28" fmla="*/ 43 w 163"/>
                  <a:gd name="T29" fmla="*/ 44 h 141"/>
                  <a:gd name="T30" fmla="*/ 42 w 163"/>
                  <a:gd name="T31" fmla="*/ 20 h 141"/>
                  <a:gd name="T32" fmla="*/ 30 w 163"/>
                  <a:gd name="T33" fmla="*/ 20 h 141"/>
                  <a:gd name="T34" fmla="*/ 90 w 163"/>
                  <a:gd name="T35" fmla="*/ 105 h 141"/>
                  <a:gd name="T36" fmla="*/ 101 w 163"/>
                  <a:gd name="T37" fmla="*/ 79 h 141"/>
                  <a:gd name="T38" fmla="*/ 127 w 163"/>
                  <a:gd name="T39" fmla="*/ 70 h 141"/>
                  <a:gd name="T40" fmla="*/ 153 w 163"/>
                  <a:gd name="T41" fmla="*/ 79 h 141"/>
                  <a:gd name="T42" fmla="*/ 163 w 163"/>
                  <a:gd name="T43" fmla="*/ 105 h 141"/>
                  <a:gd name="T44" fmla="*/ 153 w 163"/>
                  <a:gd name="T45" fmla="*/ 131 h 141"/>
                  <a:gd name="T46" fmla="*/ 127 w 163"/>
                  <a:gd name="T47" fmla="*/ 141 h 141"/>
                  <a:gd name="T48" fmla="*/ 101 w 163"/>
                  <a:gd name="T49" fmla="*/ 131 h 141"/>
                  <a:gd name="T50" fmla="*/ 90 w 163"/>
                  <a:gd name="T51" fmla="*/ 105 h 141"/>
                  <a:gd name="T52" fmla="*/ 119 w 163"/>
                  <a:gd name="T53" fmla="*/ 114 h 141"/>
                  <a:gd name="T54" fmla="*/ 123 w 163"/>
                  <a:gd name="T55" fmla="*/ 123 h 141"/>
                  <a:gd name="T56" fmla="*/ 130 w 163"/>
                  <a:gd name="T57" fmla="*/ 123 h 141"/>
                  <a:gd name="T58" fmla="*/ 134 w 163"/>
                  <a:gd name="T59" fmla="*/ 114 h 141"/>
                  <a:gd name="T60" fmla="*/ 133 w 163"/>
                  <a:gd name="T61" fmla="*/ 90 h 141"/>
                  <a:gd name="T62" fmla="*/ 121 w 163"/>
                  <a:gd name="T63" fmla="*/ 9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3" h="141">
                    <a:moveTo>
                      <a:pt x="0" y="35"/>
                    </a:moveTo>
                    <a:cubicBezTo>
                      <a:pt x="0" y="29"/>
                      <a:pt x="1" y="24"/>
                      <a:pt x="3" y="20"/>
                    </a:cubicBezTo>
                    <a:cubicBezTo>
                      <a:pt x="4" y="16"/>
                      <a:pt x="7" y="12"/>
                      <a:pt x="10" y="9"/>
                    </a:cubicBezTo>
                    <a:cubicBezTo>
                      <a:pt x="13" y="6"/>
                      <a:pt x="17" y="4"/>
                      <a:pt x="22" y="2"/>
                    </a:cubicBezTo>
                    <a:cubicBezTo>
                      <a:pt x="26" y="0"/>
                      <a:pt x="31" y="0"/>
                      <a:pt x="36" y="0"/>
                    </a:cubicBezTo>
                    <a:cubicBezTo>
                      <a:pt x="42" y="0"/>
                      <a:pt x="46" y="0"/>
                      <a:pt x="51" y="2"/>
                    </a:cubicBezTo>
                    <a:cubicBezTo>
                      <a:pt x="55" y="4"/>
                      <a:pt x="59" y="6"/>
                      <a:pt x="62" y="9"/>
                    </a:cubicBezTo>
                    <a:cubicBezTo>
                      <a:pt x="66" y="12"/>
                      <a:pt x="68" y="16"/>
                      <a:pt x="70" y="20"/>
                    </a:cubicBezTo>
                    <a:cubicBezTo>
                      <a:pt x="72" y="24"/>
                      <a:pt x="72" y="29"/>
                      <a:pt x="72" y="35"/>
                    </a:cubicBezTo>
                    <a:cubicBezTo>
                      <a:pt x="72" y="41"/>
                      <a:pt x="72" y="46"/>
                      <a:pt x="70" y="50"/>
                    </a:cubicBezTo>
                    <a:cubicBezTo>
                      <a:pt x="68" y="55"/>
                      <a:pt x="66" y="58"/>
                      <a:pt x="62" y="61"/>
                    </a:cubicBezTo>
                    <a:cubicBezTo>
                      <a:pt x="59" y="64"/>
                      <a:pt x="55" y="67"/>
                      <a:pt x="51" y="68"/>
                    </a:cubicBezTo>
                    <a:cubicBezTo>
                      <a:pt x="46" y="70"/>
                      <a:pt x="42" y="71"/>
                      <a:pt x="36" y="71"/>
                    </a:cubicBezTo>
                    <a:cubicBezTo>
                      <a:pt x="31" y="71"/>
                      <a:pt x="26" y="70"/>
                      <a:pt x="22" y="68"/>
                    </a:cubicBezTo>
                    <a:cubicBezTo>
                      <a:pt x="17" y="67"/>
                      <a:pt x="13" y="64"/>
                      <a:pt x="10" y="61"/>
                    </a:cubicBezTo>
                    <a:cubicBezTo>
                      <a:pt x="7" y="58"/>
                      <a:pt x="4" y="55"/>
                      <a:pt x="3" y="50"/>
                    </a:cubicBezTo>
                    <a:cubicBezTo>
                      <a:pt x="1" y="46"/>
                      <a:pt x="0" y="41"/>
                      <a:pt x="0" y="35"/>
                    </a:cubicBezTo>
                    <a:close/>
                    <a:moveTo>
                      <a:pt x="118" y="2"/>
                    </a:moveTo>
                    <a:cubicBezTo>
                      <a:pt x="145" y="2"/>
                      <a:pt x="145" y="2"/>
                      <a:pt x="145" y="2"/>
                    </a:cubicBezTo>
                    <a:cubicBezTo>
                      <a:pt x="44" y="139"/>
                      <a:pt x="44" y="139"/>
                      <a:pt x="44" y="139"/>
                    </a:cubicBezTo>
                    <a:cubicBezTo>
                      <a:pt x="18" y="139"/>
                      <a:pt x="18" y="139"/>
                      <a:pt x="18" y="139"/>
                    </a:cubicBezTo>
                    <a:lnTo>
                      <a:pt x="118" y="2"/>
                    </a:lnTo>
                    <a:close/>
                    <a:moveTo>
                      <a:pt x="29" y="35"/>
                    </a:moveTo>
                    <a:cubicBezTo>
                      <a:pt x="29" y="39"/>
                      <a:pt x="29" y="42"/>
                      <a:pt x="29" y="44"/>
                    </a:cubicBezTo>
                    <a:cubicBezTo>
                      <a:pt x="29" y="47"/>
                      <a:pt x="30" y="49"/>
                      <a:pt x="30" y="50"/>
                    </a:cubicBezTo>
                    <a:cubicBezTo>
                      <a:pt x="31" y="52"/>
                      <a:pt x="31" y="53"/>
                      <a:pt x="32" y="53"/>
                    </a:cubicBezTo>
                    <a:cubicBezTo>
                      <a:pt x="33" y="54"/>
                      <a:pt x="35" y="54"/>
                      <a:pt x="36" y="54"/>
                    </a:cubicBezTo>
                    <a:cubicBezTo>
                      <a:pt x="38" y="54"/>
                      <a:pt x="39" y="54"/>
                      <a:pt x="40" y="53"/>
                    </a:cubicBezTo>
                    <a:cubicBezTo>
                      <a:pt x="41" y="53"/>
                      <a:pt x="42" y="52"/>
                      <a:pt x="42" y="50"/>
                    </a:cubicBezTo>
                    <a:cubicBezTo>
                      <a:pt x="43" y="49"/>
                      <a:pt x="43" y="47"/>
                      <a:pt x="43" y="44"/>
                    </a:cubicBezTo>
                    <a:cubicBezTo>
                      <a:pt x="44" y="42"/>
                      <a:pt x="44" y="39"/>
                      <a:pt x="44" y="35"/>
                    </a:cubicBezTo>
                    <a:cubicBezTo>
                      <a:pt x="44" y="28"/>
                      <a:pt x="43" y="23"/>
                      <a:pt x="42" y="20"/>
                    </a:cubicBezTo>
                    <a:cubicBezTo>
                      <a:pt x="41" y="18"/>
                      <a:pt x="39" y="16"/>
                      <a:pt x="36" y="16"/>
                    </a:cubicBezTo>
                    <a:cubicBezTo>
                      <a:pt x="33" y="16"/>
                      <a:pt x="31" y="18"/>
                      <a:pt x="30" y="20"/>
                    </a:cubicBezTo>
                    <a:cubicBezTo>
                      <a:pt x="29" y="23"/>
                      <a:pt x="29" y="28"/>
                      <a:pt x="29" y="35"/>
                    </a:cubicBezTo>
                    <a:close/>
                    <a:moveTo>
                      <a:pt x="90" y="105"/>
                    </a:moveTo>
                    <a:cubicBezTo>
                      <a:pt x="90" y="99"/>
                      <a:pt x="91" y="94"/>
                      <a:pt x="93" y="90"/>
                    </a:cubicBezTo>
                    <a:cubicBezTo>
                      <a:pt x="95" y="86"/>
                      <a:pt x="97" y="82"/>
                      <a:pt x="101" y="79"/>
                    </a:cubicBezTo>
                    <a:cubicBezTo>
                      <a:pt x="104" y="76"/>
                      <a:pt x="108" y="74"/>
                      <a:pt x="112" y="72"/>
                    </a:cubicBezTo>
                    <a:cubicBezTo>
                      <a:pt x="116" y="70"/>
                      <a:pt x="121" y="70"/>
                      <a:pt x="127" y="70"/>
                    </a:cubicBezTo>
                    <a:cubicBezTo>
                      <a:pt x="132" y="70"/>
                      <a:pt x="137" y="70"/>
                      <a:pt x="141" y="72"/>
                    </a:cubicBezTo>
                    <a:cubicBezTo>
                      <a:pt x="146" y="74"/>
                      <a:pt x="150" y="76"/>
                      <a:pt x="153" y="79"/>
                    </a:cubicBezTo>
                    <a:cubicBezTo>
                      <a:pt x="156" y="82"/>
                      <a:pt x="158" y="86"/>
                      <a:pt x="160" y="90"/>
                    </a:cubicBezTo>
                    <a:cubicBezTo>
                      <a:pt x="162" y="94"/>
                      <a:pt x="163" y="99"/>
                      <a:pt x="163" y="105"/>
                    </a:cubicBezTo>
                    <a:cubicBezTo>
                      <a:pt x="163" y="111"/>
                      <a:pt x="162" y="116"/>
                      <a:pt x="160" y="120"/>
                    </a:cubicBezTo>
                    <a:cubicBezTo>
                      <a:pt x="158" y="125"/>
                      <a:pt x="156" y="128"/>
                      <a:pt x="153" y="131"/>
                    </a:cubicBezTo>
                    <a:cubicBezTo>
                      <a:pt x="150" y="134"/>
                      <a:pt x="146" y="137"/>
                      <a:pt x="141" y="138"/>
                    </a:cubicBezTo>
                    <a:cubicBezTo>
                      <a:pt x="137" y="140"/>
                      <a:pt x="132" y="141"/>
                      <a:pt x="127" y="141"/>
                    </a:cubicBezTo>
                    <a:cubicBezTo>
                      <a:pt x="121" y="141"/>
                      <a:pt x="116" y="140"/>
                      <a:pt x="112" y="138"/>
                    </a:cubicBezTo>
                    <a:cubicBezTo>
                      <a:pt x="108" y="137"/>
                      <a:pt x="104" y="134"/>
                      <a:pt x="101" y="131"/>
                    </a:cubicBezTo>
                    <a:cubicBezTo>
                      <a:pt x="97" y="128"/>
                      <a:pt x="95" y="125"/>
                      <a:pt x="93" y="120"/>
                    </a:cubicBezTo>
                    <a:cubicBezTo>
                      <a:pt x="91" y="116"/>
                      <a:pt x="90" y="111"/>
                      <a:pt x="90" y="105"/>
                    </a:cubicBezTo>
                    <a:close/>
                    <a:moveTo>
                      <a:pt x="119" y="105"/>
                    </a:moveTo>
                    <a:cubicBezTo>
                      <a:pt x="119" y="109"/>
                      <a:pt x="119" y="112"/>
                      <a:pt x="119" y="114"/>
                    </a:cubicBezTo>
                    <a:cubicBezTo>
                      <a:pt x="119" y="117"/>
                      <a:pt x="120" y="119"/>
                      <a:pt x="120" y="120"/>
                    </a:cubicBezTo>
                    <a:cubicBezTo>
                      <a:pt x="121" y="122"/>
                      <a:pt x="122" y="123"/>
                      <a:pt x="123" y="123"/>
                    </a:cubicBezTo>
                    <a:cubicBezTo>
                      <a:pt x="124" y="124"/>
                      <a:pt x="125" y="124"/>
                      <a:pt x="127" y="124"/>
                    </a:cubicBezTo>
                    <a:cubicBezTo>
                      <a:pt x="128" y="124"/>
                      <a:pt x="129" y="124"/>
                      <a:pt x="130" y="123"/>
                    </a:cubicBezTo>
                    <a:cubicBezTo>
                      <a:pt x="131" y="123"/>
                      <a:pt x="132" y="122"/>
                      <a:pt x="133" y="120"/>
                    </a:cubicBezTo>
                    <a:cubicBezTo>
                      <a:pt x="133" y="119"/>
                      <a:pt x="134" y="117"/>
                      <a:pt x="134" y="114"/>
                    </a:cubicBezTo>
                    <a:cubicBezTo>
                      <a:pt x="134" y="112"/>
                      <a:pt x="134" y="109"/>
                      <a:pt x="134" y="105"/>
                    </a:cubicBezTo>
                    <a:cubicBezTo>
                      <a:pt x="134" y="98"/>
                      <a:pt x="134" y="93"/>
                      <a:pt x="133" y="90"/>
                    </a:cubicBezTo>
                    <a:cubicBezTo>
                      <a:pt x="132" y="88"/>
                      <a:pt x="130" y="86"/>
                      <a:pt x="127" y="86"/>
                    </a:cubicBezTo>
                    <a:cubicBezTo>
                      <a:pt x="124" y="86"/>
                      <a:pt x="122" y="88"/>
                      <a:pt x="121" y="90"/>
                    </a:cubicBezTo>
                    <a:cubicBezTo>
                      <a:pt x="120" y="93"/>
                      <a:pt x="119" y="98"/>
                      <a:pt x="119" y="105"/>
                    </a:cubicBezTo>
                    <a:close/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0" name="Freeform 139"/>
              <p:cNvSpPr>
                <a:spLocks/>
              </p:cNvSpPr>
              <p:nvPr/>
            </p:nvSpPr>
            <p:spPr bwMode="auto">
              <a:xfrm>
                <a:off x="2969200" y="2617625"/>
                <a:ext cx="555605" cy="649758"/>
              </a:xfrm>
              <a:custGeom>
                <a:avLst/>
                <a:gdLst>
                  <a:gd name="T0" fmla="*/ 232 w 398"/>
                  <a:gd name="T1" fmla="*/ 75 h 465"/>
                  <a:gd name="T2" fmla="*/ 250 w 398"/>
                  <a:gd name="T3" fmla="*/ 4 h 465"/>
                  <a:gd name="T4" fmla="*/ 197 w 398"/>
                  <a:gd name="T5" fmla="*/ 28 h 465"/>
                  <a:gd name="T6" fmla="*/ 172 w 398"/>
                  <a:gd name="T7" fmla="*/ 25 h 465"/>
                  <a:gd name="T8" fmla="*/ 141 w 398"/>
                  <a:gd name="T9" fmla="*/ 22 h 465"/>
                  <a:gd name="T10" fmla="*/ 93 w 398"/>
                  <a:gd name="T11" fmla="*/ 45 h 465"/>
                  <a:gd name="T12" fmla="*/ 70 w 398"/>
                  <a:gd name="T13" fmla="*/ 43 h 465"/>
                  <a:gd name="T14" fmla="*/ 24 w 398"/>
                  <a:gd name="T15" fmla="*/ 50 h 465"/>
                  <a:gd name="T16" fmla="*/ 65 w 398"/>
                  <a:gd name="T17" fmla="*/ 107 h 465"/>
                  <a:gd name="T18" fmla="*/ 5 w 398"/>
                  <a:gd name="T19" fmla="*/ 282 h 465"/>
                  <a:gd name="T20" fmla="*/ 216 w 398"/>
                  <a:gd name="T21" fmla="*/ 438 h 465"/>
                  <a:gd name="T22" fmla="*/ 358 w 398"/>
                  <a:gd name="T23" fmla="*/ 218 h 465"/>
                  <a:gd name="T24" fmla="*/ 232 w 398"/>
                  <a:gd name="T25" fmla="*/ 75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8" h="465">
                    <a:moveTo>
                      <a:pt x="232" y="75"/>
                    </a:moveTo>
                    <a:cubicBezTo>
                      <a:pt x="232" y="75"/>
                      <a:pt x="284" y="9"/>
                      <a:pt x="250" y="4"/>
                    </a:cubicBezTo>
                    <a:cubicBezTo>
                      <a:pt x="216" y="0"/>
                      <a:pt x="214" y="25"/>
                      <a:pt x="197" y="28"/>
                    </a:cubicBezTo>
                    <a:cubicBezTo>
                      <a:pt x="188" y="30"/>
                      <a:pt x="181" y="27"/>
                      <a:pt x="172" y="25"/>
                    </a:cubicBezTo>
                    <a:cubicBezTo>
                      <a:pt x="163" y="22"/>
                      <a:pt x="153" y="19"/>
                      <a:pt x="141" y="22"/>
                    </a:cubicBezTo>
                    <a:cubicBezTo>
                      <a:pt x="109" y="28"/>
                      <a:pt x="108" y="44"/>
                      <a:pt x="93" y="45"/>
                    </a:cubicBezTo>
                    <a:cubicBezTo>
                      <a:pt x="85" y="45"/>
                      <a:pt x="78" y="44"/>
                      <a:pt x="70" y="43"/>
                    </a:cubicBezTo>
                    <a:cubicBezTo>
                      <a:pt x="55" y="41"/>
                      <a:pt x="39" y="39"/>
                      <a:pt x="24" y="50"/>
                    </a:cubicBezTo>
                    <a:cubicBezTo>
                      <a:pt x="1" y="67"/>
                      <a:pt x="65" y="107"/>
                      <a:pt x="65" y="107"/>
                    </a:cubicBezTo>
                    <a:cubicBezTo>
                      <a:pt x="65" y="107"/>
                      <a:pt x="0" y="183"/>
                      <a:pt x="5" y="282"/>
                    </a:cubicBezTo>
                    <a:cubicBezTo>
                      <a:pt x="10" y="381"/>
                      <a:pt x="66" y="465"/>
                      <a:pt x="216" y="438"/>
                    </a:cubicBezTo>
                    <a:cubicBezTo>
                      <a:pt x="366" y="410"/>
                      <a:pt x="398" y="324"/>
                      <a:pt x="358" y="218"/>
                    </a:cubicBezTo>
                    <a:cubicBezTo>
                      <a:pt x="318" y="112"/>
                      <a:pt x="232" y="75"/>
                      <a:pt x="232" y="75"/>
                    </a:cubicBezTo>
                  </a:path>
                </a:pathLst>
              </a:custGeom>
              <a:solidFill>
                <a:srgbClr val="4E7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1" name="Freeform 140"/>
              <p:cNvSpPr>
                <a:spLocks/>
              </p:cNvSpPr>
              <p:nvPr/>
            </p:nvSpPr>
            <p:spPr bwMode="auto">
              <a:xfrm>
                <a:off x="3133709" y="2848351"/>
                <a:ext cx="199687" cy="256592"/>
              </a:xfrm>
              <a:custGeom>
                <a:avLst/>
                <a:gdLst>
                  <a:gd name="T0" fmla="*/ 67 w 143"/>
                  <a:gd name="T1" fmla="*/ 0 h 184"/>
                  <a:gd name="T2" fmla="*/ 43 w 143"/>
                  <a:gd name="T3" fmla="*/ 4 h 184"/>
                  <a:gd name="T4" fmla="*/ 47 w 143"/>
                  <a:gd name="T5" fmla="*/ 24 h 184"/>
                  <a:gd name="T6" fmla="*/ 27 w 143"/>
                  <a:gd name="T7" fmla="*/ 30 h 184"/>
                  <a:gd name="T8" fmla="*/ 12 w 143"/>
                  <a:gd name="T9" fmla="*/ 42 h 184"/>
                  <a:gd name="T10" fmla="*/ 2 w 143"/>
                  <a:gd name="T11" fmla="*/ 57 h 184"/>
                  <a:gd name="T12" fmla="*/ 1 w 143"/>
                  <a:gd name="T13" fmla="*/ 75 h 184"/>
                  <a:gd name="T14" fmla="*/ 11 w 143"/>
                  <a:gd name="T15" fmla="*/ 96 h 184"/>
                  <a:gd name="T16" fmla="*/ 27 w 143"/>
                  <a:gd name="T17" fmla="*/ 107 h 184"/>
                  <a:gd name="T18" fmla="*/ 46 w 143"/>
                  <a:gd name="T19" fmla="*/ 112 h 184"/>
                  <a:gd name="T20" fmla="*/ 65 w 143"/>
                  <a:gd name="T21" fmla="*/ 113 h 184"/>
                  <a:gd name="T22" fmla="*/ 79 w 143"/>
                  <a:gd name="T23" fmla="*/ 116 h 184"/>
                  <a:gd name="T24" fmla="*/ 86 w 143"/>
                  <a:gd name="T25" fmla="*/ 123 h 184"/>
                  <a:gd name="T26" fmla="*/ 84 w 143"/>
                  <a:gd name="T27" fmla="*/ 129 h 184"/>
                  <a:gd name="T28" fmla="*/ 74 w 143"/>
                  <a:gd name="T29" fmla="*/ 134 h 184"/>
                  <a:gd name="T30" fmla="*/ 69 w 143"/>
                  <a:gd name="T31" fmla="*/ 134 h 184"/>
                  <a:gd name="T32" fmla="*/ 55 w 143"/>
                  <a:gd name="T33" fmla="*/ 131 h 184"/>
                  <a:gd name="T34" fmla="*/ 41 w 143"/>
                  <a:gd name="T35" fmla="*/ 115 h 184"/>
                  <a:gd name="T36" fmla="*/ 11 w 143"/>
                  <a:gd name="T37" fmla="*/ 121 h 184"/>
                  <a:gd name="T38" fmla="*/ 20 w 143"/>
                  <a:gd name="T39" fmla="*/ 172 h 184"/>
                  <a:gd name="T40" fmla="*/ 51 w 143"/>
                  <a:gd name="T41" fmla="*/ 166 h 184"/>
                  <a:gd name="T42" fmla="*/ 49 w 143"/>
                  <a:gd name="T43" fmla="*/ 158 h 184"/>
                  <a:gd name="T44" fmla="*/ 72 w 143"/>
                  <a:gd name="T45" fmla="*/ 163 h 184"/>
                  <a:gd name="T46" fmla="*/ 76 w 143"/>
                  <a:gd name="T47" fmla="*/ 184 h 184"/>
                  <a:gd name="T48" fmla="*/ 99 w 143"/>
                  <a:gd name="T49" fmla="*/ 179 h 184"/>
                  <a:gd name="T50" fmla="*/ 96 w 143"/>
                  <a:gd name="T51" fmla="*/ 160 h 184"/>
                  <a:gd name="T52" fmla="*/ 116 w 143"/>
                  <a:gd name="T53" fmla="*/ 153 h 184"/>
                  <a:gd name="T54" fmla="*/ 131 w 143"/>
                  <a:gd name="T55" fmla="*/ 143 h 184"/>
                  <a:gd name="T56" fmla="*/ 140 w 143"/>
                  <a:gd name="T57" fmla="*/ 128 h 184"/>
                  <a:gd name="T58" fmla="*/ 141 w 143"/>
                  <a:gd name="T59" fmla="*/ 109 h 184"/>
                  <a:gd name="T60" fmla="*/ 132 w 143"/>
                  <a:gd name="T61" fmla="*/ 88 h 184"/>
                  <a:gd name="T62" fmla="*/ 115 w 143"/>
                  <a:gd name="T63" fmla="*/ 77 h 184"/>
                  <a:gd name="T64" fmla="*/ 96 w 143"/>
                  <a:gd name="T65" fmla="*/ 72 h 184"/>
                  <a:gd name="T66" fmla="*/ 77 w 143"/>
                  <a:gd name="T67" fmla="*/ 71 h 184"/>
                  <a:gd name="T68" fmla="*/ 62 w 143"/>
                  <a:gd name="T69" fmla="*/ 68 h 184"/>
                  <a:gd name="T70" fmla="*/ 55 w 143"/>
                  <a:gd name="T71" fmla="*/ 62 h 184"/>
                  <a:gd name="T72" fmla="*/ 57 w 143"/>
                  <a:gd name="T73" fmla="*/ 55 h 184"/>
                  <a:gd name="T74" fmla="*/ 67 w 143"/>
                  <a:gd name="T75" fmla="*/ 51 h 184"/>
                  <a:gd name="T76" fmla="*/ 71 w 143"/>
                  <a:gd name="T77" fmla="*/ 50 h 184"/>
                  <a:gd name="T78" fmla="*/ 76 w 143"/>
                  <a:gd name="T79" fmla="*/ 51 h 184"/>
                  <a:gd name="T80" fmla="*/ 85 w 143"/>
                  <a:gd name="T81" fmla="*/ 54 h 184"/>
                  <a:gd name="T82" fmla="*/ 93 w 143"/>
                  <a:gd name="T83" fmla="*/ 60 h 184"/>
                  <a:gd name="T84" fmla="*/ 98 w 143"/>
                  <a:gd name="T85" fmla="*/ 68 h 184"/>
                  <a:gd name="T86" fmla="*/ 128 w 143"/>
                  <a:gd name="T87" fmla="*/ 62 h 184"/>
                  <a:gd name="T88" fmla="*/ 119 w 143"/>
                  <a:gd name="T89" fmla="*/ 13 h 184"/>
                  <a:gd name="T90" fmla="*/ 89 w 143"/>
                  <a:gd name="T91" fmla="*/ 18 h 184"/>
                  <a:gd name="T92" fmla="*/ 90 w 143"/>
                  <a:gd name="T93" fmla="*/ 27 h 184"/>
                  <a:gd name="T94" fmla="*/ 82 w 143"/>
                  <a:gd name="T95" fmla="*/ 24 h 184"/>
                  <a:gd name="T96" fmla="*/ 71 w 143"/>
                  <a:gd name="T97" fmla="*/ 22 h 184"/>
                  <a:gd name="T98" fmla="*/ 67 w 143"/>
                  <a:gd name="T99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43" h="184">
                    <a:moveTo>
                      <a:pt x="67" y="0"/>
                    </a:moveTo>
                    <a:cubicBezTo>
                      <a:pt x="43" y="4"/>
                      <a:pt x="43" y="4"/>
                      <a:pt x="43" y="4"/>
                    </a:cubicBezTo>
                    <a:cubicBezTo>
                      <a:pt x="47" y="24"/>
                      <a:pt x="47" y="24"/>
                      <a:pt x="47" y="24"/>
                    </a:cubicBezTo>
                    <a:cubicBezTo>
                      <a:pt x="40" y="25"/>
                      <a:pt x="33" y="27"/>
                      <a:pt x="27" y="30"/>
                    </a:cubicBezTo>
                    <a:cubicBezTo>
                      <a:pt x="21" y="34"/>
                      <a:pt x="16" y="37"/>
                      <a:pt x="12" y="42"/>
                    </a:cubicBezTo>
                    <a:cubicBezTo>
                      <a:pt x="7" y="46"/>
                      <a:pt x="4" y="51"/>
                      <a:pt x="2" y="57"/>
                    </a:cubicBezTo>
                    <a:cubicBezTo>
                      <a:pt x="0" y="62"/>
                      <a:pt x="0" y="69"/>
                      <a:pt x="1" y="75"/>
                    </a:cubicBezTo>
                    <a:cubicBezTo>
                      <a:pt x="3" y="84"/>
                      <a:pt x="6" y="91"/>
                      <a:pt x="11" y="96"/>
                    </a:cubicBezTo>
                    <a:cubicBezTo>
                      <a:pt x="16" y="101"/>
                      <a:pt x="21" y="105"/>
                      <a:pt x="27" y="107"/>
                    </a:cubicBezTo>
                    <a:cubicBezTo>
                      <a:pt x="33" y="110"/>
                      <a:pt x="39" y="111"/>
                      <a:pt x="46" y="112"/>
                    </a:cubicBezTo>
                    <a:cubicBezTo>
                      <a:pt x="53" y="112"/>
                      <a:pt x="59" y="113"/>
                      <a:pt x="65" y="113"/>
                    </a:cubicBezTo>
                    <a:cubicBezTo>
                      <a:pt x="70" y="114"/>
                      <a:pt x="75" y="115"/>
                      <a:pt x="79" y="116"/>
                    </a:cubicBezTo>
                    <a:cubicBezTo>
                      <a:pt x="83" y="117"/>
                      <a:pt x="86" y="120"/>
                      <a:pt x="86" y="123"/>
                    </a:cubicBezTo>
                    <a:cubicBezTo>
                      <a:pt x="87" y="125"/>
                      <a:pt x="86" y="127"/>
                      <a:pt x="84" y="129"/>
                    </a:cubicBezTo>
                    <a:cubicBezTo>
                      <a:pt x="82" y="131"/>
                      <a:pt x="79" y="133"/>
                      <a:pt x="74" y="134"/>
                    </a:cubicBezTo>
                    <a:cubicBezTo>
                      <a:pt x="72" y="134"/>
                      <a:pt x="71" y="134"/>
                      <a:pt x="69" y="134"/>
                    </a:cubicBezTo>
                    <a:cubicBezTo>
                      <a:pt x="64" y="134"/>
                      <a:pt x="59" y="133"/>
                      <a:pt x="55" y="131"/>
                    </a:cubicBezTo>
                    <a:cubicBezTo>
                      <a:pt x="49" y="128"/>
                      <a:pt x="44" y="122"/>
                      <a:pt x="41" y="115"/>
                    </a:cubicBezTo>
                    <a:cubicBezTo>
                      <a:pt x="11" y="121"/>
                      <a:pt x="11" y="121"/>
                      <a:pt x="11" y="121"/>
                    </a:cubicBezTo>
                    <a:cubicBezTo>
                      <a:pt x="20" y="172"/>
                      <a:pt x="20" y="172"/>
                      <a:pt x="20" y="172"/>
                    </a:cubicBezTo>
                    <a:cubicBezTo>
                      <a:pt x="51" y="166"/>
                      <a:pt x="51" y="166"/>
                      <a:pt x="51" y="166"/>
                    </a:cubicBezTo>
                    <a:cubicBezTo>
                      <a:pt x="49" y="158"/>
                      <a:pt x="49" y="158"/>
                      <a:pt x="49" y="158"/>
                    </a:cubicBezTo>
                    <a:cubicBezTo>
                      <a:pt x="57" y="161"/>
                      <a:pt x="65" y="162"/>
                      <a:pt x="72" y="163"/>
                    </a:cubicBezTo>
                    <a:cubicBezTo>
                      <a:pt x="76" y="184"/>
                      <a:pt x="76" y="184"/>
                      <a:pt x="76" y="184"/>
                    </a:cubicBezTo>
                    <a:cubicBezTo>
                      <a:pt x="99" y="179"/>
                      <a:pt x="99" y="179"/>
                      <a:pt x="99" y="179"/>
                    </a:cubicBezTo>
                    <a:cubicBezTo>
                      <a:pt x="96" y="160"/>
                      <a:pt x="96" y="160"/>
                      <a:pt x="96" y="160"/>
                    </a:cubicBezTo>
                    <a:cubicBezTo>
                      <a:pt x="103" y="158"/>
                      <a:pt x="109" y="156"/>
                      <a:pt x="116" y="153"/>
                    </a:cubicBezTo>
                    <a:cubicBezTo>
                      <a:pt x="122" y="151"/>
                      <a:pt x="127" y="147"/>
                      <a:pt x="131" y="143"/>
                    </a:cubicBezTo>
                    <a:cubicBezTo>
                      <a:pt x="135" y="139"/>
                      <a:pt x="138" y="134"/>
                      <a:pt x="140" y="128"/>
                    </a:cubicBezTo>
                    <a:cubicBezTo>
                      <a:pt x="142" y="123"/>
                      <a:pt x="143" y="116"/>
                      <a:pt x="141" y="109"/>
                    </a:cubicBezTo>
                    <a:cubicBezTo>
                      <a:pt x="140" y="100"/>
                      <a:pt x="136" y="93"/>
                      <a:pt x="132" y="88"/>
                    </a:cubicBezTo>
                    <a:cubicBezTo>
                      <a:pt x="127" y="83"/>
                      <a:pt x="121" y="79"/>
                      <a:pt x="115" y="77"/>
                    </a:cubicBezTo>
                    <a:cubicBezTo>
                      <a:pt x="109" y="74"/>
                      <a:pt x="103" y="73"/>
                      <a:pt x="96" y="72"/>
                    </a:cubicBezTo>
                    <a:cubicBezTo>
                      <a:pt x="89" y="72"/>
                      <a:pt x="83" y="71"/>
                      <a:pt x="77" y="71"/>
                    </a:cubicBezTo>
                    <a:cubicBezTo>
                      <a:pt x="71" y="70"/>
                      <a:pt x="66" y="69"/>
                      <a:pt x="62" y="68"/>
                    </a:cubicBezTo>
                    <a:cubicBezTo>
                      <a:pt x="58" y="67"/>
                      <a:pt x="55" y="65"/>
                      <a:pt x="55" y="62"/>
                    </a:cubicBezTo>
                    <a:cubicBezTo>
                      <a:pt x="54" y="59"/>
                      <a:pt x="55" y="56"/>
                      <a:pt x="57" y="55"/>
                    </a:cubicBezTo>
                    <a:cubicBezTo>
                      <a:pt x="60" y="53"/>
                      <a:pt x="63" y="51"/>
                      <a:pt x="67" y="51"/>
                    </a:cubicBezTo>
                    <a:cubicBezTo>
                      <a:pt x="68" y="50"/>
                      <a:pt x="70" y="50"/>
                      <a:pt x="71" y="50"/>
                    </a:cubicBezTo>
                    <a:cubicBezTo>
                      <a:pt x="73" y="50"/>
                      <a:pt x="74" y="50"/>
                      <a:pt x="76" y="51"/>
                    </a:cubicBezTo>
                    <a:cubicBezTo>
                      <a:pt x="79" y="51"/>
                      <a:pt x="82" y="52"/>
                      <a:pt x="85" y="54"/>
                    </a:cubicBezTo>
                    <a:cubicBezTo>
                      <a:pt x="88" y="55"/>
                      <a:pt x="90" y="57"/>
                      <a:pt x="93" y="60"/>
                    </a:cubicBezTo>
                    <a:cubicBezTo>
                      <a:pt x="95" y="62"/>
                      <a:pt x="97" y="65"/>
                      <a:pt x="98" y="68"/>
                    </a:cubicBezTo>
                    <a:cubicBezTo>
                      <a:pt x="128" y="62"/>
                      <a:pt x="128" y="62"/>
                      <a:pt x="128" y="6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89" y="18"/>
                      <a:pt x="89" y="18"/>
                      <a:pt x="89" y="18"/>
                    </a:cubicBezTo>
                    <a:cubicBezTo>
                      <a:pt x="90" y="27"/>
                      <a:pt x="90" y="27"/>
                      <a:pt x="90" y="27"/>
                    </a:cubicBezTo>
                    <a:cubicBezTo>
                      <a:pt x="88" y="26"/>
                      <a:pt x="85" y="25"/>
                      <a:pt x="82" y="24"/>
                    </a:cubicBezTo>
                    <a:cubicBezTo>
                      <a:pt x="78" y="23"/>
                      <a:pt x="75" y="23"/>
                      <a:pt x="71" y="22"/>
                    </a:cubicBezTo>
                    <a:cubicBezTo>
                      <a:pt x="67" y="0"/>
                      <a:pt x="67" y="0"/>
                      <a:pt x="67" y="0"/>
                    </a:cubicBezTo>
                  </a:path>
                </a:pathLst>
              </a:custGeom>
              <a:solidFill>
                <a:srgbClr val="A7BB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2" name="Freeform 141"/>
              <p:cNvSpPr>
                <a:spLocks/>
              </p:cNvSpPr>
              <p:nvPr/>
            </p:nvSpPr>
            <p:spPr bwMode="auto">
              <a:xfrm>
                <a:off x="3043694" y="2705570"/>
                <a:ext cx="265904" cy="77599"/>
              </a:xfrm>
              <a:custGeom>
                <a:avLst/>
                <a:gdLst>
                  <a:gd name="T0" fmla="*/ 89 w 190"/>
                  <a:gd name="T1" fmla="*/ 44 h 55"/>
                  <a:gd name="T2" fmla="*/ 12 w 190"/>
                  <a:gd name="T3" fmla="*/ 55 h 55"/>
                  <a:gd name="T4" fmla="*/ 0 w 190"/>
                  <a:gd name="T5" fmla="*/ 45 h 55"/>
                  <a:gd name="T6" fmla="*/ 10 w 190"/>
                  <a:gd name="T7" fmla="*/ 33 h 55"/>
                  <a:gd name="T8" fmla="*/ 175 w 190"/>
                  <a:gd name="T9" fmla="*/ 2 h 55"/>
                  <a:gd name="T10" fmla="*/ 188 w 190"/>
                  <a:gd name="T11" fmla="*/ 9 h 55"/>
                  <a:gd name="T12" fmla="*/ 181 w 190"/>
                  <a:gd name="T13" fmla="*/ 22 h 55"/>
                  <a:gd name="T14" fmla="*/ 89 w 190"/>
                  <a:gd name="T15" fmla="*/ 4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0" h="55">
                    <a:moveTo>
                      <a:pt x="89" y="44"/>
                    </a:moveTo>
                    <a:cubicBezTo>
                      <a:pt x="66" y="49"/>
                      <a:pt x="40" y="52"/>
                      <a:pt x="12" y="55"/>
                    </a:cubicBezTo>
                    <a:cubicBezTo>
                      <a:pt x="6" y="55"/>
                      <a:pt x="1" y="51"/>
                      <a:pt x="0" y="45"/>
                    </a:cubicBezTo>
                    <a:cubicBezTo>
                      <a:pt x="0" y="39"/>
                      <a:pt x="4" y="34"/>
                      <a:pt x="10" y="33"/>
                    </a:cubicBezTo>
                    <a:cubicBezTo>
                      <a:pt x="98" y="26"/>
                      <a:pt x="174" y="2"/>
                      <a:pt x="175" y="2"/>
                    </a:cubicBezTo>
                    <a:cubicBezTo>
                      <a:pt x="181" y="0"/>
                      <a:pt x="186" y="3"/>
                      <a:pt x="188" y="9"/>
                    </a:cubicBezTo>
                    <a:cubicBezTo>
                      <a:pt x="190" y="14"/>
                      <a:pt x="187" y="20"/>
                      <a:pt x="181" y="22"/>
                    </a:cubicBezTo>
                    <a:cubicBezTo>
                      <a:pt x="179" y="23"/>
                      <a:pt x="142" y="35"/>
                      <a:pt x="89" y="44"/>
                    </a:cubicBez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9" name="Freeform 148"/>
              <p:cNvSpPr>
                <a:spLocks/>
              </p:cNvSpPr>
              <p:nvPr/>
            </p:nvSpPr>
            <p:spPr bwMode="auto">
              <a:xfrm>
                <a:off x="4328725" y="2440700"/>
                <a:ext cx="207964" cy="191410"/>
              </a:xfrm>
              <a:custGeom>
                <a:avLst/>
                <a:gdLst>
                  <a:gd name="T0" fmla="*/ 74 w 149"/>
                  <a:gd name="T1" fmla="*/ 0 h 137"/>
                  <a:gd name="T2" fmla="*/ 67 w 149"/>
                  <a:gd name="T3" fmla="*/ 5 h 137"/>
                  <a:gd name="T4" fmla="*/ 56 w 149"/>
                  <a:gd name="T5" fmla="*/ 28 h 137"/>
                  <a:gd name="T6" fmla="*/ 35 w 149"/>
                  <a:gd name="T7" fmla="*/ 44 h 137"/>
                  <a:gd name="T8" fmla="*/ 10 w 149"/>
                  <a:gd name="T9" fmla="*/ 47 h 137"/>
                  <a:gd name="T10" fmla="*/ 5 w 149"/>
                  <a:gd name="T11" fmla="*/ 60 h 137"/>
                  <a:gd name="T12" fmla="*/ 24 w 149"/>
                  <a:gd name="T13" fmla="*/ 78 h 137"/>
                  <a:gd name="T14" fmla="*/ 32 w 149"/>
                  <a:gd name="T15" fmla="*/ 103 h 137"/>
                  <a:gd name="T16" fmla="*/ 28 w 149"/>
                  <a:gd name="T17" fmla="*/ 128 h 137"/>
                  <a:gd name="T18" fmla="*/ 33 w 149"/>
                  <a:gd name="T19" fmla="*/ 137 h 137"/>
                  <a:gd name="T20" fmla="*/ 38 w 149"/>
                  <a:gd name="T21" fmla="*/ 136 h 137"/>
                  <a:gd name="T22" fmla="*/ 61 w 149"/>
                  <a:gd name="T23" fmla="*/ 124 h 137"/>
                  <a:gd name="T24" fmla="*/ 74 w 149"/>
                  <a:gd name="T25" fmla="*/ 121 h 137"/>
                  <a:gd name="T26" fmla="*/ 87 w 149"/>
                  <a:gd name="T27" fmla="*/ 124 h 137"/>
                  <a:gd name="T28" fmla="*/ 110 w 149"/>
                  <a:gd name="T29" fmla="*/ 136 h 137"/>
                  <a:gd name="T30" fmla="*/ 115 w 149"/>
                  <a:gd name="T31" fmla="*/ 137 h 137"/>
                  <a:gd name="T32" fmla="*/ 121 w 149"/>
                  <a:gd name="T33" fmla="*/ 128 h 137"/>
                  <a:gd name="T34" fmla="*/ 116 w 149"/>
                  <a:gd name="T35" fmla="*/ 103 h 137"/>
                  <a:gd name="T36" fmla="*/ 125 w 149"/>
                  <a:gd name="T37" fmla="*/ 78 h 137"/>
                  <a:gd name="T38" fmla="*/ 143 w 149"/>
                  <a:gd name="T39" fmla="*/ 60 h 137"/>
                  <a:gd name="T40" fmla="*/ 139 w 149"/>
                  <a:gd name="T41" fmla="*/ 47 h 137"/>
                  <a:gd name="T42" fmla="*/ 113 w 149"/>
                  <a:gd name="T43" fmla="*/ 44 h 137"/>
                  <a:gd name="T44" fmla="*/ 92 w 149"/>
                  <a:gd name="T45" fmla="*/ 28 h 137"/>
                  <a:gd name="T46" fmla="*/ 81 w 149"/>
                  <a:gd name="T47" fmla="*/ 5 h 137"/>
                  <a:gd name="T48" fmla="*/ 74 w 149"/>
                  <a:gd name="T49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9" h="137">
                    <a:moveTo>
                      <a:pt x="74" y="0"/>
                    </a:moveTo>
                    <a:cubicBezTo>
                      <a:pt x="72" y="0"/>
                      <a:pt x="69" y="1"/>
                      <a:pt x="67" y="5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53" y="35"/>
                      <a:pt x="43" y="42"/>
                      <a:pt x="35" y="44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1" y="48"/>
                      <a:pt x="0" y="54"/>
                      <a:pt x="5" y="60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30" y="83"/>
                      <a:pt x="33" y="95"/>
                      <a:pt x="32" y="103"/>
                    </a:cubicBezTo>
                    <a:cubicBezTo>
                      <a:pt x="28" y="128"/>
                      <a:pt x="28" y="128"/>
                      <a:pt x="28" y="128"/>
                    </a:cubicBezTo>
                    <a:cubicBezTo>
                      <a:pt x="27" y="134"/>
                      <a:pt x="29" y="137"/>
                      <a:pt x="33" y="137"/>
                    </a:cubicBezTo>
                    <a:cubicBezTo>
                      <a:pt x="35" y="137"/>
                      <a:pt x="36" y="137"/>
                      <a:pt x="38" y="136"/>
                    </a:cubicBezTo>
                    <a:cubicBezTo>
                      <a:pt x="61" y="124"/>
                      <a:pt x="61" y="124"/>
                      <a:pt x="61" y="124"/>
                    </a:cubicBezTo>
                    <a:cubicBezTo>
                      <a:pt x="64" y="122"/>
                      <a:pt x="69" y="121"/>
                      <a:pt x="74" y="121"/>
                    </a:cubicBezTo>
                    <a:cubicBezTo>
                      <a:pt x="79" y="121"/>
                      <a:pt x="84" y="122"/>
                      <a:pt x="87" y="124"/>
                    </a:cubicBezTo>
                    <a:cubicBezTo>
                      <a:pt x="110" y="136"/>
                      <a:pt x="110" y="136"/>
                      <a:pt x="110" y="136"/>
                    </a:cubicBezTo>
                    <a:cubicBezTo>
                      <a:pt x="112" y="137"/>
                      <a:pt x="114" y="137"/>
                      <a:pt x="115" y="137"/>
                    </a:cubicBezTo>
                    <a:cubicBezTo>
                      <a:pt x="119" y="137"/>
                      <a:pt x="122" y="134"/>
                      <a:pt x="121" y="128"/>
                    </a:cubicBezTo>
                    <a:cubicBezTo>
                      <a:pt x="116" y="103"/>
                      <a:pt x="116" y="103"/>
                      <a:pt x="116" y="103"/>
                    </a:cubicBezTo>
                    <a:cubicBezTo>
                      <a:pt x="115" y="95"/>
                      <a:pt x="119" y="83"/>
                      <a:pt x="125" y="78"/>
                    </a:cubicBezTo>
                    <a:cubicBezTo>
                      <a:pt x="143" y="60"/>
                      <a:pt x="143" y="60"/>
                      <a:pt x="143" y="60"/>
                    </a:cubicBezTo>
                    <a:cubicBezTo>
                      <a:pt x="149" y="54"/>
                      <a:pt x="147" y="48"/>
                      <a:pt x="139" y="47"/>
                    </a:cubicBezTo>
                    <a:cubicBezTo>
                      <a:pt x="113" y="44"/>
                      <a:pt x="113" y="44"/>
                      <a:pt x="113" y="44"/>
                    </a:cubicBezTo>
                    <a:cubicBezTo>
                      <a:pt x="105" y="42"/>
                      <a:pt x="96" y="35"/>
                      <a:pt x="92" y="28"/>
                    </a:cubicBezTo>
                    <a:cubicBezTo>
                      <a:pt x="81" y="5"/>
                      <a:pt x="81" y="5"/>
                      <a:pt x="81" y="5"/>
                    </a:cubicBezTo>
                    <a:cubicBezTo>
                      <a:pt x="79" y="1"/>
                      <a:pt x="76" y="0"/>
                      <a:pt x="7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0" name="Freeform 149"/>
              <p:cNvSpPr>
                <a:spLocks/>
              </p:cNvSpPr>
              <p:nvPr/>
            </p:nvSpPr>
            <p:spPr bwMode="auto">
              <a:xfrm>
                <a:off x="3443068" y="3131844"/>
                <a:ext cx="208999" cy="191410"/>
              </a:xfrm>
              <a:custGeom>
                <a:avLst/>
                <a:gdLst>
                  <a:gd name="T0" fmla="*/ 74 w 149"/>
                  <a:gd name="T1" fmla="*/ 0 h 137"/>
                  <a:gd name="T2" fmla="*/ 68 w 149"/>
                  <a:gd name="T3" fmla="*/ 6 h 137"/>
                  <a:gd name="T4" fmla="*/ 57 w 149"/>
                  <a:gd name="T5" fmla="*/ 28 h 137"/>
                  <a:gd name="T6" fmla="*/ 35 w 149"/>
                  <a:gd name="T7" fmla="*/ 44 h 137"/>
                  <a:gd name="T8" fmla="*/ 10 w 149"/>
                  <a:gd name="T9" fmla="*/ 48 h 137"/>
                  <a:gd name="T10" fmla="*/ 6 w 149"/>
                  <a:gd name="T11" fmla="*/ 60 h 137"/>
                  <a:gd name="T12" fmla="*/ 24 w 149"/>
                  <a:gd name="T13" fmla="*/ 78 h 137"/>
                  <a:gd name="T14" fmla="*/ 32 w 149"/>
                  <a:gd name="T15" fmla="*/ 103 h 137"/>
                  <a:gd name="T16" fmla="*/ 28 w 149"/>
                  <a:gd name="T17" fmla="*/ 128 h 137"/>
                  <a:gd name="T18" fmla="*/ 33 w 149"/>
                  <a:gd name="T19" fmla="*/ 137 h 137"/>
                  <a:gd name="T20" fmla="*/ 39 w 149"/>
                  <a:gd name="T21" fmla="*/ 136 h 137"/>
                  <a:gd name="T22" fmla="*/ 61 w 149"/>
                  <a:gd name="T23" fmla="*/ 124 h 137"/>
                  <a:gd name="T24" fmla="*/ 74 w 149"/>
                  <a:gd name="T25" fmla="*/ 121 h 137"/>
                  <a:gd name="T26" fmla="*/ 88 w 149"/>
                  <a:gd name="T27" fmla="*/ 124 h 137"/>
                  <a:gd name="T28" fmla="*/ 110 w 149"/>
                  <a:gd name="T29" fmla="*/ 136 h 137"/>
                  <a:gd name="T30" fmla="*/ 116 w 149"/>
                  <a:gd name="T31" fmla="*/ 137 h 137"/>
                  <a:gd name="T32" fmla="*/ 121 w 149"/>
                  <a:gd name="T33" fmla="*/ 128 h 137"/>
                  <a:gd name="T34" fmla="*/ 117 w 149"/>
                  <a:gd name="T35" fmla="*/ 103 h 137"/>
                  <a:gd name="T36" fmla="*/ 125 w 149"/>
                  <a:gd name="T37" fmla="*/ 78 h 137"/>
                  <a:gd name="T38" fmla="*/ 143 w 149"/>
                  <a:gd name="T39" fmla="*/ 60 h 137"/>
                  <a:gd name="T40" fmla="*/ 139 w 149"/>
                  <a:gd name="T41" fmla="*/ 48 h 137"/>
                  <a:gd name="T42" fmla="*/ 114 w 149"/>
                  <a:gd name="T43" fmla="*/ 44 h 137"/>
                  <a:gd name="T44" fmla="*/ 92 w 149"/>
                  <a:gd name="T45" fmla="*/ 28 h 137"/>
                  <a:gd name="T46" fmla="*/ 81 w 149"/>
                  <a:gd name="T47" fmla="*/ 6 h 137"/>
                  <a:gd name="T48" fmla="*/ 74 w 149"/>
                  <a:gd name="T49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9" h="137">
                    <a:moveTo>
                      <a:pt x="74" y="0"/>
                    </a:moveTo>
                    <a:cubicBezTo>
                      <a:pt x="72" y="0"/>
                      <a:pt x="70" y="2"/>
                      <a:pt x="68" y="6"/>
                    </a:cubicBezTo>
                    <a:cubicBezTo>
                      <a:pt x="57" y="28"/>
                      <a:pt x="57" y="28"/>
                      <a:pt x="57" y="28"/>
                    </a:cubicBezTo>
                    <a:cubicBezTo>
                      <a:pt x="53" y="36"/>
                      <a:pt x="43" y="43"/>
                      <a:pt x="35" y="44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2" y="49"/>
                      <a:pt x="0" y="54"/>
                      <a:pt x="6" y="60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30" y="84"/>
                      <a:pt x="34" y="95"/>
                      <a:pt x="32" y="103"/>
                    </a:cubicBezTo>
                    <a:cubicBezTo>
                      <a:pt x="28" y="128"/>
                      <a:pt x="28" y="128"/>
                      <a:pt x="28" y="128"/>
                    </a:cubicBezTo>
                    <a:cubicBezTo>
                      <a:pt x="27" y="134"/>
                      <a:pt x="29" y="137"/>
                      <a:pt x="33" y="137"/>
                    </a:cubicBezTo>
                    <a:cubicBezTo>
                      <a:pt x="35" y="137"/>
                      <a:pt x="37" y="137"/>
                      <a:pt x="39" y="136"/>
                    </a:cubicBezTo>
                    <a:cubicBezTo>
                      <a:pt x="61" y="124"/>
                      <a:pt x="61" y="124"/>
                      <a:pt x="61" y="124"/>
                    </a:cubicBezTo>
                    <a:cubicBezTo>
                      <a:pt x="65" y="122"/>
                      <a:pt x="70" y="121"/>
                      <a:pt x="74" y="121"/>
                    </a:cubicBezTo>
                    <a:cubicBezTo>
                      <a:pt x="79" y="121"/>
                      <a:pt x="84" y="122"/>
                      <a:pt x="88" y="124"/>
                    </a:cubicBezTo>
                    <a:cubicBezTo>
                      <a:pt x="110" y="136"/>
                      <a:pt x="110" y="136"/>
                      <a:pt x="110" y="136"/>
                    </a:cubicBezTo>
                    <a:cubicBezTo>
                      <a:pt x="112" y="137"/>
                      <a:pt x="114" y="137"/>
                      <a:pt x="116" y="137"/>
                    </a:cubicBezTo>
                    <a:cubicBezTo>
                      <a:pt x="120" y="137"/>
                      <a:pt x="122" y="134"/>
                      <a:pt x="121" y="128"/>
                    </a:cubicBezTo>
                    <a:cubicBezTo>
                      <a:pt x="117" y="103"/>
                      <a:pt x="117" y="103"/>
                      <a:pt x="117" y="103"/>
                    </a:cubicBezTo>
                    <a:cubicBezTo>
                      <a:pt x="115" y="95"/>
                      <a:pt x="119" y="84"/>
                      <a:pt x="125" y="78"/>
                    </a:cubicBezTo>
                    <a:cubicBezTo>
                      <a:pt x="143" y="60"/>
                      <a:pt x="143" y="60"/>
                      <a:pt x="143" y="60"/>
                    </a:cubicBezTo>
                    <a:cubicBezTo>
                      <a:pt x="149" y="54"/>
                      <a:pt x="147" y="49"/>
                      <a:pt x="139" y="48"/>
                    </a:cubicBezTo>
                    <a:cubicBezTo>
                      <a:pt x="114" y="44"/>
                      <a:pt x="114" y="44"/>
                      <a:pt x="114" y="44"/>
                    </a:cubicBezTo>
                    <a:cubicBezTo>
                      <a:pt x="106" y="43"/>
                      <a:pt x="96" y="36"/>
                      <a:pt x="92" y="28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79" y="2"/>
                      <a:pt x="77" y="0"/>
                      <a:pt x="7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1" name="Freeform 150"/>
              <p:cNvSpPr>
                <a:spLocks/>
              </p:cNvSpPr>
              <p:nvPr/>
            </p:nvSpPr>
            <p:spPr bwMode="auto">
              <a:xfrm>
                <a:off x="2013187" y="3947145"/>
                <a:ext cx="208999" cy="192444"/>
              </a:xfrm>
              <a:custGeom>
                <a:avLst/>
                <a:gdLst>
                  <a:gd name="T0" fmla="*/ 74 w 149"/>
                  <a:gd name="T1" fmla="*/ 0 h 138"/>
                  <a:gd name="T2" fmla="*/ 68 w 149"/>
                  <a:gd name="T3" fmla="*/ 6 h 138"/>
                  <a:gd name="T4" fmla="*/ 56 w 149"/>
                  <a:gd name="T5" fmla="*/ 29 h 138"/>
                  <a:gd name="T6" fmla="*/ 35 w 149"/>
                  <a:gd name="T7" fmla="*/ 44 h 138"/>
                  <a:gd name="T8" fmla="*/ 10 w 149"/>
                  <a:gd name="T9" fmla="*/ 48 h 138"/>
                  <a:gd name="T10" fmla="*/ 6 w 149"/>
                  <a:gd name="T11" fmla="*/ 61 h 138"/>
                  <a:gd name="T12" fmla="*/ 24 w 149"/>
                  <a:gd name="T13" fmla="*/ 78 h 138"/>
                  <a:gd name="T14" fmla="*/ 32 w 149"/>
                  <a:gd name="T15" fmla="*/ 104 h 138"/>
                  <a:gd name="T16" fmla="*/ 28 w 149"/>
                  <a:gd name="T17" fmla="*/ 129 h 138"/>
                  <a:gd name="T18" fmla="*/ 33 w 149"/>
                  <a:gd name="T19" fmla="*/ 138 h 138"/>
                  <a:gd name="T20" fmla="*/ 38 w 149"/>
                  <a:gd name="T21" fmla="*/ 136 h 138"/>
                  <a:gd name="T22" fmla="*/ 61 w 149"/>
                  <a:gd name="T23" fmla="*/ 125 h 138"/>
                  <a:gd name="T24" fmla="*/ 74 w 149"/>
                  <a:gd name="T25" fmla="*/ 122 h 138"/>
                  <a:gd name="T26" fmla="*/ 88 w 149"/>
                  <a:gd name="T27" fmla="*/ 125 h 138"/>
                  <a:gd name="T28" fmla="*/ 110 w 149"/>
                  <a:gd name="T29" fmla="*/ 136 h 138"/>
                  <a:gd name="T30" fmla="*/ 115 w 149"/>
                  <a:gd name="T31" fmla="*/ 138 h 138"/>
                  <a:gd name="T32" fmla="*/ 121 w 149"/>
                  <a:gd name="T33" fmla="*/ 129 h 138"/>
                  <a:gd name="T34" fmla="*/ 116 w 149"/>
                  <a:gd name="T35" fmla="*/ 104 h 138"/>
                  <a:gd name="T36" fmla="*/ 125 w 149"/>
                  <a:gd name="T37" fmla="*/ 78 h 138"/>
                  <a:gd name="T38" fmla="*/ 143 w 149"/>
                  <a:gd name="T39" fmla="*/ 61 h 138"/>
                  <a:gd name="T40" fmla="*/ 139 w 149"/>
                  <a:gd name="T41" fmla="*/ 48 h 138"/>
                  <a:gd name="T42" fmla="*/ 114 w 149"/>
                  <a:gd name="T43" fmla="*/ 44 h 138"/>
                  <a:gd name="T44" fmla="*/ 92 w 149"/>
                  <a:gd name="T45" fmla="*/ 29 h 138"/>
                  <a:gd name="T46" fmla="*/ 81 w 149"/>
                  <a:gd name="T47" fmla="*/ 6 h 138"/>
                  <a:gd name="T48" fmla="*/ 74 w 149"/>
                  <a:gd name="T49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9" h="138">
                    <a:moveTo>
                      <a:pt x="74" y="0"/>
                    </a:moveTo>
                    <a:cubicBezTo>
                      <a:pt x="72" y="0"/>
                      <a:pt x="69" y="2"/>
                      <a:pt x="68" y="6"/>
                    </a:cubicBezTo>
                    <a:cubicBezTo>
                      <a:pt x="56" y="29"/>
                      <a:pt x="56" y="29"/>
                      <a:pt x="56" y="29"/>
                    </a:cubicBezTo>
                    <a:cubicBezTo>
                      <a:pt x="53" y="36"/>
                      <a:pt x="43" y="43"/>
                      <a:pt x="35" y="44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2" y="49"/>
                      <a:pt x="0" y="55"/>
                      <a:pt x="6" y="61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30" y="84"/>
                      <a:pt x="33" y="95"/>
                      <a:pt x="32" y="104"/>
                    </a:cubicBezTo>
                    <a:cubicBezTo>
                      <a:pt x="28" y="129"/>
                      <a:pt x="28" y="129"/>
                      <a:pt x="28" y="129"/>
                    </a:cubicBezTo>
                    <a:cubicBezTo>
                      <a:pt x="27" y="134"/>
                      <a:pt x="29" y="138"/>
                      <a:pt x="33" y="138"/>
                    </a:cubicBezTo>
                    <a:cubicBezTo>
                      <a:pt x="35" y="138"/>
                      <a:pt x="36" y="137"/>
                      <a:pt x="38" y="136"/>
                    </a:cubicBezTo>
                    <a:cubicBezTo>
                      <a:pt x="61" y="125"/>
                      <a:pt x="61" y="125"/>
                      <a:pt x="61" y="125"/>
                    </a:cubicBezTo>
                    <a:cubicBezTo>
                      <a:pt x="65" y="123"/>
                      <a:pt x="69" y="122"/>
                      <a:pt x="74" y="122"/>
                    </a:cubicBezTo>
                    <a:cubicBezTo>
                      <a:pt x="79" y="122"/>
                      <a:pt x="84" y="123"/>
                      <a:pt x="88" y="125"/>
                    </a:cubicBezTo>
                    <a:cubicBezTo>
                      <a:pt x="110" y="136"/>
                      <a:pt x="110" y="136"/>
                      <a:pt x="110" y="136"/>
                    </a:cubicBezTo>
                    <a:cubicBezTo>
                      <a:pt x="112" y="137"/>
                      <a:pt x="114" y="138"/>
                      <a:pt x="115" y="138"/>
                    </a:cubicBezTo>
                    <a:cubicBezTo>
                      <a:pt x="119" y="138"/>
                      <a:pt x="122" y="134"/>
                      <a:pt x="121" y="129"/>
                    </a:cubicBezTo>
                    <a:cubicBezTo>
                      <a:pt x="116" y="104"/>
                      <a:pt x="116" y="104"/>
                      <a:pt x="116" y="104"/>
                    </a:cubicBezTo>
                    <a:cubicBezTo>
                      <a:pt x="115" y="95"/>
                      <a:pt x="119" y="84"/>
                      <a:pt x="125" y="78"/>
                    </a:cubicBezTo>
                    <a:cubicBezTo>
                      <a:pt x="143" y="61"/>
                      <a:pt x="143" y="61"/>
                      <a:pt x="143" y="61"/>
                    </a:cubicBezTo>
                    <a:cubicBezTo>
                      <a:pt x="149" y="55"/>
                      <a:pt x="147" y="49"/>
                      <a:pt x="139" y="48"/>
                    </a:cubicBezTo>
                    <a:cubicBezTo>
                      <a:pt x="114" y="44"/>
                      <a:pt x="114" y="44"/>
                      <a:pt x="114" y="44"/>
                    </a:cubicBezTo>
                    <a:cubicBezTo>
                      <a:pt x="105" y="43"/>
                      <a:pt x="96" y="36"/>
                      <a:pt x="92" y="29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79" y="2"/>
                      <a:pt x="77" y="0"/>
                      <a:pt x="7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2" name="Freeform 151"/>
              <p:cNvSpPr>
                <a:spLocks/>
              </p:cNvSpPr>
              <p:nvPr/>
            </p:nvSpPr>
            <p:spPr bwMode="auto">
              <a:xfrm>
                <a:off x="5270253" y="3272556"/>
                <a:ext cx="207964" cy="193479"/>
              </a:xfrm>
              <a:custGeom>
                <a:avLst/>
                <a:gdLst>
                  <a:gd name="T0" fmla="*/ 75 w 149"/>
                  <a:gd name="T1" fmla="*/ 0 h 138"/>
                  <a:gd name="T2" fmla="*/ 68 w 149"/>
                  <a:gd name="T3" fmla="*/ 6 h 138"/>
                  <a:gd name="T4" fmla="*/ 57 w 149"/>
                  <a:gd name="T5" fmla="*/ 28 h 138"/>
                  <a:gd name="T6" fmla="*/ 36 w 149"/>
                  <a:gd name="T7" fmla="*/ 44 h 138"/>
                  <a:gd name="T8" fmla="*/ 10 w 149"/>
                  <a:gd name="T9" fmla="*/ 48 h 138"/>
                  <a:gd name="T10" fmla="*/ 6 w 149"/>
                  <a:gd name="T11" fmla="*/ 60 h 138"/>
                  <a:gd name="T12" fmla="*/ 24 w 149"/>
                  <a:gd name="T13" fmla="*/ 78 h 138"/>
                  <a:gd name="T14" fmla="*/ 33 w 149"/>
                  <a:gd name="T15" fmla="*/ 103 h 138"/>
                  <a:gd name="T16" fmla="*/ 28 w 149"/>
                  <a:gd name="T17" fmla="*/ 128 h 138"/>
                  <a:gd name="T18" fmla="*/ 34 w 149"/>
                  <a:gd name="T19" fmla="*/ 138 h 138"/>
                  <a:gd name="T20" fmla="*/ 39 w 149"/>
                  <a:gd name="T21" fmla="*/ 136 h 138"/>
                  <a:gd name="T22" fmla="*/ 62 w 149"/>
                  <a:gd name="T23" fmla="*/ 124 h 138"/>
                  <a:gd name="T24" fmla="*/ 75 w 149"/>
                  <a:gd name="T25" fmla="*/ 121 h 138"/>
                  <a:gd name="T26" fmla="*/ 88 w 149"/>
                  <a:gd name="T27" fmla="*/ 124 h 138"/>
                  <a:gd name="T28" fmla="*/ 111 w 149"/>
                  <a:gd name="T29" fmla="*/ 136 h 138"/>
                  <a:gd name="T30" fmla="*/ 116 w 149"/>
                  <a:gd name="T31" fmla="*/ 138 h 138"/>
                  <a:gd name="T32" fmla="*/ 121 w 149"/>
                  <a:gd name="T33" fmla="*/ 128 h 138"/>
                  <a:gd name="T34" fmla="*/ 117 w 149"/>
                  <a:gd name="T35" fmla="*/ 103 h 138"/>
                  <a:gd name="T36" fmla="*/ 125 w 149"/>
                  <a:gd name="T37" fmla="*/ 78 h 138"/>
                  <a:gd name="T38" fmla="*/ 143 w 149"/>
                  <a:gd name="T39" fmla="*/ 60 h 138"/>
                  <a:gd name="T40" fmla="*/ 139 w 149"/>
                  <a:gd name="T41" fmla="*/ 48 h 138"/>
                  <a:gd name="T42" fmla="*/ 114 w 149"/>
                  <a:gd name="T43" fmla="*/ 44 h 138"/>
                  <a:gd name="T44" fmla="*/ 93 w 149"/>
                  <a:gd name="T45" fmla="*/ 28 h 138"/>
                  <a:gd name="T46" fmla="*/ 82 w 149"/>
                  <a:gd name="T47" fmla="*/ 6 h 138"/>
                  <a:gd name="T48" fmla="*/ 75 w 149"/>
                  <a:gd name="T49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9" h="138">
                    <a:moveTo>
                      <a:pt x="75" y="0"/>
                    </a:moveTo>
                    <a:cubicBezTo>
                      <a:pt x="73" y="0"/>
                      <a:pt x="70" y="2"/>
                      <a:pt x="68" y="6"/>
                    </a:cubicBezTo>
                    <a:cubicBezTo>
                      <a:pt x="57" y="28"/>
                      <a:pt x="57" y="28"/>
                      <a:pt x="57" y="28"/>
                    </a:cubicBezTo>
                    <a:cubicBezTo>
                      <a:pt x="53" y="36"/>
                      <a:pt x="44" y="43"/>
                      <a:pt x="36" y="44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2" y="49"/>
                      <a:pt x="0" y="54"/>
                      <a:pt x="6" y="60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30" y="84"/>
                      <a:pt x="34" y="95"/>
                      <a:pt x="33" y="103"/>
                    </a:cubicBezTo>
                    <a:cubicBezTo>
                      <a:pt x="28" y="128"/>
                      <a:pt x="28" y="128"/>
                      <a:pt x="28" y="128"/>
                    </a:cubicBezTo>
                    <a:cubicBezTo>
                      <a:pt x="27" y="134"/>
                      <a:pt x="30" y="138"/>
                      <a:pt x="34" y="138"/>
                    </a:cubicBezTo>
                    <a:cubicBezTo>
                      <a:pt x="35" y="138"/>
                      <a:pt x="37" y="137"/>
                      <a:pt x="39" y="136"/>
                    </a:cubicBezTo>
                    <a:cubicBezTo>
                      <a:pt x="62" y="124"/>
                      <a:pt x="62" y="124"/>
                      <a:pt x="62" y="124"/>
                    </a:cubicBezTo>
                    <a:cubicBezTo>
                      <a:pt x="65" y="122"/>
                      <a:pt x="70" y="121"/>
                      <a:pt x="75" y="121"/>
                    </a:cubicBezTo>
                    <a:cubicBezTo>
                      <a:pt x="80" y="121"/>
                      <a:pt x="85" y="122"/>
                      <a:pt x="88" y="124"/>
                    </a:cubicBezTo>
                    <a:cubicBezTo>
                      <a:pt x="111" y="136"/>
                      <a:pt x="111" y="136"/>
                      <a:pt x="111" y="136"/>
                    </a:cubicBezTo>
                    <a:cubicBezTo>
                      <a:pt x="113" y="137"/>
                      <a:pt x="114" y="138"/>
                      <a:pt x="116" y="138"/>
                    </a:cubicBezTo>
                    <a:cubicBezTo>
                      <a:pt x="120" y="138"/>
                      <a:pt x="122" y="134"/>
                      <a:pt x="121" y="128"/>
                    </a:cubicBezTo>
                    <a:cubicBezTo>
                      <a:pt x="117" y="103"/>
                      <a:pt x="117" y="103"/>
                      <a:pt x="117" y="103"/>
                    </a:cubicBezTo>
                    <a:cubicBezTo>
                      <a:pt x="116" y="95"/>
                      <a:pt x="119" y="84"/>
                      <a:pt x="125" y="78"/>
                    </a:cubicBezTo>
                    <a:cubicBezTo>
                      <a:pt x="143" y="60"/>
                      <a:pt x="143" y="60"/>
                      <a:pt x="143" y="60"/>
                    </a:cubicBezTo>
                    <a:cubicBezTo>
                      <a:pt x="149" y="54"/>
                      <a:pt x="148" y="49"/>
                      <a:pt x="139" y="48"/>
                    </a:cubicBezTo>
                    <a:cubicBezTo>
                      <a:pt x="114" y="44"/>
                      <a:pt x="114" y="44"/>
                      <a:pt x="114" y="44"/>
                    </a:cubicBezTo>
                    <a:cubicBezTo>
                      <a:pt x="106" y="43"/>
                      <a:pt x="96" y="36"/>
                      <a:pt x="93" y="28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0" y="2"/>
                      <a:pt x="77" y="0"/>
                      <a:pt x="75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3" name="Freeform 152"/>
              <p:cNvSpPr>
                <a:spLocks/>
              </p:cNvSpPr>
              <p:nvPr/>
            </p:nvSpPr>
            <p:spPr bwMode="auto">
              <a:xfrm>
                <a:off x="4208706" y="2643491"/>
                <a:ext cx="121054" cy="111742"/>
              </a:xfrm>
              <a:custGeom>
                <a:avLst/>
                <a:gdLst>
                  <a:gd name="T0" fmla="*/ 43 w 87"/>
                  <a:gd name="T1" fmla="*/ 0 h 80"/>
                  <a:gd name="T2" fmla="*/ 39 w 87"/>
                  <a:gd name="T3" fmla="*/ 3 h 80"/>
                  <a:gd name="T4" fmla="*/ 33 w 87"/>
                  <a:gd name="T5" fmla="*/ 17 h 80"/>
                  <a:gd name="T6" fmla="*/ 20 w 87"/>
                  <a:gd name="T7" fmla="*/ 26 h 80"/>
                  <a:gd name="T8" fmla="*/ 6 w 87"/>
                  <a:gd name="T9" fmla="*/ 28 h 80"/>
                  <a:gd name="T10" fmla="*/ 3 w 87"/>
                  <a:gd name="T11" fmla="*/ 35 h 80"/>
                  <a:gd name="T12" fmla="*/ 14 w 87"/>
                  <a:gd name="T13" fmla="*/ 46 h 80"/>
                  <a:gd name="T14" fmla="*/ 19 w 87"/>
                  <a:gd name="T15" fmla="*/ 60 h 80"/>
                  <a:gd name="T16" fmla="*/ 16 w 87"/>
                  <a:gd name="T17" fmla="*/ 75 h 80"/>
                  <a:gd name="T18" fmla="*/ 19 w 87"/>
                  <a:gd name="T19" fmla="*/ 80 h 80"/>
                  <a:gd name="T20" fmla="*/ 22 w 87"/>
                  <a:gd name="T21" fmla="*/ 79 h 80"/>
                  <a:gd name="T22" fmla="*/ 35 w 87"/>
                  <a:gd name="T23" fmla="*/ 72 h 80"/>
                  <a:gd name="T24" fmla="*/ 43 w 87"/>
                  <a:gd name="T25" fmla="*/ 71 h 80"/>
                  <a:gd name="T26" fmla="*/ 51 w 87"/>
                  <a:gd name="T27" fmla="*/ 72 h 80"/>
                  <a:gd name="T28" fmla="*/ 64 w 87"/>
                  <a:gd name="T29" fmla="*/ 79 h 80"/>
                  <a:gd name="T30" fmla="*/ 67 w 87"/>
                  <a:gd name="T31" fmla="*/ 80 h 80"/>
                  <a:gd name="T32" fmla="*/ 70 w 87"/>
                  <a:gd name="T33" fmla="*/ 75 h 80"/>
                  <a:gd name="T34" fmla="*/ 68 w 87"/>
                  <a:gd name="T35" fmla="*/ 60 h 80"/>
                  <a:gd name="T36" fmla="*/ 73 w 87"/>
                  <a:gd name="T37" fmla="*/ 46 h 80"/>
                  <a:gd name="T38" fmla="*/ 83 w 87"/>
                  <a:gd name="T39" fmla="*/ 35 h 80"/>
                  <a:gd name="T40" fmla="*/ 81 w 87"/>
                  <a:gd name="T41" fmla="*/ 28 h 80"/>
                  <a:gd name="T42" fmla="*/ 66 w 87"/>
                  <a:gd name="T43" fmla="*/ 26 h 80"/>
                  <a:gd name="T44" fmla="*/ 54 w 87"/>
                  <a:gd name="T45" fmla="*/ 17 h 80"/>
                  <a:gd name="T46" fmla="*/ 47 w 87"/>
                  <a:gd name="T47" fmla="*/ 3 h 80"/>
                  <a:gd name="T48" fmla="*/ 43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3" y="0"/>
                    </a:moveTo>
                    <a:cubicBezTo>
                      <a:pt x="42" y="0"/>
                      <a:pt x="40" y="1"/>
                      <a:pt x="39" y="3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21"/>
                      <a:pt x="25" y="25"/>
                      <a:pt x="20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9"/>
                      <a:pt x="0" y="32"/>
                      <a:pt x="3" y="35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7" y="49"/>
                      <a:pt x="19" y="56"/>
                      <a:pt x="19" y="60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8"/>
                      <a:pt x="17" y="80"/>
                      <a:pt x="19" y="80"/>
                    </a:cubicBezTo>
                    <a:cubicBezTo>
                      <a:pt x="20" y="80"/>
                      <a:pt x="21" y="80"/>
                      <a:pt x="22" y="79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8" y="71"/>
                      <a:pt x="40" y="71"/>
                      <a:pt x="43" y="71"/>
                    </a:cubicBezTo>
                    <a:cubicBezTo>
                      <a:pt x="46" y="71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5" y="80"/>
                      <a:pt x="66" y="80"/>
                      <a:pt x="67" y="80"/>
                    </a:cubicBezTo>
                    <a:cubicBezTo>
                      <a:pt x="70" y="80"/>
                      <a:pt x="71" y="78"/>
                      <a:pt x="70" y="75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6"/>
                      <a:pt x="69" y="49"/>
                      <a:pt x="73" y="46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7" y="32"/>
                      <a:pt x="86" y="29"/>
                      <a:pt x="81" y="28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1" y="25"/>
                      <a:pt x="56" y="21"/>
                      <a:pt x="54" y="17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5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4" name="Freeform 153"/>
              <p:cNvSpPr>
                <a:spLocks/>
              </p:cNvSpPr>
              <p:nvPr/>
            </p:nvSpPr>
            <p:spPr bwMode="auto">
              <a:xfrm>
                <a:off x="2763306" y="2774891"/>
                <a:ext cx="122088" cy="111742"/>
              </a:xfrm>
              <a:custGeom>
                <a:avLst/>
                <a:gdLst>
                  <a:gd name="T0" fmla="*/ 43 w 87"/>
                  <a:gd name="T1" fmla="*/ 0 h 80"/>
                  <a:gd name="T2" fmla="*/ 39 w 87"/>
                  <a:gd name="T3" fmla="*/ 4 h 80"/>
                  <a:gd name="T4" fmla="*/ 33 w 87"/>
                  <a:gd name="T5" fmla="*/ 17 h 80"/>
                  <a:gd name="T6" fmla="*/ 20 w 87"/>
                  <a:gd name="T7" fmla="*/ 26 h 80"/>
                  <a:gd name="T8" fmla="*/ 6 w 87"/>
                  <a:gd name="T9" fmla="*/ 28 h 80"/>
                  <a:gd name="T10" fmla="*/ 3 w 87"/>
                  <a:gd name="T11" fmla="*/ 35 h 80"/>
                  <a:gd name="T12" fmla="*/ 14 w 87"/>
                  <a:gd name="T13" fmla="*/ 46 h 80"/>
                  <a:gd name="T14" fmla="*/ 19 w 87"/>
                  <a:gd name="T15" fmla="*/ 60 h 80"/>
                  <a:gd name="T16" fmla="*/ 16 w 87"/>
                  <a:gd name="T17" fmla="*/ 75 h 80"/>
                  <a:gd name="T18" fmla="*/ 19 w 87"/>
                  <a:gd name="T19" fmla="*/ 80 h 80"/>
                  <a:gd name="T20" fmla="*/ 22 w 87"/>
                  <a:gd name="T21" fmla="*/ 80 h 80"/>
                  <a:gd name="T22" fmla="*/ 36 w 87"/>
                  <a:gd name="T23" fmla="*/ 73 h 80"/>
                  <a:gd name="T24" fmla="*/ 43 w 87"/>
                  <a:gd name="T25" fmla="*/ 71 h 80"/>
                  <a:gd name="T26" fmla="*/ 51 w 87"/>
                  <a:gd name="T27" fmla="*/ 73 h 80"/>
                  <a:gd name="T28" fmla="*/ 64 w 87"/>
                  <a:gd name="T29" fmla="*/ 80 h 80"/>
                  <a:gd name="T30" fmla="*/ 67 w 87"/>
                  <a:gd name="T31" fmla="*/ 80 h 80"/>
                  <a:gd name="T32" fmla="*/ 70 w 87"/>
                  <a:gd name="T33" fmla="*/ 75 h 80"/>
                  <a:gd name="T34" fmla="*/ 68 w 87"/>
                  <a:gd name="T35" fmla="*/ 60 h 80"/>
                  <a:gd name="T36" fmla="*/ 73 w 87"/>
                  <a:gd name="T37" fmla="*/ 46 h 80"/>
                  <a:gd name="T38" fmla="*/ 83 w 87"/>
                  <a:gd name="T39" fmla="*/ 35 h 80"/>
                  <a:gd name="T40" fmla="*/ 81 w 87"/>
                  <a:gd name="T41" fmla="*/ 28 h 80"/>
                  <a:gd name="T42" fmla="*/ 66 w 87"/>
                  <a:gd name="T43" fmla="*/ 26 h 80"/>
                  <a:gd name="T44" fmla="*/ 54 w 87"/>
                  <a:gd name="T45" fmla="*/ 17 h 80"/>
                  <a:gd name="T46" fmla="*/ 47 w 87"/>
                  <a:gd name="T47" fmla="*/ 4 h 80"/>
                  <a:gd name="T48" fmla="*/ 43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3" y="0"/>
                    </a:moveTo>
                    <a:cubicBezTo>
                      <a:pt x="42" y="0"/>
                      <a:pt x="40" y="1"/>
                      <a:pt x="39" y="4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21"/>
                      <a:pt x="25" y="25"/>
                      <a:pt x="20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9"/>
                      <a:pt x="0" y="32"/>
                      <a:pt x="3" y="35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7" y="49"/>
                      <a:pt x="20" y="56"/>
                      <a:pt x="19" y="60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8"/>
                      <a:pt x="17" y="80"/>
                      <a:pt x="19" y="80"/>
                    </a:cubicBezTo>
                    <a:cubicBezTo>
                      <a:pt x="20" y="80"/>
                      <a:pt x="21" y="80"/>
                      <a:pt x="22" y="80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8" y="72"/>
                      <a:pt x="40" y="71"/>
                      <a:pt x="43" y="71"/>
                    </a:cubicBezTo>
                    <a:cubicBezTo>
                      <a:pt x="46" y="71"/>
                      <a:pt x="49" y="72"/>
                      <a:pt x="51" y="73"/>
                    </a:cubicBezTo>
                    <a:cubicBezTo>
                      <a:pt x="64" y="80"/>
                      <a:pt x="64" y="80"/>
                      <a:pt x="64" y="80"/>
                    </a:cubicBezTo>
                    <a:cubicBezTo>
                      <a:pt x="65" y="80"/>
                      <a:pt x="66" y="80"/>
                      <a:pt x="67" y="80"/>
                    </a:cubicBezTo>
                    <a:cubicBezTo>
                      <a:pt x="70" y="80"/>
                      <a:pt x="71" y="78"/>
                      <a:pt x="70" y="75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6"/>
                      <a:pt x="69" y="49"/>
                      <a:pt x="73" y="46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7" y="32"/>
                      <a:pt x="86" y="29"/>
                      <a:pt x="81" y="28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1" y="25"/>
                      <a:pt x="56" y="21"/>
                      <a:pt x="54" y="17"/>
                    </a:cubicBezTo>
                    <a:cubicBezTo>
                      <a:pt x="47" y="4"/>
                      <a:pt x="47" y="4"/>
                      <a:pt x="47" y="4"/>
                    </a:cubicBezTo>
                    <a:cubicBezTo>
                      <a:pt x="46" y="1"/>
                      <a:pt x="45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5" name="Freeform 154"/>
              <p:cNvSpPr>
                <a:spLocks/>
              </p:cNvSpPr>
              <p:nvPr/>
            </p:nvSpPr>
            <p:spPr bwMode="auto">
              <a:xfrm>
                <a:off x="2288403" y="3418441"/>
                <a:ext cx="120019" cy="111742"/>
              </a:xfrm>
              <a:custGeom>
                <a:avLst/>
                <a:gdLst>
                  <a:gd name="T0" fmla="*/ 43 w 86"/>
                  <a:gd name="T1" fmla="*/ 0 h 80"/>
                  <a:gd name="T2" fmla="*/ 39 w 86"/>
                  <a:gd name="T3" fmla="*/ 3 h 80"/>
                  <a:gd name="T4" fmla="*/ 33 w 86"/>
                  <a:gd name="T5" fmla="*/ 16 h 80"/>
                  <a:gd name="T6" fmla="*/ 20 w 86"/>
                  <a:gd name="T7" fmla="*/ 25 h 80"/>
                  <a:gd name="T8" fmla="*/ 5 w 86"/>
                  <a:gd name="T9" fmla="*/ 27 h 80"/>
                  <a:gd name="T10" fmla="*/ 3 w 86"/>
                  <a:gd name="T11" fmla="*/ 35 h 80"/>
                  <a:gd name="T12" fmla="*/ 14 w 86"/>
                  <a:gd name="T13" fmla="*/ 45 h 80"/>
                  <a:gd name="T14" fmla="*/ 18 w 86"/>
                  <a:gd name="T15" fmla="*/ 60 h 80"/>
                  <a:gd name="T16" fmla="*/ 16 w 86"/>
                  <a:gd name="T17" fmla="*/ 74 h 80"/>
                  <a:gd name="T18" fmla="*/ 19 w 86"/>
                  <a:gd name="T19" fmla="*/ 80 h 80"/>
                  <a:gd name="T20" fmla="*/ 22 w 86"/>
                  <a:gd name="T21" fmla="*/ 79 h 80"/>
                  <a:gd name="T22" fmla="*/ 35 w 86"/>
                  <a:gd name="T23" fmla="*/ 72 h 80"/>
                  <a:gd name="T24" fmla="*/ 43 w 86"/>
                  <a:gd name="T25" fmla="*/ 70 h 80"/>
                  <a:gd name="T26" fmla="*/ 51 w 86"/>
                  <a:gd name="T27" fmla="*/ 72 h 80"/>
                  <a:gd name="T28" fmla="*/ 64 w 86"/>
                  <a:gd name="T29" fmla="*/ 79 h 80"/>
                  <a:gd name="T30" fmla="*/ 67 w 86"/>
                  <a:gd name="T31" fmla="*/ 80 h 80"/>
                  <a:gd name="T32" fmla="*/ 70 w 86"/>
                  <a:gd name="T33" fmla="*/ 74 h 80"/>
                  <a:gd name="T34" fmla="*/ 68 w 86"/>
                  <a:gd name="T35" fmla="*/ 60 h 80"/>
                  <a:gd name="T36" fmla="*/ 72 w 86"/>
                  <a:gd name="T37" fmla="*/ 45 h 80"/>
                  <a:gd name="T38" fmla="*/ 83 w 86"/>
                  <a:gd name="T39" fmla="*/ 35 h 80"/>
                  <a:gd name="T40" fmla="*/ 81 w 86"/>
                  <a:gd name="T41" fmla="*/ 27 h 80"/>
                  <a:gd name="T42" fmla="*/ 66 w 86"/>
                  <a:gd name="T43" fmla="*/ 25 h 80"/>
                  <a:gd name="T44" fmla="*/ 53 w 86"/>
                  <a:gd name="T45" fmla="*/ 16 h 80"/>
                  <a:gd name="T46" fmla="*/ 47 w 86"/>
                  <a:gd name="T47" fmla="*/ 3 h 80"/>
                  <a:gd name="T48" fmla="*/ 43 w 86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6" h="80">
                    <a:moveTo>
                      <a:pt x="43" y="0"/>
                    </a:moveTo>
                    <a:cubicBezTo>
                      <a:pt x="42" y="0"/>
                      <a:pt x="40" y="1"/>
                      <a:pt x="39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0"/>
                      <a:pt x="25" y="24"/>
                      <a:pt x="20" y="25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8"/>
                      <a:pt x="0" y="31"/>
                      <a:pt x="3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7" y="48"/>
                      <a:pt x="19" y="55"/>
                      <a:pt x="18" y="60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8"/>
                      <a:pt x="17" y="80"/>
                      <a:pt x="19" y="80"/>
                    </a:cubicBezTo>
                    <a:cubicBezTo>
                      <a:pt x="20" y="80"/>
                      <a:pt x="21" y="79"/>
                      <a:pt x="22" y="79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7" y="71"/>
                      <a:pt x="40" y="70"/>
                      <a:pt x="43" y="70"/>
                    </a:cubicBezTo>
                    <a:cubicBezTo>
                      <a:pt x="46" y="70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5" y="79"/>
                      <a:pt x="66" y="80"/>
                      <a:pt x="67" y="80"/>
                    </a:cubicBezTo>
                    <a:cubicBezTo>
                      <a:pt x="69" y="80"/>
                      <a:pt x="71" y="78"/>
                      <a:pt x="70" y="74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5"/>
                      <a:pt x="69" y="48"/>
                      <a:pt x="72" y="45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6" y="31"/>
                      <a:pt x="85" y="28"/>
                      <a:pt x="81" y="27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61" y="24"/>
                      <a:pt x="56" y="20"/>
                      <a:pt x="53" y="1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4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6" name="Freeform 155"/>
              <p:cNvSpPr>
                <a:spLocks/>
              </p:cNvSpPr>
              <p:nvPr/>
            </p:nvSpPr>
            <p:spPr bwMode="auto">
              <a:xfrm>
                <a:off x="2274953" y="3180472"/>
                <a:ext cx="121054" cy="111742"/>
              </a:xfrm>
              <a:custGeom>
                <a:avLst/>
                <a:gdLst>
                  <a:gd name="T0" fmla="*/ 44 w 87"/>
                  <a:gd name="T1" fmla="*/ 0 h 80"/>
                  <a:gd name="T2" fmla="*/ 40 w 87"/>
                  <a:gd name="T3" fmla="*/ 3 h 80"/>
                  <a:gd name="T4" fmla="*/ 33 w 87"/>
                  <a:gd name="T5" fmla="*/ 16 h 80"/>
                  <a:gd name="T6" fmla="*/ 21 w 87"/>
                  <a:gd name="T7" fmla="*/ 25 h 80"/>
                  <a:gd name="T8" fmla="*/ 6 w 87"/>
                  <a:gd name="T9" fmla="*/ 28 h 80"/>
                  <a:gd name="T10" fmla="*/ 4 w 87"/>
                  <a:gd name="T11" fmla="*/ 35 h 80"/>
                  <a:gd name="T12" fmla="*/ 14 w 87"/>
                  <a:gd name="T13" fmla="*/ 45 h 80"/>
                  <a:gd name="T14" fmla="*/ 19 w 87"/>
                  <a:gd name="T15" fmla="*/ 60 h 80"/>
                  <a:gd name="T16" fmla="*/ 17 w 87"/>
                  <a:gd name="T17" fmla="*/ 75 h 80"/>
                  <a:gd name="T18" fmla="*/ 20 w 87"/>
                  <a:gd name="T19" fmla="*/ 80 h 80"/>
                  <a:gd name="T20" fmla="*/ 23 w 87"/>
                  <a:gd name="T21" fmla="*/ 79 h 80"/>
                  <a:gd name="T22" fmla="*/ 36 w 87"/>
                  <a:gd name="T23" fmla="*/ 72 h 80"/>
                  <a:gd name="T24" fmla="*/ 44 w 87"/>
                  <a:gd name="T25" fmla="*/ 71 h 80"/>
                  <a:gd name="T26" fmla="*/ 52 w 87"/>
                  <a:gd name="T27" fmla="*/ 72 h 80"/>
                  <a:gd name="T28" fmla="*/ 65 w 87"/>
                  <a:gd name="T29" fmla="*/ 79 h 80"/>
                  <a:gd name="T30" fmla="*/ 68 w 87"/>
                  <a:gd name="T31" fmla="*/ 80 h 80"/>
                  <a:gd name="T32" fmla="*/ 71 w 87"/>
                  <a:gd name="T33" fmla="*/ 75 h 80"/>
                  <a:gd name="T34" fmla="*/ 68 w 87"/>
                  <a:gd name="T35" fmla="*/ 60 h 80"/>
                  <a:gd name="T36" fmla="*/ 73 w 87"/>
                  <a:gd name="T37" fmla="*/ 45 h 80"/>
                  <a:gd name="T38" fmla="*/ 84 w 87"/>
                  <a:gd name="T39" fmla="*/ 35 h 80"/>
                  <a:gd name="T40" fmla="*/ 81 w 87"/>
                  <a:gd name="T41" fmla="*/ 28 h 80"/>
                  <a:gd name="T42" fmla="*/ 67 w 87"/>
                  <a:gd name="T43" fmla="*/ 25 h 80"/>
                  <a:gd name="T44" fmla="*/ 54 w 87"/>
                  <a:gd name="T45" fmla="*/ 16 h 80"/>
                  <a:gd name="T46" fmla="*/ 48 w 87"/>
                  <a:gd name="T47" fmla="*/ 3 h 80"/>
                  <a:gd name="T48" fmla="*/ 44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4" y="0"/>
                    </a:moveTo>
                    <a:cubicBezTo>
                      <a:pt x="42" y="0"/>
                      <a:pt x="41" y="1"/>
                      <a:pt x="40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1"/>
                      <a:pt x="26" y="25"/>
                      <a:pt x="21" y="25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8"/>
                      <a:pt x="0" y="32"/>
                      <a:pt x="4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8" y="49"/>
                      <a:pt x="20" y="55"/>
                      <a:pt x="19" y="60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8"/>
                      <a:pt x="17" y="80"/>
                      <a:pt x="20" y="80"/>
                    </a:cubicBezTo>
                    <a:cubicBezTo>
                      <a:pt x="21" y="80"/>
                      <a:pt x="22" y="80"/>
                      <a:pt x="23" y="79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38" y="71"/>
                      <a:pt x="41" y="71"/>
                      <a:pt x="44" y="71"/>
                    </a:cubicBezTo>
                    <a:cubicBezTo>
                      <a:pt x="47" y="71"/>
                      <a:pt x="49" y="71"/>
                      <a:pt x="52" y="72"/>
                    </a:cubicBezTo>
                    <a:cubicBezTo>
                      <a:pt x="65" y="79"/>
                      <a:pt x="65" y="79"/>
                      <a:pt x="65" y="79"/>
                    </a:cubicBezTo>
                    <a:cubicBezTo>
                      <a:pt x="66" y="80"/>
                      <a:pt x="67" y="80"/>
                      <a:pt x="68" y="80"/>
                    </a:cubicBezTo>
                    <a:cubicBezTo>
                      <a:pt x="70" y="80"/>
                      <a:pt x="72" y="78"/>
                      <a:pt x="71" y="75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8" y="55"/>
                      <a:pt x="70" y="49"/>
                      <a:pt x="73" y="45"/>
                    </a:cubicBezTo>
                    <a:cubicBezTo>
                      <a:pt x="84" y="35"/>
                      <a:pt x="84" y="35"/>
                      <a:pt x="84" y="35"/>
                    </a:cubicBezTo>
                    <a:cubicBezTo>
                      <a:pt x="87" y="32"/>
                      <a:pt x="86" y="28"/>
                      <a:pt x="81" y="28"/>
                    </a:cubicBezTo>
                    <a:cubicBezTo>
                      <a:pt x="67" y="25"/>
                      <a:pt x="67" y="25"/>
                      <a:pt x="67" y="25"/>
                    </a:cubicBezTo>
                    <a:cubicBezTo>
                      <a:pt x="62" y="25"/>
                      <a:pt x="56" y="21"/>
                      <a:pt x="54" y="16"/>
                    </a:cubicBezTo>
                    <a:cubicBezTo>
                      <a:pt x="48" y="3"/>
                      <a:pt x="48" y="3"/>
                      <a:pt x="48" y="3"/>
                    </a:cubicBezTo>
                    <a:cubicBezTo>
                      <a:pt x="47" y="1"/>
                      <a:pt x="45" y="0"/>
                      <a:pt x="4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7" name="Freeform 156"/>
              <p:cNvSpPr>
                <a:spLocks/>
              </p:cNvSpPr>
              <p:nvPr/>
            </p:nvSpPr>
            <p:spPr bwMode="auto">
              <a:xfrm>
                <a:off x="3428583" y="2445874"/>
                <a:ext cx="121054" cy="111742"/>
              </a:xfrm>
              <a:custGeom>
                <a:avLst/>
                <a:gdLst>
                  <a:gd name="T0" fmla="*/ 43 w 87"/>
                  <a:gd name="T1" fmla="*/ 0 h 80"/>
                  <a:gd name="T2" fmla="*/ 40 w 87"/>
                  <a:gd name="T3" fmla="*/ 3 h 80"/>
                  <a:gd name="T4" fmla="*/ 33 w 87"/>
                  <a:gd name="T5" fmla="*/ 16 h 80"/>
                  <a:gd name="T6" fmla="*/ 21 w 87"/>
                  <a:gd name="T7" fmla="*/ 26 h 80"/>
                  <a:gd name="T8" fmla="*/ 6 w 87"/>
                  <a:gd name="T9" fmla="*/ 28 h 80"/>
                  <a:gd name="T10" fmla="*/ 4 w 87"/>
                  <a:gd name="T11" fmla="*/ 35 h 80"/>
                  <a:gd name="T12" fmla="*/ 14 w 87"/>
                  <a:gd name="T13" fmla="*/ 45 h 80"/>
                  <a:gd name="T14" fmla="*/ 19 w 87"/>
                  <a:gd name="T15" fmla="*/ 60 h 80"/>
                  <a:gd name="T16" fmla="*/ 16 w 87"/>
                  <a:gd name="T17" fmla="*/ 75 h 80"/>
                  <a:gd name="T18" fmla="*/ 20 w 87"/>
                  <a:gd name="T19" fmla="*/ 80 h 80"/>
                  <a:gd name="T20" fmla="*/ 23 w 87"/>
                  <a:gd name="T21" fmla="*/ 79 h 80"/>
                  <a:gd name="T22" fmla="*/ 36 w 87"/>
                  <a:gd name="T23" fmla="*/ 72 h 80"/>
                  <a:gd name="T24" fmla="*/ 43 w 87"/>
                  <a:gd name="T25" fmla="*/ 71 h 80"/>
                  <a:gd name="T26" fmla="*/ 51 w 87"/>
                  <a:gd name="T27" fmla="*/ 72 h 80"/>
                  <a:gd name="T28" fmla="*/ 64 w 87"/>
                  <a:gd name="T29" fmla="*/ 79 h 80"/>
                  <a:gd name="T30" fmla="*/ 67 w 87"/>
                  <a:gd name="T31" fmla="*/ 80 h 80"/>
                  <a:gd name="T32" fmla="*/ 71 w 87"/>
                  <a:gd name="T33" fmla="*/ 75 h 80"/>
                  <a:gd name="T34" fmla="*/ 68 w 87"/>
                  <a:gd name="T35" fmla="*/ 60 h 80"/>
                  <a:gd name="T36" fmla="*/ 73 w 87"/>
                  <a:gd name="T37" fmla="*/ 45 h 80"/>
                  <a:gd name="T38" fmla="*/ 83 w 87"/>
                  <a:gd name="T39" fmla="*/ 35 h 80"/>
                  <a:gd name="T40" fmla="*/ 81 w 87"/>
                  <a:gd name="T41" fmla="*/ 28 h 80"/>
                  <a:gd name="T42" fmla="*/ 66 w 87"/>
                  <a:gd name="T43" fmla="*/ 26 h 80"/>
                  <a:gd name="T44" fmla="*/ 54 w 87"/>
                  <a:gd name="T45" fmla="*/ 16 h 80"/>
                  <a:gd name="T46" fmla="*/ 47 w 87"/>
                  <a:gd name="T47" fmla="*/ 3 h 80"/>
                  <a:gd name="T48" fmla="*/ 43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3" y="0"/>
                    </a:moveTo>
                    <a:cubicBezTo>
                      <a:pt x="42" y="0"/>
                      <a:pt x="41" y="1"/>
                      <a:pt x="40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1"/>
                      <a:pt x="25" y="25"/>
                      <a:pt x="21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8"/>
                      <a:pt x="0" y="32"/>
                      <a:pt x="4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8" y="49"/>
                      <a:pt x="20" y="55"/>
                      <a:pt x="19" y="60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8"/>
                      <a:pt x="17" y="80"/>
                      <a:pt x="20" y="80"/>
                    </a:cubicBezTo>
                    <a:cubicBezTo>
                      <a:pt x="20" y="80"/>
                      <a:pt x="21" y="80"/>
                      <a:pt x="23" y="79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38" y="71"/>
                      <a:pt x="41" y="71"/>
                      <a:pt x="43" y="71"/>
                    </a:cubicBezTo>
                    <a:cubicBezTo>
                      <a:pt x="46" y="71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5" y="80"/>
                      <a:pt x="67" y="80"/>
                      <a:pt x="67" y="80"/>
                    </a:cubicBezTo>
                    <a:cubicBezTo>
                      <a:pt x="70" y="80"/>
                      <a:pt x="71" y="78"/>
                      <a:pt x="71" y="75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5"/>
                      <a:pt x="69" y="49"/>
                      <a:pt x="73" y="45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7" y="32"/>
                      <a:pt x="86" y="28"/>
                      <a:pt x="81" y="28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2" y="25"/>
                      <a:pt x="56" y="21"/>
                      <a:pt x="54" y="1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5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8" name="Freeform 157"/>
              <p:cNvSpPr>
                <a:spLocks/>
              </p:cNvSpPr>
              <p:nvPr/>
            </p:nvSpPr>
            <p:spPr bwMode="auto">
              <a:xfrm>
                <a:off x="4788108" y="3172195"/>
                <a:ext cx="121054" cy="111742"/>
              </a:xfrm>
              <a:custGeom>
                <a:avLst/>
                <a:gdLst>
                  <a:gd name="T0" fmla="*/ 44 w 87"/>
                  <a:gd name="T1" fmla="*/ 0 h 80"/>
                  <a:gd name="T2" fmla="*/ 40 w 87"/>
                  <a:gd name="T3" fmla="*/ 3 h 80"/>
                  <a:gd name="T4" fmla="*/ 33 w 87"/>
                  <a:gd name="T5" fmla="*/ 16 h 80"/>
                  <a:gd name="T6" fmla="*/ 21 w 87"/>
                  <a:gd name="T7" fmla="*/ 25 h 80"/>
                  <a:gd name="T8" fmla="*/ 6 w 87"/>
                  <a:gd name="T9" fmla="*/ 27 h 80"/>
                  <a:gd name="T10" fmla="*/ 4 w 87"/>
                  <a:gd name="T11" fmla="*/ 35 h 80"/>
                  <a:gd name="T12" fmla="*/ 14 w 87"/>
                  <a:gd name="T13" fmla="*/ 45 h 80"/>
                  <a:gd name="T14" fmla="*/ 19 w 87"/>
                  <a:gd name="T15" fmla="*/ 60 h 80"/>
                  <a:gd name="T16" fmla="*/ 17 w 87"/>
                  <a:gd name="T17" fmla="*/ 74 h 80"/>
                  <a:gd name="T18" fmla="*/ 20 w 87"/>
                  <a:gd name="T19" fmla="*/ 80 h 80"/>
                  <a:gd name="T20" fmla="*/ 23 w 87"/>
                  <a:gd name="T21" fmla="*/ 79 h 80"/>
                  <a:gd name="T22" fmla="*/ 36 w 87"/>
                  <a:gd name="T23" fmla="*/ 72 h 80"/>
                  <a:gd name="T24" fmla="*/ 44 w 87"/>
                  <a:gd name="T25" fmla="*/ 70 h 80"/>
                  <a:gd name="T26" fmla="*/ 51 w 87"/>
                  <a:gd name="T27" fmla="*/ 72 h 80"/>
                  <a:gd name="T28" fmla="*/ 64 w 87"/>
                  <a:gd name="T29" fmla="*/ 79 h 80"/>
                  <a:gd name="T30" fmla="*/ 68 w 87"/>
                  <a:gd name="T31" fmla="*/ 80 h 80"/>
                  <a:gd name="T32" fmla="*/ 71 w 87"/>
                  <a:gd name="T33" fmla="*/ 74 h 80"/>
                  <a:gd name="T34" fmla="*/ 68 w 87"/>
                  <a:gd name="T35" fmla="*/ 60 h 80"/>
                  <a:gd name="T36" fmla="*/ 73 w 87"/>
                  <a:gd name="T37" fmla="*/ 45 h 80"/>
                  <a:gd name="T38" fmla="*/ 84 w 87"/>
                  <a:gd name="T39" fmla="*/ 35 h 80"/>
                  <a:gd name="T40" fmla="*/ 81 w 87"/>
                  <a:gd name="T41" fmla="*/ 27 h 80"/>
                  <a:gd name="T42" fmla="*/ 67 w 87"/>
                  <a:gd name="T43" fmla="*/ 25 h 80"/>
                  <a:gd name="T44" fmla="*/ 54 w 87"/>
                  <a:gd name="T45" fmla="*/ 16 h 80"/>
                  <a:gd name="T46" fmla="*/ 47 w 87"/>
                  <a:gd name="T47" fmla="*/ 3 h 80"/>
                  <a:gd name="T48" fmla="*/ 44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4" y="0"/>
                    </a:moveTo>
                    <a:cubicBezTo>
                      <a:pt x="42" y="0"/>
                      <a:pt x="41" y="1"/>
                      <a:pt x="40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0"/>
                      <a:pt x="25" y="25"/>
                      <a:pt x="21" y="25"/>
                    </a:cubicBezTo>
                    <a:cubicBezTo>
                      <a:pt x="6" y="27"/>
                      <a:pt x="6" y="27"/>
                      <a:pt x="6" y="27"/>
                    </a:cubicBezTo>
                    <a:cubicBezTo>
                      <a:pt x="1" y="28"/>
                      <a:pt x="0" y="31"/>
                      <a:pt x="4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8" y="48"/>
                      <a:pt x="20" y="55"/>
                      <a:pt x="19" y="60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6" y="78"/>
                      <a:pt x="17" y="80"/>
                      <a:pt x="20" y="80"/>
                    </a:cubicBezTo>
                    <a:cubicBezTo>
                      <a:pt x="21" y="80"/>
                      <a:pt x="22" y="80"/>
                      <a:pt x="23" y="79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38" y="71"/>
                      <a:pt x="41" y="70"/>
                      <a:pt x="44" y="70"/>
                    </a:cubicBezTo>
                    <a:cubicBezTo>
                      <a:pt x="46" y="70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6" y="80"/>
                      <a:pt x="67" y="80"/>
                      <a:pt x="68" y="80"/>
                    </a:cubicBezTo>
                    <a:cubicBezTo>
                      <a:pt x="70" y="80"/>
                      <a:pt x="71" y="78"/>
                      <a:pt x="71" y="74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5"/>
                      <a:pt x="70" y="48"/>
                      <a:pt x="73" y="45"/>
                    </a:cubicBezTo>
                    <a:cubicBezTo>
                      <a:pt x="84" y="35"/>
                      <a:pt x="84" y="35"/>
                      <a:pt x="84" y="35"/>
                    </a:cubicBezTo>
                    <a:cubicBezTo>
                      <a:pt x="87" y="31"/>
                      <a:pt x="86" y="28"/>
                      <a:pt x="81" y="27"/>
                    </a:cubicBezTo>
                    <a:cubicBezTo>
                      <a:pt x="67" y="25"/>
                      <a:pt x="67" y="25"/>
                      <a:pt x="67" y="25"/>
                    </a:cubicBezTo>
                    <a:cubicBezTo>
                      <a:pt x="62" y="25"/>
                      <a:pt x="56" y="20"/>
                      <a:pt x="54" y="1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5" y="0"/>
                      <a:pt x="4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9" name="Freeform 158"/>
              <p:cNvSpPr>
                <a:spLocks/>
              </p:cNvSpPr>
              <p:nvPr/>
            </p:nvSpPr>
            <p:spPr bwMode="auto">
              <a:xfrm>
                <a:off x="5231971" y="3530183"/>
                <a:ext cx="122088" cy="111742"/>
              </a:xfrm>
              <a:custGeom>
                <a:avLst/>
                <a:gdLst>
                  <a:gd name="T0" fmla="*/ 43 w 87"/>
                  <a:gd name="T1" fmla="*/ 0 h 80"/>
                  <a:gd name="T2" fmla="*/ 39 w 87"/>
                  <a:gd name="T3" fmla="*/ 3 h 80"/>
                  <a:gd name="T4" fmla="*/ 33 w 87"/>
                  <a:gd name="T5" fmla="*/ 16 h 80"/>
                  <a:gd name="T6" fmla="*/ 20 w 87"/>
                  <a:gd name="T7" fmla="*/ 25 h 80"/>
                  <a:gd name="T8" fmla="*/ 6 w 87"/>
                  <a:gd name="T9" fmla="*/ 27 h 80"/>
                  <a:gd name="T10" fmla="*/ 3 w 87"/>
                  <a:gd name="T11" fmla="*/ 35 h 80"/>
                  <a:gd name="T12" fmla="*/ 14 w 87"/>
                  <a:gd name="T13" fmla="*/ 45 h 80"/>
                  <a:gd name="T14" fmla="*/ 19 w 87"/>
                  <a:gd name="T15" fmla="*/ 60 h 80"/>
                  <a:gd name="T16" fmla="*/ 16 w 87"/>
                  <a:gd name="T17" fmla="*/ 74 h 80"/>
                  <a:gd name="T18" fmla="*/ 19 w 87"/>
                  <a:gd name="T19" fmla="*/ 80 h 80"/>
                  <a:gd name="T20" fmla="*/ 22 w 87"/>
                  <a:gd name="T21" fmla="*/ 79 h 80"/>
                  <a:gd name="T22" fmla="*/ 35 w 87"/>
                  <a:gd name="T23" fmla="*/ 72 h 80"/>
                  <a:gd name="T24" fmla="*/ 43 w 87"/>
                  <a:gd name="T25" fmla="*/ 70 h 80"/>
                  <a:gd name="T26" fmla="*/ 51 w 87"/>
                  <a:gd name="T27" fmla="*/ 72 h 80"/>
                  <a:gd name="T28" fmla="*/ 64 w 87"/>
                  <a:gd name="T29" fmla="*/ 79 h 80"/>
                  <a:gd name="T30" fmla="*/ 67 w 87"/>
                  <a:gd name="T31" fmla="*/ 80 h 80"/>
                  <a:gd name="T32" fmla="*/ 70 w 87"/>
                  <a:gd name="T33" fmla="*/ 74 h 80"/>
                  <a:gd name="T34" fmla="*/ 68 w 87"/>
                  <a:gd name="T35" fmla="*/ 60 h 80"/>
                  <a:gd name="T36" fmla="*/ 73 w 87"/>
                  <a:gd name="T37" fmla="*/ 45 h 80"/>
                  <a:gd name="T38" fmla="*/ 83 w 87"/>
                  <a:gd name="T39" fmla="*/ 35 h 80"/>
                  <a:gd name="T40" fmla="*/ 81 w 87"/>
                  <a:gd name="T41" fmla="*/ 27 h 80"/>
                  <a:gd name="T42" fmla="*/ 66 w 87"/>
                  <a:gd name="T43" fmla="*/ 25 h 80"/>
                  <a:gd name="T44" fmla="*/ 54 w 87"/>
                  <a:gd name="T45" fmla="*/ 16 h 80"/>
                  <a:gd name="T46" fmla="*/ 47 w 87"/>
                  <a:gd name="T47" fmla="*/ 3 h 80"/>
                  <a:gd name="T48" fmla="*/ 43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3" y="0"/>
                    </a:moveTo>
                    <a:cubicBezTo>
                      <a:pt x="42" y="0"/>
                      <a:pt x="40" y="1"/>
                      <a:pt x="39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0"/>
                      <a:pt x="25" y="25"/>
                      <a:pt x="20" y="25"/>
                    </a:cubicBezTo>
                    <a:cubicBezTo>
                      <a:pt x="6" y="27"/>
                      <a:pt x="6" y="27"/>
                      <a:pt x="6" y="27"/>
                    </a:cubicBezTo>
                    <a:cubicBezTo>
                      <a:pt x="1" y="28"/>
                      <a:pt x="0" y="31"/>
                      <a:pt x="3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7" y="48"/>
                      <a:pt x="19" y="55"/>
                      <a:pt x="19" y="60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8"/>
                      <a:pt x="17" y="80"/>
                      <a:pt x="19" y="80"/>
                    </a:cubicBezTo>
                    <a:cubicBezTo>
                      <a:pt x="20" y="80"/>
                      <a:pt x="21" y="80"/>
                      <a:pt x="22" y="79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8" y="71"/>
                      <a:pt x="40" y="70"/>
                      <a:pt x="43" y="70"/>
                    </a:cubicBezTo>
                    <a:cubicBezTo>
                      <a:pt x="46" y="70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5" y="80"/>
                      <a:pt x="66" y="80"/>
                      <a:pt x="67" y="80"/>
                    </a:cubicBezTo>
                    <a:cubicBezTo>
                      <a:pt x="70" y="80"/>
                      <a:pt x="71" y="78"/>
                      <a:pt x="70" y="74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5"/>
                      <a:pt x="69" y="48"/>
                      <a:pt x="73" y="45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7" y="31"/>
                      <a:pt x="86" y="28"/>
                      <a:pt x="81" y="27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61" y="25"/>
                      <a:pt x="56" y="20"/>
                      <a:pt x="54" y="1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5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36" name="Group 435"/>
            <p:cNvGrpSpPr/>
            <p:nvPr/>
          </p:nvGrpSpPr>
          <p:grpSpPr>
            <a:xfrm>
              <a:off x="2974519" y="2313347"/>
              <a:ext cx="2552945" cy="2606411"/>
              <a:chOff x="1066800" y="917575"/>
              <a:chExt cx="909638" cy="928688"/>
            </a:xfrm>
          </p:grpSpPr>
          <p:sp>
            <p:nvSpPr>
              <p:cNvPr id="437" name="Rectangle 6"/>
              <p:cNvSpPr>
                <a:spLocks noChangeArrowheads="1"/>
              </p:cNvSpPr>
              <p:nvPr/>
            </p:nvSpPr>
            <p:spPr bwMode="auto">
              <a:xfrm>
                <a:off x="1370013" y="995363"/>
                <a:ext cx="17463" cy="65088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8" name="Rectangle 7"/>
              <p:cNvSpPr>
                <a:spLocks noChangeArrowheads="1"/>
              </p:cNvSpPr>
              <p:nvPr/>
            </p:nvSpPr>
            <p:spPr bwMode="auto">
              <a:xfrm>
                <a:off x="1457325" y="935038"/>
                <a:ext cx="20638" cy="80963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9" name="Rectangle 8"/>
              <p:cNvSpPr>
                <a:spLocks noChangeArrowheads="1"/>
              </p:cNvSpPr>
              <p:nvPr/>
            </p:nvSpPr>
            <p:spPr bwMode="auto">
              <a:xfrm>
                <a:off x="1098550" y="1747838"/>
                <a:ext cx="846138" cy="60325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0" name="Rectangle 9"/>
              <p:cNvSpPr>
                <a:spLocks noChangeArrowheads="1"/>
              </p:cNvSpPr>
              <p:nvPr/>
            </p:nvSpPr>
            <p:spPr bwMode="auto">
              <a:xfrm>
                <a:off x="1082675" y="1766888"/>
                <a:ext cx="877888" cy="60325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1" name="Rectangle 10"/>
              <p:cNvSpPr>
                <a:spLocks noChangeArrowheads="1"/>
              </p:cNvSpPr>
              <p:nvPr/>
            </p:nvSpPr>
            <p:spPr bwMode="auto">
              <a:xfrm>
                <a:off x="1066800" y="1785938"/>
                <a:ext cx="909638" cy="60325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2" name="Freeform 11"/>
              <p:cNvSpPr>
                <a:spLocks/>
              </p:cNvSpPr>
              <p:nvPr/>
            </p:nvSpPr>
            <p:spPr bwMode="auto">
              <a:xfrm>
                <a:off x="1233488" y="920750"/>
                <a:ext cx="376238" cy="276225"/>
              </a:xfrm>
              <a:custGeom>
                <a:avLst/>
                <a:gdLst>
                  <a:gd name="T0" fmla="*/ 0 w 947"/>
                  <a:gd name="T1" fmla="*/ 692 h 692"/>
                  <a:gd name="T2" fmla="*/ 0 w 947"/>
                  <a:gd name="T3" fmla="*/ 481 h 692"/>
                  <a:gd name="T4" fmla="*/ 947 w 947"/>
                  <a:gd name="T5" fmla="*/ 0 h 692"/>
                  <a:gd name="T6" fmla="*/ 934 w 947"/>
                  <a:gd name="T7" fmla="*/ 264 h 692"/>
                  <a:gd name="T8" fmla="*/ 0 w 947"/>
                  <a:gd name="T9" fmla="*/ 692 h 6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7" h="692">
                    <a:moveTo>
                      <a:pt x="0" y="692"/>
                    </a:moveTo>
                    <a:lnTo>
                      <a:pt x="0" y="481"/>
                    </a:lnTo>
                    <a:lnTo>
                      <a:pt x="947" y="0"/>
                    </a:lnTo>
                    <a:lnTo>
                      <a:pt x="934" y="264"/>
                    </a:lnTo>
                    <a:lnTo>
                      <a:pt x="0" y="69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3" name="Freeform 12"/>
              <p:cNvSpPr>
                <a:spLocks/>
              </p:cNvSpPr>
              <p:nvPr/>
            </p:nvSpPr>
            <p:spPr bwMode="auto">
              <a:xfrm>
                <a:off x="1603375" y="917575"/>
                <a:ext cx="249238" cy="284163"/>
              </a:xfrm>
              <a:custGeom>
                <a:avLst/>
                <a:gdLst>
                  <a:gd name="T0" fmla="*/ 626 w 626"/>
                  <a:gd name="T1" fmla="*/ 718 h 718"/>
                  <a:gd name="T2" fmla="*/ 626 w 626"/>
                  <a:gd name="T3" fmla="*/ 506 h 718"/>
                  <a:gd name="T4" fmla="*/ 6 w 626"/>
                  <a:gd name="T5" fmla="*/ 0 h 718"/>
                  <a:gd name="T6" fmla="*/ 0 w 626"/>
                  <a:gd name="T7" fmla="*/ 274 h 718"/>
                  <a:gd name="T8" fmla="*/ 626 w 626"/>
                  <a:gd name="T9" fmla="*/ 718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6" h="718">
                    <a:moveTo>
                      <a:pt x="626" y="718"/>
                    </a:moveTo>
                    <a:lnTo>
                      <a:pt x="626" y="506"/>
                    </a:lnTo>
                    <a:lnTo>
                      <a:pt x="6" y="0"/>
                    </a:lnTo>
                    <a:lnTo>
                      <a:pt x="0" y="274"/>
                    </a:lnTo>
                    <a:lnTo>
                      <a:pt x="626" y="718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4" name="Freeform 13"/>
              <p:cNvSpPr>
                <a:spLocks/>
              </p:cNvSpPr>
              <p:nvPr/>
            </p:nvSpPr>
            <p:spPr bwMode="auto">
              <a:xfrm>
                <a:off x="1123950" y="977900"/>
                <a:ext cx="519113" cy="811213"/>
              </a:xfrm>
              <a:custGeom>
                <a:avLst/>
                <a:gdLst>
                  <a:gd name="T0" fmla="*/ 0 w 1304"/>
                  <a:gd name="T1" fmla="*/ 582 h 2044"/>
                  <a:gd name="T2" fmla="*/ 1304 w 1304"/>
                  <a:gd name="T3" fmla="*/ 0 h 2044"/>
                  <a:gd name="T4" fmla="*/ 1304 w 1304"/>
                  <a:gd name="T5" fmla="*/ 2044 h 2044"/>
                  <a:gd name="T6" fmla="*/ 0 w 1304"/>
                  <a:gd name="T7" fmla="*/ 2044 h 2044"/>
                  <a:gd name="T8" fmla="*/ 0 w 1304"/>
                  <a:gd name="T9" fmla="*/ 582 h 20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4" h="2044">
                    <a:moveTo>
                      <a:pt x="0" y="582"/>
                    </a:moveTo>
                    <a:lnTo>
                      <a:pt x="1304" y="0"/>
                    </a:lnTo>
                    <a:lnTo>
                      <a:pt x="1304" y="2044"/>
                    </a:lnTo>
                    <a:lnTo>
                      <a:pt x="0" y="2044"/>
                    </a:lnTo>
                    <a:lnTo>
                      <a:pt x="0" y="58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5" name="Freeform 14"/>
              <p:cNvSpPr>
                <a:spLocks/>
              </p:cNvSpPr>
              <p:nvPr/>
            </p:nvSpPr>
            <p:spPr bwMode="auto">
              <a:xfrm>
                <a:off x="1643063" y="977900"/>
                <a:ext cx="265113" cy="811213"/>
              </a:xfrm>
              <a:custGeom>
                <a:avLst/>
                <a:gdLst>
                  <a:gd name="T0" fmla="*/ 670 w 670"/>
                  <a:gd name="T1" fmla="*/ 582 h 2044"/>
                  <a:gd name="T2" fmla="*/ 509 w 670"/>
                  <a:gd name="T3" fmla="*/ 486 h 2044"/>
                  <a:gd name="T4" fmla="*/ 477 w 670"/>
                  <a:gd name="T5" fmla="*/ 378 h 2044"/>
                  <a:gd name="T6" fmla="*/ 0 w 670"/>
                  <a:gd name="T7" fmla="*/ 0 h 2044"/>
                  <a:gd name="T8" fmla="*/ 0 w 670"/>
                  <a:gd name="T9" fmla="*/ 2044 h 2044"/>
                  <a:gd name="T10" fmla="*/ 670 w 670"/>
                  <a:gd name="T11" fmla="*/ 2044 h 2044"/>
                  <a:gd name="T12" fmla="*/ 670 w 670"/>
                  <a:gd name="T13" fmla="*/ 582 h 20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70" h="2044">
                    <a:moveTo>
                      <a:pt x="670" y="582"/>
                    </a:moveTo>
                    <a:lnTo>
                      <a:pt x="509" y="486"/>
                    </a:lnTo>
                    <a:lnTo>
                      <a:pt x="477" y="378"/>
                    </a:lnTo>
                    <a:lnTo>
                      <a:pt x="0" y="0"/>
                    </a:lnTo>
                    <a:lnTo>
                      <a:pt x="0" y="2044"/>
                    </a:lnTo>
                    <a:lnTo>
                      <a:pt x="670" y="2044"/>
                    </a:lnTo>
                    <a:lnTo>
                      <a:pt x="670" y="58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6" name="Freeform 15"/>
              <p:cNvSpPr>
                <a:spLocks noEditPoints="1"/>
              </p:cNvSpPr>
              <p:nvPr/>
            </p:nvSpPr>
            <p:spPr bwMode="auto">
              <a:xfrm>
                <a:off x="1157288" y="1073150"/>
                <a:ext cx="433388" cy="677863"/>
              </a:xfrm>
              <a:custGeom>
                <a:avLst/>
                <a:gdLst>
                  <a:gd name="T0" fmla="*/ 0 w 1089"/>
                  <a:gd name="T1" fmla="*/ 1589 h 1709"/>
                  <a:gd name="T2" fmla="*/ 238 w 1089"/>
                  <a:gd name="T3" fmla="*/ 1573 h 1709"/>
                  <a:gd name="T4" fmla="*/ 238 w 1089"/>
                  <a:gd name="T5" fmla="*/ 1697 h 1709"/>
                  <a:gd name="T6" fmla="*/ 0 w 1089"/>
                  <a:gd name="T7" fmla="*/ 1709 h 1709"/>
                  <a:gd name="T8" fmla="*/ 0 w 1089"/>
                  <a:gd name="T9" fmla="*/ 1589 h 1709"/>
                  <a:gd name="T10" fmla="*/ 296 w 1089"/>
                  <a:gd name="T11" fmla="*/ 1568 h 1709"/>
                  <a:gd name="T12" fmla="*/ 626 w 1089"/>
                  <a:gd name="T13" fmla="*/ 1546 h 1709"/>
                  <a:gd name="T14" fmla="*/ 626 w 1089"/>
                  <a:gd name="T15" fmla="*/ 1678 h 1709"/>
                  <a:gd name="T16" fmla="*/ 296 w 1089"/>
                  <a:gd name="T17" fmla="*/ 1694 h 1709"/>
                  <a:gd name="T18" fmla="*/ 296 w 1089"/>
                  <a:gd name="T19" fmla="*/ 1568 h 1709"/>
                  <a:gd name="T20" fmla="*/ 684 w 1089"/>
                  <a:gd name="T21" fmla="*/ 1542 h 1709"/>
                  <a:gd name="T22" fmla="*/ 1089 w 1089"/>
                  <a:gd name="T23" fmla="*/ 1515 h 1709"/>
                  <a:gd name="T24" fmla="*/ 1089 w 1089"/>
                  <a:gd name="T25" fmla="*/ 1655 h 1709"/>
                  <a:gd name="T26" fmla="*/ 684 w 1089"/>
                  <a:gd name="T27" fmla="*/ 1675 h 1709"/>
                  <a:gd name="T28" fmla="*/ 684 w 1089"/>
                  <a:gd name="T29" fmla="*/ 1542 h 1709"/>
                  <a:gd name="T30" fmla="*/ 0 w 1089"/>
                  <a:gd name="T31" fmla="*/ 441 h 1709"/>
                  <a:gd name="T32" fmla="*/ 1089 w 1089"/>
                  <a:gd name="T33" fmla="*/ 0 h 1709"/>
                  <a:gd name="T34" fmla="*/ 1089 w 1089"/>
                  <a:gd name="T35" fmla="*/ 142 h 1709"/>
                  <a:gd name="T36" fmla="*/ 0 w 1089"/>
                  <a:gd name="T37" fmla="*/ 583 h 1709"/>
                  <a:gd name="T38" fmla="*/ 0 w 1089"/>
                  <a:gd name="T39" fmla="*/ 441 h 1709"/>
                  <a:gd name="T40" fmla="*/ 0 w 1089"/>
                  <a:gd name="T41" fmla="*/ 748 h 1709"/>
                  <a:gd name="T42" fmla="*/ 1089 w 1089"/>
                  <a:gd name="T43" fmla="*/ 394 h 1709"/>
                  <a:gd name="T44" fmla="*/ 1089 w 1089"/>
                  <a:gd name="T45" fmla="*/ 535 h 1709"/>
                  <a:gd name="T46" fmla="*/ 0 w 1089"/>
                  <a:gd name="T47" fmla="*/ 889 h 1709"/>
                  <a:gd name="T48" fmla="*/ 0 w 1089"/>
                  <a:gd name="T49" fmla="*/ 748 h 1709"/>
                  <a:gd name="T50" fmla="*/ 0 w 1089"/>
                  <a:gd name="T51" fmla="*/ 1036 h 1709"/>
                  <a:gd name="T52" fmla="*/ 1089 w 1089"/>
                  <a:gd name="T53" fmla="*/ 771 h 1709"/>
                  <a:gd name="T54" fmla="*/ 1089 w 1089"/>
                  <a:gd name="T55" fmla="*/ 911 h 1709"/>
                  <a:gd name="T56" fmla="*/ 0 w 1089"/>
                  <a:gd name="T57" fmla="*/ 1178 h 1709"/>
                  <a:gd name="T58" fmla="*/ 0 w 1089"/>
                  <a:gd name="T59" fmla="*/ 1036 h 1709"/>
                  <a:gd name="T60" fmla="*/ 0 w 1089"/>
                  <a:gd name="T61" fmla="*/ 1317 h 1709"/>
                  <a:gd name="T62" fmla="*/ 1089 w 1089"/>
                  <a:gd name="T63" fmla="*/ 1147 h 1709"/>
                  <a:gd name="T64" fmla="*/ 1089 w 1089"/>
                  <a:gd name="T65" fmla="*/ 1288 h 1709"/>
                  <a:gd name="T66" fmla="*/ 0 w 1089"/>
                  <a:gd name="T67" fmla="*/ 1457 h 1709"/>
                  <a:gd name="T68" fmla="*/ 0 w 1089"/>
                  <a:gd name="T69" fmla="*/ 1317 h 1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89" h="1709">
                    <a:moveTo>
                      <a:pt x="0" y="1589"/>
                    </a:moveTo>
                    <a:lnTo>
                      <a:pt x="238" y="1573"/>
                    </a:lnTo>
                    <a:lnTo>
                      <a:pt x="238" y="1697"/>
                    </a:lnTo>
                    <a:lnTo>
                      <a:pt x="0" y="1709"/>
                    </a:lnTo>
                    <a:lnTo>
                      <a:pt x="0" y="1589"/>
                    </a:lnTo>
                    <a:close/>
                    <a:moveTo>
                      <a:pt x="296" y="1568"/>
                    </a:moveTo>
                    <a:lnTo>
                      <a:pt x="626" y="1546"/>
                    </a:lnTo>
                    <a:lnTo>
                      <a:pt x="626" y="1678"/>
                    </a:lnTo>
                    <a:lnTo>
                      <a:pt x="296" y="1694"/>
                    </a:lnTo>
                    <a:lnTo>
                      <a:pt x="296" y="1568"/>
                    </a:lnTo>
                    <a:close/>
                    <a:moveTo>
                      <a:pt x="684" y="1542"/>
                    </a:moveTo>
                    <a:lnTo>
                      <a:pt x="1089" y="1515"/>
                    </a:lnTo>
                    <a:lnTo>
                      <a:pt x="1089" y="1655"/>
                    </a:lnTo>
                    <a:lnTo>
                      <a:pt x="684" y="1675"/>
                    </a:lnTo>
                    <a:lnTo>
                      <a:pt x="684" y="1542"/>
                    </a:lnTo>
                    <a:close/>
                    <a:moveTo>
                      <a:pt x="0" y="441"/>
                    </a:moveTo>
                    <a:lnTo>
                      <a:pt x="1089" y="0"/>
                    </a:lnTo>
                    <a:lnTo>
                      <a:pt x="1089" y="142"/>
                    </a:lnTo>
                    <a:lnTo>
                      <a:pt x="0" y="583"/>
                    </a:lnTo>
                    <a:lnTo>
                      <a:pt x="0" y="441"/>
                    </a:lnTo>
                    <a:close/>
                    <a:moveTo>
                      <a:pt x="0" y="748"/>
                    </a:moveTo>
                    <a:lnTo>
                      <a:pt x="1089" y="394"/>
                    </a:lnTo>
                    <a:lnTo>
                      <a:pt x="1089" y="535"/>
                    </a:lnTo>
                    <a:lnTo>
                      <a:pt x="0" y="889"/>
                    </a:lnTo>
                    <a:lnTo>
                      <a:pt x="0" y="748"/>
                    </a:lnTo>
                    <a:close/>
                    <a:moveTo>
                      <a:pt x="0" y="1036"/>
                    </a:moveTo>
                    <a:lnTo>
                      <a:pt x="1089" y="771"/>
                    </a:lnTo>
                    <a:lnTo>
                      <a:pt x="1089" y="911"/>
                    </a:lnTo>
                    <a:lnTo>
                      <a:pt x="0" y="1178"/>
                    </a:lnTo>
                    <a:lnTo>
                      <a:pt x="0" y="1036"/>
                    </a:lnTo>
                    <a:close/>
                    <a:moveTo>
                      <a:pt x="0" y="1317"/>
                    </a:moveTo>
                    <a:lnTo>
                      <a:pt x="1089" y="1147"/>
                    </a:lnTo>
                    <a:lnTo>
                      <a:pt x="1089" y="1288"/>
                    </a:lnTo>
                    <a:lnTo>
                      <a:pt x="0" y="1457"/>
                    </a:lnTo>
                    <a:lnTo>
                      <a:pt x="0" y="1317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47" name="Text Placeholder 3"/>
          <p:cNvSpPr txBox="1">
            <a:spLocks/>
          </p:cNvSpPr>
          <p:nvPr/>
        </p:nvSpPr>
        <p:spPr>
          <a:xfrm>
            <a:off x="1207642" y="3526248"/>
            <a:ext cx="2757984" cy="1015663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6600" kern="0">
                <a:solidFill>
                  <a:schemeClr val="tx1">
                    <a:lumMod val="75000"/>
                    <a:lumOff val="25000"/>
                  </a:schemeClr>
                </a:solidFill>
                <a:latin typeface="Dense" panose="02000000000000000000" pitchFamily="50" charset="0"/>
                <a:ea typeface="Open Sans" panose="020B0606030504020204" pitchFamily="34" charset="0"/>
                <a:cs typeface="Lato Light" panose="020F0402020204030203" pitchFamily="34" charset="0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9pPr>
          </a:lstStyle>
          <a:p>
            <a:r>
              <a:rPr lang="en-US" sz="44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935.516 </a:t>
            </a:r>
            <a:r>
              <a:rPr lang="en-US" sz="3200" b="1" spc="-150" dirty="0" err="1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cft</a:t>
            </a:r>
            <a:endParaRPr lang="en-US" sz="3200" b="1" dirty="0">
              <a:solidFill>
                <a:schemeClr val="bg1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51" name="Title 1"/>
          <p:cNvSpPr txBox="1">
            <a:spLocks/>
          </p:cNvSpPr>
          <p:nvPr/>
        </p:nvSpPr>
        <p:spPr>
          <a:xfrm>
            <a:off x="1214950" y="3282394"/>
            <a:ext cx="1140345" cy="413547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itchFamily="-109" charset="0"/>
                <a:sym typeface="Calibri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pPr algn="l"/>
            <a:r>
              <a:rPr lang="en-US" sz="2800" dirty="0">
                <a:solidFill>
                  <a:schemeClr val="bg1"/>
                </a:solidFill>
                <a:latin typeface="Montserrat SemiBold" panose="000007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Total Excavation </a:t>
            </a:r>
            <a:endParaRPr lang="en-US" sz="2800" dirty="0">
              <a:solidFill>
                <a:schemeClr val="bg1"/>
              </a:solidFill>
              <a:latin typeface="Montserrat SemiBold" panose="000007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9</a:t>
            </a:fld>
            <a:endParaRPr lang="en-US"/>
          </a:p>
        </p:txBody>
      </p:sp>
      <p:sp>
        <p:nvSpPr>
          <p:cNvPr id="142" name="Rectangle 141"/>
          <p:cNvSpPr/>
          <p:nvPr>
            <p:custDataLst>
              <p:tags r:id="rId1"/>
            </p:custDataLst>
          </p:nvPr>
        </p:nvSpPr>
        <p:spPr>
          <a:xfrm>
            <a:off x="1969641" y="544343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Excavation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4" name="Picture 143"/>
          <p:cNvPicPr>
            <a:picLocks noChangeAspect="1"/>
          </p:cNvPicPr>
          <p:nvPr/>
        </p:nvPicPr>
        <p:blipFill>
          <a:blip r:embed="rId4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  <p:sp>
        <p:nvSpPr>
          <p:cNvPr id="145" name="Rectangle 144"/>
          <p:cNvSpPr/>
          <p:nvPr>
            <p:custDataLst>
              <p:tags r:id="rId2"/>
            </p:custDataLst>
          </p:nvPr>
        </p:nvSpPr>
        <p:spPr>
          <a:xfrm>
            <a:off x="1976011" y="549299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Excavation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146" name="Text Placeholder 3"/>
          <p:cNvSpPr txBox="1">
            <a:spLocks/>
          </p:cNvSpPr>
          <p:nvPr/>
        </p:nvSpPr>
        <p:spPr>
          <a:xfrm>
            <a:off x="8951853" y="3508337"/>
            <a:ext cx="2757984" cy="1015663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6600" kern="0">
                <a:solidFill>
                  <a:schemeClr val="tx1">
                    <a:lumMod val="75000"/>
                    <a:lumOff val="25000"/>
                  </a:schemeClr>
                </a:solidFill>
                <a:latin typeface="Dense" panose="02000000000000000000" pitchFamily="50" charset="0"/>
                <a:ea typeface="Open Sans" panose="020B0606030504020204" pitchFamily="34" charset="0"/>
                <a:cs typeface="Lato Light" panose="020F0402020204030203" pitchFamily="34" charset="0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9pPr>
          </a:lstStyle>
          <a:p>
            <a:r>
              <a:rPr lang="en-US" sz="44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7,130 </a:t>
            </a:r>
            <a:r>
              <a:rPr lang="en-US" sz="32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PKR</a:t>
            </a:r>
            <a:endParaRPr lang="en-US" sz="3200" b="1" dirty="0">
              <a:solidFill>
                <a:schemeClr val="bg1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7" name="Title 1"/>
          <p:cNvSpPr txBox="1">
            <a:spLocks/>
          </p:cNvSpPr>
          <p:nvPr/>
        </p:nvSpPr>
        <p:spPr>
          <a:xfrm>
            <a:off x="8381681" y="3264483"/>
            <a:ext cx="1140345" cy="413547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itchFamily="-109" charset="0"/>
                <a:sym typeface="Calibri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pPr algn="l"/>
            <a:r>
              <a:rPr lang="en-US" sz="2800" dirty="0" smtClean="0">
                <a:solidFill>
                  <a:schemeClr val="bg1"/>
                </a:solidFill>
                <a:latin typeface="Montserrat SemiBold" panose="000007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Excavation Cost</a:t>
            </a:r>
            <a:endParaRPr lang="en-US" sz="2800" dirty="0">
              <a:solidFill>
                <a:schemeClr val="bg1"/>
              </a:solidFill>
              <a:latin typeface="Montserrat SemiBold" panose="000007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141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47" r="765" b="12046"/>
          <a:stretch/>
        </p:blipFill>
        <p:spPr>
          <a:xfrm>
            <a:off x="1" y="-23446"/>
            <a:ext cx="12168553" cy="6916615"/>
          </a:xfrm>
          <a:prstGeom prst="rect">
            <a:avLst/>
          </a:prstGeom>
        </p:spPr>
      </p:pic>
      <p:sp>
        <p:nvSpPr>
          <p:cNvPr id="6" name="Isosceles Triangle 83"/>
          <p:cNvSpPr/>
          <p:nvPr/>
        </p:nvSpPr>
        <p:spPr>
          <a:xfrm rot="5400000" flipH="1">
            <a:off x="4102579" y="-1382277"/>
            <a:ext cx="1216948" cy="9422103"/>
          </a:xfrm>
          <a:custGeom>
            <a:avLst/>
            <a:gdLst/>
            <a:ahLst/>
            <a:cxnLst/>
            <a:rect l="l" t="t" r="r" b="b"/>
            <a:pathLst>
              <a:path w="914401" h="7066578">
                <a:moveTo>
                  <a:pt x="914401" y="266705"/>
                </a:moveTo>
                <a:lnTo>
                  <a:pt x="914401" y="1751636"/>
                </a:lnTo>
                <a:lnTo>
                  <a:pt x="914401" y="5581647"/>
                </a:lnTo>
                <a:lnTo>
                  <a:pt x="914401" y="7066578"/>
                </a:lnTo>
                <a:lnTo>
                  <a:pt x="0" y="7066578"/>
                </a:lnTo>
                <a:lnTo>
                  <a:pt x="0" y="5581647"/>
                </a:lnTo>
                <a:lnTo>
                  <a:pt x="0" y="1484931"/>
                </a:lnTo>
                <a:lnTo>
                  <a:pt x="0" y="0"/>
                </a:lnTo>
                <a:lnTo>
                  <a:pt x="2" y="0"/>
                </a:lnTo>
                <a:lnTo>
                  <a:pt x="2" y="640556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84"/>
          <p:cNvSpPr/>
          <p:nvPr/>
        </p:nvSpPr>
        <p:spPr>
          <a:xfrm>
            <a:off x="1594927" y="-71021"/>
            <a:ext cx="10119741" cy="6858000"/>
          </a:xfrm>
          <a:custGeom>
            <a:avLst/>
            <a:gdLst/>
            <a:ahLst/>
            <a:cxnLst/>
            <a:rect l="l" t="t" r="r" b="b"/>
            <a:pathLst>
              <a:path w="7589806" h="5153025">
                <a:moveTo>
                  <a:pt x="0" y="0"/>
                </a:moveTo>
                <a:lnTo>
                  <a:pt x="5445248" y="6791"/>
                </a:lnTo>
                <a:lnTo>
                  <a:pt x="7589806" y="5153025"/>
                </a:lnTo>
                <a:lnTo>
                  <a:pt x="2117881" y="5153025"/>
                </a:lnTo>
                <a:close/>
              </a:path>
            </a:pathLst>
          </a:custGeom>
          <a:solidFill>
            <a:schemeClr val="accent1">
              <a:alpha val="7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83"/>
          <p:cNvSpPr/>
          <p:nvPr/>
        </p:nvSpPr>
        <p:spPr>
          <a:xfrm rot="16200000">
            <a:off x="6872474" y="-1382277"/>
            <a:ext cx="1216948" cy="9422103"/>
          </a:xfrm>
          <a:custGeom>
            <a:avLst/>
            <a:gdLst/>
            <a:ahLst/>
            <a:cxnLst/>
            <a:rect l="l" t="t" r="r" b="b"/>
            <a:pathLst>
              <a:path w="914401" h="7066578">
                <a:moveTo>
                  <a:pt x="914401" y="266705"/>
                </a:moveTo>
                <a:lnTo>
                  <a:pt x="914401" y="1751636"/>
                </a:lnTo>
                <a:lnTo>
                  <a:pt x="914401" y="5581647"/>
                </a:lnTo>
                <a:lnTo>
                  <a:pt x="914401" y="7066578"/>
                </a:lnTo>
                <a:lnTo>
                  <a:pt x="0" y="7066578"/>
                </a:lnTo>
                <a:lnTo>
                  <a:pt x="0" y="5581647"/>
                </a:lnTo>
                <a:lnTo>
                  <a:pt x="0" y="1484931"/>
                </a:lnTo>
                <a:lnTo>
                  <a:pt x="0" y="0"/>
                </a:lnTo>
                <a:lnTo>
                  <a:pt x="2" y="0"/>
                </a:lnTo>
                <a:lnTo>
                  <a:pt x="2" y="6405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156285" y="2964612"/>
            <a:ext cx="5754554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Open Sans" panose="020B0606030504020204" pitchFamily="34" charset="0"/>
                <a:cs typeface="Lato" panose="020F0502020204030203" pitchFamily="34" charset="0"/>
              </a:rPr>
              <a:t>Steel Estimate</a:t>
            </a:r>
            <a:endParaRPr 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ea typeface="Open Sans" panose="020B0606030504020204" pitchFamily="34" charset="0"/>
              <a:cs typeface="Lato" panose="020F0502020204030203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10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2" y="301234"/>
            <a:ext cx="834528" cy="63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662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11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276612" y="2020935"/>
            <a:ext cx="9279596" cy="4080368"/>
            <a:chOff x="5449115" y="3807281"/>
            <a:chExt cx="19614054" cy="8624573"/>
          </a:xfrm>
        </p:grpSpPr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11029656" y="7878216"/>
              <a:ext cx="13260343" cy="2033331"/>
            </a:xfrm>
            <a:prstGeom prst="rect">
              <a:avLst/>
            </a:prstGeom>
            <a:solidFill>
              <a:schemeClr val="accent3"/>
            </a:solidFill>
            <a:ln w="4763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1600">
                <a:solidFill>
                  <a:srgbClr val="FFFFFF"/>
                </a:solidFill>
              </a:endParaRP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5449115" y="6347133"/>
              <a:ext cx="12150456" cy="6084721"/>
              <a:chOff x="3251200" y="3049219"/>
              <a:chExt cx="5778502" cy="3015033"/>
            </a:xfrm>
          </p:grpSpPr>
          <p:sp>
            <p:nvSpPr>
              <p:cNvPr id="26" name="Freeform 11"/>
              <p:cNvSpPr>
                <a:spLocks/>
              </p:cNvSpPr>
              <p:nvPr/>
            </p:nvSpPr>
            <p:spPr bwMode="auto">
              <a:xfrm>
                <a:off x="3251200" y="3807885"/>
                <a:ext cx="2889251" cy="2256367"/>
              </a:xfrm>
              <a:custGeom>
                <a:avLst/>
                <a:gdLst>
                  <a:gd name="T0" fmla="*/ 0 w 1365"/>
                  <a:gd name="T1" fmla="*/ 476 h 1066"/>
                  <a:gd name="T2" fmla="*/ 1365 w 1365"/>
                  <a:gd name="T3" fmla="*/ 1066 h 1066"/>
                  <a:gd name="T4" fmla="*/ 1365 w 1365"/>
                  <a:gd name="T5" fmla="*/ 393 h 1066"/>
                  <a:gd name="T6" fmla="*/ 454 w 1365"/>
                  <a:gd name="T7" fmla="*/ 0 h 1066"/>
                  <a:gd name="T8" fmla="*/ 0 w 1365"/>
                  <a:gd name="T9" fmla="*/ 476 h 10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5" h="1066">
                    <a:moveTo>
                      <a:pt x="0" y="476"/>
                    </a:moveTo>
                    <a:lnTo>
                      <a:pt x="1365" y="1066"/>
                    </a:lnTo>
                    <a:lnTo>
                      <a:pt x="1365" y="393"/>
                    </a:lnTo>
                    <a:lnTo>
                      <a:pt x="454" y="0"/>
                    </a:lnTo>
                    <a:lnTo>
                      <a:pt x="0" y="476"/>
                    </a:lnTo>
                    <a:close/>
                  </a:path>
                </a:pathLst>
              </a:custGeom>
              <a:solidFill>
                <a:schemeClr val="accent3"/>
              </a:solidFill>
              <a:ln w="4763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27" name="Freeform 14"/>
              <p:cNvSpPr>
                <a:spLocks/>
              </p:cNvSpPr>
              <p:nvPr/>
            </p:nvSpPr>
            <p:spPr bwMode="auto">
              <a:xfrm>
                <a:off x="6140451" y="3807885"/>
                <a:ext cx="2889251" cy="2256367"/>
              </a:xfrm>
              <a:custGeom>
                <a:avLst/>
                <a:gdLst>
                  <a:gd name="T0" fmla="*/ 0 w 1365"/>
                  <a:gd name="T1" fmla="*/ 1066 h 1066"/>
                  <a:gd name="T2" fmla="*/ 1365 w 1365"/>
                  <a:gd name="T3" fmla="*/ 476 h 1066"/>
                  <a:gd name="T4" fmla="*/ 910 w 1365"/>
                  <a:gd name="T5" fmla="*/ 0 h 1066"/>
                  <a:gd name="T6" fmla="*/ 0 w 1365"/>
                  <a:gd name="T7" fmla="*/ 393 h 1066"/>
                  <a:gd name="T8" fmla="*/ 0 w 1365"/>
                  <a:gd name="T9" fmla="*/ 1066 h 10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5" h="1066">
                    <a:moveTo>
                      <a:pt x="0" y="1066"/>
                    </a:moveTo>
                    <a:lnTo>
                      <a:pt x="1365" y="476"/>
                    </a:lnTo>
                    <a:lnTo>
                      <a:pt x="910" y="0"/>
                    </a:lnTo>
                    <a:lnTo>
                      <a:pt x="0" y="393"/>
                    </a:lnTo>
                    <a:lnTo>
                      <a:pt x="0" y="1066"/>
                    </a:ln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4763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  <p:sp>
            <p:nvSpPr>
              <p:cNvPr id="28" name="Parallelogram 3"/>
              <p:cNvSpPr/>
              <p:nvPr/>
            </p:nvSpPr>
            <p:spPr>
              <a:xfrm>
                <a:off x="4205574" y="3049219"/>
                <a:ext cx="3863897" cy="1592773"/>
              </a:xfrm>
              <a:custGeom>
                <a:avLst/>
                <a:gdLst>
                  <a:gd name="connsiteX0" fmla="*/ 0 w 3636000"/>
                  <a:gd name="connsiteY0" fmla="*/ 2338917 h 2338917"/>
                  <a:gd name="connsiteX1" fmla="*/ 894332 w 3636000"/>
                  <a:gd name="connsiteY1" fmla="*/ 0 h 2338917"/>
                  <a:gd name="connsiteX2" fmla="*/ 3636000 w 3636000"/>
                  <a:gd name="connsiteY2" fmla="*/ 0 h 2338917"/>
                  <a:gd name="connsiteX3" fmla="*/ 2741668 w 3636000"/>
                  <a:gd name="connsiteY3" fmla="*/ 2338917 h 2338917"/>
                  <a:gd name="connsiteX4" fmla="*/ 0 w 3636000"/>
                  <a:gd name="connsiteY4" fmla="*/ 2338917 h 2338917"/>
                  <a:gd name="connsiteX0" fmla="*/ 0 w 3636000"/>
                  <a:gd name="connsiteY0" fmla="*/ 2338917 h 3152517"/>
                  <a:gd name="connsiteX1" fmla="*/ 894332 w 3636000"/>
                  <a:gd name="connsiteY1" fmla="*/ 0 h 3152517"/>
                  <a:gd name="connsiteX2" fmla="*/ 3636000 w 3636000"/>
                  <a:gd name="connsiteY2" fmla="*/ 0 h 3152517"/>
                  <a:gd name="connsiteX3" fmla="*/ 1949668 w 3636000"/>
                  <a:gd name="connsiteY3" fmla="*/ 3152517 h 3152517"/>
                  <a:gd name="connsiteX4" fmla="*/ 0 w 3636000"/>
                  <a:gd name="connsiteY4" fmla="*/ 2338917 h 3152517"/>
                  <a:gd name="connsiteX0" fmla="*/ 0 w 3895200"/>
                  <a:gd name="connsiteY0" fmla="*/ 2338917 h 3152517"/>
                  <a:gd name="connsiteX1" fmla="*/ 894332 w 3895200"/>
                  <a:gd name="connsiteY1" fmla="*/ 0 h 3152517"/>
                  <a:gd name="connsiteX2" fmla="*/ 3895200 w 3895200"/>
                  <a:gd name="connsiteY2" fmla="*/ 2332800 h 3152517"/>
                  <a:gd name="connsiteX3" fmla="*/ 1949668 w 3895200"/>
                  <a:gd name="connsiteY3" fmla="*/ 3152517 h 3152517"/>
                  <a:gd name="connsiteX4" fmla="*/ 0 w 3895200"/>
                  <a:gd name="connsiteY4" fmla="*/ 2338917 h 3152517"/>
                  <a:gd name="connsiteX0" fmla="*/ 0 w 3895200"/>
                  <a:gd name="connsiteY0" fmla="*/ 6117 h 819717"/>
                  <a:gd name="connsiteX1" fmla="*/ 1909532 w 3895200"/>
                  <a:gd name="connsiteY1" fmla="*/ 64800 h 819717"/>
                  <a:gd name="connsiteX2" fmla="*/ 3895200 w 3895200"/>
                  <a:gd name="connsiteY2" fmla="*/ 0 h 819717"/>
                  <a:gd name="connsiteX3" fmla="*/ 1949668 w 3895200"/>
                  <a:gd name="connsiteY3" fmla="*/ 819717 h 819717"/>
                  <a:gd name="connsiteX4" fmla="*/ 0 w 3895200"/>
                  <a:gd name="connsiteY4" fmla="*/ 6117 h 819717"/>
                  <a:gd name="connsiteX0" fmla="*/ 0 w 3895200"/>
                  <a:gd name="connsiteY0" fmla="*/ 430917 h 1244517"/>
                  <a:gd name="connsiteX1" fmla="*/ 1923932 w 3895200"/>
                  <a:gd name="connsiteY1" fmla="*/ 0 h 1244517"/>
                  <a:gd name="connsiteX2" fmla="*/ 3895200 w 3895200"/>
                  <a:gd name="connsiteY2" fmla="*/ 424800 h 1244517"/>
                  <a:gd name="connsiteX3" fmla="*/ 1949668 w 3895200"/>
                  <a:gd name="connsiteY3" fmla="*/ 1244517 h 1244517"/>
                  <a:gd name="connsiteX4" fmla="*/ 0 w 3895200"/>
                  <a:gd name="connsiteY4" fmla="*/ 430917 h 1244517"/>
                  <a:gd name="connsiteX0" fmla="*/ 0 w 3895200"/>
                  <a:gd name="connsiteY0" fmla="*/ 690117 h 1503717"/>
                  <a:gd name="connsiteX1" fmla="*/ 1923932 w 3895200"/>
                  <a:gd name="connsiteY1" fmla="*/ 0 h 1503717"/>
                  <a:gd name="connsiteX2" fmla="*/ 3895200 w 3895200"/>
                  <a:gd name="connsiteY2" fmla="*/ 684000 h 1503717"/>
                  <a:gd name="connsiteX3" fmla="*/ 1949668 w 3895200"/>
                  <a:gd name="connsiteY3" fmla="*/ 1503717 h 1503717"/>
                  <a:gd name="connsiteX4" fmla="*/ 0 w 3895200"/>
                  <a:gd name="connsiteY4" fmla="*/ 690117 h 1503717"/>
                  <a:gd name="connsiteX0" fmla="*/ 0 w 3895200"/>
                  <a:gd name="connsiteY0" fmla="*/ 920517 h 1734117"/>
                  <a:gd name="connsiteX1" fmla="*/ 1923932 w 3895200"/>
                  <a:gd name="connsiteY1" fmla="*/ 0 h 1734117"/>
                  <a:gd name="connsiteX2" fmla="*/ 3895200 w 3895200"/>
                  <a:gd name="connsiteY2" fmla="*/ 914400 h 1734117"/>
                  <a:gd name="connsiteX3" fmla="*/ 1949668 w 3895200"/>
                  <a:gd name="connsiteY3" fmla="*/ 1734117 h 1734117"/>
                  <a:gd name="connsiteX4" fmla="*/ 0 w 3895200"/>
                  <a:gd name="connsiteY4" fmla="*/ 920517 h 1734117"/>
                  <a:gd name="connsiteX0" fmla="*/ 0 w 3895200"/>
                  <a:gd name="connsiteY0" fmla="*/ 920517 h 1734117"/>
                  <a:gd name="connsiteX1" fmla="*/ 1923932 w 3895200"/>
                  <a:gd name="connsiteY1" fmla="*/ 0 h 1734117"/>
                  <a:gd name="connsiteX2" fmla="*/ 3895200 w 3895200"/>
                  <a:gd name="connsiteY2" fmla="*/ 914400 h 1734117"/>
                  <a:gd name="connsiteX3" fmla="*/ 1922203 w 3895200"/>
                  <a:gd name="connsiteY3" fmla="*/ 1734117 h 1734117"/>
                  <a:gd name="connsiteX4" fmla="*/ 0 w 3895200"/>
                  <a:gd name="connsiteY4" fmla="*/ 920517 h 1734117"/>
                  <a:gd name="connsiteX0" fmla="*/ 0 w 3895200"/>
                  <a:gd name="connsiteY0" fmla="*/ 920517 h 1734117"/>
                  <a:gd name="connsiteX1" fmla="*/ 1923932 w 3895200"/>
                  <a:gd name="connsiteY1" fmla="*/ 0 h 1734117"/>
                  <a:gd name="connsiteX2" fmla="*/ 3895200 w 3895200"/>
                  <a:gd name="connsiteY2" fmla="*/ 914400 h 1734117"/>
                  <a:gd name="connsiteX3" fmla="*/ 1922203 w 3895200"/>
                  <a:gd name="connsiteY3" fmla="*/ 1734117 h 1734117"/>
                  <a:gd name="connsiteX4" fmla="*/ 0 w 3895200"/>
                  <a:gd name="connsiteY4" fmla="*/ 920517 h 1734117"/>
                  <a:gd name="connsiteX0" fmla="*/ 0 w 3895200"/>
                  <a:gd name="connsiteY0" fmla="*/ 920517 h 1716346"/>
                  <a:gd name="connsiteX1" fmla="*/ 1923932 w 3895200"/>
                  <a:gd name="connsiteY1" fmla="*/ 0 h 1716346"/>
                  <a:gd name="connsiteX2" fmla="*/ 3895200 w 3895200"/>
                  <a:gd name="connsiteY2" fmla="*/ 914400 h 1716346"/>
                  <a:gd name="connsiteX3" fmla="*/ 1973900 w 3895200"/>
                  <a:gd name="connsiteY3" fmla="*/ 1716346 h 1716346"/>
                  <a:gd name="connsiteX4" fmla="*/ 0 w 3895200"/>
                  <a:gd name="connsiteY4" fmla="*/ 920517 h 1716346"/>
                  <a:gd name="connsiteX0" fmla="*/ 0 w 3895200"/>
                  <a:gd name="connsiteY0" fmla="*/ 920517 h 1730886"/>
                  <a:gd name="connsiteX1" fmla="*/ 1923932 w 3895200"/>
                  <a:gd name="connsiteY1" fmla="*/ 0 h 1730886"/>
                  <a:gd name="connsiteX2" fmla="*/ 3895200 w 3895200"/>
                  <a:gd name="connsiteY2" fmla="*/ 914400 h 1730886"/>
                  <a:gd name="connsiteX3" fmla="*/ 1925433 w 3895200"/>
                  <a:gd name="connsiteY3" fmla="*/ 1730886 h 1730886"/>
                  <a:gd name="connsiteX4" fmla="*/ 0 w 3895200"/>
                  <a:gd name="connsiteY4" fmla="*/ 920517 h 1730886"/>
                  <a:gd name="connsiteX0" fmla="*/ 0 w 3895200"/>
                  <a:gd name="connsiteY0" fmla="*/ 782404 h 1592773"/>
                  <a:gd name="connsiteX1" fmla="*/ 1923932 w 3895200"/>
                  <a:gd name="connsiteY1" fmla="*/ 0 h 1592773"/>
                  <a:gd name="connsiteX2" fmla="*/ 3895200 w 3895200"/>
                  <a:gd name="connsiteY2" fmla="*/ 776287 h 1592773"/>
                  <a:gd name="connsiteX3" fmla="*/ 1925433 w 3895200"/>
                  <a:gd name="connsiteY3" fmla="*/ 1592773 h 1592773"/>
                  <a:gd name="connsiteX4" fmla="*/ 0 w 3895200"/>
                  <a:gd name="connsiteY4" fmla="*/ 782404 h 1592773"/>
                  <a:gd name="connsiteX0" fmla="*/ 0 w 3886962"/>
                  <a:gd name="connsiteY0" fmla="*/ 759338 h 1592773"/>
                  <a:gd name="connsiteX1" fmla="*/ 1915694 w 3886962"/>
                  <a:gd name="connsiteY1" fmla="*/ 0 h 1592773"/>
                  <a:gd name="connsiteX2" fmla="*/ 3886962 w 3886962"/>
                  <a:gd name="connsiteY2" fmla="*/ 776287 h 1592773"/>
                  <a:gd name="connsiteX3" fmla="*/ 1917195 w 3886962"/>
                  <a:gd name="connsiteY3" fmla="*/ 1592773 h 1592773"/>
                  <a:gd name="connsiteX4" fmla="*/ 0 w 3886962"/>
                  <a:gd name="connsiteY4" fmla="*/ 759338 h 1592773"/>
                  <a:gd name="connsiteX0" fmla="*/ 0 w 3901791"/>
                  <a:gd name="connsiteY0" fmla="*/ 760986 h 1592773"/>
                  <a:gd name="connsiteX1" fmla="*/ 1930523 w 3901791"/>
                  <a:gd name="connsiteY1" fmla="*/ 0 h 1592773"/>
                  <a:gd name="connsiteX2" fmla="*/ 3901791 w 3901791"/>
                  <a:gd name="connsiteY2" fmla="*/ 776287 h 1592773"/>
                  <a:gd name="connsiteX3" fmla="*/ 1932024 w 3901791"/>
                  <a:gd name="connsiteY3" fmla="*/ 1592773 h 1592773"/>
                  <a:gd name="connsiteX4" fmla="*/ 0 w 3901791"/>
                  <a:gd name="connsiteY4" fmla="*/ 760986 h 1592773"/>
                  <a:gd name="connsiteX0" fmla="*/ 0 w 3863897"/>
                  <a:gd name="connsiteY0" fmla="*/ 760986 h 1592773"/>
                  <a:gd name="connsiteX1" fmla="*/ 1930523 w 3863897"/>
                  <a:gd name="connsiteY1" fmla="*/ 0 h 1592773"/>
                  <a:gd name="connsiteX2" fmla="*/ 3863897 w 3863897"/>
                  <a:gd name="connsiteY2" fmla="*/ 761459 h 1592773"/>
                  <a:gd name="connsiteX3" fmla="*/ 1932024 w 3863897"/>
                  <a:gd name="connsiteY3" fmla="*/ 1592773 h 1592773"/>
                  <a:gd name="connsiteX4" fmla="*/ 0 w 3863897"/>
                  <a:gd name="connsiteY4" fmla="*/ 760986 h 15927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63897" h="1592773">
                    <a:moveTo>
                      <a:pt x="0" y="760986"/>
                    </a:moveTo>
                    <a:lnTo>
                      <a:pt x="1930523" y="0"/>
                    </a:lnTo>
                    <a:lnTo>
                      <a:pt x="3863897" y="761459"/>
                    </a:lnTo>
                    <a:lnTo>
                      <a:pt x="1932024" y="1592773"/>
                    </a:lnTo>
                    <a:lnTo>
                      <a:pt x="0" y="760986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11029654" y="5840612"/>
              <a:ext cx="13260344" cy="2037604"/>
            </a:xfrm>
            <a:prstGeom prst="rect">
              <a:avLst/>
            </a:prstGeom>
            <a:solidFill>
              <a:schemeClr val="accent2"/>
            </a:solidFill>
            <a:ln w="4763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1600">
                <a:solidFill>
                  <a:srgbClr val="FFFFFF"/>
                </a:solidFill>
              </a:endParaRP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7482545" y="5050349"/>
              <a:ext cx="8104754" cy="4506648"/>
              <a:chOff x="4212167" y="2406651"/>
              <a:chExt cx="3854451" cy="2233084"/>
            </a:xfrm>
          </p:grpSpPr>
          <p:grpSp>
            <p:nvGrpSpPr>
              <p:cNvPr id="22" name="Group 21"/>
              <p:cNvGrpSpPr/>
              <p:nvPr/>
            </p:nvGrpSpPr>
            <p:grpSpPr>
              <a:xfrm>
                <a:off x="4212167" y="2783418"/>
                <a:ext cx="3854451" cy="1856317"/>
                <a:chOff x="4212167" y="2783418"/>
                <a:chExt cx="3854451" cy="1856317"/>
              </a:xfrm>
            </p:grpSpPr>
            <p:sp>
              <p:nvSpPr>
                <p:cNvPr id="24" name="Freeform 12"/>
                <p:cNvSpPr>
                  <a:spLocks/>
                </p:cNvSpPr>
                <p:nvPr/>
              </p:nvSpPr>
              <p:spPr bwMode="auto">
                <a:xfrm>
                  <a:off x="4212167" y="2783418"/>
                  <a:ext cx="1928284" cy="1856317"/>
                </a:xfrm>
                <a:custGeom>
                  <a:avLst/>
                  <a:gdLst>
                    <a:gd name="T0" fmla="*/ 462 w 911"/>
                    <a:gd name="T1" fmla="*/ 0 h 877"/>
                    <a:gd name="T2" fmla="*/ 0 w 911"/>
                    <a:gd name="T3" fmla="*/ 484 h 877"/>
                    <a:gd name="T4" fmla="*/ 911 w 911"/>
                    <a:gd name="T5" fmla="*/ 877 h 877"/>
                    <a:gd name="T6" fmla="*/ 911 w 911"/>
                    <a:gd name="T7" fmla="*/ 194 h 877"/>
                    <a:gd name="T8" fmla="*/ 462 w 911"/>
                    <a:gd name="T9" fmla="*/ 0 h 8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11" h="877">
                      <a:moveTo>
                        <a:pt x="462" y="0"/>
                      </a:moveTo>
                      <a:lnTo>
                        <a:pt x="0" y="484"/>
                      </a:lnTo>
                      <a:lnTo>
                        <a:pt x="911" y="877"/>
                      </a:lnTo>
                      <a:lnTo>
                        <a:pt x="911" y="194"/>
                      </a:lnTo>
                      <a:lnTo>
                        <a:pt x="462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4763" cap="flat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60960" tIns="30480" rIns="60960" bIns="304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600"/>
                </a:p>
              </p:txBody>
            </p:sp>
            <p:sp>
              <p:nvSpPr>
                <p:cNvPr id="25" name="Freeform 15"/>
                <p:cNvSpPr>
                  <a:spLocks/>
                </p:cNvSpPr>
                <p:nvPr/>
              </p:nvSpPr>
              <p:spPr bwMode="auto">
                <a:xfrm>
                  <a:off x="6140451" y="2783418"/>
                  <a:ext cx="1926167" cy="1856317"/>
                </a:xfrm>
                <a:custGeom>
                  <a:avLst/>
                  <a:gdLst>
                    <a:gd name="T0" fmla="*/ 0 w 910"/>
                    <a:gd name="T1" fmla="*/ 194 h 877"/>
                    <a:gd name="T2" fmla="*/ 0 w 910"/>
                    <a:gd name="T3" fmla="*/ 877 h 877"/>
                    <a:gd name="T4" fmla="*/ 910 w 910"/>
                    <a:gd name="T5" fmla="*/ 484 h 877"/>
                    <a:gd name="T6" fmla="*/ 448 w 910"/>
                    <a:gd name="T7" fmla="*/ 0 h 877"/>
                    <a:gd name="T8" fmla="*/ 0 w 910"/>
                    <a:gd name="T9" fmla="*/ 194 h 8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10" h="877">
                      <a:moveTo>
                        <a:pt x="0" y="194"/>
                      </a:moveTo>
                      <a:lnTo>
                        <a:pt x="0" y="877"/>
                      </a:lnTo>
                      <a:lnTo>
                        <a:pt x="910" y="484"/>
                      </a:lnTo>
                      <a:lnTo>
                        <a:pt x="448" y="0"/>
                      </a:lnTo>
                      <a:lnTo>
                        <a:pt x="0" y="194"/>
                      </a:lnTo>
                      <a:close/>
                    </a:path>
                  </a:pathLst>
                </a:custGeom>
                <a:solidFill>
                  <a:schemeClr val="accent2">
                    <a:lumMod val="50000"/>
                  </a:schemeClr>
                </a:solidFill>
                <a:ln w="4763" cap="flat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60960" tIns="30480" rIns="60960" bIns="3048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60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23" name="Parallelogram 3"/>
              <p:cNvSpPr/>
              <p:nvPr/>
            </p:nvSpPr>
            <p:spPr>
              <a:xfrm>
                <a:off x="5190067" y="2406651"/>
                <a:ext cx="1901952" cy="787401"/>
              </a:xfrm>
              <a:custGeom>
                <a:avLst/>
                <a:gdLst>
                  <a:gd name="connsiteX0" fmla="*/ 0 w 3636000"/>
                  <a:gd name="connsiteY0" fmla="*/ 2338917 h 2338917"/>
                  <a:gd name="connsiteX1" fmla="*/ 894332 w 3636000"/>
                  <a:gd name="connsiteY1" fmla="*/ 0 h 2338917"/>
                  <a:gd name="connsiteX2" fmla="*/ 3636000 w 3636000"/>
                  <a:gd name="connsiteY2" fmla="*/ 0 h 2338917"/>
                  <a:gd name="connsiteX3" fmla="*/ 2741668 w 3636000"/>
                  <a:gd name="connsiteY3" fmla="*/ 2338917 h 2338917"/>
                  <a:gd name="connsiteX4" fmla="*/ 0 w 3636000"/>
                  <a:gd name="connsiteY4" fmla="*/ 2338917 h 2338917"/>
                  <a:gd name="connsiteX0" fmla="*/ 0 w 3636000"/>
                  <a:gd name="connsiteY0" fmla="*/ 2338917 h 3152517"/>
                  <a:gd name="connsiteX1" fmla="*/ 894332 w 3636000"/>
                  <a:gd name="connsiteY1" fmla="*/ 0 h 3152517"/>
                  <a:gd name="connsiteX2" fmla="*/ 3636000 w 3636000"/>
                  <a:gd name="connsiteY2" fmla="*/ 0 h 3152517"/>
                  <a:gd name="connsiteX3" fmla="*/ 1949668 w 3636000"/>
                  <a:gd name="connsiteY3" fmla="*/ 3152517 h 3152517"/>
                  <a:gd name="connsiteX4" fmla="*/ 0 w 3636000"/>
                  <a:gd name="connsiteY4" fmla="*/ 2338917 h 3152517"/>
                  <a:gd name="connsiteX0" fmla="*/ 0 w 3895200"/>
                  <a:gd name="connsiteY0" fmla="*/ 2338917 h 3152517"/>
                  <a:gd name="connsiteX1" fmla="*/ 894332 w 3895200"/>
                  <a:gd name="connsiteY1" fmla="*/ 0 h 3152517"/>
                  <a:gd name="connsiteX2" fmla="*/ 3895200 w 3895200"/>
                  <a:gd name="connsiteY2" fmla="*/ 2332800 h 3152517"/>
                  <a:gd name="connsiteX3" fmla="*/ 1949668 w 3895200"/>
                  <a:gd name="connsiteY3" fmla="*/ 3152517 h 3152517"/>
                  <a:gd name="connsiteX4" fmla="*/ 0 w 3895200"/>
                  <a:gd name="connsiteY4" fmla="*/ 2338917 h 3152517"/>
                  <a:gd name="connsiteX0" fmla="*/ 0 w 3895200"/>
                  <a:gd name="connsiteY0" fmla="*/ 6117 h 819717"/>
                  <a:gd name="connsiteX1" fmla="*/ 1909532 w 3895200"/>
                  <a:gd name="connsiteY1" fmla="*/ 64800 h 819717"/>
                  <a:gd name="connsiteX2" fmla="*/ 3895200 w 3895200"/>
                  <a:gd name="connsiteY2" fmla="*/ 0 h 819717"/>
                  <a:gd name="connsiteX3" fmla="*/ 1949668 w 3895200"/>
                  <a:gd name="connsiteY3" fmla="*/ 819717 h 819717"/>
                  <a:gd name="connsiteX4" fmla="*/ 0 w 3895200"/>
                  <a:gd name="connsiteY4" fmla="*/ 6117 h 819717"/>
                  <a:gd name="connsiteX0" fmla="*/ 0 w 3895200"/>
                  <a:gd name="connsiteY0" fmla="*/ 430917 h 1244517"/>
                  <a:gd name="connsiteX1" fmla="*/ 1923932 w 3895200"/>
                  <a:gd name="connsiteY1" fmla="*/ 0 h 1244517"/>
                  <a:gd name="connsiteX2" fmla="*/ 3895200 w 3895200"/>
                  <a:gd name="connsiteY2" fmla="*/ 424800 h 1244517"/>
                  <a:gd name="connsiteX3" fmla="*/ 1949668 w 3895200"/>
                  <a:gd name="connsiteY3" fmla="*/ 1244517 h 1244517"/>
                  <a:gd name="connsiteX4" fmla="*/ 0 w 3895200"/>
                  <a:gd name="connsiteY4" fmla="*/ 430917 h 1244517"/>
                  <a:gd name="connsiteX0" fmla="*/ 0 w 3895200"/>
                  <a:gd name="connsiteY0" fmla="*/ 690117 h 1503717"/>
                  <a:gd name="connsiteX1" fmla="*/ 1923932 w 3895200"/>
                  <a:gd name="connsiteY1" fmla="*/ 0 h 1503717"/>
                  <a:gd name="connsiteX2" fmla="*/ 3895200 w 3895200"/>
                  <a:gd name="connsiteY2" fmla="*/ 684000 h 1503717"/>
                  <a:gd name="connsiteX3" fmla="*/ 1949668 w 3895200"/>
                  <a:gd name="connsiteY3" fmla="*/ 1503717 h 1503717"/>
                  <a:gd name="connsiteX4" fmla="*/ 0 w 3895200"/>
                  <a:gd name="connsiteY4" fmla="*/ 690117 h 1503717"/>
                  <a:gd name="connsiteX0" fmla="*/ 0 w 3895200"/>
                  <a:gd name="connsiteY0" fmla="*/ 920517 h 1734117"/>
                  <a:gd name="connsiteX1" fmla="*/ 1923932 w 3895200"/>
                  <a:gd name="connsiteY1" fmla="*/ 0 h 1734117"/>
                  <a:gd name="connsiteX2" fmla="*/ 3895200 w 3895200"/>
                  <a:gd name="connsiteY2" fmla="*/ 914400 h 1734117"/>
                  <a:gd name="connsiteX3" fmla="*/ 1949668 w 3895200"/>
                  <a:gd name="connsiteY3" fmla="*/ 1734117 h 1734117"/>
                  <a:gd name="connsiteX4" fmla="*/ 0 w 3895200"/>
                  <a:gd name="connsiteY4" fmla="*/ 920517 h 1734117"/>
                  <a:gd name="connsiteX0" fmla="*/ 0 w 3895200"/>
                  <a:gd name="connsiteY0" fmla="*/ 920517 h 1734117"/>
                  <a:gd name="connsiteX1" fmla="*/ 1923932 w 3895200"/>
                  <a:gd name="connsiteY1" fmla="*/ 0 h 1734117"/>
                  <a:gd name="connsiteX2" fmla="*/ 3895200 w 3895200"/>
                  <a:gd name="connsiteY2" fmla="*/ 914400 h 1734117"/>
                  <a:gd name="connsiteX3" fmla="*/ 1922203 w 3895200"/>
                  <a:gd name="connsiteY3" fmla="*/ 1734117 h 1734117"/>
                  <a:gd name="connsiteX4" fmla="*/ 0 w 3895200"/>
                  <a:gd name="connsiteY4" fmla="*/ 920517 h 1734117"/>
                  <a:gd name="connsiteX0" fmla="*/ 0 w 3895200"/>
                  <a:gd name="connsiteY0" fmla="*/ 920517 h 1734117"/>
                  <a:gd name="connsiteX1" fmla="*/ 1923932 w 3895200"/>
                  <a:gd name="connsiteY1" fmla="*/ 0 h 1734117"/>
                  <a:gd name="connsiteX2" fmla="*/ 3895200 w 3895200"/>
                  <a:gd name="connsiteY2" fmla="*/ 914400 h 1734117"/>
                  <a:gd name="connsiteX3" fmla="*/ 1922203 w 3895200"/>
                  <a:gd name="connsiteY3" fmla="*/ 1734117 h 1734117"/>
                  <a:gd name="connsiteX4" fmla="*/ 0 w 3895200"/>
                  <a:gd name="connsiteY4" fmla="*/ 920517 h 1734117"/>
                  <a:gd name="connsiteX0" fmla="*/ 0 w 3895200"/>
                  <a:gd name="connsiteY0" fmla="*/ 920517 h 1716346"/>
                  <a:gd name="connsiteX1" fmla="*/ 1923932 w 3895200"/>
                  <a:gd name="connsiteY1" fmla="*/ 0 h 1716346"/>
                  <a:gd name="connsiteX2" fmla="*/ 3895200 w 3895200"/>
                  <a:gd name="connsiteY2" fmla="*/ 914400 h 1716346"/>
                  <a:gd name="connsiteX3" fmla="*/ 1973900 w 3895200"/>
                  <a:gd name="connsiteY3" fmla="*/ 1716346 h 1716346"/>
                  <a:gd name="connsiteX4" fmla="*/ 0 w 3895200"/>
                  <a:gd name="connsiteY4" fmla="*/ 920517 h 1716346"/>
                  <a:gd name="connsiteX0" fmla="*/ 0 w 3895200"/>
                  <a:gd name="connsiteY0" fmla="*/ 920517 h 1730886"/>
                  <a:gd name="connsiteX1" fmla="*/ 1923932 w 3895200"/>
                  <a:gd name="connsiteY1" fmla="*/ 0 h 1730886"/>
                  <a:gd name="connsiteX2" fmla="*/ 3895200 w 3895200"/>
                  <a:gd name="connsiteY2" fmla="*/ 914400 h 1730886"/>
                  <a:gd name="connsiteX3" fmla="*/ 1925433 w 3895200"/>
                  <a:gd name="connsiteY3" fmla="*/ 1730886 h 1730886"/>
                  <a:gd name="connsiteX4" fmla="*/ 0 w 3895200"/>
                  <a:gd name="connsiteY4" fmla="*/ 920517 h 1730886"/>
                  <a:gd name="connsiteX0" fmla="*/ 0 w 3895200"/>
                  <a:gd name="connsiteY0" fmla="*/ 782404 h 1592773"/>
                  <a:gd name="connsiteX1" fmla="*/ 1923932 w 3895200"/>
                  <a:gd name="connsiteY1" fmla="*/ 0 h 1592773"/>
                  <a:gd name="connsiteX2" fmla="*/ 3895200 w 3895200"/>
                  <a:gd name="connsiteY2" fmla="*/ 776287 h 1592773"/>
                  <a:gd name="connsiteX3" fmla="*/ 1925433 w 3895200"/>
                  <a:gd name="connsiteY3" fmla="*/ 1592773 h 1592773"/>
                  <a:gd name="connsiteX4" fmla="*/ 0 w 3895200"/>
                  <a:gd name="connsiteY4" fmla="*/ 782404 h 1592773"/>
                  <a:gd name="connsiteX0" fmla="*/ 0 w 3886962"/>
                  <a:gd name="connsiteY0" fmla="*/ 759338 h 1592773"/>
                  <a:gd name="connsiteX1" fmla="*/ 1915694 w 3886962"/>
                  <a:gd name="connsiteY1" fmla="*/ 0 h 1592773"/>
                  <a:gd name="connsiteX2" fmla="*/ 3886962 w 3886962"/>
                  <a:gd name="connsiteY2" fmla="*/ 776287 h 1592773"/>
                  <a:gd name="connsiteX3" fmla="*/ 1917195 w 3886962"/>
                  <a:gd name="connsiteY3" fmla="*/ 1592773 h 1592773"/>
                  <a:gd name="connsiteX4" fmla="*/ 0 w 3886962"/>
                  <a:gd name="connsiteY4" fmla="*/ 759338 h 1592773"/>
                  <a:gd name="connsiteX0" fmla="*/ 0 w 3901791"/>
                  <a:gd name="connsiteY0" fmla="*/ 760986 h 1592773"/>
                  <a:gd name="connsiteX1" fmla="*/ 1930523 w 3901791"/>
                  <a:gd name="connsiteY1" fmla="*/ 0 h 1592773"/>
                  <a:gd name="connsiteX2" fmla="*/ 3901791 w 3901791"/>
                  <a:gd name="connsiteY2" fmla="*/ 776287 h 1592773"/>
                  <a:gd name="connsiteX3" fmla="*/ 1932024 w 3901791"/>
                  <a:gd name="connsiteY3" fmla="*/ 1592773 h 1592773"/>
                  <a:gd name="connsiteX4" fmla="*/ 0 w 3901791"/>
                  <a:gd name="connsiteY4" fmla="*/ 760986 h 1592773"/>
                  <a:gd name="connsiteX0" fmla="*/ 0 w 3863897"/>
                  <a:gd name="connsiteY0" fmla="*/ 760986 h 1592773"/>
                  <a:gd name="connsiteX1" fmla="*/ 1930523 w 3863897"/>
                  <a:gd name="connsiteY1" fmla="*/ 0 h 1592773"/>
                  <a:gd name="connsiteX2" fmla="*/ 3863897 w 3863897"/>
                  <a:gd name="connsiteY2" fmla="*/ 761459 h 1592773"/>
                  <a:gd name="connsiteX3" fmla="*/ 1932024 w 3863897"/>
                  <a:gd name="connsiteY3" fmla="*/ 1592773 h 1592773"/>
                  <a:gd name="connsiteX4" fmla="*/ 0 w 3863897"/>
                  <a:gd name="connsiteY4" fmla="*/ 760986 h 15927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63897" h="1592773">
                    <a:moveTo>
                      <a:pt x="0" y="760986"/>
                    </a:moveTo>
                    <a:lnTo>
                      <a:pt x="1930523" y="0"/>
                    </a:lnTo>
                    <a:lnTo>
                      <a:pt x="3863897" y="761459"/>
                    </a:lnTo>
                    <a:lnTo>
                      <a:pt x="1932024" y="1592773"/>
                    </a:lnTo>
                    <a:lnTo>
                      <a:pt x="0" y="760986"/>
                    </a:ln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sp>
          <p:nvSpPr>
            <p:cNvPr id="11" name="Rectangle 5"/>
            <p:cNvSpPr>
              <a:spLocks noChangeArrowheads="1"/>
            </p:cNvSpPr>
            <p:nvPr/>
          </p:nvSpPr>
          <p:spPr bwMode="auto">
            <a:xfrm>
              <a:off x="11571471" y="3807281"/>
              <a:ext cx="12718527" cy="2033331"/>
            </a:xfrm>
            <a:prstGeom prst="rect">
              <a:avLst/>
            </a:prstGeom>
            <a:solidFill>
              <a:schemeClr val="accent1"/>
            </a:solidFill>
            <a:ln w="4763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1600">
                <a:solidFill>
                  <a:srgbClr val="FFFFFF"/>
                </a:solidFill>
              </a:endParaRP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9552832" y="3807283"/>
              <a:ext cx="3992294" cy="2832141"/>
              <a:chOff x="5190067" y="1790701"/>
              <a:chExt cx="1898651" cy="1403351"/>
            </a:xfrm>
          </p:grpSpPr>
          <p:sp>
            <p:nvSpPr>
              <p:cNvPr id="19" name="Freeform 13"/>
              <p:cNvSpPr>
                <a:spLocks/>
              </p:cNvSpPr>
              <p:nvPr/>
            </p:nvSpPr>
            <p:spPr bwMode="auto">
              <a:xfrm>
                <a:off x="6140451" y="1790701"/>
                <a:ext cx="948267" cy="1403351"/>
              </a:xfrm>
              <a:custGeom>
                <a:avLst/>
                <a:gdLst>
                  <a:gd name="T0" fmla="*/ 0 w 448"/>
                  <a:gd name="T1" fmla="*/ 0 h 663"/>
                  <a:gd name="T2" fmla="*/ 0 w 448"/>
                  <a:gd name="T3" fmla="*/ 663 h 663"/>
                  <a:gd name="T4" fmla="*/ 448 w 448"/>
                  <a:gd name="T5" fmla="*/ 469 h 663"/>
                  <a:gd name="T6" fmla="*/ 0 w 448"/>
                  <a:gd name="T7" fmla="*/ 0 h 6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48" h="663">
                    <a:moveTo>
                      <a:pt x="0" y="0"/>
                    </a:moveTo>
                    <a:lnTo>
                      <a:pt x="0" y="663"/>
                    </a:lnTo>
                    <a:lnTo>
                      <a:pt x="448" y="4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4763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>
                  <a:solidFill>
                    <a:srgbClr val="FFFFFF"/>
                  </a:solidFill>
                </a:endParaRPr>
              </a:p>
            </p:txBody>
          </p:sp>
          <p:sp>
            <p:nvSpPr>
              <p:cNvPr id="20" name="Freeform 10"/>
              <p:cNvSpPr>
                <a:spLocks/>
              </p:cNvSpPr>
              <p:nvPr/>
            </p:nvSpPr>
            <p:spPr bwMode="auto">
              <a:xfrm>
                <a:off x="5190067" y="1790701"/>
                <a:ext cx="950384" cy="1403351"/>
              </a:xfrm>
              <a:custGeom>
                <a:avLst/>
                <a:gdLst>
                  <a:gd name="T0" fmla="*/ 449 w 449"/>
                  <a:gd name="T1" fmla="*/ 0 h 663"/>
                  <a:gd name="T2" fmla="*/ 0 w 449"/>
                  <a:gd name="T3" fmla="*/ 469 h 663"/>
                  <a:gd name="T4" fmla="*/ 449 w 449"/>
                  <a:gd name="T5" fmla="*/ 663 h 663"/>
                  <a:gd name="T6" fmla="*/ 449 w 449"/>
                  <a:gd name="T7" fmla="*/ 0 h 6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49" h="663">
                    <a:moveTo>
                      <a:pt x="449" y="0"/>
                    </a:moveTo>
                    <a:lnTo>
                      <a:pt x="0" y="469"/>
                    </a:lnTo>
                    <a:lnTo>
                      <a:pt x="449" y="663"/>
                    </a:lnTo>
                    <a:lnTo>
                      <a:pt x="44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4763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/>
              </a:p>
            </p:txBody>
          </p:sp>
        </p:grpSp>
        <p:sp>
          <p:nvSpPr>
            <p:cNvPr id="13" name="Shape 142"/>
            <p:cNvSpPr/>
            <p:nvPr/>
          </p:nvSpPr>
          <p:spPr>
            <a:xfrm>
              <a:off x="13625388" y="3957709"/>
              <a:ext cx="1892207" cy="14326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>
                <a:defRPr sz="8000">
                  <a:solidFill>
                    <a:srgbClr val="3484C9"/>
                  </a:solidFill>
                  <a:latin typeface="+mj-lt"/>
                  <a:ea typeface="+mj-ea"/>
                  <a:cs typeface="+mj-cs"/>
                  <a:sym typeface="Helvetica Neue UltraLight"/>
                </a:defRPr>
              </a:lvl1pPr>
            </a:lstStyle>
            <a:p>
              <a:pPr lvl="0" algn="ctr">
                <a:defRPr sz="1800">
                  <a:solidFill>
                    <a:srgbClr val="000000"/>
                  </a:solidFill>
                </a:defRPr>
              </a:pPr>
              <a:r>
                <a:rPr sz="4000" dirty="0">
                  <a:solidFill>
                    <a:srgbClr val="FFFFFF"/>
                  </a:solidFill>
                  <a:latin typeface="Montserrat SemiBold" panose="00000700000000000000" pitchFamily="2" charset="0"/>
                  <a:cs typeface="Lato Light"/>
                </a:rPr>
                <a:t>01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714214" y="4221629"/>
              <a:ext cx="6068341" cy="9758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FFFF"/>
                  </a:solidFill>
                  <a:latin typeface="Montserrat" panose="00000500000000000000" pitchFamily="2" charset="0"/>
                  <a:cs typeface="Lato Light"/>
                </a:rPr>
                <a:t>Roof Slab S1</a:t>
              </a:r>
              <a:endParaRPr lang="en-US" sz="2400" dirty="0">
                <a:solidFill>
                  <a:srgbClr val="FFFFFF"/>
                </a:solidFill>
                <a:latin typeface="Montserrat" panose="00000500000000000000" pitchFamily="2" charset="0"/>
                <a:cs typeface="Lato Light"/>
              </a:endParaRPr>
            </a:p>
          </p:txBody>
        </p:sp>
        <p:sp>
          <p:nvSpPr>
            <p:cNvPr id="15" name="Shape 142"/>
            <p:cNvSpPr/>
            <p:nvPr/>
          </p:nvSpPr>
          <p:spPr>
            <a:xfrm>
              <a:off x="15135584" y="6026083"/>
              <a:ext cx="1892207" cy="14326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>
                <a:defRPr sz="8000">
                  <a:solidFill>
                    <a:srgbClr val="3484C9"/>
                  </a:solidFill>
                  <a:latin typeface="+mj-lt"/>
                  <a:ea typeface="+mj-ea"/>
                  <a:cs typeface="+mj-cs"/>
                  <a:sym typeface="Helvetica Neue UltraLight"/>
                </a:defRPr>
              </a:lvl1pPr>
            </a:lstStyle>
            <a:p>
              <a:pPr lvl="0" algn="ctr">
                <a:defRPr sz="1800">
                  <a:solidFill>
                    <a:srgbClr val="000000"/>
                  </a:solidFill>
                </a:defRPr>
              </a:pPr>
              <a:r>
                <a:rPr sz="4000" dirty="0">
                  <a:solidFill>
                    <a:srgbClr val="FFFFFF"/>
                  </a:solidFill>
                  <a:latin typeface="Montserrat SemiBold" panose="00000700000000000000" pitchFamily="2" charset="0"/>
                  <a:cs typeface="Lato Light"/>
                </a:rPr>
                <a:t>0</a:t>
              </a:r>
              <a:r>
                <a:rPr lang="en-US" sz="4000" dirty="0">
                  <a:solidFill>
                    <a:srgbClr val="FFFFFF"/>
                  </a:solidFill>
                  <a:latin typeface="Montserrat SemiBold" panose="00000700000000000000" pitchFamily="2" charset="0"/>
                  <a:cs typeface="Lato Light"/>
                </a:rPr>
                <a:t>2</a:t>
              </a:r>
              <a:endParaRPr sz="4000" dirty="0">
                <a:solidFill>
                  <a:srgbClr val="FFFFFF"/>
                </a:solidFill>
                <a:latin typeface="Montserrat SemiBold" panose="00000700000000000000" pitchFamily="2" charset="0"/>
                <a:cs typeface="Lato Ligh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178724" y="6290004"/>
              <a:ext cx="6068341" cy="9758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sz="2400" dirty="0" smtClean="0">
                  <a:solidFill>
                    <a:srgbClr val="FFFFFF"/>
                  </a:solidFill>
                  <a:latin typeface="Montserrat" panose="00000500000000000000" pitchFamily="2" charset="0"/>
                  <a:cs typeface="Lato Light"/>
                </a:rPr>
                <a:t>Lintel </a:t>
              </a:r>
              <a:r>
                <a:rPr lang="en-US" sz="2400" dirty="0">
                  <a:solidFill>
                    <a:srgbClr val="FFFFFF"/>
                  </a:solidFill>
                  <a:latin typeface="Montserrat" panose="00000500000000000000" pitchFamily="2" charset="0"/>
                  <a:cs typeface="Lato Light"/>
                </a:rPr>
                <a:t>Beam</a:t>
              </a:r>
              <a:endParaRPr lang="en-US" sz="2400" dirty="0">
                <a:solidFill>
                  <a:srgbClr val="FFFFFF"/>
                </a:solidFill>
                <a:latin typeface="Montserrat" panose="00000500000000000000" pitchFamily="2" charset="0"/>
                <a:cs typeface="Lato Light"/>
              </a:endParaRPr>
            </a:p>
          </p:txBody>
        </p:sp>
        <p:sp>
          <p:nvSpPr>
            <p:cNvPr id="17" name="Shape 142"/>
            <p:cNvSpPr/>
            <p:nvPr/>
          </p:nvSpPr>
          <p:spPr>
            <a:xfrm>
              <a:off x="16951685" y="8128937"/>
              <a:ext cx="1892207" cy="14326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>
                <a:defRPr sz="8000">
                  <a:solidFill>
                    <a:srgbClr val="3484C9"/>
                  </a:solidFill>
                  <a:latin typeface="+mj-lt"/>
                  <a:ea typeface="+mj-ea"/>
                  <a:cs typeface="+mj-cs"/>
                  <a:sym typeface="Helvetica Neue UltraLight"/>
                </a:defRPr>
              </a:lvl1pPr>
            </a:lstStyle>
            <a:p>
              <a:pPr lvl="0" algn="ctr">
                <a:defRPr sz="1800">
                  <a:solidFill>
                    <a:srgbClr val="000000"/>
                  </a:solidFill>
                </a:defRPr>
              </a:pPr>
              <a:r>
                <a:rPr sz="4000" dirty="0">
                  <a:solidFill>
                    <a:srgbClr val="FFFFFF"/>
                  </a:solidFill>
                  <a:latin typeface="Montserrat SemiBold" panose="00000700000000000000" pitchFamily="2" charset="0"/>
                  <a:cs typeface="Lato Light"/>
                </a:rPr>
                <a:t>0</a:t>
              </a:r>
              <a:r>
                <a:rPr lang="en-US" sz="4000" dirty="0">
                  <a:solidFill>
                    <a:srgbClr val="FFFFFF"/>
                  </a:solidFill>
                  <a:latin typeface="Montserrat SemiBold" panose="00000700000000000000" pitchFamily="2" charset="0"/>
                  <a:cs typeface="Lato Light"/>
                </a:rPr>
                <a:t>3</a:t>
              </a:r>
              <a:endParaRPr sz="4000" dirty="0">
                <a:solidFill>
                  <a:srgbClr val="FFFFFF"/>
                </a:solidFill>
                <a:latin typeface="Montserrat SemiBold" panose="00000700000000000000" pitchFamily="2" charset="0"/>
                <a:cs typeface="Lato Light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8994828" y="8392857"/>
              <a:ext cx="6068341" cy="9758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sz="2400" dirty="0">
                  <a:solidFill>
                    <a:srgbClr val="FFFFFF"/>
                  </a:solidFill>
                  <a:latin typeface="Montserrat" panose="00000500000000000000" pitchFamily="2" charset="0"/>
                  <a:cs typeface="Lato Light"/>
                </a:rPr>
                <a:t>Beam</a:t>
              </a:r>
              <a:endParaRPr lang="en-US" sz="2400" dirty="0">
                <a:solidFill>
                  <a:srgbClr val="FFFFFF"/>
                </a:solidFill>
                <a:latin typeface="Montserrat" panose="00000500000000000000" pitchFamily="2" charset="0"/>
                <a:cs typeface="Lato Light"/>
              </a:endParaRPr>
            </a:p>
          </p:txBody>
        </p:sp>
      </p:grpSp>
      <p:sp>
        <p:nvSpPr>
          <p:cNvPr id="35" name="Rectangle 34"/>
          <p:cNvSpPr/>
          <p:nvPr>
            <p:custDataLst>
              <p:tags r:id="rId1"/>
            </p:custDataLst>
          </p:nvPr>
        </p:nvSpPr>
        <p:spPr>
          <a:xfrm>
            <a:off x="1976011" y="549299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Steel Application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175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0" r="2621"/>
          <a:stretch/>
        </p:blipFill>
        <p:spPr>
          <a:xfrm>
            <a:off x="7731889" y="1"/>
            <a:ext cx="4325074" cy="6258756"/>
          </a:xfrm>
          <a:solidFill>
            <a:schemeClr val="bg1">
              <a:lumMod val="85000"/>
            </a:schemeClr>
          </a:solidFill>
        </p:spPr>
      </p:pic>
      <p:sp>
        <p:nvSpPr>
          <p:cNvPr id="61" name="Rectangle 60"/>
          <p:cNvSpPr/>
          <p:nvPr/>
        </p:nvSpPr>
        <p:spPr>
          <a:xfrm>
            <a:off x="2870522" y="1822056"/>
            <a:ext cx="4294206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#4/0.5" 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bars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:  </a:t>
            </a: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23‘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#6/0.75" 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bars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:  </a:t>
            </a: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30'8“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#3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/ </a:t>
            </a: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0.375" 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bars:  23'4"</a:t>
            </a:r>
            <a:endParaRPr lang="en-US" noProof="1">
              <a:solidFill>
                <a:schemeClr val="bg1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12</a:t>
            </a:fld>
            <a:endParaRPr lang="en-US"/>
          </a:p>
        </p:txBody>
      </p:sp>
      <p:sp>
        <p:nvSpPr>
          <p:cNvPr id="24" name="Rectangle 23"/>
          <p:cNvSpPr/>
          <p:nvPr>
            <p:custDataLst>
              <p:tags r:id="rId1"/>
            </p:custDataLst>
          </p:nvPr>
        </p:nvSpPr>
        <p:spPr>
          <a:xfrm>
            <a:off x="1976011" y="549299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Steel in Beam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442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2529840" y="1822056"/>
            <a:ext cx="46348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 </a:t>
            </a: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Total #4 Horizontal 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Bars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:  </a:t>
            </a: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182.5 ft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Total Stirrups :  105 ft</a:t>
            </a:r>
            <a:endParaRPr lang="en-US" noProof="1">
              <a:solidFill>
                <a:schemeClr val="bg1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13</a:t>
            </a:fld>
            <a:endParaRPr lang="en-US"/>
          </a:p>
        </p:txBody>
      </p:sp>
      <p:sp>
        <p:nvSpPr>
          <p:cNvPr id="24" name="Rectangle 23"/>
          <p:cNvSpPr/>
          <p:nvPr>
            <p:custDataLst>
              <p:tags r:id="rId1"/>
            </p:custDataLst>
          </p:nvPr>
        </p:nvSpPr>
        <p:spPr>
          <a:xfrm>
            <a:off x="1976011" y="549299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Steel In </a:t>
            </a:r>
            <a:r>
              <a:rPr lang="en-US" sz="36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Lintel Beam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  <p:pic>
        <p:nvPicPr>
          <p:cNvPr id="9" name="Picture Placeholder 8"/>
          <p:cNvPicPr>
            <a:picLocks noGrp="1" noChangeAspect="1"/>
          </p:cNvPicPr>
          <p:nvPr>
            <p:ph type="pic"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6" r="926"/>
          <a:stretch>
            <a:fillRect/>
          </a:stretch>
        </p:blipFill>
        <p:spPr>
          <a:xfrm>
            <a:off x="7731889" y="0"/>
            <a:ext cx="4325075" cy="6258757"/>
          </a:xfrm>
        </p:spPr>
      </p:pic>
    </p:spTree>
    <p:extLst>
      <p:ext uri="{BB962C8B-B14F-4D97-AF65-F5344CB8AC3E}">
        <p14:creationId xmlns:p14="http://schemas.microsoft.com/office/powerpoint/2010/main" val="2994869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/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6" r="926"/>
          <a:stretch>
            <a:fillRect/>
          </a:stretch>
        </p:blipFill>
        <p:spPr>
          <a:xfrm>
            <a:off x="7731889" y="0"/>
            <a:ext cx="4331210" cy="6267635"/>
          </a:xfrm>
        </p:spPr>
      </p:pic>
      <p:sp>
        <p:nvSpPr>
          <p:cNvPr id="61" name="Rectangle 60"/>
          <p:cNvSpPr/>
          <p:nvPr/>
        </p:nvSpPr>
        <p:spPr>
          <a:xfrm>
            <a:off x="2529840" y="1822056"/>
            <a:ext cx="463488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 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#04/0.5" Positive Reinforcement Bar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:  </a:t>
            </a: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3724.25 ft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#04/0.5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" </a:t>
            </a: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Negative Reinforcement 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Bar: 2165 ft</a:t>
            </a:r>
            <a:endParaRPr lang="en-US" noProof="1">
              <a:solidFill>
                <a:schemeClr val="bg1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14</a:t>
            </a:fld>
            <a:endParaRPr lang="en-US"/>
          </a:p>
        </p:txBody>
      </p:sp>
      <p:sp>
        <p:nvSpPr>
          <p:cNvPr id="24" name="Rectangle 23"/>
          <p:cNvSpPr/>
          <p:nvPr>
            <p:custDataLst>
              <p:tags r:id="rId1"/>
            </p:custDataLst>
          </p:nvPr>
        </p:nvSpPr>
        <p:spPr>
          <a:xfrm>
            <a:off x="1976011" y="549299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Steel </a:t>
            </a:r>
            <a:r>
              <a:rPr lang="en-US" sz="36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In Slab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798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15</a:t>
            </a:fld>
            <a:endParaRPr lang="en-US"/>
          </a:p>
        </p:txBody>
      </p:sp>
      <p:sp>
        <p:nvSpPr>
          <p:cNvPr id="24" name="Rectangle 23"/>
          <p:cNvSpPr/>
          <p:nvPr>
            <p:custDataLst>
              <p:tags r:id="rId1"/>
            </p:custDataLst>
          </p:nvPr>
        </p:nvSpPr>
        <p:spPr>
          <a:xfrm>
            <a:off x="1976011" y="549299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Steel </a:t>
            </a:r>
            <a:r>
              <a:rPr lang="en-US" sz="36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Schedule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332530"/>
              </p:ext>
            </p:extLst>
          </p:nvPr>
        </p:nvGraphicFramePr>
        <p:xfrm>
          <a:off x="1737360" y="2030306"/>
          <a:ext cx="806196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5490">
                  <a:extLst>
                    <a:ext uri="{9D8B030D-6E8A-4147-A177-3AD203B41FA5}">
                      <a16:colId xmlns:a16="http://schemas.microsoft.com/office/drawing/2014/main" val="3952277533"/>
                    </a:ext>
                  </a:extLst>
                </a:gridCol>
                <a:gridCol w="2015490">
                  <a:extLst>
                    <a:ext uri="{9D8B030D-6E8A-4147-A177-3AD203B41FA5}">
                      <a16:colId xmlns:a16="http://schemas.microsoft.com/office/drawing/2014/main" val="3790443880"/>
                    </a:ext>
                  </a:extLst>
                </a:gridCol>
                <a:gridCol w="2015490">
                  <a:extLst>
                    <a:ext uri="{9D8B030D-6E8A-4147-A177-3AD203B41FA5}">
                      <a16:colId xmlns:a16="http://schemas.microsoft.com/office/drawing/2014/main" val="335095235"/>
                    </a:ext>
                  </a:extLst>
                </a:gridCol>
                <a:gridCol w="2015490">
                  <a:extLst>
                    <a:ext uri="{9D8B030D-6E8A-4147-A177-3AD203B41FA5}">
                      <a16:colId xmlns:a16="http://schemas.microsoft.com/office/drawing/2014/main" val="19687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Bar #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Length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1988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8DCE02"/>
                          </a:solidFill>
                        </a:rPr>
                        <a:t>#4</a:t>
                      </a:r>
                      <a:endParaRPr lang="en-US" dirty="0">
                        <a:solidFill>
                          <a:srgbClr val="8DCE02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8DCE02"/>
                          </a:solidFill>
                        </a:rPr>
                        <a:t>6094.75’</a:t>
                      </a:r>
                      <a:endParaRPr lang="en-US" dirty="0">
                        <a:solidFill>
                          <a:srgbClr val="8DCE02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8DCE02"/>
                          </a:solidFill>
                        </a:rPr>
                        <a:t>0.668 </a:t>
                      </a:r>
                      <a:r>
                        <a:rPr lang="en-US" dirty="0" err="1" smtClean="0">
                          <a:solidFill>
                            <a:srgbClr val="8DCE02"/>
                          </a:solidFill>
                        </a:rPr>
                        <a:t>lb</a:t>
                      </a:r>
                      <a:r>
                        <a:rPr lang="en-US" dirty="0" smtClean="0">
                          <a:solidFill>
                            <a:srgbClr val="8DCE02"/>
                          </a:solidFill>
                        </a:rPr>
                        <a:t>/</a:t>
                      </a:r>
                      <a:r>
                        <a:rPr lang="en-US" dirty="0" err="1" smtClean="0">
                          <a:solidFill>
                            <a:srgbClr val="8DCE02"/>
                          </a:solidFill>
                        </a:rPr>
                        <a:t>ft</a:t>
                      </a:r>
                      <a:endParaRPr lang="en-US" dirty="0">
                        <a:solidFill>
                          <a:srgbClr val="8DCE02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8DCE02"/>
                          </a:solidFill>
                        </a:rPr>
                        <a:t>4071.293 </a:t>
                      </a:r>
                      <a:r>
                        <a:rPr lang="en-US" dirty="0" err="1" smtClean="0">
                          <a:solidFill>
                            <a:srgbClr val="8DCE02"/>
                          </a:solidFill>
                        </a:rPr>
                        <a:t>lb</a:t>
                      </a:r>
                      <a:endParaRPr lang="en-US" dirty="0">
                        <a:solidFill>
                          <a:srgbClr val="8DCE02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626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8DCE02"/>
                          </a:solidFill>
                        </a:rPr>
                        <a:t>#3</a:t>
                      </a:r>
                      <a:endParaRPr lang="en-US" dirty="0">
                        <a:solidFill>
                          <a:srgbClr val="8DCE02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8DCE02"/>
                          </a:solidFill>
                        </a:rPr>
                        <a:t>128’4”</a:t>
                      </a:r>
                      <a:endParaRPr lang="en-US" dirty="0">
                        <a:solidFill>
                          <a:srgbClr val="8DCE02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8DCE02"/>
                          </a:solidFill>
                        </a:rPr>
                        <a:t>0.376 </a:t>
                      </a:r>
                      <a:r>
                        <a:rPr lang="en-US" dirty="0" err="1" smtClean="0">
                          <a:solidFill>
                            <a:srgbClr val="8DCE02"/>
                          </a:solidFill>
                        </a:rPr>
                        <a:t>lb</a:t>
                      </a:r>
                      <a:r>
                        <a:rPr lang="en-US" dirty="0" smtClean="0">
                          <a:solidFill>
                            <a:srgbClr val="8DCE02"/>
                          </a:solidFill>
                        </a:rPr>
                        <a:t>/</a:t>
                      </a:r>
                      <a:r>
                        <a:rPr lang="en-US" dirty="0" err="1" smtClean="0">
                          <a:solidFill>
                            <a:srgbClr val="8DCE02"/>
                          </a:solidFill>
                        </a:rPr>
                        <a:t>ft</a:t>
                      </a:r>
                      <a:endParaRPr lang="en-US" dirty="0">
                        <a:solidFill>
                          <a:srgbClr val="8DCE02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8DCE02"/>
                          </a:solidFill>
                        </a:rPr>
                        <a:t>48.253 </a:t>
                      </a:r>
                      <a:r>
                        <a:rPr lang="en-US" dirty="0" err="1" smtClean="0">
                          <a:solidFill>
                            <a:srgbClr val="8DCE02"/>
                          </a:solidFill>
                        </a:rPr>
                        <a:t>lb</a:t>
                      </a:r>
                      <a:endParaRPr lang="en-US" dirty="0">
                        <a:solidFill>
                          <a:srgbClr val="8DCE02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217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8DCE02"/>
                          </a:solidFill>
                        </a:rPr>
                        <a:t>#6</a:t>
                      </a:r>
                      <a:endParaRPr lang="en-US" dirty="0">
                        <a:solidFill>
                          <a:srgbClr val="8DCE02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8DCE02"/>
                          </a:solidFill>
                        </a:rPr>
                        <a:t>30’8”</a:t>
                      </a:r>
                      <a:endParaRPr lang="en-US" dirty="0">
                        <a:solidFill>
                          <a:srgbClr val="8DCE02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8DCE02"/>
                          </a:solidFill>
                        </a:rPr>
                        <a:t>1.502 </a:t>
                      </a:r>
                      <a:r>
                        <a:rPr lang="en-US" dirty="0" err="1" smtClean="0">
                          <a:solidFill>
                            <a:srgbClr val="8DCE02"/>
                          </a:solidFill>
                        </a:rPr>
                        <a:t>lb</a:t>
                      </a:r>
                      <a:r>
                        <a:rPr lang="en-US" dirty="0" smtClean="0">
                          <a:solidFill>
                            <a:srgbClr val="8DCE02"/>
                          </a:solidFill>
                        </a:rPr>
                        <a:t>/</a:t>
                      </a:r>
                      <a:r>
                        <a:rPr lang="en-US" dirty="0" err="1" smtClean="0">
                          <a:solidFill>
                            <a:srgbClr val="8DCE02"/>
                          </a:solidFill>
                        </a:rPr>
                        <a:t>ft</a:t>
                      </a:r>
                      <a:endParaRPr lang="en-US" dirty="0">
                        <a:solidFill>
                          <a:srgbClr val="8DCE02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8DCE02"/>
                          </a:solidFill>
                        </a:rPr>
                        <a:t>46.0613 </a:t>
                      </a:r>
                      <a:r>
                        <a:rPr lang="en-US" dirty="0" err="1" smtClean="0">
                          <a:solidFill>
                            <a:srgbClr val="8DCE02"/>
                          </a:solidFill>
                        </a:rPr>
                        <a:t>lb</a:t>
                      </a:r>
                      <a:endParaRPr lang="en-US" dirty="0">
                        <a:solidFill>
                          <a:srgbClr val="8DCE02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531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8DCE02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8DCE02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8DCE02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8DCE02"/>
                          </a:solidFill>
                        </a:rPr>
                        <a:t>Σ = 4163.6 </a:t>
                      </a:r>
                      <a:r>
                        <a:rPr lang="en-US" dirty="0" err="1" smtClean="0">
                          <a:solidFill>
                            <a:srgbClr val="8DCE02"/>
                          </a:solidFill>
                        </a:rPr>
                        <a:t>lb</a:t>
                      </a:r>
                      <a:endParaRPr lang="en-US" dirty="0">
                        <a:solidFill>
                          <a:srgbClr val="8DCE02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030808"/>
                  </a:ext>
                </a:extLst>
              </a:tr>
            </a:tbl>
          </a:graphicData>
        </a:graphic>
      </p:graphicFrame>
      <p:sp>
        <p:nvSpPr>
          <p:cNvPr id="14" name="Title 1"/>
          <p:cNvSpPr txBox="1">
            <a:spLocks/>
          </p:cNvSpPr>
          <p:nvPr/>
        </p:nvSpPr>
        <p:spPr>
          <a:xfrm>
            <a:off x="1599495" y="4564275"/>
            <a:ext cx="1140345" cy="413547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itchFamily="-109" charset="0"/>
                <a:sym typeface="Calibri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pPr algn="l"/>
            <a:r>
              <a:rPr lang="en-US" sz="2800" dirty="0" smtClean="0">
                <a:solidFill>
                  <a:schemeClr val="bg1"/>
                </a:solidFill>
                <a:latin typeface="Montserrat SemiBold" panose="000007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Tonnage = 2.083 tons</a:t>
            </a:r>
            <a:endParaRPr lang="en-US" sz="2800" dirty="0">
              <a:solidFill>
                <a:schemeClr val="bg1"/>
              </a:solidFill>
              <a:latin typeface="Montserrat SemiBold" panose="000007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609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353606" y="2195102"/>
            <a:ext cx="3878327" cy="2973887"/>
            <a:chOff x="2121623" y="1952034"/>
            <a:chExt cx="3878327" cy="2973887"/>
          </a:xfrm>
        </p:grpSpPr>
        <p:grpSp>
          <p:nvGrpSpPr>
            <p:cNvPr id="2" name="Group 1"/>
            <p:cNvGrpSpPr/>
            <p:nvPr/>
          </p:nvGrpSpPr>
          <p:grpSpPr>
            <a:xfrm>
              <a:off x="2121623" y="1952034"/>
              <a:ext cx="3878327" cy="2973887"/>
              <a:chOff x="2013187" y="2268949"/>
              <a:chExt cx="3465030" cy="2656972"/>
            </a:xfrm>
          </p:grpSpPr>
          <p:sp>
            <p:nvSpPr>
              <p:cNvPr id="5" name="Freeform 36"/>
              <p:cNvSpPr>
                <a:spLocks/>
              </p:cNvSpPr>
              <p:nvPr/>
            </p:nvSpPr>
            <p:spPr bwMode="auto">
              <a:xfrm>
                <a:off x="4165251" y="3341877"/>
                <a:ext cx="1046027" cy="903246"/>
              </a:xfrm>
              <a:custGeom>
                <a:avLst/>
                <a:gdLst>
                  <a:gd name="T0" fmla="*/ 742 w 749"/>
                  <a:gd name="T1" fmla="*/ 230 h 647"/>
                  <a:gd name="T2" fmla="*/ 737 w 749"/>
                  <a:gd name="T3" fmla="*/ 260 h 647"/>
                  <a:gd name="T4" fmla="*/ 188 w 749"/>
                  <a:gd name="T5" fmla="*/ 640 h 647"/>
                  <a:gd name="T6" fmla="*/ 158 w 749"/>
                  <a:gd name="T7" fmla="*/ 635 h 647"/>
                  <a:gd name="T8" fmla="*/ 7 w 749"/>
                  <a:gd name="T9" fmla="*/ 418 h 647"/>
                  <a:gd name="T10" fmla="*/ 13 w 749"/>
                  <a:gd name="T11" fmla="*/ 387 h 647"/>
                  <a:gd name="T12" fmla="*/ 561 w 749"/>
                  <a:gd name="T13" fmla="*/ 7 h 647"/>
                  <a:gd name="T14" fmla="*/ 592 w 749"/>
                  <a:gd name="T15" fmla="*/ 13 h 647"/>
                  <a:gd name="T16" fmla="*/ 742 w 749"/>
                  <a:gd name="T17" fmla="*/ 230 h 6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9" h="647">
                    <a:moveTo>
                      <a:pt x="742" y="230"/>
                    </a:moveTo>
                    <a:cubicBezTo>
                      <a:pt x="749" y="240"/>
                      <a:pt x="747" y="254"/>
                      <a:pt x="737" y="260"/>
                    </a:cubicBezTo>
                    <a:cubicBezTo>
                      <a:pt x="188" y="640"/>
                      <a:pt x="188" y="640"/>
                      <a:pt x="188" y="640"/>
                    </a:cubicBezTo>
                    <a:cubicBezTo>
                      <a:pt x="178" y="647"/>
                      <a:pt x="165" y="645"/>
                      <a:pt x="158" y="635"/>
                    </a:cubicBezTo>
                    <a:cubicBezTo>
                      <a:pt x="7" y="418"/>
                      <a:pt x="7" y="418"/>
                      <a:pt x="7" y="418"/>
                    </a:cubicBezTo>
                    <a:cubicBezTo>
                      <a:pt x="0" y="408"/>
                      <a:pt x="3" y="394"/>
                      <a:pt x="13" y="387"/>
                    </a:cubicBezTo>
                    <a:cubicBezTo>
                      <a:pt x="561" y="7"/>
                      <a:pt x="561" y="7"/>
                      <a:pt x="561" y="7"/>
                    </a:cubicBezTo>
                    <a:cubicBezTo>
                      <a:pt x="571" y="0"/>
                      <a:pt x="585" y="3"/>
                      <a:pt x="592" y="13"/>
                    </a:cubicBezTo>
                    <a:cubicBezTo>
                      <a:pt x="742" y="230"/>
                      <a:pt x="742" y="230"/>
                      <a:pt x="742" y="230"/>
                    </a:cubicBezTo>
                  </a:path>
                </a:pathLst>
              </a:custGeom>
              <a:solidFill>
                <a:srgbClr val="4E7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Freeform 37"/>
              <p:cNvSpPr>
                <a:spLocks/>
              </p:cNvSpPr>
              <p:nvPr/>
            </p:nvSpPr>
            <p:spPr bwMode="auto">
              <a:xfrm>
                <a:off x="4523238" y="3627440"/>
                <a:ext cx="331087" cy="332122"/>
              </a:xfrm>
              <a:custGeom>
                <a:avLst/>
                <a:gdLst>
                  <a:gd name="T0" fmla="*/ 205 w 237"/>
                  <a:gd name="T1" fmla="*/ 59 h 238"/>
                  <a:gd name="T2" fmla="*/ 178 w 237"/>
                  <a:gd name="T3" fmla="*/ 205 h 238"/>
                  <a:gd name="T4" fmla="*/ 33 w 237"/>
                  <a:gd name="T5" fmla="*/ 178 h 238"/>
                  <a:gd name="T6" fmla="*/ 59 w 237"/>
                  <a:gd name="T7" fmla="*/ 33 h 238"/>
                  <a:gd name="T8" fmla="*/ 205 w 237"/>
                  <a:gd name="T9" fmla="*/ 59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7" h="238">
                    <a:moveTo>
                      <a:pt x="205" y="59"/>
                    </a:moveTo>
                    <a:cubicBezTo>
                      <a:pt x="237" y="107"/>
                      <a:pt x="226" y="172"/>
                      <a:pt x="178" y="205"/>
                    </a:cubicBezTo>
                    <a:cubicBezTo>
                      <a:pt x="131" y="238"/>
                      <a:pt x="66" y="226"/>
                      <a:pt x="33" y="178"/>
                    </a:cubicBezTo>
                    <a:cubicBezTo>
                      <a:pt x="0" y="131"/>
                      <a:pt x="12" y="66"/>
                      <a:pt x="59" y="33"/>
                    </a:cubicBezTo>
                    <a:cubicBezTo>
                      <a:pt x="107" y="0"/>
                      <a:pt x="172" y="12"/>
                      <a:pt x="205" y="59"/>
                    </a:cubicBezTo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" name="Freeform 38"/>
              <p:cNvSpPr>
                <a:spLocks/>
              </p:cNvSpPr>
              <p:nvPr/>
            </p:nvSpPr>
            <p:spPr bwMode="auto">
              <a:xfrm>
                <a:off x="4609114" y="3694691"/>
                <a:ext cx="142781" cy="82772"/>
              </a:xfrm>
              <a:custGeom>
                <a:avLst/>
                <a:gdLst>
                  <a:gd name="T0" fmla="*/ 65 w 102"/>
                  <a:gd name="T1" fmla="*/ 0 h 59"/>
                  <a:gd name="T2" fmla="*/ 46 w 102"/>
                  <a:gd name="T3" fmla="*/ 13 h 59"/>
                  <a:gd name="T4" fmla="*/ 50 w 102"/>
                  <a:gd name="T5" fmla="*/ 18 h 59"/>
                  <a:gd name="T6" fmla="*/ 44 w 102"/>
                  <a:gd name="T7" fmla="*/ 19 h 59"/>
                  <a:gd name="T8" fmla="*/ 36 w 102"/>
                  <a:gd name="T9" fmla="*/ 21 h 59"/>
                  <a:gd name="T10" fmla="*/ 26 w 102"/>
                  <a:gd name="T11" fmla="*/ 7 h 59"/>
                  <a:gd name="T12" fmla="*/ 11 w 102"/>
                  <a:gd name="T13" fmla="*/ 18 h 59"/>
                  <a:gd name="T14" fmla="*/ 20 w 102"/>
                  <a:gd name="T15" fmla="*/ 30 h 59"/>
                  <a:gd name="T16" fmla="*/ 9 w 102"/>
                  <a:gd name="T17" fmla="*/ 40 h 59"/>
                  <a:gd name="T18" fmla="*/ 2 w 102"/>
                  <a:gd name="T19" fmla="*/ 52 h 59"/>
                  <a:gd name="T20" fmla="*/ 0 w 102"/>
                  <a:gd name="T21" fmla="*/ 59 h 59"/>
                  <a:gd name="T22" fmla="*/ 40 w 102"/>
                  <a:gd name="T23" fmla="*/ 59 h 59"/>
                  <a:gd name="T24" fmla="*/ 102 w 102"/>
                  <a:gd name="T25" fmla="*/ 50 h 59"/>
                  <a:gd name="T26" fmla="*/ 96 w 102"/>
                  <a:gd name="T27" fmla="*/ 47 h 59"/>
                  <a:gd name="T28" fmla="*/ 84 w 102"/>
                  <a:gd name="T29" fmla="*/ 44 h 59"/>
                  <a:gd name="T30" fmla="*/ 82 w 102"/>
                  <a:gd name="T31" fmla="*/ 44 h 59"/>
                  <a:gd name="T32" fmla="*/ 68 w 102"/>
                  <a:gd name="T33" fmla="*/ 47 h 59"/>
                  <a:gd name="T34" fmla="*/ 54 w 102"/>
                  <a:gd name="T35" fmla="*/ 52 h 59"/>
                  <a:gd name="T36" fmla="*/ 44 w 102"/>
                  <a:gd name="T37" fmla="*/ 55 h 59"/>
                  <a:gd name="T38" fmla="*/ 42 w 102"/>
                  <a:gd name="T39" fmla="*/ 55 h 59"/>
                  <a:gd name="T40" fmla="*/ 37 w 102"/>
                  <a:gd name="T41" fmla="*/ 52 h 59"/>
                  <a:gd name="T42" fmla="*/ 36 w 102"/>
                  <a:gd name="T43" fmla="*/ 47 h 59"/>
                  <a:gd name="T44" fmla="*/ 41 w 102"/>
                  <a:gd name="T45" fmla="*/ 42 h 59"/>
                  <a:gd name="T46" fmla="*/ 48 w 102"/>
                  <a:gd name="T47" fmla="*/ 39 h 59"/>
                  <a:gd name="T48" fmla="*/ 53 w 102"/>
                  <a:gd name="T49" fmla="*/ 38 h 59"/>
                  <a:gd name="T50" fmla="*/ 55 w 102"/>
                  <a:gd name="T51" fmla="*/ 38 h 59"/>
                  <a:gd name="T52" fmla="*/ 62 w 102"/>
                  <a:gd name="T53" fmla="*/ 40 h 59"/>
                  <a:gd name="T54" fmla="*/ 67 w 102"/>
                  <a:gd name="T55" fmla="*/ 44 h 59"/>
                  <a:gd name="T56" fmla="*/ 86 w 102"/>
                  <a:gd name="T57" fmla="*/ 30 h 59"/>
                  <a:gd name="T58" fmla="*/ 65 w 102"/>
                  <a:gd name="T59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02" h="59">
                    <a:moveTo>
                      <a:pt x="65" y="0"/>
                    </a:moveTo>
                    <a:cubicBezTo>
                      <a:pt x="46" y="13"/>
                      <a:pt x="46" y="13"/>
                      <a:pt x="46" y="13"/>
                    </a:cubicBezTo>
                    <a:cubicBezTo>
                      <a:pt x="50" y="18"/>
                      <a:pt x="50" y="18"/>
                      <a:pt x="50" y="18"/>
                    </a:cubicBezTo>
                    <a:cubicBezTo>
                      <a:pt x="48" y="18"/>
                      <a:pt x="46" y="19"/>
                      <a:pt x="44" y="19"/>
                    </a:cubicBezTo>
                    <a:cubicBezTo>
                      <a:pt x="41" y="20"/>
                      <a:pt x="38" y="20"/>
                      <a:pt x="36" y="21"/>
                    </a:cubicBezTo>
                    <a:cubicBezTo>
                      <a:pt x="26" y="7"/>
                      <a:pt x="26" y="7"/>
                      <a:pt x="26" y="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20" y="30"/>
                      <a:pt x="20" y="30"/>
                      <a:pt x="20" y="30"/>
                    </a:cubicBezTo>
                    <a:cubicBezTo>
                      <a:pt x="15" y="33"/>
                      <a:pt x="12" y="36"/>
                      <a:pt x="9" y="40"/>
                    </a:cubicBezTo>
                    <a:cubicBezTo>
                      <a:pt x="5" y="44"/>
                      <a:pt x="3" y="48"/>
                      <a:pt x="2" y="52"/>
                    </a:cubicBezTo>
                    <a:cubicBezTo>
                      <a:pt x="1" y="55"/>
                      <a:pt x="0" y="57"/>
                      <a:pt x="0" y="59"/>
                    </a:cubicBezTo>
                    <a:cubicBezTo>
                      <a:pt x="40" y="59"/>
                      <a:pt x="40" y="59"/>
                      <a:pt x="40" y="59"/>
                    </a:cubicBezTo>
                    <a:cubicBezTo>
                      <a:pt x="102" y="50"/>
                      <a:pt x="102" y="50"/>
                      <a:pt x="102" y="50"/>
                    </a:cubicBezTo>
                    <a:cubicBezTo>
                      <a:pt x="100" y="49"/>
                      <a:pt x="98" y="48"/>
                      <a:pt x="96" y="47"/>
                    </a:cubicBezTo>
                    <a:cubicBezTo>
                      <a:pt x="92" y="45"/>
                      <a:pt x="88" y="44"/>
                      <a:pt x="84" y="44"/>
                    </a:cubicBezTo>
                    <a:cubicBezTo>
                      <a:pt x="83" y="44"/>
                      <a:pt x="83" y="44"/>
                      <a:pt x="82" y="44"/>
                    </a:cubicBezTo>
                    <a:cubicBezTo>
                      <a:pt x="77" y="45"/>
                      <a:pt x="72" y="46"/>
                      <a:pt x="68" y="47"/>
                    </a:cubicBezTo>
                    <a:cubicBezTo>
                      <a:pt x="63" y="49"/>
                      <a:pt x="58" y="50"/>
                      <a:pt x="54" y="52"/>
                    </a:cubicBezTo>
                    <a:cubicBezTo>
                      <a:pt x="50" y="53"/>
                      <a:pt x="47" y="54"/>
                      <a:pt x="44" y="55"/>
                    </a:cubicBezTo>
                    <a:cubicBezTo>
                      <a:pt x="43" y="55"/>
                      <a:pt x="42" y="55"/>
                      <a:pt x="42" y="55"/>
                    </a:cubicBezTo>
                    <a:cubicBezTo>
                      <a:pt x="40" y="55"/>
                      <a:pt x="38" y="54"/>
                      <a:pt x="37" y="52"/>
                    </a:cubicBezTo>
                    <a:cubicBezTo>
                      <a:pt x="36" y="51"/>
                      <a:pt x="35" y="49"/>
                      <a:pt x="36" y="47"/>
                    </a:cubicBezTo>
                    <a:cubicBezTo>
                      <a:pt x="37" y="45"/>
                      <a:pt x="39" y="43"/>
                      <a:pt x="41" y="42"/>
                    </a:cubicBezTo>
                    <a:cubicBezTo>
                      <a:pt x="43" y="40"/>
                      <a:pt x="45" y="39"/>
                      <a:pt x="48" y="39"/>
                    </a:cubicBezTo>
                    <a:cubicBezTo>
                      <a:pt x="50" y="38"/>
                      <a:pt x="52" y="38"/>
                      <a:pt x="53" y="38"/>
                    </a:cubicBezTo>
                    <a:cubicBezTo>
                      <a:pt x="54" y="38"/>
                      <a:pt x="54" y="38"/>
                      <a:pt x="55" y="38"/>
                    </a:cubicBezTo>
                    <a:cubicBezTo>
                      <a:pt x="57" y="38"/>
                      <a:pt x="59" y="39"/>
                      <a:pt x="62" y="40"/>
                    </a:cubicBezTo>
                    <a:cubicBezTo>
                      <a:pt x="64" y="40"/>
                      <a:pt x="66" y="42"/>
                      <a:pt x="67" y="44"/>
                    </a:cubicBezTo>
                    <a:cubicBezTo>
                      <a:pt x="86" y="30"/>
                      <a:pt x="86" y="30"/>
                      <a:pt x="86" y="30"/>
                    </a:cubicBez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solidFill>
                <a:srgbClr val="91A2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Freeform 39"/>
              <p:cNvSpPr>
                <a:spLocks noEditPoints="1"/>
              </p:cNvSpPr>
              <p:nvPr/>
            </p:nvSpPr>
            <p:spPr bwMode="auto">
              <a:xfrm>
                <a:off x="4196290" y="3371882"/>
                <a:ext cx="987052" cy="847375"/>
              </a:xfrm>
              <a:custGeom>
                <a:avLst/>
                <a:gdLst>
                  <a:gd name="T0" fmla="*/ 954 w 954"/>
                  <a:gd name="T1" fmla="*/ 304 h 819"/>
                  <a:gd name="T2" fmla="*/ 212 w 954"/>
                  <a:gd name="T3" fmla="*/ 819 h 819"/>
                  <a:gd name="T4" fmla="*/ 0 w 954"/>
                  <a:gd name="T5" fmla="*/ 516 h 819"/>
                  <a:gd name="T6" fmla="*/ 743 w 954"/>
                  <a:gd name="T7" fmla="*/ 0 h 819"/>
                  <a:gd name="T8" fmla="*/ 954 w 954"/>
                  <a:gd name="T9" fmla="*/ 304 h 819"/>
                  <a:gd name="T10" fmla="*/ 217 w 954"/>
                  <a:gd name="T11" fmla="*/ 788 h 819"/>
                  <a:gd name="T12" fmla="*/ 923 w 954"/>
                  <a:gd name="T13" fmla="*/ 298 h 819"/>
                  <a:gd name="T14" fmla="*/ 738 w 954"/>
                  <a:gd name="T15" fmla="*/ 31 h 819"/>
                  <a:gd name="T16" fmla="*/ 31 w 954"/>
                  <a:gd name="T17" fmla="*/ 521 h 819"/>
                  <a:gd name="T18" fmla="*/ 217 w 954"/>
                  <a:gd name="T19" fmla="*/ 788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4" h="819">
                    <a:moveTo>
                      <a:pt x="954" y="304"/>
                    </a:moveTo>
                    <a:lnTo>
                      <a:pt x="212" y="819"/>
                    </a:lnTo>
                    <a:lnTo>
                      <a:pt x="0" y="516"/>
                    </a:lnTo>
                    <a:lnTo>
                      <a:pt x="743" y="0"/>
                    </a:lnTo>
                    <a:lnTo>
                      <a:pt x="954" y="304"/>
                    </a:lnTo>
                    <a:close/>
                    <a:moveTo>
                      <a:pt x="217" y="788"/>
                    </a:moveTo>
                    <a:lnTo>
                      <a:pt x="923" y="298"/>
                    </a:lnTo>
                    <a:lnTo>
                      <a:pt x="738" y="31"/>
                    </a:lnTo>
                    <a:lnTo>
                      <a:pt x="31" y="521"/>
                    </a:lnTo>
                    <a:lnTo>
                      <a:pt x="217" y="788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Freeform 40"/>
              <p:cNvSpPr>
                <a:spLocks noEditPoints="1"/>
              </p:cNvSpPr>
              <p:nvPr/>
            </p:nvSpPr>
            <p:spPr bwMode="auto">
              <a:xfrm>
                <a:off x="4196290" y="3371882"/>
                <a:ext cx="987052" cy="847375"/>
              </a:xfrm>
              <a:custGeom>
                <a:avLst/>
                <a:gdLst>
                  <a:gd name="T0" fmla="*/ 954 w 954"/>
                  <a:gd name="T1" fmla="*/ 304 h 819"/>
                  <a:gd name="T2" fmla="*/ 212 w 954"/>
                  <a:gd name="T3" fmla="*/ 819 h 819"/>
                  <a:gd name="T4" fmla="*/ 0 w 954"/>
                  <a:gd name="T5" fmla="*/ 516 h 819"/>
                  <a:gd name="T6" fmla="*/ 743 w 954"/>
                  <a:gd name="T7" fmla="*/ 0 h 819"/>
                  <a:gd name="T8" fmla="*/ 954 w 954"/>
                  <a:gd name="T9" fmla="*/ 304 h 819"/>
                  <a:gd name="T10" fmla="*/ 217 w 954"/>
                  <a:gd name="T11" fmla="*/ 788 h 819"/>
                  <a:gd name="T12" fmla="*/ 923 w 954"/>
                  <a:gd name="T13" fmla="*/ 298 h 819"/>
                  <a:gd name="T14" fmla="*/ 738 w 954"/>
                  <a:gd name="T15" fmla="*/ 31 h 819"/>
                  <a:gd name="T16" fmla="*/ 31 w 954"/>
                  <a:gd name="T17" fmla="*/ 521 h 819"/>
                  <a:gd name="T18" fmla="*/ 217 w 954"/>
                  <a:gd name="T19" fmla="*/ 788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4" h="819">
                    <a:moveTo>
                      <a:pt x="954" y="304"/>
                    </a:moveTo>
                    <a:lnTo>
                      <a:pt x="212" y="819"/>
                    </a:lnTo>
                    <a:lnTo>
                      <a:pt x="0" y="516"/>
                    </a:lnTo>
                    <a:lnTo>
                      <a:pt x="743" y="0"/>
                    </a:lnTo>
                    <a:lnTo>
                      <a:pt x="954" y="304"/>
                    </a:lnTo>
                    <a:moveTo>
                      <a:pt x="217" y="788"/>
                    </a:moveTo>
                    <a:lnTo>
                      <a:pt x="923" y="298"/>
                    </a:lnTo>
                    <a:lnTo>
                      <a:pt x="738" y="31"/>
                    </a:lnTo>
                    <a:lnTo>
                      <a:pt x="31" y="521"/>
                    </a:lnTo>
                    <a:lnTo>
                      <a:pt x="217" y="78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Freeform 41"/>
              <p:cNvSpPr>
                <a:spLocks/>
              </p:cNvSpPr>
              <p:nvPr/>
            </p:nvSpPr>
            <p:spPr bwMode="auto">
              <a:xfrm>
                <a:off x="4209741" y="3849888"/>
                <a:ext cx="107603" cy="129331"/>
              </a:xfrm>
              <a:custGeom>
                <a:avLst/>
                <a:gdLst>
                  <a:gd name="T0" fmla="*/ 56 w 77"/>
                  <a:gd name="T1" fmla="*/ 0 h 93"/>
                  <a:gd name="T2" fmla="*/ 0 w 77"/>
                  <a:gd name="T3" fmla="*/ 39 h 93"/>
                  <a:gd name="T4" fmla="*/ 37 w 77"/>
                  <a:gd name="T5" fmla="*/ 93 h 93"/>
                  <a:gd name="T6" fmla="*/ 40 w 77"/>
                  <a:gd name="T7" fmla="*/ 91 h 93"/>
                  <a:gd name="T8" fmla="*/ 56 w 77"/>
                  <a:gd name="T9" fmla="*/ 1 h 93"/>
                  <a:gd name="T10" fmla="*/ 56 w 77"/>
                  <a:gd name="T11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93">
                    <a:moveTo>
                      <a:pt x="56" y="0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37" y="93"/>
                      <a:pt x="37" y="93"/>
                      <a:pt x="37" y="93"/>
                    </a:cubicBezTo>
                    <a:cubicBezTo>
                      <a:pt x="38" y="92"/>
                      <a:pt x="39" y="92"/>
                      <a:pt x="40" y="91"/>
                    </a:cubicBezTo>
                    <a:cubicBezTo>
                      <a:pt x="69" y="71"/>
                      <a:pt x="77" y="31"/>
                      <a:pt x="56" y="1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Freeform 42"/>
              <p:cNvSpPr>
                <a:spLocks/>
              </p:cNvSpPr>
              <p:nvPr/>
            </p:nvSpPr>
            <p:spPr bwMode="auto">
              <a:xfrm>
                <a:off x="4363903" y="4094065"/>
                <a:ext cx="128296" cy="106569"/>
              </a:xfrm>
              <a:custGeom>
                <a:avLst/>
                <a:gdLst>
                  <a:gd name="T0" fmla="*/ 0 w 92"/>
                  <a:gd name="T1" fmla="*/ 20 h 76"/>
                  <a:gd name="T2" fmla="*/ 38 w 92"/>
                  <a:gd name="T3" fmla="*/ 76 h 76"/>
                  <a:gd name="T4" fmla="*/ 92 w 92"/>
                  <a:gd name="T5" fmla="*/ 39 h 76"/>
                  <a:gd name="T6" fmla="*/ 91 w 92"/>
                  <a:gd name="T7" fmla="*/ 36 h 76"/>
                  <a:gd name="T8" fmla="*/ 1 w 92"/>
                  <a:gd name="T9" fmla="*/ 20 h 76"/>
                  <a:gd name="T10" fmla="*/ 0 w 92"/>
                  <a:gd name="T11" fmla="*/ 2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2" h="76">
                    <a:moveTo>
                      <a:pt x="0" y="20"/>
                    </a:moveTo>
                    <a:cubicBezTo>
                      <a:pt x="38" y="76"/>
                      <a:pt x="38" y="76"/>
                      <a:pt x="38" y="76"/>
                    </a:cubicBezTo>
                    <a:cubicBezTo>
                      <a:pt x="92" y="39"/>
                      <a:pt x="92" y="39"/>
                      <a:pt x="92" y="39"/>
                    </a:cubicBezTo>
                    <a:cubicBezTo>
                      <a:pt x="92" y="38"/>
                      <a:pt x="91" y="37"/>
                      <a:pt x="91" y="36"/>
                    </a:cubicBezTo>
                    <a:cubicBezTo>
                      <a:pt x="70" y="7"/>
                      <a:pt x="30" y="0"/>
                      <a:pt x="1" y="20"/>
                    </a:cubicBez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Freeform 43"/>
              <p:cNvSpPr>
                <a:spLocks/>
              </p:cNvSpPr>
              <p:nvPr/>
            </p:nvSpPr>
            <p:spPr bwMode="auto">
              <a:xfrm>
                <a:off x="5060220" y="3609850"/>
                <a:ext cx="107603" cy="128296"/>
              </a:xfrm>
              <a:custGeom>
                <a:avLst/>
                <a:gdLst>
                  <a:gd name="T0" fmla="*/ 21 w 77"/>
                  <a:gd name="T1" fmla="*/ 92 h 92"/>
                  <a:gd name="T2" fmla="*/ 77 w 77"/>
                  <a:gd name="T3" fmla="*/ 54 h 92"/>
                  <a:gd name="T4" fmla="*/ 40 w 77"/>
                  <a:gd name="T5" fmla="*/ 0 h 92"/>
                  <a:gd name="T6" fmla="*/ 37 w 77"/>
                  <a:gd name="T7" fmla="*/ 1 h 92"/>
                  <a:gd name="T8" fmla="*/ 21 w 77"/>
                  <a:gd name="T9" fmla="*/ 92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" h="92">
                    <a:moveTo>
                      <a:pt x="21" y="92"/>
                    </a:moveTo>
                    <a:cubicBezTo>
                      <a:pt x="77" y="54"/>
                      <a:pt x="77" y="54"/>
                      <a:pt x="77" y="54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38" y="1"/>
                      <a:pt x="37" y="1"/>
                    </a:cubicBezTo>
                    <a:cubicBezTo>
                      <a:pt x="8" y="22"/>
                      <a:pt x="0" y="62"/>
                      <a:pt x="21" y="92"/>
                    </a:cubicBez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Freeform 44"/>
              <p:cNvSpPr>
                <a:spLocks/>
              </p:cNvSpPr>
              <p:nvPr/>
            </p:nvSpPr>
            <p:spPr bwMode="auto">
              <a:xfrm>
                <a:off x="4886399" y="3388436"/>
                <a:ext cx="128296" cy="106569"/>
              </a:xfrm>
              <a:custGeom>
                <a:avLst/>
                <a:gdLst>
                  <a:gd name="T0" fmla="*/ 92 w 92"/>
                  <a:gd name="T1" fmla="*/ 55 h 76"/>
                  <a:gd name="T2" fmla="*/ 54 w 92"/>
                  <a:gd name="T3" fmla="*/ 0 h 76"/>
                  <a:gd name="T4" fmla="*/ 0 w 92"/>
                  <a:gd name="T5" fmla="*/ 37 h 76"/>
                  <a:gd name="T6" fmla="*/ 1 w 92"/>
                  <a:gd name="T7" fmla="*/ 40 h 76"/>
                  <a:gd name="T8" fmla="*/ 91 w 92"/>
                  <a:gd name="T9" fmla="*/ 56 h 76"/>
                  <a:gd name="T10" fmla="*/ 92 w 92"/>
                  <a:gd name="T11" fmla="*/ 55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2" h="76">
                    <a:moveTo>
                      <a:pt x="92" y="55"/>
                    </a:moveTo>
                    <a:cubicBezTo>
                      <a:pt x="54" y="0"/>
                      <a:pt x="54" y="0"/>
                      <a:pt x="54" y="0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38"/>
                      <a:pt x="1" y="39"/>
                      <a:pt x="1" y="40"/>
                    </a:cubicBezTo>
                    <a:cubicBezTo>
                      <a:pt x="22" y="69"/>
                      <a:pt x="62" y="76"/>
                      <a:pt x="91" y="56"/>
                    </a:cubicBezTo>
                    <a:lnTo>
                      <a:pt x="92" y="55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Freeform 45"/>
              <p:cNvSpPr>
                <a:spLocks/>
              </p:cNvSpPr>
              <p:nvPr/>
            </p:nvSpPr>
            <p:spPr bwMode="auto">
              <a:xfrm>
                <a:off x="2481882" y="3274625"/>
                <a:ext cx="936355" cy="1027404"/>
              </a:xfrm>
              <a:custGeom>
                <a:avLst/>
                <a:gdLst>
                  <a:gd name="T0" fmla="*/ 11 w 671"/>
                  <a:gd name="T1" fmla="*/ 172 h 736"/>
                  <a:gd name="T2" fmla="*/ 7 w 671"/>
                  <a:gd name="T3" fmla="*/ 203 h 736"/>
                  <a:gd name="T4" fmla="*/ 423 w 671"/>
                  <a:gd name="T5" fmla="*/ 725 h 736"/>
                  <a:gd name="T6" fmla="*/ 453 w 671"/>
                  <a:gd name="T7" fmla="*/ 729 h 736"/>
                  <a:gd name="T8" fmla="*/ 660 w 671"/>
                  <a:gd name="T9" fmla="*/ 564 h 736"/>
                  <a:gd name="T10" fmla="*/ 664 w 671"/>
                  <a:gd name="T11" fmla="*/ 533 h 736"/>
                  <a:gd name="T12" fmla="*/ 248 w 671"/>
                  <a:gd name="T13" fmla="*/ 11 h 736"/>
                  <a:gd name="T14" fmla="*/ 217 w 671"/>
                  <a:gd name="T15" fmla="*/ 8 h 736"/>
                  <a:gd name="T16" fmla="*/ 11 w 671"/>
                  <a:gd name="T17" fmla="*/ 172 h 7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71" h="736">
                    <a:moveTo>
                      <a:pt x="11" y="172"/>
                    </a:moveTo>
                    <a:cubicBezTo>
                      <a:pt x="1" y="180"/>
                      <a:pt x="0" y="194"/>
                      <a:pt x="7" y="203"/>
                    </a:cubicBezTo>
                    <a:cubicBezTo>
                      <a:pt x="423" y="725"/>
                      <a:pt x="423" y="725"/>
                      <a:pt x="423" y="725"/>
                    </a:cubicBezTo>
                    <a:cubicBezTo>
                      <a:pt x="430" y="735"/>
                      <a:pt x="444" y="736"/>
                      <a:pt x="453" y="729"/>
                    </a:cubicBezTo>
                    <a:cubicBezTo>
                      <a:pt x="660" y="564"/>
                      <a:pt x="660" y="564"/>
                      <a:pt x="660" y="564"/>
                    </a:cubicBezTo>
                    <a:cubicBezTo>
                      <a:pt x="670" y="557"/>
                      <a:pt x="671" y="543"/>
                      <a:pt x="664" y="533"/>
                    </a:cubicBezTo>
                    <a:cubicBezTo>
                      <a:pt x="248" y="11"/>
                      <a:pt x="248" y="11"/>
                      <a:pt x="248" y="11"/>
                    </a:cubicBezTo>
                    <a:cubicBezTo>
                      <a:pt x="241" y="2"/>
                      <a:pt x="227" y="0"/>
                      <a:pt x="217" y="8"/>
                    </a:cubicBezTo>
                    <a:cubicBezTo>
                      <a:pt x="11" y="172"/>
                      <a:pt x="11" y="172"/>
                      <a:pt x="11" y="172"/>
                    </a:cubicBezTo>
                  </a:path>
                </a:pathLst>
              </a:custGeom>
              <a:solidFill>
                <a:srgbClr val="4E7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Freeform 46"/>
              <p:cNvSpPr>
                <a:spLocks/>
              </p:cNvSpPr>
              <p:nvPr/>
            </p:nvSpPr>
            <p:spPr bwMode="auto">
              <a:xfrm>
                <a:off x="2786068" y="3623301"/>
                <a:ext cx="327983" cy="330052"/>
              </a:xfrm>
              <a:custGeom>
                <a:avLst/>
                <a:gdLst>
                  <a:gd name="T0" fmla="*/ 52 w 235"/>
                  <a:gd name="T1" fmla="*/ 36 h 236"/>
                  <a:gd name="T2" fmla="*/ 36 w 235"/>
                  <a:gd name="T3" fmla="*/ 183 h 236"/>
                  <a:gd name="T4" fmla="*/ 183 w 235"/>
                  <a:gd name="T5" fmla="*/ 200 h 236"/>
                  <a:gd name="T6" fmla="*/ 199 w 235"/>
                  <a:gd name="T7" fmla="*/ 53 h 236"/>
                  <a:gd name="T8" fmla="*/ 52 w 235"/>
                  <a:gd name="T9" fmla="*/ 36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5" h="236">
                    <a:moveTo>
                      <a:pt x="52" y="36"/>
                    </a:moveTo>
                    <a:cubicBezTo>
                      <a:pt x="7" y="72"/>
                      <a:pt x="0" y="138"/>
                      <a:pt x="36" y="183"/>
                    </a:cubicBezTo>
                    <a:cubicBezTo>
                      <a:pt x="72" y="229"/>
                      <a:pt x="137" y="236"/>
                      <a:pt x="183" y="200"/>
                    </a:cubicBezTo>
                    <a:cubicBezTo>
                      <a:pt x="228" y="164"/>
                      <a:pt x="235" y="98"/>
                      <a:pt x="199" y="53"/>
                    </a:cubicBezTo>
                    <a:cubicBezTo>
                      <a:pt x="163" y="8"/>
                      <a:pt x="97" y="0"/>
                      <a:pt x="52" y="36"/>
                    </a:cubicBezTo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Freeform 47"/>
              <p:cNvSpPr>
                <a:spLocks noEditPoints="1"/>
              </p:cNvSpPr>
              <p:nvPr/>
            </p:nvSpPr>
            <p:spPr bwMode="auto">
              <a:xfrm>
                <a:off x="2935057" y="3690553"/>
                <a:ext cx="83807" cy="36213"/>
              </a:xfrm>
              <a:custGeom>
                <a:avLst/>
                <a:gdLst>
                  <a:gd name="T0" fmla="*/ 58 w 60"/>
                  <a:gd name="T1" fmla="*/ 18 h 26"/>
                  <a:gd name="T2" fmla="*/ 50 w 60"/>
                  <a:gd name="T3" fmla="*/ 25 h 26"/>
                  <a:gd name="T4" fmla="*/ 60 w 60"/>
                  <a:gd name="T5" fmla="*/ 26 h 26"/>
                  <a:gd name="T6" fmla="*/ 59 w 60"/>
                  <a:gd name="T7" fmla="*/ 20 h 26"/>
                  <a:gd name="T8" fmla="*/ 58 w 60"/>
                  <a:gd name="T9" fmla="*/ 18 h 26"/>
                  <a:gd name="T10" fmla="*/ 23 w 60"/>
                  <a:gd name="T11" fmla="*/ 0 h 26"/>
                  <a:gd name="T12" fmla="*/ 0 w 60"/>
                  <a:gd name="T13" fmla="*/ 18 h 26"/>
                  <a:gd name="T14" fmla="*/ 33 w 60"/>
                  <a:gd name="T15" fmla="*/ 23 h 26"/>
                  <a:gd name="T16" fmla="*/ 32 w 60"/>
                  <a:gd name="T17" fmla="*/ 22 h 26"/>
                  <a:gd name="T18" fmla="*/ 37 w 60"/>
                  <a:gd name="T19" fmla="*/ 18 h 26"/>
                  <a:gd name="T20" fmla="*/ 23 w 60"/>
                  <a:gd name="T21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0" h="26">
                    <a:moveTo>
                      <a:pt x="58" y="18"/>
                    </a:moveTo>
                    <a:cubicBezTo>
                      <a:pt x="50" y="25"/>
                      <a:pt x="50" y="25"/>
                      <a:pt x="50" y="25"/>
                    </a:cubicBezTo>
                    <a:cubicBezTo>
                      <a:pt x="60" y="26"/>
                      <a:pt x="60" y="26"/>
                      <a:pt x="60" y="26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8" y="18"/>
                      <a:pt x="58" y="18"/>
                      <a:pt x="58" y="18"/>
                    </a:cubicBezTo>
                    <a:moveTo>
                      <a:pt x="23" y="0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2"/>
                      <a:pt x="32" y="22"/>
                      <a:pt x="32" y="22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23" y="0"/>
                      <a:pt x="23" y="0"/>
                      <a:pt x="23" y="0"/>
                    </a:cubicBezTo>
                  </a:path>
                </a:pathLst>
              </a:custGeom>
              <a:solidFill>
                <a:srgbClr val="91A2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Freeform 48"/>
              <p:cNvSpPr>
                <a:spLocks noEditPoints="1"/>
              </p:cNvSpPr>
              <p:nvPr/>
            </p:nvSpPr>
            <p:spPr bwMode="auto">
              <a:xfrm>
                <a:off x="2506713" y="3304630"/>
                <a:ext cx="882553" cy="970498"/>
              </a:xfrm>
              <a:custGeom>
                <a:avLst/>
                <a:gdLst>
                  <a:gd name="T0" fmla="*/ 289 w 853"/>
                  <a:gd name="T1" fmla="*/ 0 h 938"/>
                  <a:gd name="T2" fmla="*/ 853 w 853"/>
                  <a:gd name="T3" fmla="*/ 708 h 938"/>
                  <a:gd name="T4" fmla="*/ 563 w 853"/>
                  <a:gd name="T5" fmla="*/ 938 h 938"/>
                  <a:gd name="T6" fmla="*/ 0 w 853"/>
                  <a:gd name="T7" fmla="*/ 231 h 938"/>
                  <a:gd name="T8" fmla="*/ 289 w 853"/>
                  <a:gd name="T9" fmla="*/ 0 h 938"/>
                  <a:gd name="T10" fmla="*/ 820 w 853"/>
                  <a:gd name="T11" fmla="*/ 705 h 938"/>
                  <a:gd name="T12" fmla="*/ 286 w 853"/>
                  <a:gd name="T13" fmla="*/ 31 h 938"/>
                  <a:gd name="T14" fmla="*/ 31 w 853"/>
                  <a:gd name="T15" fmla="*/ 234 h 938"/>
                  <a:gd name="T16" fmla="*/ 567 w 853"/>
                  <a:gd name="T17" fmla="*/ 907 h 938"/>
                  <a:gd name="T18" fmla="*/ 820 w 853"/>
                  <a:gd name="T19" fmla="*/ 705 h 9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53" h="938">
                    <a:moveTo>
                      <a:pt x="289" y="0"/>
                    </a:moveTo>
                    <a:lnTo>
                      <a:pt x="853" y="708"/>
                    </a:lnTo>
                    <a:lnTo>
                      <a:pt x="563" y="938"/>
                    </a:lnTo>
                    <a:lnTo>
                      <a:pt x="0" y="231"/>
                    </a:lnTo>
                    <a:lnTo>
                      <a:pt x="289" y="0"/>
                    </a:lnTo>
                    <a:close/>
                    <a:moveTo>
                      <a:pt x="820" y="705"/>
                    </a:moveTo>
                    <a:lnTo>
                      <a:pt x="286" y="31"/>
                    </a:lnTo>
                    <a:lnTo>
                      <a:pt x="31" y="234"/>
                    </a:lnTo>
                    <a:lnTo>
                      <a:pt x="567" y="907"/>
                    </a:lnTo>
                    <a:lnTo>
                      <a:pt x="820" y="705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Freeform 49"/>
              <p:cNvSpPr>
                <a:spLocks noEditPoints="1"/>
              </p:cNvSpPr>
              <p:nvPr/>
            </p:nvSpPr>
            <p:spPr bwMode="auto">
              <a:xfrm>
                <a:off x="2506713" y="3304630"/>
                <a:ext cx="882553" cy="970498"/>
              </a:xfrm>
              <a:custGeom>
                <a:avLst/>
                <a:gdLst>
                  <a:gd name="T0" fmla="*/ 289 w 853"/>
                  <a:gd name="T1" fmla="*/ 0 h 938"/>
                  <a:gd name="T2" fmla="*/ 853 w 853"/>
                  <a:gd name="T3" fmla="*/ 708 h 938"/>
                  <a:gd name="T4" fmla="*/ 563 w 853"/>
                  <a:gd name="T5" fmla="*/ 938 h 938"/>
                  <a:gd name="T6" fmla="*/ 0 w 853"/>
                  <a:gd name="T7" fmla="*/ 231 h 938"/>
                  <a:gd name="T8" fmla="*/ 289 w 853"/>
                  <a:gd name="T9" fmla="*/ 0 h 938"/>
                  <a:gd name="T10" fmla="*/ 820 w 853"/>
                  <a:gd name="T11" fmla="*/ 705 h 938"/>
                  <a:gd name="T12" fmla="*/ 286 w 853"/>
                  <a:gd name="T13" fmla="*/ 31 h 938"/>
                  <a:gd name="T14" fmla="*/ 31 w 853"/>
                  <a:gd name="T15" fmla="*/ 234 h 938"/>
                  <a:gd name="T16" fmla="*/ 567 w 853"/>
                  <a:gd name="T17" fmla="*/ 907 h 938"/>
                  <a:gd name="T18" fmla="*/ 820 w 853"/>
                  <a:gd name="T19" fmla="*/ 705 h 9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53" h="938">
                    <a:moveTo>
                      <a:pt x="289" y="0"/>
                    </a:moveTo>
                    <a:lnTo>
                      <a:pt x="853" y="708"/>
                    </a:lnTo>
                    <a:lnTo>
                      <a:pt x="563" y="938"/>
                    </a:lnTo>
                    <a:lnTo>
                      <a:pt x="0" y="231"/>
                    </a:lnTo>
                    <a:lnTo>
                      <a:pt x="289" y="0"/>
                    </a:lnTo>
                    <a:moveTo>
                      <a:pt x="820" y="705"/>
                    </a:moveTo>
                    <a:lnTo>
                      <a:pt x="286" y="31"/>
                    </a:lnTo>
                    <a:lnTo>
                      <a:pt x="31" y="234"/>
                    </a:lnTo>
                    <a:lnTo>
                      <a:pt x="567" y="907"/>
                    </a:lnTo>
                    <a:lnTo>
                      <a:pt x="820" y="705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Freeform 50"/>
              <p:cNvSpPr>
                <a:spLocks/>
              </p:cNvSpPr>
              <p:nvPr/>
            </p:nvSpPr>
            <p:spPr bwMode="auto">
              <a:xfrm>
                <a:off x="3270282" y="3958526"/>
                <a:ext cx="104500" cy="131400"/>
              </a:xfrm>
              <a:custGeom>
                <a:avLst/>
                <a:gdLst>
                  <a:gd name="T0" fmla="*/ 33 w 75"/>
                  <a:gd name="T1" fmla="*/ 0 h 94"/>
                  <a:gd name="T2" fmla="*/ 75 w 75"/>
                  <a:gd name="T3" fmla="*/ 53 h 94"/>
                  <a:gd name="T4" fmla="*/ 24 w 75"/>
                  <a:gd name="T5" fmla="*/ 94 h 94"/>
                  <a:gd name="T6" fmla="*/ 22 w 75"/>
                  <a:gd name="T7" fmla="*/ 91 h 94"/>
                  <a:gd name="T8" fmla="*/ 32 w 75"/>
                  <a:gd name="T9" fmla="*/ 1 h 94"/>
                  <a:gd name="T10" fmla="*/ 33 w 75"/>
                  <a:gd name="T11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33" y="0"/>
                    </a:moveTo>
                    <a:cubicBezTo>
                      <a:pt x="75" y="53"/>
                      <a:pt x="75" y="53"/>
                      <a:pt x="75" y="53"/>
                    </a:cubicBezTo>
                    <a:cubicBezTo>
                      <a:pt x="24" y="94"/>
                      <a:pt x="24" y="94"/>
                      <a:pt x="24" y="94"/>
                    </a:cubicBezTo>
                    <a:cubicBezTo>
                      <a:pt x="23" y="93"/>
                      <a:pt x="23" y="92"/>
                      <a:pt x="22" y="91"/>
                    </a:cubicBezTo>
                    <a:cubicBezTo>
                      <a:pt x="0" y="63"/>
                      <a:pt x="4" y="23"/>
                      <a:pt x="32" y="1"/>
                    </a:cubicBez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Freeform 51"/>
              <p:cNvSpPr>
                <a:spLocks/>
              </p:cNvSpPr>
              <p:nvPr/>
            </p:nvSpPr>
            <p:spPr bwMode="auto">
              <a:xfrm>
                <a:off x="3034383" y="4150970"/>
                <a:ext cx="131400" cy="105534"/>
              </a:xfrm>
              <a:custGeom>
                <a:avLst/>
                <a:gdLst>
                  <a:gd name="T0" fmla="*/ 94 w 94"/>
                  <a:gd name="T1" fmla="*/ 33 h 75"/>
                  <a:gd name="T2" fmla="*/ 41 w 94"/>
                  <a:gd name="T3" fmla="*/ 75 h 75"/>
                  <a:gd name="T4" fmla="*/ 0 w 94"/>
                  <a:gd name="T5" fmla="*/ 24 h 75"/>
                  <a:gd name="T6" fmla="*/ 3 w 94"/>
                  <a:gd name="T7" fmla="*/ 22 h 75"/>
                  <a:gd name="T8" fmla="*/ 94 w 94"/>
                  <a:gd name="T9" fmla="*/ 32 h 75"/>
                  <a:gd name="T10" fmla="*/ 94 w 94"/>
                  <a:gd name="T11" fmla="*/ 3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5">
                    <a:moveTo>
                      <a:pt x="94" y="33"/>
                    </a:moveTo>
                    <a:cubicBezTo>
                      <a:pt x="41" y="75"/>
                      <a:pt x="41" y="75"/>
                      <a:pt x="41" y="75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3"/>
                      <a:pt x="2" y="23"/>
                      <a:pt x="3" y="22"/>
                    </a:cubicBezTo>
                    <a:cubicBezTo>
                      <a:pt x="31" y="0"/>
                      <a:pt x="71" y="4"/>
                      <a:pt x="94" y="32"/>
                    </a:cubicBezTo>
                    <a:lnTo>
                      <a:pt x="94" y="33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Freeform 52"/>
              <p:cNvSpPr>
                <a:spLocks/>
              </p:cNvSpPr>
              <p:nvPr/>
            </p:nvSpPr>
            <p:spPr bwMode="auto">
              <a:xfrm>
                <a:off x="2522233" y="3489831"/>
                <a:ext cx="105534" cy="130365"/>
              </a:xfrm>
              <a:custGeom>
                <a:avLst/>
                <a:gdLst>
                  <a:gd name="T0" fmla="*/ 42 w 76"/>
                  <a:gd name="T1" fmla="*/ 94 h 94"/>
                  <a:gd name="T2" fmla="*/ 0 w 76"/>
                  <a:gd name="T3" fmla="*/ 41 h 94"/>
                  <a:gd name="T4" fmla="*/ 51 w 76"/>
                  <a:gd name="T5" fmla="*/ 0 h 94"/>
                  <a:gd name="T6" fmla="*/ 53 w 76"/>
                  <a:gd name="T7" fmla="*/ 2 h 94"/>
                  <a:gd name="T8" fmla="*/ 43 w 76"/>
                  <a:gd name="T9" fmla="*/ 93 h 94"/>
                  <a:gd name="T10" fmla="*/ 42 w 76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6" h="94">
                    <a:moveTo>
                      <a:pt x="42" y="94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2" y="0"/>
                      <a:pt x="53" y="1"/>
                      <a:pt x="53" y="2"/>
                    </a:cubicBezTo>
                    <a:cubicBezTo>
                      <a:pt x="76" y="30"/>
                      <a:pt x="71" y="71"/>
                      <a:pt x="43" y="93"/>
                    </a:cubicBezTo>
                    <a:lnTo>
                      <a:pt x="42" y="94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Freeform 53"/>
              <p:cNvSpPr>
                <a:spLocks/>
              </p:cNvSpPr>
              <p:nvPr/>
            </p:nvSpPr>
            <p:spPr bwMode="auto">
              <a:xfrm>
                <a:off x="2731231" y="3322219"/>
                <a:ext cx="131400" cy="105534"/>
              </a:xfrm>
              <a:custGeom>
                <a:avLst/>
                <a:gdLst>
                  <a:gd name="T0" fmla="*/ 0 w 94"/>
                  <a:gd name="T1" fmla="*/ 42 h 76"/>
                  <a:gd name="T2" fmla="*/ 53 w 94"/>
                  <a:gd name="T3" fmla="*/ 0 h 76"/>
                  <a:gd name="T4" fmla="*/ 94 w 94"/>
                  <a:gd name="T5" fmla="*/ 51 h 76"/>
                  <a:gd name="T6" fmla="*/ 92 w 94"/>
                  <a:gd name="T7" fmla="*/ 54 h 76"/>
                  <a:gd name="T8" fmla="*/ 1 w 94"/>
                  <a:gd name="T9" fmla="*/ 43 h 76"/>
                  <a:gd name="T10" fmla="*/ 0 w 94"/>
                  <a:gd name="T11" fmla="*/ 42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6">
                    <a:moveTo>
                      <a:pt x="0" y="42"/>
                    </a:moveTo>
                    <a:cubicBezTo>
                      <a:pt x="53" y="0"/>
                      <a:pt x="53" y="0"/>
                      <a:pt x="53" y="0"/>
                    </a:cubicBezTo>
                    <a:cubicBezTo>
                      <a:pt x="94" y="51"/>
                      <a:pt x="94" y="51"/>
                      <a:pt x="94" y="51"/>
                    </a:cubicBezTo>
                    <a:cubicBezTo>
                      <a:pt x="93" y="52"/>
                      <a:pt x="93" y="53"/>
                      <a:pt x="92" y="54"/>
                    </a:cubicBezTo>
                    <a:cubicBezTo>
                      <a:pt x="64" y="76"/>
                      <a:pt x="23" y="71"/>
                      <a:pt x="1" y="43"/>
                    </a:cubicBez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Freeform 54"/>
              <p:cNvSpPr>
                <a:spLocks/>
              </p:cNvSpPr>
              <p:nvPr/>
            </p:nvSpPr>
            <p:spPr bwMode="auto">
              <a:xfrm>
                <a:off x="2426011" y="3979219"/>
                <a:ext cx="1023265" cy="945666"/>
              </a:xfrm>
              <a:custGeom>
                <a:avLst/>
                <a:gdLst>
                  <a:gd name="T0" fmla="*/ 175 w 733"/>
                  <a:gd name="T1" fmla="*/ 666 h 677"/>
                  <a:gd name="T2" fmla="*/ 206 w 733"/>
                  <a:gd name="T3" fmla="*/ 669 h 677"/>
                  <a:gd name="T4" fmla="*/ 722 w 733"/>
                  <a:gd name="T5" fmla="*/ 246 h 677"/>
                  <a:gd name="T6" fmla="*/ 725 w 733"/>
                  <a:gd name="T7" fmla="*/ 215 h 677"/>
                  <a:gd name="T8" fmla="*/ 558 w 733"/>
                  <a:gd name="T9" fmla="*/ 11 h 677"/>
                  <a:gd name="T10" fmla="*/ 527 w 733"/>
                  <a:gd name="T11" fmla="*/ 8 h 677"/>
                  <a:gd name="T12" fmla="*/ 11 w 733"/>
                  <a:gd name="T13" fmla="*/ 431 h 677"/>
                  <a:gd name="T14" fmla="*/ 8 w 733"/>
                  <a:gd name="T15" fmla="*/ 462 h 677"/>
                  <a:gd name="T16" fmla="*/ 175 w 733"/>
                  <a:gd name="T17" fmla="*/ 666 h 6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33" h="677">
                    <a:moveTo>
                      <a:pt x="175" y="666"/>
                    </a:moveTo>
                    <a:cubicBezTo>
                      <a:pt x="183" y="675"/>
                      <a:pt x="197" y="677"/>
                      <a:pt x="206" y="669"/>
                    </a:cubicBezTo>
                    <a:cubicBezTo>
                      <a:pt x="722" y="246"/>
                      <a:pt x="722" y="246"/>
                      <a:pt x="722" y="246"/>
                    </a:cubicBezTo>
                    <a:cubicBezTo>
                      <a:pt x="732" y="239"/>
                      <a:pt x="733" y="225"/>
                      <a:pt x="725" y="215"/>
                    </a:cubicBezTo>
                    <a:cubicBezTo>
                      <a:pt x="558" y="11"/>
                      <a:pt x="558" y="11"/>
                      <a:pt x="558" y="11"/>
                    </a:cubicBezTo>
                    <a:cubicBezTo>
                      <a:pt x="550" y="1"/>
                      <a:pt x="536" y="0"/>
                      <a:pt x="527" y="8"/>
                    </a:cubicBezTo>
                    <a:cubicBezTo>
                      <a:pt x="11" y="431"/>
                      <a:pt x="11" y="431"/>
                      <a:pt x="11" y="431"/>
                    </a:cubicBezTo>
                    <a:cubicBezTo>
                      <a:pt x="1" y="438"/>
                      <a:pt x="0" y="452"/>
                      <a:pt x="8" y="462"/>
                    </a:cubicBezTo>
                    <a:cubicBezTo>
                      <a:pt x="175" y="666"/>
                      <a:pt x="175" y="666"/>
                      <a:pt x="175" y="666"/>
                    </a:cubicBezTo>
                  </a:path>
                </a:pathLst>
              </a:custGeom>
              <a:solidFill>
                <a:srgbClr val="4E7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Freeform 55"/>
              <p:cNvSpPr>
                <a:spLocks/>
              </p:cNvSpPr>
              <p:nvPr/>
            </p:nvSpPr>
            <p:spPr bwMode="auto">
              <a:xfrm>
                <a:off x="2773652" y="4288578"/>
                <a:ext cx="327983" cy="327983"/>
              </a:xfrm>
              <a:custGeom>
                <a:avLst/>
                <a:gdLst>
                  <a:gd name="T0" fmla="*/ 37 w 235"/>
                  <a:gd name="T1" fmla="*/ 184 h 235"/>
                  <a:gd name="T2" fmla="*/ 184 w 235"/>
                  <a:gd name="T3" fmla="*/ 198 h 235"/>
                  <a:gd name="T4" fmla="*/ 198 w 235"/>
                  <a:gd name="T5" fmla="*/ 51 h 235"/>
                  <a:gd name="T6" fmla="*/ 51 w 235"/>
                  <a:gd name="T7" fmla="*/ 36 h 235"/>
                  <a:gd name="T8" fmla="*/ 37 w 235"/>
                  <a:gd name="T9" fmla="*/ 184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5" h="235">
                    <a:moveTo>
                      <a:pt x="37" y="184"/>
                    </a:moveTo>
                    <a:cubicBezTo>
                      <a:pt x="73" y="228"/>
                      <a:pt x="139" y="235"/>
                      <a:pt x="184" y="198"/>
                    </a:cubicBezTo>
                    <a:cubicBezTo>
                      <a:pt x="228" y="162"/>
                      <a:pt x="235" y="96"/>
                      <a:pt x="198" y="51"/>
                    </a:cubicBezTo>
                    <a:cubicBezTo>
                      <a:pt x="162" y="6"/>
                      <a:pt x="96" y="0"/>
                      <a:pt x="51" y="36"/>
                    </a:cubicBezTo>
                    <a:cubicBezTo>
                      <a:pt x="7" y="73"/>
                      <a:pt x="0" y="139"/>
                      <a:pt x="37" y="184"/>
                    </a:cubicBezTo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Freeform 56"/>
              <p:cNvSpPr>
                <a:spLocks noEditPoints="1"/>
              </p:cNvSpPr>
              <p:nvPr/>
            </p:nvSpPr>
            <p:spPr bwMode="auto">
              <a:xfrm>
                <a:off x="2456016" y="4010259"/>
                <a:ext cx="966359" cy="887726"/>
              </a:xfrm>
              <a:custGeom>
                <a:avLst/>
                <a:gdLst>
                  <a:gd name="T0" fmla="*/ 0 w 934"/>
                  <a:gd name="T1" fmla="*/ 572 h 858"/>
                  <a:gd name="T2" fmla="*/ 699 w 934"/>
                  <a:gd name="T3" fmla="*/ 0 h 858"/>
                  <a:gd name="T4" fmla="*/ 934 w 934"/>
                  <a:gd name="T5" fmla="*/ 286 h 858"/>
                  <a:gd name="T6" fmla="*/ 235 w 934"/>
                  <a:gd name="T7" fmla="*/ 858 h 858"/>
                  <a:gd name="T8" fmla="*/ 0 w 934"/>
                  <a:gd name="T9" fmla="*/ 572 h 858"/>
                  <a:gd name="T10" fmla="*/ 697 w 934"/>
                  <a:gd name="T11" fmla="*/ 31 h 858"/>
                  <a:gd name="T12" fmla="*/ 31 w 934"/>
                  <a:gd name="T13" fmla="*/ 576 h 858"/>
                  <a:gd name="T14" fmla="*/ 238 w 934"/>
                  <a:gd name="T15" fmla="*/ 827 h 858"/>
                  <a:gd name="T16" fmla="*/ 902 w 934"/>
                  <a:gd name="T17" fmla="*/ 282 h 858"/>
                  <a:gd name="T18" fmla="*/ 697 w 934"/>
                  <a:gd name="T19" fmla="*/ 31 h 8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4" h="858">
                    <a:moveTo>
                      <a:pt x="0" y="572"/>
                    </a:moveTo>
                    <a:lnTo>
                      <a:pt x="699" y="0"/>
                    </a:lnTo>
                    <a:lnTo>
                      <a:pt x="934" y="286"/>
                    </a:lnTo>
                    <a:lnTo>
                      <a:pt x="235" y="858"/>
                    </a:lnTo>
                    <a:lnTo>
                      <a:pt x="0" y="572"/>
                    </a:lnTo>
                    <a:close/>
                    <a:moveTo>
                      <a:pt x="697" y="31"/>
                    </a:moveTo>
                    <a:lnTo>
                      <a:pt x="31" y="576"/>
                    </a:lnTo>
                    <a:lnTo>
                      <a:pt x="238" y="827"/>
                    </a:lnTo>
                    <a:lnTo>
                      <a:pt x="902" y="282"/>
                    </a:lnTo>
                    <a:lnTo>
                      <a:pt x="697" y="31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Freeform 57"/>
              <p:cNvSpPr>
                <a:spLocks noEditPoints="1"/>
              </p:cNvSpPr>
              <p:nvPr/>
            </p:nvSpPr>
            <p:spPr bwMode="auto">
              <a:xfrm>
                <a:off x="2456016" y="4010259"/>
                <a:ext cx="966359" cy="887726"/>
              </a:xfrm>
              <a:custGeom>
                <a:avLst/>
                <a:gdLst>
                  <a:gd name="T0" fmla="*/ 0 w 934"/>
                  <a:gd name="T1" fmla="*/ 572 h 858"/>
                  <a:gd name="T2" fmla="*/ 699 w 934"/>
                  <a:gd name="T3" fmla="*/ 0 h 858"/>
                  <a:gd name="T4" fmla="*/ 934 w 934"/>
                  <a:gd name="T5" fmla="*/ 286 h 858"/>
                  <a:gd name="T6" fmla="*/ 235 w 934"/>
                  <a:gd name="T7" fmla="*/ 858 h 858"/>
                  <a:gd name="T8" fmla="*/ 0 w 934"/>
                  <a:gd name="T9" fmla="*/ 572 h 858"/>
                  <a:gd name="T10" fmla="*/ 697 w 934"/>
                  <a:gd name="T11" fmla="*/ 31 h 858"/>
                  <a:gd name="T12" fmla="*/ 31 w 934"/>
                  <a:gd name="T13" fmla="*/ 576 h 858"/>
                  <a:gd name="T14" fmla="*/ 238 w 934"/>
                  <a:gd name="T15" fmla="*/ 827 h 858"/>
                  <a:gd name="T16" fmla="*/ 902 w 934"/>
                  <a:gd name="T17" fmla="*/ 282 h 858"/>
                  <a:gd name="T18" fmla="*/ 697 w 934"/>
                  <a:gd name="T19" fmla="*/ 31 h 8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4" h="858">
                    <a:moveTo>
                      <a:pt x="0" y="572"/>
                    </a:moveTo>
                    <a:lnTo>
                      <a:pt x="699" y="0"/>
                    </a:lnTo>
                    <a:lnTo>
                      <a:pt x="934" y="286"/>
                    </a:lnTo>
                    <a:lnTo>
                      <a:pt x="235" y="858"/>
                    </a:lnTo>
                    <a:lnTo>
                      <a:pt x="0" y="572"/>
                    </a:lnTo>
                    <a:moveTo>
                      <a:pt x="697" y="31"/>
                    </a:moveTo>
                    <a:lnTo>
                      <a:pt x="31" y="576"/>
                    </a:lnTo>
                    <a:lnTo>
                      <a:pt x="238" y="827"/>
                    </a:lnTo>
                    <a:lnTo>
                      <a:pt x="902" y="282"/>
                    </a:lnTo>
                    <a:lnTo>
                      <a:pt x="697" y="3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Freeform 58"/>
              <p:cNvSpPr>
                <a:spLocks/>
              </p:cNvSpPr>
              <p:nvPr/>
            </p:nvSpPr>
            <p:spPr bwMode="auto">
              <a:xfrm>
                <a:off x="3101635" y="4022674"/>
                <a:ext cx="131400" cy="104500"/>
              </a:xfrm>
              <a:custGeom>
                <a:avLst/>
                <a:gdLst>
                  <a:gd name="T0" fmla="*/ 0 w 94"/>
                  <a:gd name="T1" fmla="*/ 43 h 75"/>
                  <a:gd name="T2" fmla="*/ 53 w 94"/>
                  <a:gd name="T3" fmla="*/ 0 h 75"/>
                  <a:gd name="T4" fmla="*/ 94 w 94"/>
                  <a:gd name="T5" fmla="*/ 51 h 75"/>
                  <a:gd name="T6" fmla="*/ 92 w 94"/>
                  <a:gd name="T7" fmla="*/ 53 h 75"/>
                  <a:gd name="T8" fmla="*/ 1 w 94"/>
                  <a:gd name="T9" fmla="*/ 44 h 75"/>
                  <a:gd name="T10" fmla="*/ 0 w 94"/>
                  <a:gd name="T11" fmla="*/ 4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5">
                    <a:moveTo>
                      <a:pt x="0" y="43"/>
                    </a:moveTo>
                    <a:cubicBezTo>
                      <a:pt x="53" y="0"/>
                      <a:pt x="53" y="0"/>
                      <a:pt x="53" y="0"/>
                    </a:cubicBezTo>
                    <a:cubicBezTo>
                      <a:pt x="94" y="51"/>
                      <a:pt x="94" y="51"/>
                      <a:pt x="94" y="51"/>
                    </a:cubicBezTo>
                    <a:cubicBezTo>
                      <a:pt x="94" y="51"/>
                      <a:pt x="93" y="52"/>
                      <a:pt x="92" y="53"/>
                    </a:cubicBezTo>
                    <a:cubicBezTo>
                      <a:pt x="64" y="75"/>
                      <a:pt x="24" y="71"/>
                      <a:pt x="1" y="44"/>
                    </a:cubicBez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Freeform 59"/>
              <p:cNvSpPr>
                <a:spLocks/>
              </p:cNvSpPr>
              <p:nvPr/>
            </p:nvSpPr>
            <p:spPr bwMode="auto">
              <a:xfrm>
                <a:off x="3298217" y="4229604"/>
                <a:ext cx="104500" cy="131400"/>
              </a:xfrm>
              <a:custGeom>
                <a:avLst/>
                <a:gdLst>
                  <a:gd name="T0" fmla="*/ 32 w 75"/>
                  <a:gd name="T1" fmla="*/ 0 h 94"/>
                  <a:gd name="T2" fmla="*/ 75 w 75"/>
                  <a:gd name="T3" fmla="*/ 53 h 94"/>
                  <a:gd name="T4" fmla="*/ 24 w 75"/>
                  <a:gd name="T5" fmla="*/ 94 h 94"/>
                  <a:gd name="T6" fmla="*/ 22 w 75"/>
                  <a:gd name="T7" fmla="*/ 92 h 94"/>
                  <a:gd name="T8" fmla="*/ 31 w 75"/>
                  <a:gd name="T9" fmla="*/ 1 h 94"/>
                  <a:gd name="T10" fmla="*/ 32 w 75"/>
                  <a:gd name="T11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32" y="0"/>
                    </a:moveTo>
                    <a:cubicBezTo>
                      <a:pt x="75" y="53"/>
                      <a:pt x="75" y="53"/>
                      <a:pt x="75" y="53"/>
                    </a:cubicBezTo>
                    <a:cubicBezTo>
                      <a:pt x="24" y="94"/>
                      <a:pt x="24" y="94"/>
                      <a:pt x="24" y="94"/>
                    </a:cubicBezTo>
                    <a:cubicBezTo>
                      <a:pt x="24" y="94"/>
                      <a:pt x="23" y="93"/>
                      <a:pt x="22" y="92"/>
                    </a:cubicBezTo>
                    <a:cubicBezTo>
                      <a:pt x="0" y="64"/>
                      <a:pt x="4" y="24"/>
                      <a:pt x="31" y="1"/>
                    </a:cubicBezTo>
                    <a:cubicBezTo>
                      <a:pt x="32" y="0"/>
                      <a:pt x="32" y="0"/>
                      <a:pt x="32" y="0"/>
                    </a:cubicBezTo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Freeform 60"/>
              <p:cNvSpPr>
                <a:spLocks/>
              </p:cNvSpPr>
              <p:nvPr/>
            </p:nvSpPr>
            <p:spPr bwMode="auto">
              <a:xfrm>
                <a:off x="2643287" y="4777966"/>
                <a:ext cx="131400" cy="104500"/>
              </a:xfrm>
              <a:custGeom>
                <a:avLst/>
                <a:gdLst>
                  <a:gd name="T0" fmla="*/ 94 w 94"/>
                  <a:gd name="T1" fmla="*/ 32 h 75"/>
                  <a:gd name="T2" fmla="*/ 41 w 94"/>
                  <a:gd name="T3" fmla="*/ 75 h 75"/>
                  <a:gd name="T4" fmla="*/ 0 w 94"/>
                  <a:gd name="T5" fmla="*/ 24 h 75"/>
                  <a:gd name="T6" fmla="*/ 2 w 94"/>
                  <a:gd name="T7" fmla="*/ 22 h 75"/>
                  <a:gd name="T8" fmla="*/ 93 w 94"/>
                  <a:gd name="T9" fmla="*/ 31 h 75"/>
                  <a:gd name="T10" fmla="*/ 94 w 94"/>
                  <a:gd name="T11" fmla="*/ 3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5">
                    <a:moveTo>
                      <a:pt x="94" y="32"/>
                    </a:moveTo>
                    <a:cubicBezTo>
                      <a:pt x="41" y="75"/>
                      <a:pt x="41" y="75"/>
                      <a:pt x="41" y="75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ubicBezTo>
                      <a:pt x="30" y="0"/>
                      <a:pt x="70" y="4"/>
                      <a:pt x="93" y="31"/>
                    </a:cubicBezTo>
                    <a:lnTo>
                      <a:pt x="94" y="32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Freeform 61"/>
              <p:cNvSpPr>
                <a:spLocks/>
              </p:cNvSpPr>
              <p:nvPr/>
            </p:nvSpPr>
            <p:spPr bwMode="auto">
              <a:xfrm>
                <a:off x="2473605" y="4545170"/>
                <a:ext cx="104500" cy="131400"/>
              </a:xfrm>
              <a:custGeom>
                <a:avLst/>
                <a:gdLst>
                  <a:gd name="T0" fmla="*/ 43 w 75"/>
                  <a:gd name="T1" fmla="*/ 94 h 94"/>
                  <a:gd name="T2" fmla="*/ 0 w 75"/>
                  <a:gd name="T3" fmla="*/ 41 h 94"/>
                  <a:gd name="T4" fmla="*/ 51 w 75"/>
                  <a:gd name="T5" fmla="*/ 0 h 94"/>
                  <a:gd name="T6" fmla="*/ 53 w 75"/>
                  <a:gd name="T7" fmla="*/ 2 h 94"/>
                  <a:gd name="T8" fmla="*/ 44 w 75"/>
                  <a:gd name="T9" fmla="*/ 93 h 94"/>
                  <a:gd name="T10" fmla="*/ 43 w 75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43" y="94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1" y="0"/>
                      <a:pt x="52" y="1"/>
                      <a:pt x="53" y="2"/>
                    </a:cubicBezTo>
                    <a:cubicBezTo>
                      <a:pt x="75" y="30"/>
                      <a:pt x="71" y="70"/>
                      <a:pt x="44" y="93"/>
                    </a:cubicBezTo>
                    <a:lnTo>
                      <a:pt x="43" y="94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Freeform 62"/>
              <p:cNvSpPr>
                <a:spLocks/>
              </p:cNvSpPr>
              <p:nvPr/>
            </p:nvSpPr>
            <p:spPr bwMode="auto">
              <a:xfrm>
                <a:off x="4255265" y="3698830"/>
                <a:ext cx="1039820" cy="561813"/>
              </a:xfrm>
              <a:custGeom>
                <a:avLst/>
                <a:gdLst>
                  <a:gd name="T0" fmla="*/ 743 w 745"/>
                  <a:gd name="T1" fmla="*/ 282 h 402"/>
                  <a:gd name="T2" fmla="*/ 724 w 745"/>
                  <a:gd name="T3" fmla="*/ 307 h 402"/>
                  <a:gd name="T4" fmla="*/ 64 w 745"/>
                  <a:gd name="T5" fmla="*/ 400 h 402"/>
                  <a:gd name="T6" fmla="*/ 39 w 745"/>
                  <a:gd name="T7" fmla="*/ 382 h 402"/>
                  <a:gd name="T8" fmla="*/ 2 w 745"/>
                  <a:gd name="T9" fmla="*/ 120 h 402"/>
                  <a:gd name="T10" fmla="*/ 21 w 745"/>
                  <a:gd name="T11" fmla="*/ 95 h 402"/>
                  <a:gd name="T12" fmla="*/ 681 w 745"/>
                  <a:gd name="T13" fmla="*/ 1 h 402"/>
                  <a:gd name="T14" fmla="*/ 706 w 745"/>
                  <a:gd name="T15" fmla="*/ 20 h 402"/>
                  <a:gd name="T16" fmla="*/ 743 w 745"/>
                  <a:gd name="T17" fmla="*/ 282 h 4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5" h="402">
                    <a:moveTo>
                      <a:pt x="743" y="282"/>
                    </a:moveTo>
                    <a:cubicBezTo>
                      <a:pt x="745" y="294"/>
                      <a:pt x="736" y="305"/>
                      <a:pt x="724" y="307"/>
                    </a:cubicBezTo>
                    <a:cubicBezTo>
                      <a:pt x="64" y="400"/>
                      <a:pt x="64" y="400"/>
                      <a:pt x="64" y="400"/>
                    </a:cubicBezTo>
                    <a:cubicBezTo>
                      <a:pt x="52" y="402"/>
                      <a:pt x="41" y="394"/>
                      <a:pt x="39" y="382"/>
                    </a:cubicBezTo>
                    <a:cubicBezTo>
                      <a:pt x="2" y="120"/>
                      <a:pt x="2" y="120"/>
                      <a:pt x="2" y="120"/>
                    </a:cubicBezTo>
                    <a:cubicBezTo>
                      <a:pt x="0" y="108"/>
                      <a:pt x="9" y="97"/>
                      <a:pt x="21" y="95"/>
                    </a:cubicBezTo>
                    <a:cubicBezTo>
                      <a:pt x="681" y="1"/>
                      <a:pt x="681" y="1"/>
                      <a:pt x="681" y="1"/>
                    </a:cubicBezTo>
                    <a:cubicBezTo>
                      <a:pt x="693" y="0"/>
                      <a:pt x="704" y="8"/>
                      <a:pt x="706" y="20"/>
                    </a:cubicBezTo>
                    <a:cubicBezTo>
                      <a:pt x="743" y="282"/>
                      <a:pt x="743" y="282"/>
                      <a:pt x="743" y="282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Freeform 63"/>
              <p:cNvSpPr>
                <a:spLocks/>
              </p:cNvSpPr>
              <p:nvPr/>
            </p:nvSpPr>
            <p:spPr bwMode="auto">
              <a:xfrm>
                <a:off x="4619461" y="3822987"/>
                <a:ext cx="311429" cy="312463"/>
              </a:xfrm>
              <a:custGeom>
                <a:avLst/>
                <a:gdLst>
                  <a:gd name="T0" fmla="*/ 215 w 223"/>
                  <a:gd name="T1" fmla="*/ 97 h 224"/>
                  <a:gd name="T2" fmla="*/ 126 w 223"/>
                  <a:gd name="T3" fmla="*/ 215 h 224"/>
                  <a:gd name="T4" fmla="*/ 8 w 223"/>
                  <a:gd name="T5" fmla="*/ 127 h 224"/>
                  <a:gd name="T6" fmla="*/ 97 w 223"/>
                  <a:gd name="T7" fmla="*/ 8 h 224"/>
                  <a:gd name="T8" fmla="*/ 215 w 223"/>
                  <a:gd name="T9" fmla="*/ 97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3" h="224">
                    <a:moveTo>
                      <a:pt x="215" y="97"/>
                    </a:moveTo>
                    <a:cubicBezTo>
                      <a:pt x="223" y="154"/>
                      <a:pt x="183" y="207"/>
                      <a:pt x="126" y="215"/>
                    </a:cubicBezTo>
                    <a:cubicBezTo>
                      <a:pt x="69" y="224"/>
                      <a:pt x="16" y="184"/>
                      <a:pt x="8" y="127"/>
                    </a:cubicBezTo>
                    <a:cubicBezTo>
                      <a:pt x="0" y="69"/>
                      <a:pt x="40" y="16"/>
                      <a:pt x="97" y="8"/>
                    </a:cubicBezTo>
                    <a:cubicBezTo>
                      <a:pt x="154" y="0"/>
                      <a:pt x="207" y="40"/>
                      <a:pt x="215" y="97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Freeform 64"/>
              <p:cNvSpPr>
                <a:spLocks noEditPoints="1"/>
              </p:cNvSpPr>
              <p:nvPr/>
            </p:nvSpPr>
            <p:spPr bwMode="auto">
              <a:xfrm>
                <a:off x="4828459" y="3897482"/>
                <a:ext cx="20693" cy="139678"/>
              </a:xfrm>
              <a:custGeom>
                <a:avLst/>
                <a:gdLst>
                  <a:gd name="T0" fmla="*/ 0 w 15"/>
                  <a:gd name="T1" fmla="*/ 49 h 100"/>
                  <a:gd name="T2" fmla="*/ 0 w 15"/>
                  <a:gd name="T3" fmla="*/ 100 h 100"/>
                  <a:gd name="T4" fmla="*/ 6 w 15"/>
                  <a:gd name="T5" fmla="*/ 96 h 100"/>
                  <a:gd name="T6" fmla="*/ 13 w 15"/>
                  <a:gd name="T7" fmla="*/ 85 h 100"/>
                  <a:gd name="T8" fmla="*/ 14 w 15"/>
                  <a:gd name="T9" fmla="*/ 72 h 100"/>
                  <a:gd name="T10" fmla="*/ 8 w 15"/>
                  <a:gd name="T11" fmla="*/ 55 h 100"/>
                  <a:gd name="T12" fmla="*/ 0 w 15"/>
                  <a:gd name="T13" fmla="*/ 49 h 100"/>
                  <a:gd name="T14" fmla="*/ 1 w 15"/>
                  <a:gd name="T15" fmla="*/ 0 h 100"/>
                  <a:gd name="T16" fmla="*/ 0 w 15"/>
                  <a:gd name="T17" fmla="*/ 0 h 100"/>
                  <a:gd name="T18" fmla="*/ 0 w 15"/>
                  <a:gd name="T19" fmla="*/ 37 h 100"/>
                  <a:gd name="T20" fmla="*/ 6 w 15"/>
                  <a:gd name="T21" fmla="*/ 36 h 100"/>
                  <a:gd name="T22" fmla="*/ 1 w 15"/>
                  <a:gd name="T23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" h="100">
                    <a:moveTo>
                      <a:pt x="0" y="49"/>
                    </a:moveTo>
                    <a:cubicBezTo>
                      <a:pt x="0" y="100"/>
                      <a:pt x="0" y="100"/>
                      <a:pt x="0" y="100"/>
                    </a:cubicBezTo>
                    <a:cubicBezTo>
                      <a:pt x="2" y="99"/>
                      <a:pt x="4" y="97"/>
                      <a:pt x="6" y="96"/>
                    </a:cubicBezTo>
                    <a:cubicBezTo>
                      <a:pt x="9" y="93"/>
                      <a:pt x="11" y="89"/>
                      <a:pt x="13" y="85"/>
                    </a:cubicBezTo>
                    <a:cubicBezTo>
                      <a:pt x="15" y="81"/>
                      <a:pt x="15" y="77"/>
                      <a:pt x="14" y="72"/>
                    </a:cubicBezTo>
                    <a:cubicBezTo>
                      <a:pt x="13" y="65"/>
                      <a:pt x="11" y="59"/>
                      <a:pt x="8" y="55"/>
                    </a:cubicBezTo>
                    <a:cubicBezTo>
                      <a:pt x="5" y="53"/>
                      <a:pt x="3" y="51"/>
                      <a:pt x="0" y="49"/>
                    </a:cubicBezTo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9E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Freeform 65"/>
              <p:cNvSpPr>
                <a:spLocks noEditPoints="1"/>
              </p:cNvSpPr>
              <p:nvPr/>
            </p:nvSpPr>
            <p:spPr bwMode="auto">
              <a:xfrm>
                <a:off x="4285270" y="3726766"/>
                <a:ext cx="980844" cy="511115"/>
              </a:xfrm>
              <a:custGeom>
                <a:avLst/>
                <a:gdLst>
                  <a:gd name="T0" fmla="*/ 948 w 948"/>
                  <a:gd name="T1" fmla="*/ 367 h 494"/>
                  <a:gd name="T2" fmla="*/ 52 w 948"/>
                  <a:gd name="T3" fmla="*/ 494 h 494"/>
                  <a:gd name="T4" fmla="*/ 0 w 948"/>
                  <a:gd name="T5" fmla="*/ 127 h 494"/>
                  <a:gd name="T6" fmla="*/ 895 w 948"/>
                  <a:gd name="T7" fmla="*/ 0 h 494"/>
                  <a:gd name="T8" fmla="*/ 948 w 948"/>
                  <a:gd name="T9" fmla="*/ 367 h 494"/>
                  <a:gd name="T10" fmla="*/ 70 w 948"/>
                  <a:gd name="T11" fmla="*/ 468 h 494"/>
                  <a:gd name="T12" fmla="*/ 922 w 948"/>
                  <a:gd name="T13" fmla="*/ 348 h 494"/>
                  <a:gd name="T14" fmla="*/ 876 w 948"/>
                  <a:gd name="T15" fmla="*/ 26 h 494"/>
                  <a:gd name="T16" fmla="*/ 26 w 948"/>
                  <a:gd name="T17" fmla="*/ 146 h 494"/>
                  <a:gd name="T18" fmla="*/ 70 w 948"/>
                  <a:gd name="T19" fmla="*/ 468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48" h="494">
                    <a:moveTo>
                      <a:pt x="948" y="367"/>
                    </a:moveTo>
                    <a:lnTo>
                      <a:pt x="52" y="494"/>
                    </a:lnTo>
                    <a:lnTo>
                      <a:pt x="0" y="127"/>
                    </a:lnTo>
                    <a:lnTo>
                      <a:pt x="895" y="0"/>
                    </a:lnTo>
                    <a:lnTo>
                      <a:pt x="948" y="367"/>
                    </a:lnTo>
                    <a:close/>
                    <a:moveTo>
                      <a:pt x="70" y="468"/>
                    </a:moveTo>
                    <a:lnTo>
                      <a:pt x="922" y="348"/>
                    </a:lnTo>
                    <a:lnTo>
                      <a:pt x="876" y="26"/>
                    </a:lnTo>
                    <a:lnTo>
                      <a:pt x="26" y="146"/>
                    </a:lnTo>
                    <a:lnTo>
                      <a:pt x="70" y="468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Freeform 66"/>
              <p:cNvSpPr>
                <a:spLocks/>
              </p:cNvSpPr>
              <p:nvPr/>
            </p:nvSpPr>
            <p:spPr bwMode="auto">
              <a:xfrm>
                <a:off x="4297686" y="3850923"/>
                <a:ext cx="101395" cy="103465"/>
              </a:xfrm>
              <a:custGeom>
                <a:avLst/>
                <a:gdLst>
                  <a:gd name="T0" fmla="*/ 67 w 72"/>
                  <a:gd name="T1" fmla="*/ 0 h 74"/>
                  <a:gd name="T2" fmla="*/ 0 w 72"/>
                  <a:gd name="T3" fmla="*/ 9 h 74"/>
                  <a:gd name="T4" fmla="*/ 9 w 72"/>
                  <a:gd name="T5" fmla="*/ 74 h 74"/>
                  <a:gd name="T6" fmla="*/ 12 w 72"/>
                  <a:gd name="T7" fmla="*/ 74 h 74"/>
                  <a:gd name="T8" fmla="*/ 67 w 72"/>
                  <a:gd name="T9" fmla="*/ 1 h 74"/>
                  <a:gd name="T10" fmla="*/ 67 w 72"/>
                  <a:gd name="T11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74">
                    <a:moveTo>
                      <a:pt x="67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9" y="74"/>
                      <a:pt x="9" y="74"/>
                      <a:pt x="9" y="74"/>
                    </a:cubicBezTo>
                    <a:cubicBezTo>
                      <a:pt x="10" y="74"/>
                      <a:pt x="11" y="74"/>
                      <a:pt x="12" y="74"/>
                    </a:cubicBezTo>
                    <a:cubicBezTo>
                      <a:pt x="47" y="69"/>
                      <a:pt x="72" y="36"/>
                      <a:pt x="67" y="1"/>
                    </a:cubicBez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Freeform 67"/>
              <p:cNvSpPr>
                <a:spLocks/>
              </p:cNvSpPr>
              <p:nvPr/>
            </p:nvSpPr>
            <p:spPr bwMode="auto">
              <a:xfrm>
                <a:off x="4337002" y="4120965"/>
                <a:ext cx="103465" cy="100361"/>
              </a:xfrm>
              <a:custGeom>
                <a:avLst/>
                <a:gdLst>
                  <a:gd name="T0" fmla="*/ 0 w 74"/>
                  <a:gd name="T1" fmla="*/ 5 h 72"/>
                  <a:gd name="T2" fmla="*/ 9 w 74"/>
                  <a:gd name="T3" fmla="*/ 72 h 72"/>
                  <a:gd name="T4" fmla="*/ 74 w 74"/>
                  <a:gd name="T5" fmla="*/ 63 h 72"/>
                  <a:gd name="T6" fmla="*/ 74 w 74"/>
                  <a:gd name="T7" fmla="*/ 60 h 72"/>
                  <a:gd name="T8" fmla="*/ 1 w 74"/>
                  <a:gd name="T9" fmla="*/ 5 h 72"/>
                  <a:gd name="T10" fmla="*/ 0 w 74"/>
                  <a:gd name="T11" fmla="*/ 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72">
                    <a:moveTo>
                      <a:pt x="0" y="5"/>
                    </a:moveTo>
                    <a:cubicBezTo>
                      <a:pt x="9" y="72"/>
                      <a:pt x="9" y="72"/>
                      <a:pt x="9" y="72"/>
                    </a:cubicBezTo>
                    <a:cubicBezTo>
                      <a:pt x="74" y="63"/>
                      <a:pt x="74" y="63"/>
                      <a:pt x="74" y="63"/>
                    </a:cubicBezTo>
                    <a:cubicBezTo>
                      <a:pt x="74" y="62"/>
                      <a:pt x="74" y="61"/>
                      <a:pt x="74" y="60"/>
                    </a:cubicBezTo>
                    <a:cubicBezTo>
                      <a:pt x="69" y="25"/>
                      <a:pt x="36" y="0"/>
                      <a:pt x="1" y="5"/>
                    </a:cubicBez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Freeform 68"/>
              <p:cNvSpPr>
                <a:spLocks/>
              </p:cNvSpPr>
              <p:nvPr/>
            </p:nvSpPr>
            <p:spPr bwMode="auto">
              <a:xfrm>
                <a:off x="5151269" y="4006120"/>
                <a:ext cx="100361" cy="104500"/>
              </a:xfrm>
              <a:custGeom>
                <a:avLst/>
                <a:gdLst>
                  <a:gd name="T0" fmla="*/ 5 w 72"/>
                  <a:gd name="T1" fmla="*/ 75 h 75"/>
                  <a:gd name="T2" fmla="*/ 72 w 72"/>
                  <a:gd name="T3" fmla="*/ 65 h 75"/>
                  <a:gd name="T4" fmla="*/ 63 w 72"/>
                  <a:gd name="T5" fmla="*/ 0 h 75"/>
                  <a:gd name="T6" fmla="*/ 60 w 72"/>
                  <a:gd name="T7" fmla="*/ 1 h 75"/>
                  <a:gd name="T8" fmla="*/ 5 w 72"/>
                  <a:gd name="T9" fmla="*/ 74 h 75"/>
                  <a:gd name="T10" fmla="*/ 5 w 72"/>
                  <a:gd name="T11" fmla="*/ 7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75">
                    <a:moveTo>
                      <a:pt x="5" y="75"/>
                    </a:moveTo>
                    <a:cubicBezTo>
                      <a:pt x="72" y="65"/>
                      <a:pt x="72" y="65"/>
                      <a:pt x="72" y="65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62" y="0"/>
                      <a:pt x="61" y="0"/>
                      <a:pt x="60" y="1"/>
                    </a:cubicBezTo>
                    <a:cubicBezTo>
                      <a:pt x="25" y="6"/>
                      <a:pt x="0" y="38"/>
                      <a:pt x="5" y="74"/>
                    </a:cubicBezTo>
                    <a:lnTo>
                      <a:pt x="5" y="75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Freeform 69"/>
              <p:cNvSpPr>
                <a:spLocks/>
              </p:cNvSpPr>
              <p:nvPr/>
            </p:nvSpPr>
            <p:spPr bwMode="auto">
              <a:xfrm>
                <a:off x="5108848" y="3739181"/>
                <a:ext cx="103465" cy="100361"/>
              </a:xfrm>
              <a:custGeom>
                <a:avLst/>
                <a:gdLst>
                  <a:gd name="T0" fmla="*/ 74 w 74"/>
                  <a:gd name="T1" fmla="*/ 67 h 72"/>
                  <a:gd name="T2" fmla="*/ 65 w 74"/>
                  <a:gd name="T3" fmla="*/ 0 h 72"/>
                  <a:gd name="T4" fmla="*/ 0 w 74"/>
                  <a:gd name="T5" fmla="*/ 9 h 72"/>
                  <a:gd name="T6" fmla="*/ 0 w 74"/>
                  <a:gd name="T7" fmla="*/ 12 h 72"/>
                  <a:gd name="T8" fmla="*/ 73 w 74"/>
                  <a:gd name="T9" fmla="*/ 67 h 72"/>
                  <a:gd name="T10" fmla="*/ 74 w 74"/>
                  <a:gd name="T11" fmla="*/ 67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72">
                    <a:moveTo>
                      <a:pt x="74" y="67"/>
                    </a:moveTo>
                    <a:cubicBezTo>
                      <a:pt x="65" y="0"/>
                      <a:pt x="65" y="0"/>
                      <a:pt x="65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0"/>
                      <a:pt x="0" y="11"/>
                      <a:pt x="0" y="12"/>
                    </a:cubicBezTo>
                    <a:cubicBezTo>
                      <a:pt x="5" y="48"/>
                      <a:pt x="38" y="72"/>
                      <a:pt x="73" y="67"/>
                    </a:cubicBezTo>
                    <a:lnTo>
                      <a:pt x="74" y="6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Freeform 70"/>
              <p:cNvSpPr>
                <a:spLocks/>
              </p:cNvSpPr>
              <p:nvPr/>
            </p:nvSpPr>
            <p:spPr bwMode="auto">
              <a:xfrm>
                <a:off x="4360799" y="4075441"/>
                <a:ext cx="1059478" cy="646654"/>
              </a:xfrm>
              <a:custGeom>
                <a:avLst/>
                <a:gdLst>
                  <a:gd name="T0" fmla="*/ 694 w 759"/>
                  <a:gd name="T1" fmla="*/ 444 h 463"/>
                  <a:gd name="T2" fmla="*/ 667 w 759"/>
                  <a:gd name="T3" fmla="*/ 460 h 463"/>
                  <a:gd name="T4" fmla="*/ 19 w 759"/>
                  <a:gd name="T5" fmla="*/ 302 h 463"/>
                  <a:gd name="T6" fmla="*/ 3 w 759"/>
                  <a:gd name="T7" fmla="*/ 276 h 463"/>
                  <a:gd name="T8" fmla="*/ 65 w 759"/>
                  <a:gd name="T9" fmla="*/ 19 h 463"/>
                  <a:gd name="T10" fmla="*/ 92 w 759"/>
                  <a:gd name="T11" fmla="*/ 3 h 463"/>
                  <a:gd name="T12" fmla="*/ 740 w 759"/>
                  <a:gd name="T13" fmla="*/ 161 h 463"/>
                  <a:gd name="T14" fmla="*/ 756 w 759"/>
                  <a:gd name="T15" fmla="*/ 187 h 463"/>
                  <a:gd name="T16" fmla="*/ 694 w 759"/>
                  <a:gd name="T17" fmla="*/ 444 h 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9" h="463">
                    <a:moveTo>
                      <a:pt x="694" y="444"/>
                    </a:moveTo>
                    <a:cubicBezTo>
                      <a:pt x="691" y="456"/>
                      <a:pt x="679" y="463"/>
                      <a:pt x="667" y="460"/>
                    </a:cubicBezTo>
                    <a:cubicBezTo>
                      <a:pt x="19" y="302"/>
                      <a:pt x="19" y="302"/>
                      <a:pt x="19" y="302"/>
                    </a:cubicBezTo>
                    <a:cubicBezTo>
                      <a:pt x="7" y="299"/>
                      <a:pt x="0" y="287"/>
                      <a:pt x="3" y="276"/>
                    </a:cubicBezTo>
                    <a:cubicBezTo>
                      <a:pt x="65" y="19"/>
                      <a:pt x="65" y="19"/>
                      <a:pt x="65" y="19"/>
                    </a:cubicBezTo>
                    <a:cubicBezTo>
                      <a:pt x="68" y="7"/>
                      <a:pt x="80" y="0"/>
                      <a:pt x="92" y="3"/>
                    </a:cubicBezTo>
                    <a:cubicBezTo>
                      <a:pt x="740" y="161"/>
                      <a:pt x="740" y="161"/>
                      <a:pt x="740" y="161"/>
                    </a:cubicBezTo>
                    <a:cubicBezTo>
                      <a:pt x="752" y="163"/>
                      <a:pt x="759" y="175"/>
                      <a:pt x="756" y="187"/>
                    </a:cubicBezTo>
                    <a:cubicBezTo>
                      <a:pt x="694" y="444"/>
                      <a:pt x="694" y="444"/>
                      <a:pt x="694" y="444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Freeform 71"/>
              <p:cNvSpPr>
                <a:spLocks/>
              </p:cNvSpPr>
              <p:nvPr/>
            </p:nvSpPr>
            <p:spPr bwMode="auto">
              <a:xfrm>
                <a:off x="4729133" y="4237881"/>
                <a:ext cx="322810" cy="322810"/>
              </a:xfrm>
              <a:custGeom>
                <a:avLst/>
                <a:gdLst>
                  <a:gd name="T0" fmla="*/ 217 w 231"/>
                  <a:gd name="T1" fmla="*/ 140 h 231"/>
                  <a:gd name="T2" fmla="*/ 91 w 231"/>
                  <a:gd name="T3" fmla="*/ 217 h 231"/>
                  <a:gd name="T4" fmla="*/ 14 w 231"/>
                  <a:gd name="T5" fmla="*/ 91 h 231"/>
                  <a:gd name="T6" fmla="*/ 140 w 231"/>
                  <a:gd name="T7" fmla="*/ 14 h 231"/>
                  <a:gd name="T8" fmla="*/ 217 w 231"/>
                  <a:gd name="T9" fmla="*/ 140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1" h="231">
                    <a:moveTo>
                      <a:pt x="217" y="140"/>
                    </a:moveTo>
                    <a:cubicBezTo>
                      <a:pt x="203" y="196"/>
                      <a:pt x="147" y="231"/>
                      <a:pt x="91" y="217"/>
                    </a:cubicBezTo>
                    <a:cubicBezTo>
                      <a:pt x="35" y="203"/>
                      <a:pt x="0" y="147"/>
                      <a:pt x="14" y="91"/>
                    </a:cubicBezTo>
                    <a:cubicBezTo>
                      <a:pt x="27" y="34"/>
                      <a:pt x="84" y="0"/>
                      <a:pt x="140" y="14"/>
                    </a:cubicBezTo>
                    <a:cubicBezTo>
                      <a:pt x="196" y="27"/>
                      <a:pt x="231" y="84"/>
                      <a:pt x="217" y="140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Freeform 72"/>
              <p:cNvSpPr>
                <a:spLocks/>
              </p:cNvSpPr>
              <p:nvPr/>
            </p:nvSpPr>
            <p:spPr bwMode="auto">
              <a:xfrm>
                <a:off x="4839840" y="4302029"/>
                <a:ext cx="132435" cy="132435"/>
              </a:xfrm>
              <a:custGeom>
                <a:avLst/>
                <a:gdLst>
                  <a:gd name="T0" fmla="*/ 46 w 95"/>
                  <a:gd name="T1" fmla="*/ 0 h 95"/>
                  <a:gd name="T2" fmla="*/ 43 w 95"/>
                  <a:gd name="T3" fmla="*/ 14 h 95"/>
                  <a:gd name="T4" fmla="*/ 30 w 95"/>
                  <a:gd name="T5" fmla="*/ 13 h 95"/>
                  <a:gd name="T6" fmla="*/ 27 w 95"/>
                  <a:gd name="T7" fmla="*/ 13 h 95"/>
                  <a:gd name="T8" fmla="*/ 14 w 95"/>
                  <a:gd name="T9" fmla="*/ 16 h 95"/>
                  <a:gd name="T10" fmla="*/ 3 w 95"/>
                  <a:gd name="T11" fmla="*/ 23 h 95"/>
                  <a:gd name="T12" fmla="*/ 0 w 95"/>
                  <a:gd name="T13" fmla="*/ 28 h 95"/>
                  <a:gd name="T14" fmla="*/ 82 w 95"/>
                  <a:gd name="T15" fmla="*/ 95 h 95"/>
                  <a:gd name="T16" fmla="*/ 81 w 95"/>
                  <a:gd name="T17" fmla="*/ 83 h 95"/>
                  <a:gd name="T18" fmla="*/ 73 w 95"/>
                  <a:gd name="T19" fmla="*/ 71 h 95"/>
                  <a:gd name="T20" fmla="*/ 61 w 95"/>
                  <a:gd name="T21" fmla="*/ 62 h 95"/>
                  <a:gd name="T22" fmla="*/ 49 w 95"/>
                  <a:gd name="T23" fmla="*/ 55 h 95"/>
                  <a:gd name="T24" fmla="*/ 40 w 95"/>
                  <a:gd name="T25" fmla="*/ 49 h 95"/>
                  <a:gd name="T26" fmla="*/ 37 w 95"/>
                  <a:gd name="T27" fmla="*/ 42 h 95"/>
                  <a:gd name="T28" fmla="*/ 41 w 95"/>
                  <a:gd name="T29" fmla="*/ 38 h 95"/>
                  <a:gd name="T30" fmla="*/ 44 w 95"/>
                  <a:gd name="T31" fmla="*/ 38 h 95"/>
                  <a:gd name="T32" fmla="*/ 48 w 95"/>
                  <a:gd name="T33" fmla="*/ 39 h 95"/>
                  <a:gd name="T34" fmla="*/ 54 w 95"/>
                  <a:gd name="T35" fmla="*/ 41 h 95"/>
                  <a:gd name="T36" fmla="*/ 60 w 95"/>
                  <a:gd name="T37" fmla="*/ 46 h 95"/>
                  <a:gd name="T38" fmla="*/ 63 w 95"/>
                  <a:gd name="T39" fmla="*/ 52 h 95"/>
                  <a:gd name="T40" fmla="*/ 64 w 95"/>
                  <a:gd name="T41" fmla="*/ 59 h 95"/>
                  <a:gd name="T42" fmla="*/ 86 w 95"/>
                  <a:gd name="T43" fmla="*/ 65 h 95"/>
                  <a:gd name="T44" fmla="*/ 95 w 95"/>
                  <a:gd name="T45" fmla="*/ 29 h 95"/>
                  <a:gd name="T46" fmla="*/ 73 w 95"/>
                  <a:gd name="T47" fmla="*/ 23 h 95"/>
                  <a:gd name="T48" fmla="*/ 71 w 95"/>
                  <a:gd name="T49" fmla="*/ 30 h 95"/>
                  <a:gd name="T50" fmla="*/ 66 w 95"/>
                  <a:gd name="T51" fmla="*/ 25 h 95"/>
                  <a:gd name="T52" fmla="*/ 59 w 95"/>
                  <a:gd name="T53" fmla="*/ 21 h 95"/>
                  <a:gd name="T54" fmla="*/ 63 w 95"/>
                  <a:gd name="T55" fmla="*/ 4 h 95"/>
                  <a:gd name="T56" fmla="*/ 46 w 95"/>
                  <a:gd name="T57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95" h="95">
                    <a:moveTo>
                      <a:pt x="46" y="0"/>
                    </a:moveTo>
                    <a:cubicBezTo>
                      <a:pt x="43" y="14"/>
                      <a:pt x="43" y="14"/>
                      <a:pt x="43" y="14"/>
                    </a:cubicBezTo>
                    <a:cubicBezTo>
                      <a:pt x="38" y="13"/>
                      <a:pt x="34" y="13"/>
                      <a:pt x="30" y="13"/>
                    </a:cubicBezTo>
                    <a:cubicBezTo>
                      <a:pt x="29" y="13"/>
                      <a:pt x="28" y="13"/>
                      <a:pt x="27" y="13"/>
                    </a:cubicBezTo>
                    <a:cubicBezTo>
                      <a:pt x="22" y="13"/>
                      <a:pt x="18" y="14"/>
                      <a:pt x="14" y="16"/>
                    </a:cubicBezTo>
                    <a:cubicBezTo>
                      <a:pt x="10" y="18"/>
                      <a:pt x="6" y="20"/>
                      <a:pt x="3" y="23"/>
                    </a:cubicBezTo>
                    <a:cubicBezTo>
                      <a:pt x="2" y="25"/>
                      <a:pt x="1" y="26"/>
                      <a:pt x="0" y="28"/>
                    </a:cubicBezTo>
                    <a:cubicBezTo>
                      <a:pt x="82" y="95"/>
                      <a:pt x="82" y="95"/>
                      <a:pt x="82" y="95"/>
                    </a:cubicBezTo>
                    <a:cubicBezTo>
                      <a:pt x="82" y="91"/>
                      <a:pt x="82" y="87"/>
                      <a:pt x="81" y="83"/>
                    </a:cubicBezTo>
                    <a:cubicBezTo>
                      <a:pt x="79" y="78"/>
                      <a:pt x="76" y="74"/>
                      <a:pt x="73" y="71"/>
                    </a:cubicBezTo>
                    <a:cubicBezTo>
                      <a:pt x="70" y="67"/>
                      <a:pt x="66" y="64"/>
                      <a:pt x="61" y="62"/>
                    </a:cubicBezTo>
                    <a:cubicBezTo>
                      <a:pt x="57" y="59"/>
                      <a:pt x="53" y="57"/>
                      <a:pt x="49" y="55"/>
                    </a:cubicBezTo>
                    <a:cubicBezTo>
                      <a:pt x="45" y="53"/>
                      <a:pt x="42" y="51"/>
                      <a:pt x="40" y="49"/>
                    </a:cubicBezTo>
                    <a:cubicBezTo>
                      <a:pt x="37" y="47"/>
                      <a:pt x="36" y="45"/>
                      <a:pt x="37" y="42"/>
                    </a:cubicBezTo>
                    <a:cubicBezTo>
                      <a:pt x="37" y="40"/>
                      <a:pt x="39" y="39"/>
                      <a:pt x="41" y="38"/>
                    </a:cubicBezTo>
                    <a:cubicBezTo>
                      <a:pt x="42" y="38"/>
                      <a:pt x="43" y="38"/>
                      <a:pt x="44" y="38"/>
                    </a:cubicBezTo>
                    <a:cubicBezTo>
                      <a:pt x="45" y="38"/>
                      <a:pt x="47" y="38"/>
                      <a:pt x="48" y="39"/>
                    </a:cubicBezTo>
                    <a:cubicBezTo>
                      <a:pt x="50" y="39"/>
                      <a:pt x="52" y="40"/>
                      <a:pt x="54" y="41"/>
                    </a:cubicBezTo>
                    <a:cubicBezTo>
                      <a:pt x="56" y="43"/>
                      <a:pt x="58" y="44"/>
                      <a:pt x="60" y="46"/>
                    </a:cubicBezTo>
                    <a:cubicBezTo>
                      <a:pt x="61" y="48"/>
                      <a:pt x="62" y="50"/>
                      <a:pt x="63" y="52"/>
                    </a:cubicBezTo>
                    <a:cubicBezTo>
                      <a:pt x="64" y="55"/>
                      <a:pt x="64" y="57"/>
                      <a:pt x="64" y="59"/>
                    </a:cubicBezTo>
                    <a:cubicBezTo>
                      <a:pt x="86" y="65"/>
                      <a:pt x="86" y="65"/>
                      <a:pt x="86" y="65"/>
                    </a:cubicBezTo>
                    <a:cubicBezTo>
                      <a:pt x="95" y="29"/>
                      <a:pt x="95" y="29"/>
                      <a:pt x="95" y="29"/>
                    </a:cubicBezTo>
                    <a:cubicBezTo>
                      <a:pt x="73" y="23"/>
                      <a:pt x="73" y="23"/>
                      <a:pt x="73" y="23"/>
                    </a:cubicBezTo>
                    <a:cubicBezTo>
                      <a:pt x="71" y="30"/>
                      <a:pt x="71" y="30"/>
                      <a:pt x="71" y="30"/>
                    </a:cubicBezTo>
                    <a:cubicBezTo>
                      <a:pt x="70" y="28"/>
                      <a:pt x="68" y="27"/>
                      <a:pt x="66" y="25"/>
                    </a:cubicBezTo>
                    <a:cubicBezTo>
                      <a:pt x="64" y="24"/>
                      <a:pt x="62" y="22"/>
                      <a:pt x="59" y="21"/>
                    </a:cubicBezTo>
                    <a:cubicBezTo>
                      <a:pt x="63" y="4"/>
                      <a:pt x="63" y="4"/>
                      <a:pt x="63" y="4"/>
                    </a:cubicBezTo>
                    <a:cubicBezTo>
                      <a:pt x="46" y="0"/>
                      <a:pt x="46" y="0"/>
                      <a:pt x="46" y="0"/>
                    </a:cubicBezTo>
                  </a:path>
                </a:pathLst>
              </a:custGeom>
              <a:solidFill>
                <a:srgbClr val="9E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" name="Freeform 73"/>
              <p:cNvSpPr>
                <a:spLocks noEditPoints="1"/>
              </p:cNvSpPr>
              <p:nvPr/>
            </p:nvSpPr>
            <p:spPr bwMode="auto">
              <a:xfrm>
                <a:off x="4389769" y="4105446"/>
                <a:ext cx="1000503" cy="592853"/>
              </a:xfrm>
              <a:custGeom>
                <a:avLst/>
                <a:gdLst>
                  <a:gd name="T0" fmla="*/ 879 w 967"/>
                  <a:gd name="T1" fmla="*/ 573 h 573"/>
                  <a:gd name="T2" fmla="*/ 0 w 967"/>
                  <a:gd name="T3" fmla="*/ 359 h 573"/>
                  <a:gd name="T4" fmla="*/ 88 w 967"/>
                  <a:gd name="T5" fmla="*/ 0 h 573"/>
                  <a:gd name="T6" fmla="*/ 967 w 967"/>
                  <a:gd name="T7" fmla="*/ 214 h 573"/>
                  <a:gd name="T8" fmla="*/ 879 w 967"/>
                  <a:gd name="T9" fmla="*/ 573 h 573"/>
                  <a:gd name="T10" fmla="*/ 27 w 967"/>
                  <a:gd name="T11" fmla="*/ 343 h 573"/>
                  <a:gd name="T12" fmla="*/ 863 w 967"/>
                  <a:gd name="T13" fmla="*/ 546 h 573"/>
                  <a:gd name="T14" fmla="*/ 940 w 967"/>
                  <a:gd name="T15" fmla="*/ 231 h 573"/>
                  <a:gd name="T16" fmla="*/ 104 w 967"/>
                  <a:gd name="T17" fmla="*/ 27 h 573"/>
                  <a:gd name="T18" fmla="*/ 27 w 967"/>
                  <a:gd name="T19" fmla="*/ 343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7" h="573">
                    <a:moveTo>
                      <a:pt x="879" y="573"/>
                    </a:moveTo>
                    <a:lnTo>
                      <a:pt x="0" y="359"/>
                    </a:lnTo>
                    <a:lnTo>
                      <a:pt x="88" y="0"/>
                    </a:lnTo>
                    <a:lnTo>
                      <a:pt x="967" y="214"/>
                    </a:lnTo>
                    <a:lnTo>
                      <a:pt x="879" y="573"/>
                    </a:lnTo>
                    <a:close/>
                    <a:moveTo>
                      <a:pt x="27" y="343"/>
                    </a:moveTo>
                    <a:lnTo>
                      <a:pt x="863" y="546"/>
                    </a:lnTo>
                    <a:lnTo>
                      <a:pt x="940" y="231"/>
                    </a:lnTo>
                    <a:lnTo>
                      <a:pt x="104" y="27"/>
                    </a:lnTo>
                    <a:lnTo>
                      <a:pt x="27" y="343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Freeform 74"/>
              <p:cNvSpPr>
                <a:spLocks noEditPoints="1"/>
              </p:cNvSpPr>
              <p:nvPr/>
            </p:nvSpPr>
            <p:spPr bwMode="auto">
              <a:xfrm>
                <a:off x="4389769" y="4105446"/>
                <a:ext cx="1000503" cy="592853"/>
              </a:xfrm>
              <a:custGeom>
                <a:avLst/>
                <a:gdLst>
                  <a:gd name="T0" fmla="*/ 879 w 967"/>
                  <a:gd name="T1" fmla="*/ 573 h 573"/>
                  <a:gd name="T2" fmla="*/ 0 w 967"/>
                  <a:gd name="T3" fmla="*/ 359 h 573"/>
                  <a:gd name="T4" fmla="*/ 88 w 967"/>
                  <a:gd name="T5" fmla="*/ 0 h 573"/>
                  <a:gd name="T6" fmla="*/ 967 w 967"/>
                  <a:gd name="T7" fmla="*/ 214 h 573"/>
                  <a:gd name="T8" fmla="*/ 879 w 967"/>
                  <a:gd name="T9" fmla="*/ 573 h 573"/>
                  <a:gd name="T10" fmla="*/ 27 w 967"/>
                  <a:gd name="T11" fmla="*/ 343 h 573"/>
                  <a:gd name="T12" fmla="*/ 863 w 967"/>
                  <a:gd name="T13" fmla="*/ 546 h 573"/>
                  <a:gd name="T14" fmla="*/ 940 w 967"/>
                  <a:gd name="T15" fmla="*/ 231 h 573"/>
                  <a:gd name="T16" fmla="*/ 104 w 967"/>
                  <a:gd name="T17" fmla="*/ 27 h 573"/>
                  <a:gd name="T18" fmla="*/ 27 w 967"/>
                  <a:gd name="T19" fmla="*/ 343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7" h="573">
                    <a:moveTo>
                      <a:pt x="879" y="573"/>
                    </a:moveTo>
                    <a:lnTo>
                      <a:pt x="0" y="359"/>
                    </a:lnTo>
                    <a:lnTo>
                      <a:pt x="88" y="0"/>
                    </a:lnTo>
                    <a:lnTo>
                      <a:pt x="967" y="214"/>
                    </a:lnTo>
                    <a:lnTo>
                      <a:pt x="879" y="573"/>
                    </a:lnTo>
                    <a:moveTo>
                      <a:pt x="27" y="343"/>
                    </a:moveTo>
                    <a:lnTo>
                      <a:pt x="863" y="546"/>
                    </a:lnTo>
                    <a:lnTo>
                      <a:pt x="940" y="231"/>
                    </a:lnTo>
                    <a:lnTo>
                      <a:pt x="104" y="27"/>
                    </a:lnTo>
                    <a:lnTo>
                      <a:pt x="27" y="343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Freeform 75"/>
              <p:cNvSpPr>
                <a:spLocks/>
              </p:cNvSpPr>
              <p:nvPr/>
            </p:nvSpPr>
            <p:spPr bwMode="auto">
              <a:xfrm>
                <a:off x="4468402" y="4114758"/>
                <a:ext cx="114846" cy="102430"/>
              </a:xfrm>
              <a:custGeom>
                <a:avLst/>
                <a:gdLst>
                  <a:gd name="T0" fmla="*/ 82 w 82"/>
                  <a:gd name="T1" fmla="*/ 16 h 73"/>
                  <a:gd name="T2" fmla="*/ 16 w 82"/>
                  <a:gd name="T3" fmla="*/ 0 h 73"/>
                  <a:gd name="T4" fmla="*/ 0 w 82"/>
                  <a:gd name="T5" fmla="*/ 63 h 73"/>
                  <a:gd name="T6" fmla="*/ 3 w 82"/>
                  <a:gd name="T7" fmla="*/ 64 h 73"/>
                  <a:gd name="T8" fmla="*/ 81 w 82"/>
                  <a:gd name="T9" fmla="*/ 17 h 73"/>
                  <a:gd name="T10" fmla="*/ 82 w 82"/>
                  <a:gd name="T11" fmla="*/ 16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73">
                    <a:moveTo>
                      <a:pt x="82" y="16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1" y="64"/>
                      <a:pt x="2" y="64"/>
                      <a:pt x="3" y="64"/>
                    </a:cubicBezTo>
                    <a:cubicBezTo>
                      <a:pt x="38" y="73"/>
                      <a:pt x="73" y="52"/>
                      <a:pt x="81" y="17"/>
                    </a:cubicBezTo>
                    <a:lnTo>
                      <a:pt x="82" y="16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Freeform 76"/>
              <p:cNvSpPr>
                <a:spLocks/>
              </p:cNvSpPr>
              <p:nvPr/>
            </p:nvSpPr>
            <p:spPr bwMode="auto">
              <a:xfrm>
                <a:off x="4405289" y="4374454"/>
                <a:ext cx="103465" cy="113811"/>
              </a:xfrm>
              <a:custGeom>
                <a:avLst/>
                <a:gdLst>
                  <a:gd name="T0" fmla="*/ 17 w 74"/>
                  <a:gd name="T1" fmla="*/ 0 h 81"/>
                  <a:gd name="T2" fmla="*/ 0 w 74"/>
                  <a:gd name="T3" fmla="*/ 66 h 81"/>
                  <a:gd name="T4" fmla="*/ 64 w 74"/>
                  <a:gd name="T5" fmla="*/ 81 h 81"/>
                  <a:gd name="T6" fmla="*/ 65 w 74"/>
                  <a:gd name="T7" fmla="*/ 78 h 81"/>
                  <a:gd name="T8" fmla="*/ 18 w 74"/>
                  <a:gd name="T9" fmla="*/ 0 h 81"/>
                  <a:gd name="T10" fmla="*/ 17 w 74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81">
                    <a:moveTo>
                      <a:pt x="17" y="0"/>
                    </a:moveTo>
                    <a:cubicBezTo>
                      <a:pt x="0" y="66"/>
                      <a:pt x="0" y="66"/>
                      <a:pt x="0" y="66"/>
                    </a:cubicBezTo>
                    <a:cubicBezTo>
                      <a:pt x="64" y="81"/>
                      <a:pt x="64" y="81"/>
                      <a:pt x="64" y="81"/>
                    </a:cubicBezTo>
                    <a:cubicBezTo>
                      <a:pt x="64" y="80"/>
                      <a:pt x="65" y="79"/>
                      <a:pt x="65" y="78"/>
                    </a:cubicBezTo>
                    <a:cubicBezTo>
                      <a:pt x="74" y="43"/>
                      <a:pt x="52" y="8"/>
                      <a:pt x="18" y="0"/>
                    </a:cubicBez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Freeform 77"/>
              <p:cNvSpPr>
                <a:spLocks/>
              </p:cNvSpPr>
              <p:nvPr/>
            </p:nvSpPr>
            <p:spPr bwMode="auto">
              <a:xfrm>
                <a:off x="5198863" y="4582418"/>
                <a:ext cx="112777" cy="102430"/>
              </a:xfrm>
              <a:custGeom>
                <a:avLst/>
                <a:gdLst>
                  <a:gd name="T0" fmla="*/ 0 w 81"/>
                  <a:gd name="T1" fmla="*/ 57 h 73"/>
                  <a:gd name="T2" fmla="*/ 66 w 81"/>
                  <a:gd name="T3" fmla="*/ 73 h 73"/>
                  <a:gd name="T4" fmla="*/ 81 w 81"/>
                  <a:gd name="T5" fmla="*/ 10 h 73"/>
                  <a:gd name="T6" fmla="*/ 78 w 81"/>
                  <a:gd name="T7" fmla="*/ 9 h 73"/>
                  <a:gd name="T8" fmla="*/ 0 w 81"/>
                  <a:gd name="T9" fmla="*/ 56 h 73"/>
                  <a:gd name="T10" fmla="*/ 0 w 81"/>
                  <a:gd name="T11" fmla="*/ 5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1" h="73">
                    <a:moveTo>
                      <a:pt x="0" y="57"/>
                    </a:moveTo>
                    <a:cubicBezTo>
                      <a:pt x="66" y="73"/>
                      <a:pt x="66" y="73"/>
                      <a:pt x="66" y="73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0" y="9"/>
                      <a:pt x="79" y="9"/>
                      <a:pt x="78" y="9"/>
                    </a:cubicBezTo>
                    <a:cubicBezTo>
                      <a:pt x="43" y="0"/>
                      <a:pt x="8" y="22"/>
                      <a:pt x="0" y="56"/>
                    </a:cubicBez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Freeform 78"/>
              <p:cNvSpPr>
                <a:spLocks/>
              </p:cNvSpPr>
              <p:nvPr/>
            </p:nvSpPr>
            <p:spPr bwMode="auto">
              <a:xfrm>
                <a:off x="5272322" y="4311340"/>
                <a:ext cx="102430" cy="114846"/>
              </a:xfrm>
              <a:custGeom>
                <a:avLst/>
                <a:gdLst>
                  <a:gd name="T0" fmla="*/ 57 w 73"/>
                  <a:gd name="T1" fmla="*/ 82 h 82"/>
                  <a:gd name="T2" fmla="*/ 73 w 73"/>
                  <a:gd name="T3" fmla="*/ 16 h 82"/>
                  <a:gd name="T4" fmla="*/ 9 w 73"/>
                  <a:gd name="T5" fmla="*/ 0 h 82"/>
                  <a:gd name="T6" fmla="*/ 8 w 73"/>
                  <a:gd name="T7" fmla="*/ 3 h 82"/>
                  <a:gd name="T8" fmla="*/ 56 w 73"/>
                  <a:gd name="T9" fmla="*/ 81 h 82"/>
                  <a:gd name="T10" fmla="*/ 57 w 73"/>
                  <a:gd name="T11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82">
                    <a:moveTo>
                      <a:pt x="57" y="82"/>
                    </a:moveTo>
                    <a:cubicBezTo>
                      <a:pt x="73" y="16"/>
                      <a:pt x="73" y="16"/>
                      <a:pt x="73" y="16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1"/>
                      <a:pt x="9" y="2"/>
                      <a:pt x="8" y="3"/>
                    </a:cubicBezTo>
                    <a:cubicBezTo>
                      <a:pt x="0" y="38"/>
                      <a:pt x="21" y="73"/>
                      <a:pt x="56" y="81"/>
                    </a:cubicBezTo>
                    <a:lnTo>
                      <a:pt x="57" y="82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Freeform 79"/>
              <p:cNvSpPr>
                <a:spLocks/>
              </p:cNvSpPr>
              <p:nvPr/>
            </p:nvSpPr>
            <p:spPr bwMode="auto">
              <a:xfrm>
                <a:off x="4125934" y="3981289"/>
                <a:ext cx="1024300" cy="944632"/>
              </a:xfrm>
              <a:custGeom>
                <a:avLst/>
                <a:gdLst>
                  <a:gd name="T0" fmla="*/ 558 w 733"/>
                  <a:gd name="T1" fmla="*/ 666 h 677"/>
                  <a:gd name="T2" fmla="*/ 527 w 733"/>
                  <a:gd name="T3" fmla="*/ 669 h 677"/>
                  <a:gd name="T4" fmla="*/ 11 w 733"/>
                  <a:gd name="T5" fmla="*/ 247 h 677"/>
                  <a:gd name="T6" fmla="*/ 8 w 733"/>
                  <a:gd name="T7" fmla="*/ 216 h 677"/>
                  <a:gd name="T8" fmla="*/ 175 w 733"/>
                  <a:gd name="T9" fmla="*/ 11 h 677"/>
                  <a:gd name="T10" fmla="*/ 206 w 733"/>
                  <a:gd name="T11" fmla="*/ 8 h 677"/>
                  <a:gd name="T12" fmla="*/ 722 w 733"/>
                  <a:gd name="T13" fmla="*/ 431 h 677"/>
                  <a:gd name="T14" fmla="*/ 725 w 733"/>
                  <a:gd name="T15" fmla="*/ 462 h 677"/>
                  <a:gd name="T16" fmla="*/ 558 w 733"/>
                  <a:gd name="T17" fmla="*/ 666 h 6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33" h="677">
                    <a:moveTo>
                      <a:pt x="558" y="666"/>
                    </a:moveTo>
                    <a:cubicBezTo>
                      <a:pt x="550" y="676"/>
                      <a:pt x="536" y="677"/>
                      <a:pt x="527" y="669"/>
                    </a:cubicBezTo>
                    <a:cubicBezTo>
                      <a:pt x="11" y="247"/>
                      <a:pt x="11" y="247"/>
                      <a:pt x="11" y="247"/>
                    </a:cubicBezTo>
                    <a:cubicBezTo>
                      <a:pt x="1" y="239"/>
                      <a:pt x="0" y="225"/>
                      <a:pt x="8" y="216"/>
                    </a:cubicBezTo>
                    <a:cubicBezTo>
                      <a:pt x="175" y="11"/>
                      <a:pt x="175" y="11"/>
                      <a:pt x="175" y="11"/>
                    </a:cubicBezTo>
                    <a:cubicBezTo>
                      <a:pt x="183" y="2"/>
                      <a:pt x="197" y="0"/>
                      <a:pt x="206" y="8"/>
                    </a:cubicBezTo>
                    <a:cubicBezTo>
                      <a:pt x="722" y="431"/>
                      <a:pt x="722" y="431"/>
                      <a:pt x="722" y="431"/>
                    </a:cubicBezTo>
                    <a:cubicBezTo>
                      <a:pt x="732" y="439"/>
                      <a:pt x="733" y="453"/>
                      <a:pt x="725" y="462"/>
                    </a:cubicBezTo>
                    <a:cubicBezTo>
                      <a:pt x="558" y="666"/>
                      <a:pt x="558" y="666"/>
                      <a:pt x="558" y="666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Freeform 80"/>
              <p:cNvSpPr>
                <a:spLocks/>
              </p:cNvSpPr>
              <p:nvPr/>
            </p:nvSpPr>
            <p:spPr bwMode="auto">
              <a:xfrm>
                <a:off x="4473575" y="4289613"/>
                <a:ext cx="329017" cy="327983"/>
              </a:xfrm>
              <a:custGeom>
                <a:avLst/>
                <a:gdLst>
                  <a:gd name="T0" fmla="*/ 198 w 235"/>
                  <a:gd name="T1" fmla="*/ 184 h 235"/>
                  <a:gd name="T2" fmla="*/ 51 w 235"/>
                  <a:gd name="T3" fmla="*/ 199 h 235"/>
                  <a:gd name="T4" fmla="*/ 37 w 235"/>
                  <a:gd name="T5" fmla="*/ 52 h 235"/>
                  <a:gd name="T6" fmla="*/ 184 w 235"/>
                  <a:gd name="T7" fmla="*/ 37 h 235"/>
                  <a:gd name="T8" fmla="*/ 198 w 235"/>
                  <a:gd name="T9" fmla="*/ 184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5" h="235">
                    <a:moveTo>
                      <a:pt x="198" y="184"/>
                    </a:moveTo>
                    <a:cubicBezTo>
                      <a:pt x="162" y="229"/>
                      <a:pt x="96" y="235"/>
                      <a:pt x="51" y="199"/>
                    </a:cubicBezTo>
                    <a:cubicBezTo>
                      <a:pt x="6" y="162"/>
                      <a:pt x="0" y="96"/>
                      <a:pt x="37" y="52"/>
                    </a:cubicBezTo>
                    <a:cubicBezTo>
                      <a:pt x="73" y="7"/>
                      <a:pt x="139" y="0"/>
                      <a:pt x="184" y="37"/>
                    </a:cubicBezTo>
                    <a:cubicBezTo>
                      <a:pt x="228" y="74"/>
                      <a:pt x="235" y="139"/>
                      <a:pt x="198" y="184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Freeform 81"/>
              <p:cNvSpPr>
                <a:spLocks noEditPoints="1"/>
              </p:cNvSpPr>
              <p:nvPr/>
            </p:nvSpPr>
            <p:spPr bwMode="auto">
              <a:xfrm>
                <a:off x="4152835" y="4011293"/>
                <a:ext cx="966359" cy="889796"/>
              </a:xfrm>
              <a:custGeom>
                <a:avLst/>
                <a:gdLst>
                  <a:gd name="T0" fmla="*/ 699 w 934"/>
                  <a:gd name="T1" fmla="*/ 860 h 860"/>
                  <a:gd name="T2" fmla="*/ 0 w 934"/>
                  <a:gd name="T3" fmla="*/ 286 h 860"/>
                  <a:gd name="T4" fmla="*/ 235 w 934"/>
                  <a:gd name="T5" fmla="*/ 0 h 860"/>
                  <a:gd name="T6" fmla="*/ 934 w 934"/>
                  <a:gd name="T7" fmla="*/ 574 h 860"/>
                  <a:gd name="T8" fmla="*/ 699 w 934"/>
                  <a:gd name="T9" fmla="*/ 860 h 860"/>
                  <a:gd name="T10" fmla="*/ 31 w 934"/>
                  <a:gd name="T11" fmla="*/ 284 h 860"/>
                  <a:gd name="T12" fmla="*/ 696 w 934"/>
                  <a:gd name="T13" fmla="*/ 828 h 860"/>
                  <a:gd name="T14" fmla="*/ 903 w 934"/>
                  <a:gd name="T15" fmla="*/ 577 h 860"/>
                  <a:gd name="T16" fmla="*/ 238 w 934"/>
                  <a:gd name="T17" fmla="*/ 31 h 860"/>
                  <a:gd name="T18" fmla="*/ 31 w 934"/>
                  <a:gd name="T19" fmla="*/ 284 h 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4" h="860">
                    <a:moveTo>
                      <a:pt x="699" y="860"/>
                    </a:moveTo>
                    <a:lnTo>
                      <a:pt x="0" y="286"/>
                    </a:lnTo>
                    <a:lnTo>
                      <a:pt x="235" y="0"/>
                    </a:lnTo>
                    <a:lnTo>
                      <a:pt x="934" y="574"/>
                    </a:lnTo>
                    <a:lnTo>
                      <a:pt x="699" y="860"/>
                    </a:lnTo>
                    <a:close/>
                    <a:moveTo>
                      <a:pt x="31" y="284"/>
                    </a:moveTo>
                    <a:lnTo>
                      <a:pt x="696" y="828"/>
                    </a:lnTo>
                    <a:lnTo>
                      <a:pt x="903" y="577"/>
                    </a:lnTo>
                    <a:lnTo>
                      <a:pt x="238" y="31"/>
                    </a:lnTo>
                    <a:lnTo>
                      <a:pt x="31" y="284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Freeform 82"/>
              <p:cNvSpPr>
                <a:spLocks noEditPoints="1"/>
              </p:cNvSpPr>
              <p:nvPr/>
            </p:nvSpPr>
            <p:spPr bwMode="auto">
              <a:xfrm>
                <a:off x="4152835" y="4011293"/>
                <a:ext cx="966359" cy="889796"/>
              </a:xfrm>
              <a:custGeom>
                <a:avLst/>
                <a:gdLst>
                  <a:gd name="T0" fmla="*/ 699 w 934"/>
                  <a:gd name="T1" fmla="*/ 860 h 860"/>
                  <a:gd name="T2" fmla="*/ 0 w 934"/>
                  <a:gd name="T3" fmla="*/ 286 h 860"/>
                  <a:gd name="T4" fmla="*/ 235 w 934"/>
                  <a:gd name="T5" fmla="*/ 0 h 860"/>
                  <a:gd name="T6" fmla="*/ 934 w 934"/>
                  <a:gd name="T7" fmla="*/ 574 h 860"/>
                  <a:gd name="T8" fmla="*/ 699 w 934"/>
                  <a:gd name="T9" fmla="*/ 860 h 860"/>
                  <a:gd name="T10" fmla="*/ 31 w 934"/>
                  <a:gd name="T11" fmla="*/ 284 h 860"/>
                  <a:gd name="T12" fmla="*/ 696 w 934"/>
                  <a:gd name="T13" fmla="*/ 828 h 860"/>
                  <a:gd name="T14" fmla="*/ 903 w 934"/>
                  <a:gd name="T15" fmla="*/ 577 h 860"/>
                  <a:gd name="T16" fmla="*/ 238 w 934"/>
                  <a:gd name="T17" fmla="*/ 31 h 860"/>
                  <a:gd name="T18" fmla="*/ 31 w 934"/>
                  <a:gd name="T19" fmla="*/ 284 h 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4" h="860">
                    <a:moveTo>
                      <a:pt x="699" y="860"/>
                    </a:moveTo>
                    <a:lnTo>
                      <a:pt x="0" y="286"/>
                    </a:lnTo>
                    <a:lnTo>
                      <a:pt x="235" y="0"/>
                    </a:lnTo>
                    <a:lnTo>
                      <a:pt x="934" y="574"/>
                    </a:lnTo>
                    <a:lnTo>
                      <a:pt x="699" y="860"/>
                    </a:lnTo>
                    <a:moveTo>
                      <a:pt x="31" y="284"/>
                    </a:moveTo>
                    <a:lnTo>
                      <a:pt x="696" y="828"/>
                    </a:lnTo>
                    <a:lnTo>
                      <a:pt x="903" y="577"/>
                    </a:lnTo>
                    <a:lnTo>
                      <a:pt x="238" y="31"/>
                    </a:lnTo>
                    <a:lnTo>
                      <a:pt x="31" y="28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Freeform 83"/>
              <p:cNvSpPr>
                <a:spLocks/>
              </p:cNvSpPr>
              <p:nvPr/>
            </p:nvSpPr>
            <p:spPr bwMode="auto">
              <a:xfrm>
                <a:off x="4343210" y="4023709"/>
                <a:ext cx="130365" cy="106569"/>
              </a:xfrm>
              <a:custGeom>
                <a:avLst/>
                <a:gdLst>
                  <a:gd name="T0" fmla="*/ 94 w 94"/>
                  <a:gd name="T1" fmla="*/ 43 h 76"/>
                  <a:gd name="T2" fmla="*/ 41 w 94"/>
                  <a:gd name="T3" fmla="*/ 0 h 76"/>
                  <a:gd name="T4" fmla="*/ 0 w 94"/>
                  <a:gd name="T5" fmla="*/ 51 h 76"/>
                  <a:gd name="T6" fmla="*/ 2 w 94"/>
                  <a:gd name="T7" fmla="*/ 53 h 76"/>
                  <a:gd name="T8" fmla="*/ 93 w 94"/>
                  <a:gd name="T9" fmla="*/ 44 h 76"/>
                  <a:gd name="T10" fmla="*/ 94 w 94"/>
                  <a:gd name="T11" fmla="*/ 43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6">
                    <a:moveTo>
                      <a:pt x="94" y="43"/>
                    </a:moveTo>
                    <a:cubicBezTo>
                      <a:pt x="41" y="0"/>
                      <a:pt x="41" y="0"/>
                      <a:pt x="41" y="0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2"/>
                      <a:pt x="1" y="52"/>
                      <a:pt x="2" y="53"/>
                    </a:cubicBezTo>
                    <a:cubicBezTo>
                      <a:pt x="30" y="76"/>
                      <a:pt x="70" y="72"/>
                      <a:pt x="93" y="44"/>
                    </a:cubicBezTo>
                    <a:lnTo>
                      <a:pt x="94" y="43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Freeform 84"/>
              <p:cNvSpPr>
                <a:spLocks/>
              </p:cNvSpPr>
              <p:nvPr/>
            </p:nvSpPr>
            <p:spPr bwMode="auto">
              <a:xfrm>
                <a:off x="4172494" y="4232707"/>
                <a:ext cx="104500" cy="130365"/>
              </a:xfrm>
              <a:custGeom>
                <a:avLst/>
                <a:gdLst>
                  <a:gd name="T0" fmla="*/ 43 w 75"/>
                  <a:gd name="T1" fmla="*/ 0 h 94"/>
                  <a:gd name="T2" fmla="*/ 0 w 75"/>
                  <a:gd name="T3" fmla="*/ 52 h 94"/>
                  <a:gd name="T4" fmla="*/ 51 w 75"/>
                  <a:gd name="T5" fmla="*/ 94 h 94"/>
                  <a:gd name="T6" fmla="*/ 53 w 75"/>
                  <a:gd name="T7" fmla="*/ 91 h 94"/>
                  <a:gd name="T8" fmla="*/ 44 w 75"/>
                  <a:gd name="T9" fmla="*/ 0 h 94"/>
                  <a:gd name="T10" fmla="*/ 43 w 75"/>
                  <a:gd name="T11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43" y="0"/>
                    </a:moveTo>
                    <a:cubicBezTo>
                      <a:pt x="0" y="52"/>
                      <a:pt x="0" y="52"/>
                      <a:pt x="0" y="52"/>
                    </a:cubicBezTo>
                    <a:cubicBezTo>
                      <a:pt x="51" y="94"/>
                      <a:pt x="51" y="94"/>
                      <a:pt x="51" y="94"/>
                    </a:cubicBezTo>
                    <a:cubicBezTo>
                      <a:pt x="51" y="93"/>
                      <a:pt x="52" y="92"/>
                      <a:pt x="53" y="91"/>
                    </a:cubicBezTo>
                    <a:cubicBezTo>
                      <a:pt x="75" y="64"/>
                      <a:pt x="71" y="23"/>
                      <a:pt x="44" y="0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6" name="Freeform 85"/>
              <p:cNvSpPr>
                <a:spLocks/>
              </p:cNvSpPr>
              <p:nvPr/>
            </p:nvSpPr>
            <p:spPr bwMode="auto">
              <a:xfrm>
                <a:off x="4800524" y="4780035"/>
                <a:ext cx="131400" cy="105534"/>
              </a:xfrm>
              <a:custGeom>
                <a:avLst/>
                <a:gdLst>
                  <a:gd name="T0" fmla="*/ 0 w 94"/>
                  <a:gd name="T1" fmla="*/ 33 h 76"/>
                  <a:gd name="T2" fmla="*/ 53 w 94"/>
                  <a:gd name="T3" fmla="*/ 76 h 76"/>
                  <a:gd name="T4" fmla="*/ 94 w 94"/>
                  <a:gd name="T5" fmla="*/ 25 h 76"/>
                  <a:gd name="T6" fmla="*/ 92 w 94"/>
                  <a:gd name="T7" fmla="*/ 23 h 76"/>
                  <a:gd name="T8" fmla="*/ 1 w 94"/>
                  <a:gd name="T9" fmla="*/ 32 h 76"/>
                  <a:gd name="T10" fmla="*/ 0 w 94"/>
                  <a:gd name="T11" fmla="*/ 33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6">
                    <a:moveTo>
                      <a:pt x="0" y="33"/>
                    </a:moveTo>
                    <a:cubicBezTo>
                      <a:pt x="53" y="76"/>
                      <a:pt x="53" y="76"/>
                      <a:pt x="53" y="76"/>
                    </a:cubicBezTo>
                    <a:cubicBezTo>
                      <a:pt x="94" y="25"/>
                      <a:pt x="94" y="25"/>
                      <a:pt x="94" y="25"/>
                    </a:cubicBezTo>
                    <a:cubicBezTo>
                      <a:pt x="94" y="24"/>
                      <a:pt x="93" y="23"/>
                      <a:pt x="92" y="23"/>
                    </a:cubicBezTo>
                    <a:cubicBezTo>
                      <a:pt x="64" y="0"/>
                      <a:pt x="24" y="4"/>
                      <a:pt x="1" y="32"/>
                    </a:cubicBez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Freeform 86"/>
              <p:cNvSpPr>
                <a:spLocks/>
              </p:cNvSpPr>
              <p:nvPr/>
            </p:nvSpPr>
            <p:spPr bwMode="auto">
              <a:xfrm>
                <a:off x="4998141" y="4546205"/>
                <a:ext cx="104500" cy="131400"/>
              </a:xfrm>
              <a:custGeom>
                <a:avLst/>
                <a:gdLst>
                  <a:gd name="T0" fmla="*/ 32 w 75"/>
                  <a:gd name="T1" fmla="*/ 94 h 94"/>
                  <a:gd name="T2" fmla="*/ 75 w 75"/>
                  <a:gd name="T3" fmla="*/ 42 h 94"/>
                  <a:gd name="T4" fmla="*/ 24 w 75"/>
                  <a:gd name="T5" fmla="*/ 0 h 94"/>
                  <a:gd name="T6" fmla="*/ 22 w 75"/>
                  <a:gd name="T7" fmla="*/ 2 h 94"/>
                  <a:gd name="T8" fmla="*/ 31 w 75"/>
                  <a:gd name="T9" fmla="*/ 93 h 94"/>
                  <a:gd name="T10" fmla="*/ 32 w 75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32" y="94"/>
                    </a:moveTo>
                    <a:cubicBezTo>
                      <a:pt x="75" y="42"/>
                      <a:pt x="75" y="42"/>
                      <a:pt x="75" y="42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1"/>
                      <a:pt x="23" y="2"/>
                      <a:pt x="22" y="2"/>
                    </a:cubicBezTo>
                    <a:cubicBezTo>
                      <a:pt x="0" y="30"/>
                      <a:pt x="4" y="71"/>
                      <a:pt x="31" y="93"/>
                    </a:cubicBezTo>
                    <a:lnTo>
                      <a:pt x="32" y="94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Freeform 87"/>
              <p:cNvSpPr>
                <a:spLocks/>
              </p:cNvSpPr>
              <p:nvPr/>
            </p:nvSpPr>
            <p:spPr bwMode="auto">
              <a:xfrm>
                <a:off x="2969200" y="3298422"/>
                <a:ext cx="561813" cy="1039820"/>
              </a:xfrm>
              <a:custGeom>
                <a:avLst/>
                <a:gdLst>
                  <a:gd name="T0" fmla="*/ 20 w 403"/>
                  <a:gd name="T1" fmla="*/ 40 h 745"/>
                  <a:gd name="T2" fmla="*/ 1 w 403"/>
                  <a:gd name="T3" fmla="*/ 65 h 745"/>
                  <a:gd name="T4" fmla="*/ 96 w 403"/>
                  <a:gd name="T5" fmla="*/ 725 h 745"/>
                  <a:gd name="T6" fmla="*/ 121 w 403"/>
                  <a:gd name="T7" fmla="*/ 744 h 745"/>
                  <a:gd name="T8" fmla="*/ 383 w 403"/>
                  <a:gd name="T9" fmla="*/ 706 h 745"/>
                  <a:gd name="T10" fmla="*/ 401 w 403"/>
                  <a:gd name="T11" fmla="*/ 681 h 745"/>
                  <a:gd name="T12" fmla="*/ 307 w 403"/>
                  <a:gd name="T13" fmla="*/ 21 h 745"/>
                  <a:gd name="T14" fmla="*/ 282 w 403"/>
                  <a:gd name="T15" fmla="*/ 2 h 745"/>
                  <a:gd name="T16" fmla="*/ 20 w 403"/>
                  <a:gd name="T17" fmla="*/ 40 h 7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03" h="745">
                    <a:moveTo>
                      <a:pt x="20" y="40"/>
                    </a:moveTo>
                    <a:cubicBezTo>
                      <a:pt x="8" y="41"/>
                      <a:pt x="0" y="53"/>
                      <a:pt x="1" y="65"/>
                    </a:cubicBezTo>
                    <a:cubicBezTo>
                      <a:pt x="96" y="725"/>
                      <a:pt x="96" y="725"/>
                      <a:pt x="96" y="725"/>
                    </a:cubicBezTo>
                    <a:cubicBezTo>
                      <a:pt x="98" y="737"/>
                      <a:pt x="109" y="745"/>
                      <a:pt x="121" y="744"/>
                    </a:cubicBezTo>
                    <a:cubicBezTo>
                      <a:pt x="383" y="706"/>
                      <a:pt x="383" y="706"/>
                      <a:pt x="383" y="706"/>
                    </a:cubicBezTo>
                    <a:cubicBezTo>
                      <a:pt x="395" y="704"/>
                      <a:pt x="403" y="693"/>
                      <a:pt x="401" y="681"/>
                    </a:cubicBezTo>
                    <a:cubicBezTo>
                      <a:pt x="307" y="21"/>
                      <a:pt x="307" y="21"/>
                      <a:pt x="307" y="21"/>
                    </a:cubicBezTo>
                    <a:cubicBezTo>
                      <a:pt x="305" y="9"/>
                      <a:pt x="294" y="0"/>
                      <a:pt x="282" y="2"/>
                    </a:cubicBezTo>
                    <a:cubicBezTo>
                      <a:pt x="20" y="40"/>
                      <a:pt x="20" y="40"/>
                      <a:pt x="20" y="40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Freeform 88"/>
              <p:cNvSpPr>
                <a:spLocks/>
              </p:cNvSpPr>
              <p:nvPr/>
            </p:nvSpPr>
            <p:spPr bwMode="auto">
              <a:xfrm>
                <a:off x="3094392" y="3662618"/>
                <a:ext cx="311429" cy="312463"/>
              </a:xfrm>
              <a:custGeom>
                <a:avLst/>
                <a:gdLst>
                  <a:gd name="T0" fmla="*/ 96 w 223"/>
                  <a:gd name="T1" fmla="*/ 8 h 224"/>
                  <a:gd name="T2" fmla="*/ 8 w 223"/>
                  <a:gd name="T3" fmla="*/ 127 h 224"/>
                  <a:gd name="T4" fmla="*/ 126 w 223"/>
                  <a:gd name="T5" fmla="*/ 215 h 224"/>
                  <a:gd name="T6" fmla="*/ 215 w 223"/>
                  <a:gd name="T7" fmla="*/ 97 h 224"/>
                  <a:gd name="T8" fmla="*/ 96 w 223"/>
                  <a:gd name="T9" fmla="*/ 8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3" h="224">
                    <a:moveTo>
                      <a:pt x="96" y="8"/>
                    </a:moveTo>
                    <a:cubicBezTo>
                      <a:pt x="39" y="17"/>
                      <a:pt x="0" y="70"/>
                      <a:pt x="8" y="127"/>
                    </a:cubicBezTo>
                    <a:cubicBezTo>
                      <a:pt x="16" y="184"/>
                      <a:pt x="69" y="224"/>
                      <a:pt x="126" y="215"/>
                    </a:cubicBezTo>
                    <a:cubicBezTo>
                      <a:pt x="183" y="207"/>
                      <a:pt x="223" y="154"/>
                      <a:pt x="215" y="97"/>
                    </a:cubicBezTo>
                    <a:cubicBezTo>
                      <a:pt x="207" y="40"/>
                      <a:pt x="154" y="0"/>
                      <a:pt x="96" y="8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Freeform 89"/>
              <p:cNvSpPr>
                <a:spLocks noEditPoints="1"/>
              </p:cNvSpPr>
              <p:nvPr/>
            </p:nvSpPr>
            <p:spPr bwMode="auto">
              <a:xfrm>
                <a:off x="3206134" y="3742285"/>
                <a:ext cx="111742" cy="27936"/>
              </a:xfrm>
              <a:custGeom>
                <a:avLst/>
                <a:gdLst>
                  <a:gd name="T0" fmla="*/ 11 w 80"/>
                  <a:gd name="T1" fmla="*/ 7 h 20"/>
                  <a:gd name="T2" fmla="*/ 4 w 80"/>
                  <a:gd name="T3" fmla="*/ 8 h 20"/>
                  <a:gd name="T4" fmla="*/ 0 w 80"/>
                  <a:gd name="T5" fmla="*/ 8 h 20"/>
                  <a:gd name="T6" fmla="*/ 27 w 80"/>
                  <a:gd name="T7" fmla="*/ 12 h 20"/>
                  <a:gd name="T8" fmla="*/ 22 w 80"/>
                  <a:gd name="T9" fmla="*/ 9 h 20"/>
                  <a:gd name="T10" fmla="*/ 11 w 80"/>
                  <a:gd name="T11" fmla="*/ 7 h 20"/>
                  <a:gd name="T12" fmla="*/ 77 w 80"/>
                  <a:gd name="T13" fmla="*/ 0 h 20"/>
                  <a:gd name="T14" fmla="*/ 41 w 80"/>
                  <a:gd name="T15" fmla="*/ 6 h 20"/>
                  <a:gd name="T16" fmla="*/ 42 w 80"/>
                  <a:gd name="T17" fmla="*/ 14 h 20"/>
                  <a:gd name="T18" fmla="*/ 80 w 80"/>
                  <a:gd name="T19" fmla="*/ 20 h 20"/>
                  <a:gd name="T20" fmla="*/ 80 w 80"/>
                  <a:gd name="T21" fmla="*/ 20 h 20"/>
                  <a:gd name="T22" fmla="*/ 77 w 80"/>
                  <a:gd name="T2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0" h="20">
                    <a:moveTo>
                      <a:pt x="11" y="7"/>
                    </a:moveTo>
                    <a:cubicBezTo>
                      <a:pt x="9" y="7"/>
                      <a:pt x="7" y="7"/>
                      <a:pt x="4" y="8"/>
                    </a:cubicBezTo>
                    <a:cubicBezTo>
                      <a:pt x="3" y="8"/>
                      <a:pt x="2" y="8"/>
                      <a:pt x="0" y="8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25" y="11"/>
                      <a:pt x="23" y="10"/>
                      <a:pt x="22" y="9"/>
                    </a:cubicBezTo>
                    <a:cubicBezTo>
                      <a:pt x="19" y="8"/>
                      <a:pt x="15" y="7"/>
                      <a:pt x="11" y="7"/>
                    </a:cubicBezTo>
                    <a:moveTo>
                      <a:pt x="77" y="0"/>
                    </a:moveTo>
                    <a:cubicBezTo>
                      <a:pt x="41" y="6"/>
                      <a:pt x="41" y="6"/>
                      <a:pt x="41" y="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77" y="0"/>
                      <a:pt x="77" y="0"/>
                      <a:pt x="77" y="0"/>
                    </a:cubicBezTo>
                  </a:path>
                </a:pathLst>
              </a:custGeom>
              <a:solidFill>
                <a:srgbClr val="9E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Freeform 90"/>
              <p:cNvSpPr>
                <a:spLocks noEditPoints="1"/>
              </p:cNvSpPr>
              <p:nvPr/>
            </p:nvSpPr>
            <p:spPr bwMode="auto">
              <a:xfrm>
                <a:off x="2990928" y="3328427"/>
                <a:ext cx="511115" cy="980844"/>
              </a:xfrm>
              <a:custGeom>
                <a:avLst/>
                <a:gdLst>
                  <a:gd name="T0" fmla="*/ 366 w 494"/>
                  <a:gd name="T1" fmla="*/ 0 h 948"/>
                  <a:gd name="T2" fmla="*/ 494 w 494"/>
                  <a:gd name="T3" fmla="*/ 895 h 948"/>
                  <a:gd name="T4" fmla="*/ 128 w 494"/>
                  <a:gd name="T5" fmla="*/ 948 h 948"/>
                  <a:gd name="T6" fmla="*/ 0 w 494"/>
                  <a:gd name="T7" fmla="*/ 53 h 948"/>
                  <a:gd name="T8" fmla="*/ 366 w 494"/>
                  <a:gd name="T9" fmla="*/ 0 h 948"/>
                  <a:gd name="T10" fmla="*/ 470 w 494"/>
                  <a:gd name="T11" fmla="*/ 876 h 948"/>
                  <a:gd name="T12" fmla="*/ 347 w 494"/>
                  <a:gd name="T13" fmla="*/ 26 h 948"/>
                  <a:gd name="T14" fmla="*/ 26 w 494"/>
                  <a:gd name="T15" fmla="*/ 72 h 948"/>
                  <a:gd name="T16" fmla="*/ 147 w 494"/>
                  <a:gd name="T17" fmla="*/ 922 h 948"/>
                  <a:gd name="T18" fmla="*/ 470 w 494"/>
                  <a:gd name="T19" fmla="*/ 876 h 9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4" h="948">
                    <a:moveTo>
                      <a:pt x="366" y="0"/>
                    </a:moveTo>
                    <a:lnTo>
                      <a:pt x="494" y="895"/>
                    </a:lnTo>
                    <a:lnTo>
                      <a:pt x="128" y="948"/>
                    </a:lnTo>
                    <a:lnTo>
                      <a:pt x="0" y="53"/>
                    </a:lnTo>
                    <a:lnTo>
                      <a:pt x="366" y="0"/>
                    </a:lnTo>
                    <a:close/>
                    <a:moveTo>
                      <a:pt x="470" y="876"/>
                    </a:moveTo>
                    <a:lnTo>
                      <a:pt x="347" y="26"/>
                    </a:lnTo>
                    <a:lnTo>
                      <a:pt x="26" y="72"/>
                    </a:lnTo>
                    <a:lnTo>
                      <a:pt x="147" y="922"/>
                    </a:lnTo>
                    <a:lnTo>
                      <a:pt x="470" y="876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Freeform 91"/>
              <p:cNvSpPr>
                <a:spLocks noEditPoints="1"/>
              </p:cNvSpPr>
              <p:nvPr/>
            </p:nvSpPr>
            <p:spPr bwMode="auto">
              <a:xfrm>
                <a:off x="2990928" y="3328427"/>
                <a:ext cx="511115" cy="980844"/>
              </a:xfrm>
              <a:custGeom>
                <a:avLst/>
                <a:gdLst>
                  <a:gd name="T0" fmla="*/ 366 w 494"/>
                  <a:gd name="T1" fmla="*/ 0 h 948"/>
                  <a:gd name="T2" fmla="*/ 494 w 494"/>
                  <a:gd name="T3" fmla="*/ 895 h 948"/>
                  <a:gd name="T4" fmla="*/ 128 w 494"/>
                  <a:gd name="T5" fmla="*/ 948 h 948"/>
                  <a:gd name="T6" fmla="*/ 0 w 494"/>
                  <a:gd name="T7" fmla="*/ 53 h 948"/>
                  <a:gd name="T8" fmla="*/ 366 w 494"/>
                  <a:gd name="T9" fmla="*/ 0 h 948"/>
                  <a:gd name="T10" fmla="*/ 470 w 494"/>
                  <a:gd name="T11" fmla="*/ 876 h 948"/>
                  <a:gd name="T12" fmla="*/ 347 w 494"/>
                  <a:gd name="T13" fmla="*/ 26 h 948"/>
                  <a:gd name="T14" fmla="*/ 26 w 494"/>
                  <a:gd name="T15" fmla="*/ 72 h 948"/>
                  <a:gd name="T16" fmla="*/ 147 w 494"/>
                  <a:gd name="T17" fmla="*/ 922 h 948"/>
                  <a:gd name="T18" fmla="*/ 470 w 494"/>
                  <a:gd name="T19" fmla="*/ 876 h 9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4" h="948">
                    <a:moveTo>
                      <a:pt x="366" y="0"/>
                    </a:moveTo>
                    <a:lnTo>
                      <a:pt x="494" y="895"/>
                    </a:lnTo>
                    <a:lnTo>
                      <a:pt x="128" y="948"/>
                    </a:lnTo>
                    <a:lnTo>
                      <a:pt x="0" y="53"/>
                    </a:lnTo>
                    <a:lnTo>
                      <a:pt x="366" y="0"/>
                    </a:lnTo>
                    <a:moveTo>
                      <a:pt x="470" y="876"/>
                    </a:moveTo>
                    <a:lnTo>
                      <a:pt x="347" y="26"/>
                    </a:lnTo>
                    <a:lnTo>
                      <a:pt x="26" y="72"/>
                    </a:lnTo>
                    <a:lnTo>
                      <a:pt x="147" y="922"/>
                    </a:lnTo>
                    <a:lnTo>
                      <a:pt x="470" y="87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Freeform 92"/>
              <p:cNvSpPr>
                <a:spLocks/>
              </p:cNvSpPr>
              <p:nvPr/>
            </p:nvSpPr>
            <p:spPr bwMode="auto">
              <a:xfrm>
                <a:off x="3396509" y="4150970"/>
                <a:ext cx="97257" cy="106569"/>
              </a:xfrm>
              <a:custGeom>
                <a:avLst/>
                <a:gdLst>
                  <a:gd name="T0" fmla="*/ 61 w 70"/>
                  <a:gd name="T1" fmla="*/ 0 h 76"/>
                  <a:gd name="T2" fmla="*/ 70 w 70"/>
                  <a:gd name="T3" fmla="*/ 67 h 76"/>
                  <a:gd name="T4" fmla="*/ 5 w 70"/>
                  <a:gd name="T5" fmla="*/ 76 h 76"/>
                  <a:gd name="T6" fmla="*/ 5 w 70"/>
                  <a:gd name="T7" fmla="*/ 73 h 76"/>
                  <a:gd name="T8" fmla="*/ 60 w 70"/>
                  <a:gd name="T9" fmla="*/ 0 h 76"/>
                  <a:gd name="T10" fmla="*/ 61 w 70"/>
                  <a:gd name="T11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0" h="76">
                    <a:moveTo>
                      <a:pt x="61" y="0"/>
                    </a:moveTo>
                    <a:cubicBezTo>
                      <a:pt x="70" y="67"/>
                      <a:pt x="70" y="67"/>
                      <a:pt x="70" y="67"/>
                    </a:cubicBezTo>
                    <a:cubicBezTo>
                      <a:pt x="5" y="76"/>
                      <a:pt x="5" y="76"/>
                      <a:pt x="5" y="76"/>
                    </a:cubicBezTo>
                    <a:cubicBezTo>
                      <a:pt x="5" y="75"/>
                      <a:pt x="5" y="74"/>
                      <a:pt x="5" y="73"/>
                    </a:cubicBezTo>
                    <a:cubicBezTo>
                      <a:pt x="0" y="38"/>
                      <a:pt x="24" y="5"/>
                      <a:pt x="60" y="0"/>
                    </a:cubicBezTo>
                    <a:cubicBezTo>
                      <a:pt x="61" y="0"/>
                      <a:pt x="61" y="0"/>
                      <a:pt x="61" y="0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4" name="Freeform 93"/>
              <p:cNvSpPr>
                <a:spLocks/>
              </p:cNvSpPr>
              <p:nvPr/>
            </p:nvSpPr>
            <p:spPr bwMode="auto">
              <a:xfrm>
                <a:off x="3123363" y="4195460"/>
                <a:ext cx="106569" cy="98292"/>
              </a:xfrm>
              <a:custGeom>
                <a:avLst/>
                <a:gdLst>
                  <a:gd name="T0" fmla="*/ 76 w 76"/>
                  <a:gd name="T1" fmla="*/ 61 h 70"/>
                  <a:gd name="T2" fmla="*/ 9 w 76"/>
                  <a:gd name="T3" fmla="*/ 70 h 70"/>
                  <a:gd name="T4" fmla="*/ 0 w 76"/>
                  <a:gd name="T5" fmla="*/ 6 h 70"/>
                  <a:gd name="T6" fmla="*/ 3 w 76"/>
                  <a:gd name="T7" fmla="*/ 5 h 70"/>
                  <a:gd name="T8" fmla="*/ 76 w 76"/>
                  <a:gd name="T9" fmla="*/ 60 h 70"/>
                  <a:gd name="T10" fmla="*/ 76 w 76"/>
                  <a:gd name="T11" fmla="*/ 6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6" h="70">
                    <a:moveTo>
                      <a:pt x="76" y="61"/>
                    </a:moveTo>
                    <a:cubicBezTo>
                      <a:pt x="9" y="70"/>
                      <a:pt x="9" y="70"/>
                      <a:pt x="9" y="7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5"/>
                      <a:pt x="2" y="5"/>
                      <a:pt x="3" y="5"/>
                    </a:cubicBezTo>
                    <a:cubicBezTo>
                      <a:pt x="38" y="0"/>
                      <a:pt x="71" y="24"/>
                      <a:pt x="76" y="60"/>
                    </a:cubicBezTo>
                    <a:lnTo>
                      <a:pt x="76" y="61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5" name="Freeform 94"/>
              <p:cNvSpPr>
                <a:spLocks/>
              </p:cNvSpPr>
              <p:nvPr/>
            </p:nvSpPr>
            <p:spPr bwMode="auto">
              <a:xfrm>
                <a:off x="3003344" y="3380159"/>
                <a:ext cx="98292" cy="106569"/>
              </a:xfrm>
              <a:custGeom>
                <a:avLst/>
                <a:gdLst>
                  <a:gd name="T0" fmla="*/ 9 w 70"/>
                  <a:gd name="T1" fmla="*/ 76 h 76"/>
                  <a:gd name="T2" fmla="*/ 0 w 70"/>
                  <a:gd name="T3" fmla="*/ 9 h 76"/>
                  <a:gd name="T4" fmla="*/ 65 w 70"/>
                  <a:gd name="T5" fmla="*/ 0 h 76"/>
                  <a:gd name="T6" fmla="*/ 65 w 70"/>
                  <a:gd name="T7" fmla="*/ 3 h 76"/>
                  <a:gd name="T8" fmla="*/ 10 w 70"/>
                  <a:gd name="T9" fmla="*/ 76 h 76"/>
                  <a:gd name="T10" fmla="*/ 9 w 70"/>
                  <a:gd name="T11" fmla="*/ 7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0" h="76">
                    <a:moveTo>
                      <a:pt x="9" y="76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65" y="0"/>
                      <a:pt x="65" y="0"/>
                      <a:pt x="65" y="0"/>
                    </a:cubicBezTo>
                    <a:cubicBezTo>
                      <a:pt x="65" y="1"/>
                      <a:pt x="65" y="2"/>
                      <a:pt x="65" y="3"/>
                    </a:cubicBezTo>
                    <a:cubicBezTo>
                      <a:pt x="70" y="38"/>
                      <a:pt x="46" y="71"/>
                      <a:pt x="10" y="76"/>
                    </a:cubicBezTo>
                    <a:lnTo>
                      <a:pt x="9" y="76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6" name="Freeform 95"/>
              <p:cNvSpPr>
                <a:spLocks/>
              </p:cNvSpPr>
              <p:nvPr/>
            </p:nvSpPr>
            <p:spPr bwMode="auto">
              <a:xfrm>
                <a:off x="3267178" y="3342912"/>
                <a:ext cx="107603" cy="99326"/>
              </a:xfrm>
              <a:custGeom>
                <a:avLst/>
                <a:gdLst>
                  <a:gd name="T0" fmla="*/ 0 w 77"/>
                  <a:gd name="T1" fmla="*/ 10 h 71"/>
                  <a:gd name="T2" fmla="*/ 67 w 77"/>
                  <a:gd name="T3" fmla="*/ 0 h 71"/>
                  <a:gd name="T4" fmla="*/ 77 w 77"/>
                  <a:gd name="T5" fmla="*/ 65 h 71"/>
                  <a:gd name="T6" fmla="*/ 73 w 77"/>
                  <a:gd name="T7" fmla="*/ 66 h 71"/>
                  <a:gd name="T8" fmla="*/ 0 w 77"/>
                  <a:gd name="T9" fmla="*/ 11 h 71"/>
                  <a:gd name="T10" fmla="*/ 0 w 77"/>
                  <a:gd name="T11" fmla="*/ 1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71">
                    <a:moveTo>
                      <a:pt x="0" y="10"/>
                    </a:moveTo>
                    <a:cubicBezTo>
                      <a:pt x="67" y="0"/>
                      <a:pt x="67" y="0"/>
                      <a:pt x="67" y="0"/>
                    </a:cubicBezTo>
                    <a:cubicBezTo>
                      <a:pt x="77" y="65"/>
                      <a:pt x="77" y="65"/>
                      <a:pt x="77" y="65"/>
                    </a:cubicBezTo>
                    <a:cubicBezTo>
                      <a:pt x="75" y="66"/>
                      <a:pt x="74" y="66"/>
                      <a:pt x="73" y="66"/>
                    </a:cubicBezTo>
                    <a:cubicBezTo>
                      <a:pt x="38" y="71"/>
                      <a:pt x="5" y="46"/>
                      <a:pt x="0" y="11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Freeform 96"/>
              <p:cNvSpPr>
                <a:spLocks/>
              </p:cNvSpPr>
              <p:nvPr/>
            </p:nvSpPr>
            <p:spPr bwMode="auto">
              <a:xfrm>
                <a:off x="2307026" y="3635717"/>
                <a:ext cx="1038785" cy="562847"/>
              </a:xfrm>
              <a:custGeom>
                <a:avLst/>
                <a:gdLst>
                  <a:gd name="T0" fmla="*/ 1 w 744"/>
                  <a:gd name="T1" fmla="*/ 282 h 403"/>
                  <a:gd name="T2" fmla="*/ 20 w 744"/>
                  <a:gd name="T3" fmla="*/ 307 h 403"/>
                  <a:gd name="T4" fmla="*/ 681 w 744"/>
                  <a:gd name="T5" fmla="*/ 401 h 403"/>
                  <a:gd name="T6" fmla="*/ 705 w 744"/>
                  <a:gd name="T7" fmla="*/ 382 h 403"/>
                  <a:gd name="T8" fmla="*/ 743 w 744"/>
                  <a:gd name="T9" fmla="*/ 121 h 403"/>
                  <a:gd name="T10" fmla="*/ 724 w 744"/>
                  <a:gd name="T11" fmla="*/ 96 h 403"/>
                  <a:gd name="T12" fmla="*/ 63 w 744"/>
                  <a:gd name="T13" fmla="*/ 2 h 403"/>
                  <a:gd name="T14" fmla="*/ 38 w 744"/>
                  <a:gd name="T15" fmla="*/ 21 h 403"/>
                  <a:gd name="T16" fmla="*/ 1 w 744"/>
                  <a:gd name="T17" fmla="*/ 282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4" h="403">
                    <a:moveTo>
                      <a:pt x="1" y="282"/>
                    </a:moveTo>
                    <a:cubicBezTo>
                      <a:pt x="0" y="294"/>
                      <a:pt x="8" y="306"/>
                      <a:pt x="20" y="307"/>
                    </a:cubicBezTo>
                    <a:cubicBezTo>
                      <a:pt x="681" y="401"/>
                      <a:pt x="681" y="401"/>
                      <a:pt x="681" y="401"/>
                    </a:cubicBezTo>
                    <a:cubicBezTo>
                      <a:pt x="693" y="403"/>
                      <a:pt x="704" y="394"/>
                      <a:pt x="705" y="382"/>
                    </a:cubicBezTo>
                    <a:cubicBezTo>
                      <a:pt x="743" y="121"/>
                      <a:pt x="743" y="121"/>
                      <a:pt x="743" y="121"/>
                    </a:cubicBezTo>
                    <a:cubicBezTo>
                      <a:pt x="744" y="109"/>
                      <a:pt x="736" y="97"/>
                      <a:pt x="724" y="96"/>
                    </a:cubicBezTo>
                    <a:cubicBezTo>
                      <a:pt x="63" y="2"/>
                      <a:pt x="63" y="2"/>
                      <a:pt x="63" y="2"/>
                    </a:cubicBezTo>
                    <a:cubicBezTo>
                      <a:pt x="51" y="0"/>
                      <a:pt x="40" y="9"/>
                      <a:pt x="38" y="21"/>
                    </a:cubicBezTo>
                    <a:cubicBezTo>
                      <a:pt x="1" y="282"/>
                      <a:pt x="1" y="282"/>
                      <a:pt x="1" y="282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8" name="Freeform 97"/>
              <p:cNvSpPr>
                <a:spLocks/>
              </p:cNvSpPr>
              <p:nvPr/>
            </p:nvSpPr>
            <p:spPr bwMode="auto">
              <a:xfrm>
                <a:off x="2670188" y="3761944"/>
                <a:ext cx="312463" cy="311429"/>
              </a:xfrm>
              <a:custGeom>
                <a:avLst/>
                <a:gdLst>
                  <a:gd name="T0" fmla="*/ 8 w 224"/>
                  <a:gd name="T1" fmla="*/ 97 h 223"/>
                  <a:gd name="T2" fmla="*/ 97 w 224"/>
                  <a:gd name="T3" fmla="*/ 215 h 223"/>
                  <a:gd name="T4" fmla="*/ 215 w 224"/>
                  <a:gd name="T5" fmla="*/ 126 h 223"/>
                  <a:gd name="T6" fmla="*/ 127 w 224"/>
                  <a:gd name="T7" fmla="*/ 8 h 223"/>
                  <a:gd name="T8" fmla="*/ 8 w 224"/>
                  <a:gd name="T9" fmla="*/ 97 h 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4" h="223">
                    <a:moveTo>
                      <a:pt x="8" y="97"/>
                    </a:moveTo>
                    <a:cubicBezTo>
                      <a:pt x="0" y="154"/>
                      <a:pt x="40" y="207"/>
                      <a:pt x="97" y="215"/>
                    </a:cubicBezTo>
                    <a:cubicBezTo>
                      <a:pt x="154" y="223"/>
                      <a:pt x="207" y="183"/>
                      <a:pt x="215" y="126"/>
                    </a:cubicBezTo>
                    <a:cubicBezTo>
                      <a:pt x="224" y="69"/>
                      <a:pt x="184" y="16"/>
                      <a:pt x="127" y="8"/>
                    </a:cubicBezTo>
                    <a:cubicBezTo>
                      <a:pt x="69" y="0"/>
                      <a:pt x="17" y="40"/>
                      <a:pt x="8" y="97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Freeform 98"/>
              <p:cNvSpPr>
                <a:spLocks noEditPoints="1"/>
              </p:cNvSpPr>
              <p:nvPr/>
            </p:nvSpPr>
            <p:spPr bwMode="auto">
              <a:xfrm>
                <a:off x="2335997" y="3665721"/>
                <a:ext cx="980844" cy="509046"/>
              </a:xfrm>
              <a:custGeom>
                <a:avLst/>
                <a:gdLst>
                  <a:gd name="T0" fmla="*/ 52 w 948"/>
                  <a:gd name="T1" fmla="*/ 0 h 492"/>
                  <a:gd name="T2" fmla="*/ 948 w 948"/>
                  <a:gd name="T3" fmla="*/ 126 h 492"/>
                  <a:gd name="T4" fmla="*/ 895 w 948"/>
                  <a:gd name="T5" fmla="*/ 492 h 492"/>
                  <a:gd name="T6" fmla="*/ 0 w 948"/>
                  <a:gd name="T7" fmla="*/ 365 h 492"/>
                  <a:gd name="T8" fmla="*/ 52 w 948"/>
                  <a:gd name="T9" fmla="*/ 0 h 492"/>
                  <a:gd name="T10" fmla="*/ 922 w 948"/>
                  <a:gd name="T11" fmla="*/ 145 h 492"/>
                  <a:gd name="T12" fmla="*/ 70 w 948"/>
                  <a:gd name="T13" fmla="*/ 25 h 492"/>
                  <a:gd name="T14" fmla="*/ 25 w 948"/>
                  <a:gd name="T15" fmla="*/ 346 h 492"/>
                  <a:gd name="T16" fmla="*/ 876 w 948"/>
                  <a:gd name="T17" fmla="*/ 468 h 492"/>
                  <a:gd name="T18" fmla="*/ 922 w 948"/>
                  <a:gd name="T19" fmla="*/ 145 h 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48" h="492">
                    <a:moveTo>
                      <a:pt x="52" y="0"/>
                    </a:moveTo>
                    <a:lnTo>
                      <a:pt x="948" y="126"/>
                    </a:lnTo>
                    <a:lnTo>
                      <a:pt x="895" y="492"/>
                    </a:lnTo>
                    <a:lnTo>
                      <a:pt x="0" y="365"/>
                    </a:lnTo>
                    <a:lnTo>
                      <a:pt x="52" y="0"/>
                    </a:lnTo>
                    <a:close/>
                    <a:moveTo>
                      <a:pt x="922" y="145"/>
                    </a:moveTo>
                    <a:lnTo>
                      <a:pt x="70" y="25"/>
                    </a:lnTo>
                    <a:lnTo>
                      <a:pt x="25" y="346"/>
                    </a:lnTo>
                    <a:lnTo>
                      <a:pt x="876" y="468"/>
                    </a:lnTo>
                    <a:lnTo>
                      <a:pt x="922" y="145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0" name="Freeform 99"/>
              <p:cNvSpPr>
                <a:spLocks/>
              </p:cNvSpPr>
              <p:nvPr/>
            </p:nvSpPr>
            <p:spPr bwMode="auto">
              <a:xfrm>
                <a:off x="3201996" y="3787809"/>
                <a:ext cx="101395" cy="105534"/>
              </a:xfrm>
              <a:custGeom>
                <a:avLst/>
                <a:gdLst>
                  <a:gd name="T0" fmla="*/ 6 w 73"/>
                  <a:gd name="T1" fmla="*/ 0 h 75"/>
                  <a:gd name="T2" fmla="*/ 73 w 73"/>
                  <a:gd name="T3" fmla="*/ 10 h 75"/>
                  <a:gd name="T4" fmla="*/ 63 w 73"/>
                  <a:gd name="T5" fmla="*/ 75 h 75"/>
                  <a:gd name="T6" fmla="*/ 60 w 73"/>
                  <a:gd name="T7" fmla="*/ 74 h 75"/>
                  <a:gd name="T8" fmla="*/ 5 w 73"/>
                  <a:gd name="T9" fmla="*/ 1 h 75"/>
                  <a:gd name="T10" fmla="*/ 6 w 73"/>
                  <a:gd name="T1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75">
                    <a:moveTo>
                      <a:pt x="6" y="0"/>
                    </a:moveTo>
                    <a:cubicBezTo>
                      <a:pt x="73" y="10"/>
                      <a:pt x="73" y="10"/>
                      <a:pt x="73" y="10"/>
                    </a:cubicBezTo>
                    <a:cubicBezTo>
                      <a:pt x="63" y="75"/>
                      <a:pt x="63" y="75"/>
                      <a:pt x="63" y="75"/>
                    </a:cubicBezTo>
                    <a:cubicBezTo>
                      <a:pt x="62" y="75"/>
                      <a:pt x="61" y="75"/>
                      <a:pt x="60" y="74"/>
                    </a:cubicBezTo>
                    <a:cubicBezTo>
                      <a:pt x="25" y="69"/>
                      <a:pt x="0" y="37"/>
                      <a:pt x="5" y="1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1" name="Freeform 100"/>
              <p:cNvSpPr>
                <a:spLocks/>
              </p:cNvSpPr>
              <p:nvPr/>
            </p:nvSpPr>
            <p:spPr bwMode="auto">
              <a:xfrm>
                <a:off x="3159575" y="4058887"/>
                <a:ext cx="105534" cy="100361"/>
              </a:xfrm>
              <a:custGeom>
                <a:avLst/>
                <a:gdLst>
                  <a:gd name="T0" fmla="*/ 75 w 75"/>
                  <a:gd name="T1" fmla="*/ 5 h 72"/>
                  <a:gd name="T2" fmla="*/ 65 w 75"/>
                  <a:gd name="T3" fmla="*/ 72 h 72"/>
                  <a:gd name="T4" fmla="*/ 0 w 75"/>
                  <a:gd name="T5" fmla="*/ 63 h 72"/>
                  <a:gd name="T6" fmla="*/ 1 w 75"/>
                  <a:gd name="T7" fmla="*/ 60 h 72"/>
                  <a:gd name="T8" fmla="*/ 74 w 75"/>
                  <a:gd name="T9" fmla="*/ 5 h 72"/>
                  <a:gd name="T10" fmla="*/ 75 w 75"/>
                  <a:gd name="T11" fmla="*/ 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72">
                    <a:moveTo>
                      <a:pt x="75" y="5"/>
                    </a:moveTo>
                    <a:cubicBezTo>
                      <a:pt x="65" y="72"/>
                      <a:pt x="65" y="72"/>
                      <a:pt x="65" y="72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0" y="62"/>
                      <a:pt x="0" y="61"/>
                      <a:pt x="1" y="60"/>
                    </a:cubicBezTo>
                    <a:cubicBezTo>
                      <a:pt x="6" y="24"/>
                      <a:pt x="38" y="0"/>
                      <a:pt x="74" y="5"/>
                    </a:cubicBezTo>
                    <a:lnTo>
                      <a:pt x="75" y="5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Freeform 101"/>
              <p:cNvSpPr>
                <a:spLocks/>
              </p:cNvSpPr>
              <p:nvPr/>
            </p:nvSpPr>
            <p:spPr bwMode="auto">
              <a:xfrm>
                <a:off x="2348412" y="3945076"/>
                <a:ext cx="101395" cy="102430"/>
              </a:xfrm>
              <a:custGeom>
                <a:avLst/>
                <a:gdLst>
                  <a:gd name="T0" fmla="*/ 67 w 72"/>
                  <a:gd name="T1" fmla="*/ 74 h 74"/>
                  <a:gd name="T2" fmla="*/ 0 w 72"/>
                  <a:gd name="T3" fmla="*/ 65 h 74"/>
                  <a:gd name="T4" fmla="*/ 9 w 72"/>
                  <a:gd name="T5" fmla="*/ 0 h 74"/>
                  <a:gd name="T6" fmla="*/ 12 w 72"/>
                  <a:gd name="T7" fmla="*/ 0 h 74"/>
                  <a:gd name="T8" fmla="*/ 67 w 72"/>
                  <a:gd name="T9" fmla="*/ 73 h 74"/>
                  <a:gd name="T10" fmla="*/ 67 w 72"/>
                  <a:gd name="T11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74">
                    <a:moveTo>
                      <a:pt x="67" y="74"/>
                    </a:moveTo>
                    <a:cubicBezTo>
                      <a:pt x="0" y="65"/>
                      <a:pt x="0" y="65"/>
                      <a:pt x="0" y="65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0" y="0"/>
                      <a:pt x="11" y="0"/>
                      <a:pt x="12" y="0"/>
                    </a:cubicBezTo>
                    <a:cubicBezTo>
                      <a:pt x="48" y="5"/>
                      <a:pt x="72" y="38"/>
                      <a:pt x="67" y="73"/>
                    </a:cubicBezTo>
                    <a:lnTo>
                      <a:pt x="67" y="74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Freeform 102"/>
              <p:cNvSpPr>
                <a:spLocks/>
              </p:cNvSpPr>
              <p:nvPr/>
            </p:nvSpPr>
            <p:spPr bwMode="auto">
              <a:xfrm>
                <a:off x="2387729" y="3678137"/>
                <a:ext cx="103465" cy="100361"/>
              </a:xfrm>
              <a:custGeom>
                <a:avLst/>
                <a:gdLst>
                  <a:gd name="T0" fmla="*/ 0 w 74"/>
                  <a:gd name="T1" fmla="*/ 67 h 72"/>
                  <a:gd name="T2" fmla="*/ 9 w 74"/>
                  <a:gd name="T3" fmla="*/ 0 h 72"/>
                  <a:gd name="T4" fmla="*/ 74 w 74"/>
                  <a:gd name="T5" fmla="*/ 9 h 72"/>
                  <a:gd name="T6" fmla="*/ 74 w 74"/>
                  <a:gd name="T7" fmla="*/ 12 h 72"/>
                  <a:gd name="T8" fmla="*/ 1 w 74"/>
                  <a:gd name="T9" fmla="*/ 67 h 72"/>
                  <a:gd name="T10" fmla="*/ 0 w 74"/>
                  <a:gd name="T11" fmla="*/ 67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72">
                    <a:moveTo>
                      <a:pt x="0" y="67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74" y="9"/>
                      <a:pt x="74" y="9"/>
                      <a:pt x="74" y="9"/>
                    </a:cubicBezTo>
                    <a:cubicBezTo>
                      <a:pt x="74" y="10"/>
                      <a:pt x="74" y="11"/>
                      <a:pt x="74" y="12"/>
                    </a:cubicBezTo>
                    <a:cubicBezTo>
                      <a:pt x="69" y="47"/>
                      <a:pt x="36" y="72"/>
                      <a:pt x="1" y="67"/>
                    </a:cubicBez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4" name="Freeform 103"/>
              <p:cNvSpPr>
                <a:spLocks/>
              </p:cNvSpPr>
              <p:nvPr/>
            </p:nvSpPr>
            <p:spPr bwMode="auto">
              <a:xfrm>
                <a:off x="2086647" y="4041298"/>
                <a:ext cx="1059478" cy="646654"/>
              </a:xfrm>
              <a:custGeom>
                <a:avLst/>
                <a:gdLst>
                  <a:gd name="T0" fmla="*/ 65 w 759"/>
                  <a:gd name="T1" fmla="*/ 444 h 463"/>
                  <a:gd name="T2" fmla="*/ 92 w 759"/>
                  <a:gd name="T3" fmla="*/ 460 h 463"/>
                  <a:gd name="T4" fmla="*/ 740 w 759"/>
                  <a:gd name="T5" fmla="*/ 302 h 463"/>
                  <a:gd name="T6" fmla="*/ 756 w 759"/>
                  <a:gd name="T7" fmla="*/ 276 h 463"/>
                  <a:gd name="T8" fmla="*/ 694 w 759"/>
                  <a:gd name="T9" fmla="*/ 19 h 463"/>
                  <a:gd name="T10" fmla="*/ 667 w 759"/>
                  <a:gd name="T11" fmla="*/ 3 h 463"/>
                  <a:gd name="T12" fmla="*/ 19 w 759"/>
                  <a:gd name="T13" fmla="*/ 161 h 463"/>
                  <a:gd name="T14" fmla="*/ 3 w 759"/>
                  <a:gd name="T15" fmla="*/ 187 h 463"/>
                  <a:gd name="T16" fmla="*/ 65 w 759"/>
                  <a:gd name="T17" fmla="*/ 444 h 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9" h="463">
                    <a:moveTo>
                      <a:pt x="65" y="444"/>
                    </a:moveTo>
                    <a:cubicBezTo>
                      <a:pt x="68" y="456"/>
                      <a:pt x="80" y="463"/>
                      <a:pt x="92" y="460"/>
                    </a:cubicBezTo>
                    <a:cubicBezTo>
                      <a:pt x="740" y="302"/>
                      <a:pt x="740" y="302"/>
                      <a:pt x="740" y="302"/>
                    </a:cubicBezTo>
                    <a:cubicBezTo>
                      <a:pt x="752" y="299"/>
                      <a:pt x="759" y="288"/>
                      <a:pt x="756" y="276"/>
                    </a:cubicBezTo>
                    <a:cubicBezTo>
                      <a:pt x="694" y="19"/>
                      <a:pt x="694" y="19"/>
                      <a:pt x="694" y="19"/>
                    </a:cubicBezTo>
                    <a:cubicBezTo>
                      <a:pt x="691" y="7"/>
                      <a:pt x="679" y="0"/>
                      <a:pt x="667" y="3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7" y="164"/>
                      <a:pt x="0" y="176"/>
                      <a:pt x="3" y="187"/>
                    </a:cubicBezTo>
                    <a:cubicBezTo>
                      <a:pt x="65" y="444"/>
                      <a:pt x="65" y="444"/>
                      <a:pt x="65" y="444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Freeform 104"/>
              <p:cNvSpPr>
                <a:spLocks/>
              </p:cNvSpPr>
              <p:nvPr/>
            </p:nvSpPr>
            <p:spPr bwMode="auto">
              <a:xfrm>
                <a:off x="2454981" y="4202703"/>
                <a:ext cx="322810" cy="322810"/>
              </a:xfrm>
              <a:custGeom>
                <a:avLst/>
                <a:gdLst>
                  <a:gd name="T0" fmla="*/ 14 w 231"/>
                  <a:gd name="T1" fmla="*/ 140 h 231"/>
                  <a:gd name="T2" fmla="*/ 140 w 231"/>
                  <a:gd name="T3" fmla="*/ 217 h 231"/>
                  <a:gd name="T4" fmla="*/ 217 w 231"/>
                  <a:gd name="T5" fmla="*/ 91 h 231"/>
                  <a:gd name="T6" fmla="*/ 91 w 231"/>
                  <a:gd name="T7" fmla="*/ 14 h 231"/>
                  <a:gd name="T8" fmla="*/ 14 w 231"/>
                  <a:gd name="T9" fmla="*/ 140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1" h="231">
                    <a:moveTo>
                      <a:pt x="14" y="140"/>
                    </a:moveTo>
                    <a:cubicBezTo>
                      <a:pt x="28" y="196"/>
                      <a:pt x="84" y="231"/>
                      <a:pt x="140" y="217"/>
                    </a:cubicBezTo>
                    <a:cubicBezTo>
                      <a:pt x="196" y="204"/>
                      <a:pt x="231" y="147"/>
                      <a:pt x="217" y="91"/>
                    </a:cubicBezTo>
                    <a:cubicBezTo>
                      <a:pt x="203" y="35"/>
                      <a:pt x="147" y="0"/>
                      <a:pt x="91" y="14"/>
                    </a:cubicBezTo>
                    <a:cubicBezTo>
                      <a:pt x="35" y="28"/>
                      <a:pt x="0" y="84"/>
                      <a:pt x="14" y="140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6" name="Freeform 105"/>
              <p:cNvSpPr>
                <a:spLocks/>
              </p:cNvSpPr>
              <p:nvPr/>
            </p:nvSpPr>
            <p:spPr bwMode="auto">
              <a:xfrm>
                <a:off x="2534649" y="4266851"/>
                <a:ext cx="160370" cy="188306"/>
              </a:xfrm>
              <a:custGeom>
                <a:avLst/>
                <a:gdLst>
                  <a:gd name="T0" fmla="*/ 49 w 115"/>
                  <a:gd name="T1" fmla="*/ 0 h 135"/>
                  <a:gd name="T2" fmla="*/ 32 w 115"/>
                  <a:gd name="T3" fmla="*/ 5 h 135"/>
                  <a:gd name="T4" fmla="*/ 36 w 115"/>
                  <a:gd name="T5" fmla="*/ 21 h 135"/>
                  <a:gd name="T6" fmla="*/ 29 w 115"/>
                  <a:gd name="T7" fmla="*/ 26 h 135"/>
                  <a:gd name="T8" fmla="*/ 24 w 115"/>
                  <a:gd name="T9" fmla="*/ 30 h 135"/>
                  <a:gd name="T10" fmla="*/ 22 w 115"/>
                  <a:gd name="T11" fmla="*/ 24 h 135"/>
                  <a:gd name="T12" fmla="*/ 0 w 115"/>
                  <a:gd name="T13" fmla="*/ 29 h 135"/>
                  <a:gd name="T14" fmla="*/ 9 w 115"/>
                  <a:gd name="T15" fmla="*/ 65 h 135"/>
                  <a:gd name="T16" fmla="*/ 31 w 115"/>
                  <a:gd name="T17" fmla="*/ 60 h 135"/>
                  <a:gd name="T18" fmla="*/ 32 w 115"/>
                  <a:gd name="T19" fmla="*/ 53 h 135"/>
                  <a:gd name="T20" fmla="*/ 35 w 115"/>
                  <a:gd name="T21" fmla="*/ 46 h 135"/>
                  <a:gd name="T22" fmla="*/ 41 w 115"/>
                  <a:gd name="T23" fmla="*/ 42 h 135"/>
                  <a:gd name="T24" fmla="*/ 47 w 115"/>
                  <a:gd name="T25" fmla="*/ 39 h 135"/>
                  <a:gd name="T26" fmla="*/ 51 w 115"/>
                  <a:gd name="T27" fmla="*/ 38 h 135"/>
                  <a:gd name="T28" fmla="*/ 54 w 115"/>
                  <a:gd name="T29" fmla="*/ 39 h 135"/>
                  <a:gd name="T30" fmla="*/ 58 w 115"/>
                  <a:gd name="T31" fmla="*/ 43 h 135"/>
                  <a:gd name="T32" fmla="*/ 55 w 115"/>
                  <a:gd name="T33" fmla="*/ 49 h 135"/>
                  <a:gd name="T34" fmla="*/ 46 w 115"/>
                  <a:gd name="T35" fmla="*/ 55 h 135"/>
                  <a:gd name="T36" fmla="*/ 34 w 115"/>
                  <a:gd name="T37" fmla="*/ 62 h 135"/>
                  <a:gd name="T38" fmla="*/ 22 w 115"/>
                  <a:gd name="T39" fmla="*/ 71 h 135"/>
                  <a:gd name="T40" fmla="*/ 14 w 115"/>
                  <a:gd name="T41" fmla="*/ 84 h 135"/>
                  <a:gd name="T42" fmla="*/ 14 w 115"/>
                  <a:gd name="T43" fmla="*/ 101 h 135"/>
                  <a:gd name="T44" fmla="*/ 20 w 115"/>
                  <a:gd name="T45" fmla="*/ 113 h 135"/>
                  <a:gd name="T46" fmla="*/ 31 w 115"/>
                  <a:gd name="T47" fmla="*/ 120 h 135"/>
                  <a:gd name="T48" fmla="*/ 45 w 115"/>
                  <a:gd name="T49" fmla="*/ 123 h 135"/>
                  <a:gd name="T50" fmla="*/ 46 w 115"/>
                  <a:gd name="T51" fmla="*/ 123 h 135"/>
                  <a:gd name="T52" fmla="*/ 60 w 115"/>
                  <a:gd name="T53" fmla="*/ 121 h 135"/>
                  <a:gd name="T54" fmla="*/ 63 w 115"/>
                  <a:gd name="T55" fmla="*/ 135 h 135"/>
                  <a:gd name="T56" fmla="*/ 81 w 115"/>
                  <a:gd name="T57" fmla="*/ 131 h 135"/>
                  <a:gd name="T58" fmla="*/ 77 w 115"/>
                  <a:gd name="T59" fmla="*/ 116 h 135"/>
                  <a:gd name="T60" fmla="*/ 91 w 115"/>
                  <a:gd name="T61" fmla="*/ 106 h 135"/>
                  <a:gd name="T62" fmla="*/ 92 w 115"/>
                  <a:gd name="T63" fmla="*/ 112 h 135"/>
                  <a:gd name="T64" fmla="*/ 115 w 115"/>
                  <a:gd name="T65" fmla="*/ 106 h 135"/>
                  <a:gd name="T66" fmla="*/ 106 w 115"/>
                  <a:gd name="T67" fmla="*/ 69 h 135"/>
                  <a:gd name="T68" fmla="*/ 83 w 115"/>
                  <a:gd name="T69" fmla="*/ 75 h 135"/>
                  <a:gd name="T70" fmla="*/ 79 w 115"/>
                  <a:gd name="T71" fmla="*/ 89 h 135"/>
                  <a:gd name="T72" fmla="*/ 67 w 115"/>
                  <a:gd name="T73" fmla="*/ 97 h 135"/>
                  <a:gd name="T74" fmla="*/ 62 w 115"/>
                  <a:gd name="T75" fmla="*/ 98 h 135"/>
                  <a:gd name="T76" fmla="*/ 59 w 115"/>
                  <a:gd name="T77" fmla="*/ 97 h 135"/>
                  <a:gd name="T78" fmla="*/ 55 w 115"/>
                  <a:gd name="T79" fmla="*/ 93 h 135"/>
                  <a:gd name="T80" fmla="*/ 58 w 115"/>
                  <a:gd name="T81" fmla="*/ 87 h 135"/>
                  <a:gd name="T82" fmla="*/ 67 w 115"/>
                  <a:gd name="T83" fmla="*/ 81 h 135"/>
                  <a:gd name="T84" fmla="*/ 79 w 115"/>
                  <a:gd name="T85" fmla="*/ 74 h 135"/>
                  <a:gd name="T86" fmla="*/ 91 w 115"/>
                  <a:gd name="T87" fmla="*/ 65 h 135"/>
                  <a:gd name="T88" fmla="*/ 98 w 115"/>
                  <a:gd name="T89" fmla="*/ 53 h 135"/>
                  <a:gd name="T90" fmla="*/ 98 w 115"/>
                  <a:gd name="T91" fmla="*/ 36 h 135"/>
                  <a:gd name="T92" fmla="*/ 92 w 115"/>
                  <a:gd name="T93" fmla="*/ 23 h 135"/>
                  <a:gd name="T94" fmla="*/ 81 w 115"/>
                  <a:gd name="T95" fmla="*/ 16 h 135"/>
                  <a:gd name="T96" fmla="*/ 68 w 115"/>
                  <a:gd name="T97" fmla="*/ 13 h 135"/>
                  <a:gd name="T98" fmla="*/ 65 w 115"/>
                  <a:gd name="T99" fmla="*/ 13 h 135"/>
                  <a:gd name="T100" fmla="*/ 52 w 115"/>
                  <a:gd name="T101" fmla="*/ 15 h 135"/>
                  <a:gd name="T102" fmla="*/ 49 w 115"/>
                  <a:gd name="T103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15" h="135">
                    <a:moveTo>
                      <a:pt x="49" y="0"/>
                    </a:moveTo>
                    <a:cubicBezTo>
                      <a:pt x="32" y="5"/>
                      <a:pt x="32" y="5"/>
                      <a:pt x="32" y="5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33" y="23"/>
                      <a:pt x="31" y="24"/>
                      <a:pt x="29" y="26"/>
                    </a:cubicBezTo>
                    <a:cubicBezTo>
                      <a:pt x="27" y="27"/>
                      <a:pt x="25" y="29"/>
                      <a:pt x="24" y="30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9" y="65"/>
                      <a:pt x="9" y="65"/>
                      <a:pt x="9" y="65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57"/>
                      <a:pt x="31" y="55"/>
                      <a:pt x="32" y="53"/>
                    </a:cubicBezTo>
                    <a:cubicBezTo>
                      <a:pt x="33" y="50"/>
                      <a:pt x="34" y="48"/>
                      <a:pt x="35" y="46"/>
                    </a:cubicBezTo>
                    <a:cubicBezTo>
                      <a:pt x="37" y="45"/>
                      <a:pt x="39" y="43"/>
                      <a:pt x="41" y="42"/>
                    </a:cubicBezTo>
                    <a:cubicBezTo>
                      <a:pt x="43" y="40"/>
                      <a:pt x="45" y="39"/>
                      <a:pt x="47" y="39"/>
                    </a:cubicBezTo>
                    <a:cubicBezTo>
                      <a:pt x="48" y="38"/>
                      <a:pt x="50" y="38"/>
                      <a:pt x="51" y="38"/>
                    </a:cubicBezTo>
                    <a:cubicBezTo>
                      <a:pt x="52" y="38"/>
                      <a:pt x="53" y="38"/>
                      <a:pt x="54" y="39"/>
                    </a:cubicBezTo>
                    <a:cubicBezTo>
                      <a:pt x="56" y="39"/>
                      <a:pt x="58" y="41"/>
                      <a:pt x="58" y="43"/>
                    </a:cubicBezTo>
                    <a:cubicBezTo>
                      <a:pt x="59" y="45"/>
                      <a:pt x="58" y="47"/>
                      <a:pt x="55" y="49"/>
                    </a:cubicBezTo>
                    <a:cubicBezTo>
                      <a:pt x="53" y="51"/>
                      <a:pt x="50" y="53"/>
                      <a:pt x="46" y="55"/>
                    </a:cubicBezTo>
                    <a:cubicBezTo>
                      <a:pt x="42" y="57"/>
                      <a:pt x="38" y="60"/>
                      <a:pt x="34" y="62"/>
                    </a:cubicBezTo>
                    <a:cubicBezTo>
                      <a:pt x="29" y="65"/>
                      <a:pt x="25" y="68"/>
                      <a:pt x="22" y="71"/>
                    </a:cubicBezTo>
                    <a:cubicBezTo>
                      <a:pt x="19" y="75"/>
                      <a:pt x="16" y="79"/>
                      <a:pt x="14" y="84"/>
                    </a:cubicBezTo>
                    <a:cubicBezTo>
                      <a:pt x="13" y="88"/>
                      <a:pt x="13" y="94"/>
                      <a:pt x="14" y="101"/>
                    </a:cubicBezTo>
                    <a:cubicBezTo>
                      <a:pt x="15" y="106"/>
                      <a:pt x="18" y="110"/>
                      <a:pt x="20" y="113"/>
                    </a:cubicBezTo>
                    <a:cubicBezTo>
                      <a:pt x="23" y="116"/>
                      <a:pt x="27" y="119"/>
                      <a:pt x="31" y="120"/>
                    </a:cubicBezTo>
                    <a:cubicBezTo>
                      <a:pt x="35" y="122"/>
                      <a:pt x="40" y="123"/>
                      <a:pt x="45" y="123"/>
                    </a:cubicBezTo>
                    <a:cubicBezTo>
                      <a:pt x="45" y="123"/>
                      <a:pt x="46" y="123"/>
                      <a:pt x="46" y="123"/>
                    </a:cubicBezTo>
                    <a:cubicBezTo>
                      <a:pt x="51" y="123"/>
                      <a:pt x="55" y="122"/>
                      <a:pt x="60" y="121"/>
                    </a:cubicBezTo>
                    <a:cubicBezTo>
                      <a:pt x="63" y="135"/>
                      <a:pt x="63" y="135"/>
                      <a:pt x="63" y="135"/>
                    </a:cubicBezTo>
                    <a:cubicBezTo>
                      <a:pt x="81" y="131"/>
                      <a:pt x="81" y="131"/>
                      <a:pt x="81" y="131"/>
                    </a:cubicBezTo>
                    <a:cubicBezTo>
                      <a:pt x="77" y="116"/>
                      <a:pt x="77" y="116"/>
                      <a:pt x="77" y="116"/>
                    </a:cubicBezTo>
                    <a:cubicBezTo>
                      <a:pt x="82" y="113"/>
                      <a:pt x="86" y="110"/>
                      <a:pt x="91" y="106"/>
                    </a:cubicBezTo>
                    <a:cubicBezTo>
                      <a:pt x="92" y="112"/>
                      <a:pt x="92" y="112"/>
                      <a:pt x="92" y="112"/>
                    </a:cubicBezTo>
                    <a:cubicBezTo>
                      <a:pt x="115" y="106"/>
                      <a:pt x="115" y="106"/>
                      <a:pt x="115" y="106"/>
                    </a:cubicBezTo>
                    <a:cubicBezTo>
                      <a:pt x="106" y="69"/>
                      <a:pt x="106" y="69"/>
                      <a:pt x="106" y="69"/>
                    </a:cubicBezTo>
                    <a:cubicBezTo>
                      <a:pt x="83" y="75"/>
                      <a:pt x="83" y="75"/>
                      <a:pt x="83" y="75"/>
                    </a:cubicBezTo>
                    <a:cubicBezTo>
                      <a:pt x="83" y="81"/>
                      <a:pt x="82" y="85"/>
                      <a:pt x="79" y="89"/>
                    </a:cubicBezTo>
                    <a:cubicBezTo>
                      <a:pt x="76" y="93"/>
                      <a:pt x="72" y="96"/>
                      <a:pt x="67" y="97"/>
                    </a:cubicBezTo>
                    <a:cubicBezTo>
                      <a:pt x="65" y="97"/>
                      <a:pt x="64" y="98"/>
                      <a:pt x="62" y="98"/>
                    </a:cubicBezTo>
                    <a:cubicBezTo>
                      <a:pt x="61" y="98"/>
                      <a:pt x="60" y="97"/>
                      <a:pt x="59" y="97"/>
                    </a:cubicBezTo>
                    <a:cubicBezTo>
                      <a:pt x="57" y="96"/>
                      <a:pt x="56" y="95"/>
                      <a:pt x="55" y="93"/>
                    </a:cubicBezTo>
                    <a:cubicBezTo>
                      <a:pt x="55" y="91"/>
                      <a:pt x="56" y="89"/>
                      <a:pt x="58" y="87"/>
                    </a:cubicBezTo>
                    <a:cubicBezTo>
                      <a:pt x="60" y="85"/>
                      <a:pt x="63" y="83"/>
                      <a:pt x="67" y="81"/>
                    </a:cubicBezTo>
                    <a:cubicBezTo>
                      <a:pt x="71" y="79"/>
                      <a:pt x="75" y="76"/>
                      <a:pt x="79" y="74"/>
                    </a:cubicBezTo>
                    <a:cubicBezTo>
                      <a:pt x="83" y="71"/>
                      <a:pt x="87" y="68"/>
                      <a:pt x="91" y="65"/>
                    </a:cubicBezTo>
                    <a:cubicBezTo>
                      <a:pt x="94" y="62"/>
                      <a:pt x="97" y="57"/>
                      <a:pt x="98" y="53"/>
                    </a:cubicBezTo>
                    <a:cubicBezTo>
                      <a:pt x="100" y="48"/>
                      <a:pt x="100" y="42"/>
                      <a:pt x="98" y="36"/>
                    </a:cubicBezTo>
                    <a:cubicBezTo>
                      <a:pt x="97" y="31"/>
                      <a:pt x="95" y="27"/>
                      <a:pt x="92" y="23"/>
                    </a:cubicBezTo>
                    <a:cubicBezTo>
                      <a:pt x="89" y="20"/>
                      <a:pt x="85" y="18"/>
                      <a:pt x="81" y="16"/>
                    </a:cubicBezTo>
                    <a:cubicBezTo>
                      <a:pt x="77" y="14"/>
                      <a:pt x="73" y="13"/>
                      <a:pt x="68" y="13"/>
                    </a:cubicBezTo>
                    <a:cubicBezTo>
                      <a:pt x="67" y="13"/>
                      <a:pt x="66" y="13"/>
                      <a:pt x="65" y="13"/>
                    </a:cubicBezTo>
                    <a:cubicBezTo>
                      <a:pt x="61" y="13"/>
                      <a:pt x="57" y="14"/>
                      <a:pt x="52" y="15"/>
                    </a:cubicBezTo>
                    <a:cubicBezTo>
                      <a:pt x="49" y="0"/>
                      <a:pt x="49" y="0"/>
                      <a:pt x="49" y="0"/>
                    </a:cubicBezTo>
                  </a:path>
                </a:pathLst>
              </a:custGeom>
              <a:solidFill>
                <a:srgbClr val="9E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Freeform 106"/>
              <p:cNvSpPr>
                <a:spLocks noEditPoints="1"/>
              </p:cNvSpPr>
              <p:nvPr/>
            </p:nvSpPr>
            <p:spPr bwMode="auto">
              <a:xfrm>
                <a:off x="2116652" y="4070268"/>
                <a:ext cx="1000503" cy="593887"/>
              </a:xfrm>
              <a:custGeom>
                <a:avLst/>
                <a:gdLst>
                  <a:gd name="T0" fmla="*/ 0 w 967"/>
                  <a:gd name="T1" fmla="*/ 215 h 574"/>
                  <a:gd name="T2" fmla="*/ 879 w 967"/>
                  <a:gd name="T3" fmla="*/ 0 h 574"/>
                  <a:gd name="T4" fmla="*/ 967 w 967"/>
                  <a:gd name="T5" fmla="*/ 359 h 574"/>
                  <a:gd name="T6" fmla="*/ 88 w 967"/>
                  <a:gd name="T7" fmla="*/ 574 h 574"/>
                  <a:gd name="T8" fmla="*/ 0 w 967"/>
                  <a:gd name="T9" fmla="*/ 215 h 574"/>
                  <a:gd name="T10" fmla="*/ 863 w 967"/>
                  <a:gd name="T11" fmla="*/ 27 h 574"/>
                  <a:gd name="T12" fmla="*/ 27 w 967"/>
                  <a:gd name="T13" fmla="*/ 231 h 574"/>
                  <a:gd name="T14" fmla="*/ 104 w 967"/>
                  <a:gd name="T15" fmla="*/ 547 h 574"/>
                  <a:gd name="T16" fmla="*/ 940 w 967"/>
                  <a:gd name="T17" fmla="*/ 343 h 574"/>
                  <a:gd name="T18" fmla="*/ 863 w 967"/>
                  <a:gd name="T19" fmla="*/ 27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7" h="574">
                    <a:moveTo>
                      <a:pt x="0" y="215"/>
                    </a:moveTo>
                    <a:lnTo>
                      <a:pt x="879" y="0"/>
                    </a:lnTo>
                    <a:lnTo>
                      <a:pt x="967" y="359"/>
                    </a:lnTo>
                    <a:lnTo>
                      <a:pt x="88" y="574"/>
                    </a:lnTo>
                    <a:lnTo>
                      <a:pt x="0" y="215"/>
                    </a:lnTo>
                    <a:close/>
                    <a:moveTo>
                      <a:pt x="863" y="27"/>
                    </a:moveTo>
                    <a:lnTo>
                      <a:pt x="27" y="231"/>
                    </a:lnTo>
                    <a:lnTo>
                      <a:pt x="104" y="547"/>
                    </a:lnTo>
                    <a:lnTo>
                      <a:pt x="940" y="343"/>
                    </a:lnTo>
                    <a:lnTo>
                      <a:pt x="863" y="2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8" name="Freeform 107"/>
              <p:cNvSpPr>
                <a:spLocks/>
              </p:cNvSpPr>
              <p:nvPr/>
            </p:nvSpPr>
            <p:spPr bwMode="auto">
              <a:xfrm>
                <a:off x="2923676" y="4079580"/>
                <a:ext cx="114846" cy="102430"/>
              </a:xfrm>
              <a:custGeom>
                <a:avLst/>
                <a:gdLst>
                  <a:gd name="T0" fmla="*/ 0 w 82"/>
                  <a:gd name="T1" fmla="*/ 16 h 73"/>
                  <a:gd name="T2" fmla="*/ 66 w 82"/>
                  <a:gd name="T3" fmla="*/ 0 h 73"/>
                  <a:gd name="T4" fmla="*/ 82 w 82"/>
                  <a:gd name="T5" fmla="*/ 64 h 73"/>
                  <a:gd name="T6" fmla="*/ 79 w 82"/>
                  <a:gd name="T7" fmla="*/ 65 h 73"/>
                  <a:gd name="T8" fmla="*/ 1 w 82"/>
                  <a:gd name="T9" fmla="*/ 17 h 73"/>
                  <a:gd name="T10" fmla="*/ 0 w 82"/>
                  <a:gd name="T11" fmla="*/ 16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73">
                    <a:moveTo>
                      <a:pt x="0" y="16"/>
                    </a:moveTo>
                    <a:cubicBezTo>
                      <a:pt x="66" y="0"/>
                      <a:pt x="66" y="0"/>
                      <a:pt x="66" y="0"/>
                    </a:cubicBezTo>
                    <a:cubicBezTo>
                      <a:pt x="82" y="64"/>
                      <a:pt x="82" y="64"/>
                      <a:pt x="82" y="64"/>
                    </a:cubicBezTo>
                    <a:cubicBezTo>
                      <a:pt x="81" y="64"/>
                      <a:pt x="80" y="64"/>
                      <a:pt x="79" y="65"/>
                    </a:cubicBezTo>
                    <a:cubicBezTo>
                      <a:pt x="44" y="73"/>
                      <a:pt x="9" y="52"/>
                      <a:pt x="1" y="17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9" name="Freeform 108"/>
              <p:cNvSpPr>
                <a:spLocks/>
              </p:cNvSpPr>
              <p:nvPr/>
            </p:nvSpPr>
            <p:spPr bwMode="auto">
              <a:xfrm>
                <a:off x="2998170" y="4339276"/>
                <a:ext cx="101395" cy="113811"/>
              </a:xfrm>
              <a:custGeom>
                <a:avLst/>
                <a:gdLst>
                  <a:gd name="T0" fmla="*/ 57 w 73"/>
                  <a:gd name="T1" fmla="*/ 0 h 81"/>
                  <a:gd name="T2" fmla="*/ 73 w 73"/>
                  <a:gd name="T3" fmla="*/ 66 h 81"/>
                  <a:gd name="T4" fmla="*/ 10 w 73"/>
                  <a:gd name="T5" fmla="*/ 81 h 81"/>
                  <a:gd name="T6" fmla="*/ 9 w 73"/>
                  <a:gd name="T7" fmla="*/ 78 h 81"/>
                  <a:gd name="T8" fmla="*/ 56 w 73"/>
                  <a:gd name="T9" fmla="*/ 0 h 81"/>
                  <a:gd name="T10" fmla="*/ 57 w 73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81">
                    <a:moveTo>
                      <a:pt x="57" y="0"/>
                    </a:moveTo>
                    <a:cubicBezTo>
                      <a:pt x="73" y="66"/>
                      <a:pt x="73" y="66"/>
                      <a:pt x="73" y="66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9" y="80"/>
                      <a:pt x="9" y="79"/>
                      <a:pt x="9" y="78"/>
                    </a:cubicBezTo>
                    <a:cubicBezTo>
                      <a:pt x="0" y="44"/>
                      <a:pt x="22" y="9"/>
                      <a:pt x="56" y="0"/>
                    </a:cubicBez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0" name="Freeform 109"/>
              <p:cNvSpPr>
                <a:spLocks/>
              </p:cNvSpPr>
              <p:nvPr/>
            </p:nvSpPr>
            <p:spPr bwMode="auto">
              <a:xfrm>
                <a:off x="2195285" y="4549309"/>
                <a:ext cx="112777" cy="101395"/>
              </a:xfrm>
              <a:custGeom>
                <a:avLst/>
                <a:gdLst>
                  <a:gd name="T0" fmla="*/ 81 w 81"/>
                  <a:gd name="T1" fmla="*/ 57 h 73"/>
                  <a:gd name="T2" fmla="*/ 15 w 81"/>
                  <a:gd name="T3" fmla="*/ 73 h 73"/>
                  <a:gd name="T4" fmla="*/ 0 w 81"/>
                  <a:gd name="T5" fmla="*/ 9 h 73"/>
                  <a:gd name="T6" fmla="*/ 3 w 81"/>
                  <a:gd name="T7" fmla="*/ 8 h 73"/>
                  <a:gd name="T8" fmla="*/ 81 w 81"/>
                  <a:gd name="T9" fmla="*/ 56 h 73"/>
                  <a:gd name="T10" fmla="*/ 81 w 81"/>
                  <a:gd name="T11" fmla="*/ 5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1" h="73">
                    <a:moveTo>
                      <a:pt x="81" y="57"/>
                    </a:moveTo>
                    <a:cubicBezTo>
                      <a:pt x="15" y="73"/>
                      <a:pt x="15" y="73"/>
                      <a:pt x="15" y="7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" y="9"/>
                      <a:pt x="2" y="8"/>
                      <a:pt x="3" y="8"/>
                    </a:cubicBezTo>
                    <a:cubicBezTo>
                      <a:pt x="38" y="0"/>
                      <a:pt x="73" y="21"/>
                      <a:pt x="81" y="56"/>
                    </a:cubicBezTo>
                    <a:lnTo>
                      <a:pt x="81" y="5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1" name="Freeform 110"/>
              <p:cNvSpPr>
                <a:spLocks/>
              </p:cNvSpPr>
              <p:nvPr/>
            </p:nvSpPr>
            <p:spPr bwMode="auto">
              <a:xfrm>
                <a:off x="2132172" y="4277197"/>
                <a:ext cx="102430" cy="113811"/>
              </a:xfrm>
              <a:custGeom>
                <a:avLst/>
                <a:gdLst>
                  <a:gd name="T0" fmla="*/ 16 w 73"/>
                  <a:gd name="T1" fmla="*/ 82 h 82"/>
                  <a:gd name="T2" fmla="*/ 0 w 73"/>
                  <a:gd name="T3" fmla="*/ 16 h 82"/>
                  <a:gd name="T4" fmla="*/ 64 w 73"/>
                  <a:gd name="T5" fmla="*/ 0 h 82"/>
                  <a:gd name="T6" fmla="*/ 65 w 73"/>
                  <a:gd name="T7" fmla="*/ 3 h 82"/>
                  <a:gd name="T8" fmla="*/ 17 w 73"/>
                  <a:gd name="T9" fmla="*/ 82 h 82"/>
                  <a:gd name="T10" fmla="*/ 16 w 73"/>
                  <a:gd name="T11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82">
                    <a:moveTo>
                      <a:pt x="16" y="82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1"/>
                      <a:pt x="64" y="2"/>
                      <a:pt x="65" y="3"/>
                    </a:cubicBezTo>
                    <a:cubicBezTo>
                      <a:pt x="73" y="38"/>
                      <a:pt x="52" y="73"/>
                      <a:pt x="17" y="82"/>
                    </a:cubicBezTo>
                    <a:lnTo>
                      <a:pt x="16" y="82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2" name="Oval 111"/>
              <p:cNvSpPr>
                <a:spLocks noChangeArrowheads="1"/>
              </p:cNvSpPr>
              <p:nvPr/>
            </p:nvSpPr>
            <p:spPr bwMode="auto">
              <a:xfrm>
                <a:off x="4460125" y="3152537"/>
                <a:ext cx="296944" cy="295909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3" name="Oval 112"/>
              <p:cNvSpPr>
                <a:spLocks noChangeArrowheads="1"/>
              </p:cNvSpPr>
              <p:nvPr/>
            </p:nvSpPr>
            <p:spPr bwMode="auto">
              <a:xfrm>
                <a:off x="4492199" y="3183576"/>
                <a:ext cx="239004" cy="239004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4" name="Freeform 113"/>
              <p:cNvSpPr>
                <a:spLocks/>
              </p:cNvSpPr>
              <p:nvPr/>
            </p:nvSpPr>
            <p:spPr bwMode="auto">
              <a:xfrm>
                <a:off x="4559451" y="3228066"/>
                <a:ext cx="101395" cy="141747"/>
              </a:xfrm>
              <a:custGeom>
                <a:avLst/>
                <a:gdLst>
                  <a:gd name="T0" fmla="*/ 44 w 73"/>
                  <a:gd name="T1" fmla="*/ 0 h 101"/>
                  <a:gd name="T2" fmla="*/ 30 w 73"/>
                  <a:gd name="T3" fmla="*/ 0 h 101"/>
                  <a:gd name="T4" fmla="*/ 30 w 73"/>
                  <a:gd name="T5" fmla="*/ 11 h 101"/>
                  <a:gd name="T6" fmla="*/ 19 w 73"/>
                  <a:gd name="T7" fmla="*/ 12 h 101"/>
                  <a:gd name="T8" fmla="*/ 9 w 73"/>
                  <a:gd name="T9" fmla="*/ 17 h 101"/>
                  <a:gd name="T10" fmla="*/ 3 w 73"/>
                  <a:gd name="T11" fmla="*/ 24 h 101"/>
                  <a:gd name="T12" fmla="*/ 0 w 73"/>
                  <a:gd name="T13" fmla="*/ 34 h 101"/>
                  <a:gd name="T14" fmla="*/ 4 w 73"/>
                  <a:gd name="T15" fmla="*/ 47 h 101"/>
                  <a:gd name="T16" fmla="*/ 11 w 73"/>
                  <a:gd name="T17" fmla="*/ 54 h 101"/>
                  <a:gd name="T18" fmla="*/ 21 w 73"/>
                  <a:gd name="T19" fmla="*/ 59 h 101"/>
                  <a:gd name="T20" fmla="*/ 31 w 73"/>
                  <a:gd name="T21" fmla="*/ 61 h 101"/>
                  <a:gd name="T22" fmla="*/ 39 w 73"/>
                  <a:gd name="T23" fmla="*/ 64 h 101"/>
                  <a:gd name="T24" fmla="*/ 42 w 73"/>
                  <a:gd name="T25" fmla="*/ 69 h 101"/>
                  <a:gd name="T26" fmla="*/ 40 w 73"/>
                  <a:gd name="T27" fmla="*/ 72 h 101"/>
                  <a:gd name="T28" fmla="*/ 35 w 73"/>
                  <a:gd name="T29" fmla="*/ 73 h 101"/>
                  <a:gd name="T30" fmla="*/ 24 w 73"/>
                  <a:gd name="T31" fmla="*/ 70 h 101"/>
                  <a:gd name="T32" fmla="*/ 18 w 73"/>
                  <a:gd name="T33" fmla="*/ 60 h 101"/>
                  <a:gd name="T34" fmla="*/ 1 w 73"/>
                  <a:gd name="T35" fmla="*/ 60 h 101"/>
                  <a:gd name="T36" fmla="*/ 1 w 73"/>
                  <a:gd name="T37" fmla="*/ 89 h 101"/>
                  <a:gd name="T38" fmla="*/ 18 w 73"/>
                  <a:gd name="T39" fmla="*/ 89 h 101"/>
                  <a:gd name="T40" fmla="*/ 18 w 73"/>
                  <a:gd name="T41" fmla="*/ 84 h 101"/>
                  <a:gd name="T42" fmla="*/ 30 w 73"/>
                  <a:gd name="T43" fmla="*/ 89 h 101"/>
                  <a:gd name="T44" fmla="*/ 30 w 73"/>
                  <a:gd name="T45" fmla="*/ 101 h 101"/>
                  <a:gd name="T46" fmla="*/ 44 w 73"/>
                  <a:gd name="T47" fmla="*/ 101 h 101"/>
                  <a:gd name="T48" fmla="*/ 44 w 73"/>
                  <a:gd name="T49" fmla="*/ 90 h 101"/>
                  <a:gd name="T50" fmla="*/ 55 w 73"/>
                  <a:gd name="T51" fmla="*/ 88 h 101"/>
                  <a:gd name="T52" fmla="*/ 65 w 73"/>
                  <a:gd name="T53" fmla="*/ 84 h 101"/>
                  <a:gd name="T54" fmla="*/ 71 w 73"/>
                  <a:gd name="T55" fmla="*/ 77 h 101"/>
                  <a:gd name="T56" fmla="*/ 73 w 73"/>
                  <a:gd name="T57" fmla="*/ 67 h 101"/>
                  <a:gd name="T58" fmla="*/ 70 w 73"/>
                  <a:gd name="T59" fmla="*/ 54 h 101"/>
                  <a:gd name="T60" fmla="*/ 62 w 73"/>
                  <a:gd name="T61" fmla="*/ 46 h 101"/>
                  <a:gd name="T62" fmla="*/ 52 w 73"/>
                  <a:gd name="T63" fmla="*/ 42 h 101"/>
                  <a:gd name="T64" fmla="*/ 42 w 73"/>
                  <a:gd name="T65" fmla="*/ 39 h 101"/>
                  <a:gd name="T66" fmla="*/ 34 w 73"/>
                  <a:gd name="T67" fmla="*/ 36 h 101"/>
                  <a:gd name="T68" fmla="*/ 31 w 73"/>
                  <a:gd name="T69" fmla="*/ 32 h 101"/>
                  <a:gd name="T70" fmla="*/ 33 w 73"/>
                  <a:gd name="T71" fmla="*/ 29 h 101"/>
                  <a:gd name="T72" fmla="*/ 39 w 73"/>
                  <a:gd name="T73" fmla="*/ 27 h 101"/>
                  <a:gd name="T74" fmla="*/ 44 w 73"/>
                  <a:gd name="T75" fmla="*/ 28 h 101"/>
                  <a:gd name="T76" fmla="*/ 48 w 73"/>
                  <a:gd name="T77" fmla="*/ 31 h 101"/>
                  <a:gd name="T78" fmla="*/ 52 w 73"/>
                  <a:gd name="T79" fmla="*/ 35 h 101"/>
                  <a:gd name="T80" fmla="*/ 54 w 73"/>
                  <a:gd name="T81" fmla="*/ 40 h 101"/>
                  <a:gd name="T82" fmla="*/ 71 w 73"/>
                  <a:gd name="T83" fmla="*/ 40 h 101"/>
                  <a:gd name="T84" fmla="*/ 71 w 73"/>
                  <a:gd name="T85" fmla="*/ 12 h 101"/>
                  <a:gd name="T86" fmla="*/ 54 w 73"/>
                  <a:gd name="T87" fmla="*/ 12 h 101"/>
                  <a:gd name="T88" fmla="*/ 54 w 73"/>
                  <a:gd name="T89" fmla="*/ 17 h 101"/>
                  <a:gd name="T90" fmla="*/ 49 w 73"/>
                  <a:gd name="T91" fmla="*/ 15 h 101"/>
                  <a:gd name="T92" fmla="*/ 44 w 73"/>
                  <a:gd name="T93" fmla="*/ 12 h 101"/>
                  <a:gd name="T94" fmla="*/ 44 w 73"/>
                  <a:gd name="T9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101">
                    <a:moveTo>
                      <a:pt x="44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1"/>
                      <a:pt x="23" y="11"/>
                      <a:pt x="19" y="12"/>
                    </a:cubicBezTo>
                    <a:cubicBezTo>
                      <a:pt x="15" y="13"/>
                      <a:pt x="12" y="15"/>
                      <a:pt x="9" y="17"/>
                    </a:cubicBezTo>
                    <a:cubicBezTo>
                      <a:pt x="7" y="19"/>
                      <a:pt x="5" y="21"/>
                      <a:pt x="3" y="24"/>
                    </a:cubicBezTo>
                    <a:cubicBezTo>
                      <a:pt x="1" y="27"/>
                      <a:pt x="0" y="30"/>
                      <a:pt x="0" y="34"/>
                    </a:cubicBezTo>
                    <a:cubicBezTo>
                      <a:pt x="0" y="39"/>
                      <a:pt x="2" y="43"/>
                      <a:pt x="4" y="47"/>
                    </a:cubicBezTo>
                    <a:cubicBezTo>
                      <a:pt x="6" y="50"/>
                      <a:pt x="8" y="52"/>
                      <a:pt x="11" y="54"/>
                    </a:cubicBezTo>
                    <a:cubicBezTo>
                      <a:pt x="14" y="56"/>
                      <a:pt x="18" y="58"/>
                      <a:pt x="21" y="59"/>
                    </a:cubicBezTo>
                    <a:cubicBezTo>
                      <a:pt x="25" y="60"/>
                      <a:pt x="28" y="61"/>
                      <a:pt x="31" y="61"/>
                    </a:cubicBezTo>
                    <a:cubicBezTo>
                      <a:pt x="34" y="62"/>
                      <a:pt x="37" y="63"/>
                      <a:pt x="39" y="64"/>
                    </a:cubicBezTo>
                    <a:cubicBezTo>
                      <a:pt x="41" y="65"/>
                      <a:pt x="42" y="67"/>
                      <a:pt x="42" y="69"/>
                    </a:cubicBezTo>
                    <a:cubicBezTo>
                      <a:pt x="42" y="70"/>
                      <a:pt x="41" y="71"/>
                      <a:pt x="40" y="72"/>
                    </a:cubicBezTo>
                    <a:cubicBezTo>
                      <a:pt x="39" y="73"/>
                      <a:pt x="37" y="73"/>
                      <a:pt x="35" y="73"/>
                    </a:cubicBezTo>
                    <a:cubicBezTo>
                      <a:pt x="31" y="73"/>
                      <a:pt x="27" y="72"/>
                      <a:pt x="24" y="70"/>
                    </a:cubicBezTo>
                    <a:cubicBezTo>
                      <a:pt x="21" y="68"/>
                      <a:pt x="19" y="64"/>
                      <a:pt x="18" y="60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2" y="86"/>
                      <a:pt x="26" y="88"/>
                      <a:pt x="30" y="89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44" y="101"/>
                      <a:pt x="44" y="101"/>
                      <a:pt x="44" y="101"/>
                    </a:cubicBezTo>
                    <a:cubicBezTo>
                      <a:pt x="44" y="90"/>
                      <a:pt x="44" y="90"/>
                      <a:pt x="44" y="90"/>
                    </a:cubicBezTo>
                    <a:cubicBezTo>
                      <a:pt x="48" y="90"/>
                      <a:pt x="51" y="89"/>
                      <a:pt x="55" y="88"/>
                    </a:cubicBezTo>
                    <a:cubicBezTo>
                      <a:pt x="59" y="87"/>
                      <a:pt x="62" y="86"/>
                      <a:pt x="65" y="84"/>
                    </a:cubicBezTo>
                    <a:cubicBezTo>
                      <a:pt x="67" y="82"/>
                      <a:pt x="69" y="80"/>
                      <a:pt x="71" y="77"/>
                    </a:cubicBezTo>
                    <a:cubicBezTo>
                      <a:pt x="73" y="74"/>
                      <a:pt x="73" y="71"/>
                      <a:pt x="73" y="67"/>
                    </a:cubicBezTo>
                    <a:cubicBezTo>
                      <a:pt x="73" y="62"/>
                      <a:pt x="72" y="57"/>
                      <a:pt x="70" y="54"/>
                    </a:cubicBezTo>
                    <a:cubicBezTo>
                      <a:pt x="68" y="51"/>
                      <a:pt x="66" y="48"/>
                      <a:pt x="62" y="46"/>
                    </a:cubicBezTo>
                    <a:cubicBezTo>
                      <a:pt x="59" y="45"/>
                      <a:pt x="56" y="43"/>
                      <a:pt x="52" y="42"/>
                    </a:cubicBezTo>
                    <a:cubicBezTo>
                      <a:pt x="49" y="41"/>
                      <a:pt x="45" y="40"/>
                      <a:pt x="42" y="39"/>
                    </a:cubicBezTo>
                    <a:cubicBezTo>
                      <a:pt x="39" y="38"/>
                      <a:pt x="36" y="37"/>
                      <a:pt x="34" y="36"/>
                    </a:cubicBezTo>
                    <a:cubicBezTo>
                      <a:pt x="32" y="35"/>
                      <a:pt x="31" y="34"/>
                      <a:pt x="31" y="32"/>
                    </a:cubicBezTo>
                    <a:cubicBezTo>
                      <a:pt x="31" y="31"/>
                      <a:pt x="32" y="29"/>
                      <a:pt x="33" y="29"/>
                    </a:cubicBezTo>
                    <a:cubicBezTo>
                      <a:pt x="35" y="28"/>
                      <a:pt x="36" y="27"/>
                      <a:pt x="39" y="27"/>
                    </a:cubicBezTo>
                    <a:cubicBezTo>
                      <a:pt x="40" y="27"/>
                      <a:pt x="42" y="28"/>
                      <a:pt x="44" y="28"/>
                    </a:cubicBezTo>
                    <a:cubicBezTo>
                      <a:pt x="45" y="29"/>
                      <a:pt x="47" y="30"/>
                      <a:pt x="48" y="31"/>
                    </a:cubicBezTo>
                    <a:cubicBezTo>
                      <a:pt x="50" y="32"/>
                      <a:pt x="51" y="33"/>
                      <a:pt x="52" y="35"/>
                    </a:cubicBezTo>
                    <a:cubicBezTo>
                      <a:pt x="53" y="36"/>
                      <a:pt x="53" y="38"/>
                      <a:pt x="54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7"/>
                      <a:pt x="54" y="17"/>
                      <a:pt x="54" y="17"/>
                    </a:cubicBezTo>
                    <a:cubicBezTo>
                      <a:pt x="53" y="16"/>
                      <a:pt x="51" y="15"/>
                      <a:pt x="49" y="15"/>
                    </a:cubicBezTo>
                    <a:cubicBezTo>
                      <a:pt x="48" y="14"/>
                      <a:pt x="46" y="13"/>
                      <a:pt x="44" y="12"/>
                    </a:cubicBezTo>
                    <a:cubicBezTo>
                      <a:pt x="44" y="0"/>
                      <a:pt x="44" y="0"/>
                      <a:pt x="44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5" name="Oval 114"/>
              <p:cNvSpPr>
                <a:spLocks noChangeArrowheads="1"/>
              </p:cNvSpPr>
              <p:nvPr/>
            </p:nvSpPr>
            <p:spPr bwMode="auto">
              <a:xfrm>
                <a:off x="4161112" y="3384297"/>
                <a:ext cx="297978" cy="295909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6" name="Oval 115"/>
              <p:cNvSpPr>
                <a:spLocks noChangeArrowheads="1"/>
              </p:cNvSpPr>
              <p:nvPr/>
            </p:nvSpPr>
            <p:spPr bwMode="auto">
              <a:xfrm>
                <a:off x="4192152" y="3415337"/>
                <a:ext cx="240038" cy="239004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7" name="Freeform 116"/>
              <p:cNvSpPr>
                <a:spLocks/>
              </p:cNvSpPr>
              <p:nvPr/>
            </p:nvSpPr>
            <p:spPr bwMode="auto">
              <a:xfrm>
                <a:off x="4260438" y="3459827"/>
                <a:ext cx="101395" cy="141747"/>
              </a:xfrm>
              <a:custGeom>
                <a:avLst/>
                <a:gdLst>
                  <a:gd name="T0" fmla="*/ 43 w 73"/>
                  <a:gd name="T1" fmla="*/ 0 h 101"/>
                  <a:gd name="T2" fmla="*/ 30 w 73"/>
                  <a:gd name="T3" fmla="*/ 0 h 101"/>
                  <a:gd name="T4" fmla="*/ 30 w 73"/>
                  <a:gd name="T5" fmla="*/ 11 h 101"/>
                  <a:gd name="T6" fmla="*/ 19 w 73"/>
                  <a:gd name="T7" fmla="*/ 13 h 101"/>
                  <a:gd name="T8" fmla="*/ 9 w 73"/>
                  <a:gd name="T9" fmla="*/ 17 h 101"/>
                  <a:gd name="T10" fmla="*/ 3 w 73"/>
                  <a:gd name="T11" fmla="*/ 24 h 101"/>
                  <a:gd name="T12" fmla="*/ 0 w 73"/>
                  <a:gd name="T13" fmla="*/ 34 h 101"/>
                  <a:gd name="T14" fmla="*/ 3 w 73"/>
                  <a:gd name="T15" fmla="*/ 47 h 101"/>
                  <a:gd name="T16" fmla="*/ 11 w 73"/>
                  <a:gd name="T17" fmla="*/ 54 h 101"/>
                  <a:gd name="T18" fmla="*/ 21 w 73"/>
                  <a:gd name="T19" fmla="*/ 59 h 101"/>
                  <a:gd name="T20" fmla="*/ 31 w 73"/>
                  <a:gd name="T21" fmla="*/ 62 h 101"/>
                  <a:gd name="T22" fmla="*/ 39 w 73"/>
                  <a:gd name="T23" fmla="*/ 64 h 101"/>
                  <a:gd name="T24" fmla="*/ 42 w 73"/>
                  <a:gd name="T25" fmla="*/ 69 h 101"/>
                  <a:gd name="T26" fmla="*/ 40 w 73"/>
                  <a:gd name="T27" fmla="*/ 72 h 101"/>
                  <a:gd name="T28" fmla="*/ 34 w 73"/>
                  <a:gd name="T29" fmla="*/ 73 h 101"/>
                  <a:gd name="T30" fmla="*/ 24 w 73"/>
                  <a:gd name="T31" fmla="*/ 70 h 101"/>
                  <a:gd name="T32" fmla="*/ 18 w 73"/>
                  <a:gd name="T33" fmla="*/ 60 h 101"/>
                  <a:gd name="T34" fmla="*/ 1 w 73"/>
                  <a:gd name="T35" fmla="*/ 60 h 101"/>
                  <a:gd name="T36" fmla="*/ 1 w 73"/>
                  <a:gd name="T37" fmla="*/ 89 h 101"/>
                  <a:gd name="T38" fmla="*/ 18 w 73"/>
                  <a:gd name="T39" fmla="*/ 89 h 101"/>
                  <a:gd name="T40" fmla="*/ 18 w 73"/>
                  <a:gd name="T41" fmla="*/ 84 h 101"/>
                  <a:gd name="T42" fmla="*/ 30 w 73"/>
                  <a:gd name="T43" fmla="*/ 89 h 101"/>
                  <a:gd name="T44" fmla="*/ 30 w 73"/>
                  <a:gd name="T45" fmla="*/ 101 h 101"/>
                  <a:gd name="T46" fmla="*/ 43 w 73"/>
                  <a:gd name="T47" fmla="*/ 101 h 101"/>
                  <a:gd name="T48" fmla="*/ 43 w 73"/>
                  <a:gd name="T49" fmla="*/ 90 h 101"/>
                  <a:gd name="T50" fmla="*/ 55 w 73"/>
                  <a:gd name="T51" fmla="*/ 88 h 101"/>
                  <a:gd name="T52" fmla="*/ 64 w 73"/>
                  <a:gd name="T53" fmla="*/ 84 h 101"/>
                  <a:gd name="T54" fmla="*/ 71 w 73"/>
                  <a:gd name="T55" fmla="*/ 77 h 101"/>
                  <a:gd name="T56" fmla="*/ 73 w 73"/>
                  <a:gd name="T57" fmla="*/ 67 h 101"/>
                  <a:gd name="T58" fmla="*/ 70 w 73"/>
                  <a:gd name="T59" fmla="*/ 54 h 101"/>
                  <a:gd name="T60" fmla="*/ 62 w 73"/>
                  <a:gd name="T61" fmla="*/ 47 h 101"/>
                  <a:gd name="T62" fmla="*/ 52 w 73"/>
                  <a:gd name="T63" fmla="*/ 42 h 101"/>
                  <a:gd name="T64" fmla="*/ 42 w 73"/>
                  <a:gd name="T65" fmla="*/ 39 h 101"/>
                  <a:gd name="T66" fmla="*/ 34 w 73"/>
                  <a:gd name="T67" fmla="*/ 37 h 101"/>
                  <a:gd name="T68" fmla="*/ 31 w 73"/>
                  <a:gd name="T69" fmla="*/ 32 h 101"/>
                  <a:gd name="T70" fmla="*/ 33 w 73"/>
                  <a:gd name="T71" fmla="*/ 29 h 101"/>
                  <a:gd name="T72" fmla="*/ 38 w 73"/>
                  <a:gd name="T73" fmla="*/ 27 h 101"/>
                  <a:gd name="T74" fmla="*/ 43 w 73"/>
                  <a:gd name="T75" fmla="*/ 28 h 101"/>
                  <a:gd name="T76" fmla="*/ 48 w 73"/>
                  <a:gd name="T77" fmla="*/ 31 h 101"/>
                  <a:gd name="T78" fmla="*/ 52 w 73"/>
                  <a:gd name="T79" fmla="*/ 35 h 101"/>
                  <a:gd name="T80" fmla="*/ 54 w 73"/>
                  <a:gd name="T81" fmla="*/ 40 h 101"/>
                  <a:gd name="T82" fmla="*/ 71 w 73"/>
                  <a:gd name="T83" fmla="*/ 40 h 101"/>
                  <a:gd name="T84" fmla="*/ 71 w 73"/>
                  <a:gd name="T85" fmla="*/ 12 h 101"/>
                  <a:gd name="T86" fmla="*/ 54 w 73"/>
                  <a:gd name="T87" fmla="*/ 12 h 101"/>
                  <a:gd name="T88" fmla="*/ 54 w 73"/>
                  <a:gd name="T89" fmla="*/ 17 h 101"/>
                  <a:gd name="T90" fmla="*/ 49 w 73"/>
                  <a:gd name="T91" fmla="*/ 15 h 101"/>
                  <a:gd name="T92" fmla="*/ 43 w 73"/>
                  <a:gd name="T93" fmla="*/ 13 h 101"/>
                  <a:gd name="T94" fmla="*/ 43 w 73"/>
                  <a:gd name="T9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101">
                    <a:moveTo>
                      <a:pt x="43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1"/>
                      <a:pt x="22" y="11"/>
                      <a:pt x="19" y="13"/>
                    </a:cubicBezTo>
                    <a:cubicBezTo>
                      <a:pt x="15" y="14"/>
                      <a:pt x="12" y="15"/>
                      <a:pt x="9" y="17"/>
                    </a:cubicBezTo>
                    <a:cubicBezTo>
                      <a:pt x="7" y="19"/>
                      <a:pt x="4" y="21"/>
                      <a:pt x="3" y="24"/>
                    </a:cubicBezTo>
                    <a:cubicBezTo>
                      <a:pt x="1" y="27"/>
                      <a:pt x="0" y="31"/>
                      <a:pt x="0" y="34"/>
                    </a:cubicBezTo>
                    <a:cubicBezTo>
                      <a:pt x="0" y="39"/>
                      <a:pt x="1" y="44"/>
                      <a:pt x="3" y="47"/>
                    </a:cubicBezTo>
                    <a:cubicBezTo>
                      <a:pt x="5" y="50"/>
                      <a:pt x="8" y="52"/>
                      <a:pt x="11" y="54"/>
                    </a:cubicBezTo>
                    <a:cubicBezTo>
                      <a:pt x="14" y="56"/>
                      <a:pt x="17" y="58"/>
                      <a:pt x="21" y="59"/>
                    </a:cubicBezTo>
                    <a:cubicBezTo>
                      <a:pt x="25" y="60"/>
                      <a:pt x="28" y="61"/>
                      <a:pt x="31" y="62"/>
                    </a:cubicBezTo>
                    <a:cubicBezTo>
                      <a:pt x="34" y="62"/>
                      <a:pt x="37" y="63"/>
                      <a:pt x="39" y="64"/>
                    </a:cubicBezTo>
                    <a:cubicBezTo>
                      <a:pt x="41" y="65"/>
                      <a:pt x="42" y="67"/>
                      <a:pt x="42" y="69"/>
                    </a:cubicBezTo>
                    <a:cubicBezTo>
                      <a:pt x="42" y="70"/>
                      <a:pt x="41" y="71"/>
                      <a:pt x="40" y="72"/>
                    </a:cubicBezTo>
                    <a:cubicBezTo>
                      <a:pt x="39" y="73"/>
                      <a:pt x="37" y="73"/>
                      <a:pt x="34" y="73"/>
                    </a:cubicBezTo>
                    <a:cubicBezTo>
                      <a:pt x="31" y="73"/>
                      <a:pt x="27" y="72"/>
                      <a:pt x="24" y="70"/>
                    </a:cubicBezTo>
                    <a:cubicBezTo>
                      <a:pt x="21" y="68"/>
                      <a:pt x="19" y="64"/>
                      <a:pt x="18" y="60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2" y="86"/>
                      <a:pt x="26" y="88"/>
                      <a:pt x="30" y="89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43" y="101"/>
                      <a:pt x="43" y="101"/>
                      <a:pt x="43" y="101"/>
                    </a:cubicBezTo>
                    <a:cubicBezTo>
                      <a:pt x="43" y="90"/>
                      <a:pt x="43" y="90"/>
                      <a:pt x="43" y="90"/>
                    </a:cubicBezTo>
                    <a:cubicBezTo>
                      <a:pt x="47" y="90"/>
                      <a:pt x="51" y="89"/>
                      <a:pt x="55" y="88"/>
                    </a:cubicBezTo>
                    <a:cubicBezTo>
                      <a:pt x="58" y="87"/>
                      <a:pt x="62" y="86"/>
                      <a:pt x="64" y="84"/>
                    </a:cubicBezTo>
                    <a:cubicBezTo>
                      <a:pt x="67" y="82"/>
                      <a:pt x="69" y="80"/>
                      <a:pt x="71" y="77"/>
                    </a:cubicBezTo>
                    <a:cubicBezTo>
                      <a:pt x="72" y="74"/>
                      <a:pt x="73" y="71"/>
                      <a:pt x="73" y="67"/>
                    </a:cubicBezTo>
                    <a:cubicBezTo>
                      <a:pt x="73" y="62"/>
                      <a:pt x="72" y="58"/>
                      <a:pt x="70" y="54"/>
                    </a:cubicBezTo>
                    <a:cubicBezTo>
                      <a:pt x="68" y="51"/>
                      <a:pt x="65" y="49"/>
                      <a:pt x="62" y="47"/>
                    </a:cubicBezTo>
                    <a:cubicBezTo>
                      <a:pt x="59" y="45"/>
                      <a:pt x="56" y="43"/>
                      <a:pt x="52" y="42"/>
                    </a:cubicBezTo>
                    <a:cubicBezTo>
                      <a:pt x="48" y="41"/>
                      <a:pt x="45" y="40"/>
                      <a:pt x="42" y="39"/>
                    </a:cubicBezTo>
                    <a:cubicBezTo>
                      <a:pt x="39" y="38"/>
                      <a:pt x="36" y="38"/>
                      <a:pt x="34" y="37"/>
                    </a:cubicBezTo>
                    <a:cubicBezTo>
                      <a:pt x="32" y="36"/>
                      <a:pt x="31" y="34"/>
                      <a:pt x="31" y="32"/>
                    </a:cubicBezTo>
                    <a:cubicBezTo>
                      <a:pt x="31" y="31"/>
                      <a:pt x="32" y="30"/>
                      <a:pt x="33" y="29"/>
                    </a:cubicBezTo>
                    <a:cubicBezTo>
                      <a:pt x="34" y="28"/>
                      <a:pt x="36" y="27"/>
                      <a:pt x="38" y="27"/>
                    </a:cubicBezTo>
                    <a:cubicBezTo>
                      <a:pt x="40" y="27"/>
                      <a:pt x="42" y="28"/>
                      <a:pt x="43" y="28"/>
                    </a:cubicBezTo>
                    <a:cubicBezTo>
                      <a:pt x="45" y="29"/>
                      <a:pt x="47" y="30"/>
                      <a:pt x="48" y="31"/>
                    </a:cubicBezTo>
                    <a:cubicBezTo>
                      <a:pt x="49" y="32"/>
                      <a:pt x="51" y="33"/>
                      <a:pt x="52" y="35"/>
                    </a:cubicBezTo>
                    <a:cubicBezTo>
                      <a:pt x="53" y="36"/>
                      <a:pt x="53" y="38"/>
                      <a:pt x="54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7"/>
                      <a:pt x="54" y="17"/>
                      <a:pt x="54" y="17"/>
                    </a:cubicBezTo>
                    <a:cubicBezTo>
                      <a:pt x="52" y="16"/>
                      <a:pt x="51" y="15"/>
                      <a:pt x="49" y="15"/>
                    </a:cubicBezTo>
                    <a:cubicBezTo>
                      <a:pt x="48" y="14"/>
                      <a:pt x="46" y="13"/>
                      <a:pt x="43" y="13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8" name="Oval 117"/>
              <p:cNvSpPr>
                <a:spLocks noChangeArrowheads="1"/>
              </p:cNvSpPr>
              <p:nvPr/>
            </p:nvSpPr>
            <p:spPr bwMode="auto">
              <a:xfrm>
                <a:off x="4280097" y="2804896"/>
                <a:ext cx="296944" cy="297978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9" name="Oval 118"/>
              <p:cNvSpPr>
                <a:spLocks noChangeArrowheads="1"/>
              </p:cNvSpPr>
              <p:nvPr/>
            </p:nvSpPr>
            <p:spPr bwMode="auto">
              <a:xfrm>
                <a:off x="4311136" y="2835935"/>
                <a:ext cx="240038" cy="240038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0" name="Freeform 119"/>
              <p:cNvSpPr>
                <a:spLocks/>
              </p:cNvSpPr>
              <p:nvPr/>
            </p:nvSpPr>
            <p:spPr bwMode="auto">
              <a:xfrm>
                <a:off x="4379423" y="2880425"/>
                <a:ext cx="101395" cy="140712"/>
              </a:xfrm>
              <a:custGeom>
                <a:avLst/>
                <a:gdLst>
                  <a:gd name="T0" fmla="*/ 44 w 73"/>
                  <a:gd name="T1" fmla="*/ 0 h 101"/>
                  <a:gd name="T2" fmla="*/ 30 w 73"/>
                  <a:gd name="T3" fmla="*/ 0 h 101"/>
                  <a:gd name="T4" fmla="*/ 30 w 73"/>
                  <a:gd name="T5" fmla="*/ 11 h 101"/>
                  <a:gd name="T6" fmla="*/ 19 w 73"/>
                  <a:gd name="T7" fmla="*/ 13 h 101"/>
                  <a:gd name="T8" fmla="*/ 9 w 73"/>
                  <a:gd name="T9" fmla="*/ 17 h 101"/>
                  <a:gd name="T10" fmla="*/ 3 w 73"/>
                  <a:gd name="T11" fmla="*/ 25 h 101"/>
                  <a:gd name="T12" fmla="*/ 0 w 73"/>
                  <a:gd name="T13" fmla="*/ 34 h 101"/>
                  <a:gd name="T14" fmla="*/ 3 w 73"/>
                  <a:gd name="T15" fmla="*/ 47 h 101"/>
                  <a:gd name="T16" fmla="*/ 11 w 73"/>
                  <a:gd name="T17" fmla="*/ 55 h 101"/>
                  <a:gd name="T18" fmla="*/ 21 w 73"/>
                  <a:gd name="T19" fmla="*/ 59 h 101"/>
                  <a:gd name="T20" fmla="*/ 31 w 73"/>
                  <a:gd name="T21" fmla="*/ 62 h 101"/>
                  <a:gd name="T22" fmla="*/ 39 w 73"/>
                  <a:gd name="T23" fmla="*/ 65 h 101"/>
                  <a:gd name="T24" fmla="*/ 42 w 73"/>
                  <a:gd name="T25" fmla="*/ 69 h 101"/>
                  <a:gd name="T26" fmla="*/ 40 w 73"/>
                  <a:gd name="T27" fmla="*/ 72 h 101"/>
                  <a:gd name="T28" fmla="*/ 34 w 73"/>
                  <a:gd name="T29" fmla="*/ 74 h 101"/>
                  <a:gd name="T30" fmla="*/ 24 w 73"/>
                  <a:gd name="T31" fmla="*/ 70 h 101"/>
                  <a:gd name="T32" fmla="*/ 18 w 73"/>
                  <a:gd name="T33" fmla="*/ 60 h 101"/>
                  <a:gd name="T34" fmla="*/ 1 w 73"/>
                  <a:gd name="T35" fmla="*/ 60 h 101"/>
                  <a:gd name="T36" fmla="*/ 1 w 73"/>
                  <a:gd name="T37" fmla="*/ 89 h 101"/>
                  <a:gd name="T38" fmla="*/ 18 w 73"/>
                  <a:gd name="T39" fmla="*/ 89 h 101"/>
                  <a:gd name="T40" fmla="*/ 18 w 73"/>
                  <a:gd name="T41" fmla="*/ 84 h 101"/>
                  <a:gd name="T42" fmla="*/ 30 w 73"/>
                  <a:gd name="T43" fmla="*/ 89 h 101"/>
                  <a:gd name="T44" fmla="*/ 30 w 73"/>
                  <a:gd name="T45" fmla="*/ 101 h 101"/>
                  <a:gd name="T46" fmla="*/ 44 w 73"/>
                  <a:gd name="T47" fmla="*/ 101 h 101"/>
                  <a:gd name="T48" fmla="*/ 44 w 73"/>
                  <a:gd name="T49" fmla="*/ 90 h 101"/>
                  <a:gd name="T50" fmla="*/ 55 w 73"/>
                  <a:gd name="T51" fmla="*/ 89 h 101"/>
                  <a:gd name="T52" fmla="*/ 64 w 73"/>
                  <a:gd name="T53" fmla="*/ 84 h 101"/>
                  <a:gd name="T54" fmla="*/ 71 w 73"/>
                  <a:gd name="T55" fmla="*/ 77 h 101"/>
                  <a:gd name="T56" fmla="*/ 73 w 73"/>
                  <a:gd name="T57" fmla="*/ 67 h 101"/>
                  <a:gd name="T58" fmla="*/ 70 w 73"/>
                  <a:gd name="T59" fmla="*/ 54 h 101"/>
                  <a:gd name="T60" fmla="*/ 62 w 73"/>
                  <a:gd name="T61" fmla="*/ 47 h 101"/>
                  <a:gd name="T62" fmla="*/ 52 w 73"/>
                  <a:gd name="T63" fmla="*/ 42 h 101"/>
                  <a:gd name="T64" fmla="*/ 42 w 73"/>
                  <a:gd name="T65" fmla="*/ 39 h 101"/>
                  <a:gd name="T66" fmla="*/ 34 w 73"/>
                  <a:gd name="T67" fmla="*/ 37 h 101"/>
                  <a:gd name="T68" fmla="*/ 31 w 73"/>
                  <a:gd name="T69" fmla="*/ 32 h 101"/>
                  <a:gd name="T70" fmla="*/ 33 w 73"/>
                  <a:gd name="T71" fmla="*/ 29 h 101"/>
                  <a:gd name="T72" fmla="*/ 38 w 73"/>
                  <a:gd name="T73" fmla="*/ 28 h 101"/>
                  <a:gd name="T74" fmla="*/ 44 w 73"/>
                  <a:gd name="T75" fmla="*/ 29 h 101"/>
                  <a:gd name="T76" fmla="*/ 48 w 73"/>
                  <a:gd name="T77" fmla="*/ 31 h 101"/>
                  <a:gd name="T78" fmla="*/ 52 w 73"/>
                  <a:gd name="T79" fmla="*/ 35 h 101"/>
                  <a:gd name="T80" fmla="*/ 54 w 73"/>
                  <a:gd name="T81" fmla="*/ 40 h 101"/>
                  <a:gd name="T82" fmla="*/ 71 w 73"/>
                  <a:gd name="T83" fmla="*/ 40 h 101"/>
                  <a:gd name="T84" fmla="*/ 71 w 73"/>
                  <a:gd name="T85" fmla="*/ 12 h 101"/>
                  <a:gd name="T86" fmla="*/ 54 w 73"/>
                  <a:gd name="T87" fmla="*/ 12 h 101"/>
                  <a:gd name="T88" fmla="*/ 54 w 73"/>
                  <a:gd name="T89" fmla="*/ 17 h 101"/>
                  <a:gd name="T90" fmla="*/ 49 w 73"/>
                  <a:gd name="T91" fmla="*/ 15 h 101"/>
                  <a:gd name="T92" fmla="*/ 44 w 73"/>
                  <a:gd name="T93" fmla="*/ 13 h 101"/>
                  <a:gd name="T94" fmla="*/ 44 w 73"/>
                  <a:gd name="T9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101">
                    <a:moveTo>
                      <a:pt x="44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1"/>
                      <a:pt x="22" y="12"/>
                      <a:pt x="19" y="13"/>
                    </a:cubicBezTo>
                    <a:cubicBezTo>
                      <a:pt x="15" y="14"/>
                      <a:pt x="12" y="15"/>
                      <a:pt x="9" y="17"/>
                    </a:cubicBezTo>
                    <a:cubicBezTo>
                      <a:pt x="7" y="19"/>
                      <a:pt x="4" y="22"/>
                      <a:pt x="3" y="25"/>
                    </a:cubicBezTo>
                    <a:cubicBezTo>
                      <a:pt x="1" y="27"/>
                      <a:pt x="0" y="31"/>
                      <a:pt x="0" y="34"/>
                    </a:cubicBezTo>
                    <a:cubicBezTo>
                      <a:pt x="0" y="40"/>
                      <a:pt x="1" y="44"/>
                      <a:pt x="3" y="47"/>
                    </a:cubicBezTo>
                    <a:cubicBezTo>
                      <a:pt x="6" y="50"/>
                      <a:pt x="8" y="53"/>
                      <a:pt x="11" y="55"/>
                    </a:cubicBezTo>
                    <a:cubicBezTo>
                      <a:pt x="14" y="56"/>
                      <a:pt x="18" y="58"/>
                      <a:pt x="21" y="59"/>
                    </a:cubicBezTo>
                    <a:cubicBezTo>
                      <a:pt x="25" y="60"/>
                      <a:pt x="28" y="61"/>
                      <a:pt x="31" y="62"/>
                    </a:cubicBezTo>
                    <a:cubicBezTo>
                      <a:pt x="34" y="63"/>
                      <a:pt x="37" y="63"/>
                      <a:pt x="39" y="65"/>
                    </a:cubicBezTo>
                    <a:cubicBezTo>
                      <a:pt x="41" y="66"/>
                      <a:pt x="42" y="67"/>
                      <a:pt x="42" y="69"/>
                    </a:cubicBezTo>
                    <a:cubicBezTo>
                      <a:pt x="42" y="70"/>
                      <a:pt x="41" y="71"/>
                      <a:pt x="40" y="72"/>
                    </a:cubicBezTo>
                    <a:cubicBezTo>
                      <a:pt x="39" y="73"/>
                      <a:pt x="37" y="74"/>
                      <a:pt x="34" y="74"/>
                    </a:cubicBezTo>
                    <a:cubicBezTo>
                      <a:pt x="31" y="74"/>
                      <a:pt x="27" y="72"/>
                      <a:pt x="24" y="70"/>
                    </a:cubicBezTo>
                    <a:cubicBezTo>
                      <a:pt x="21" y="68"/>
                      <a:pt x="19" y="65"/>
                      <a:pt x="18" y="60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2" y="87"/>
                      <a:pt x="26" y="88"/>
                      <a:pt x="30" y="89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44" y="101"/>
                      <a:pt x="44" y="101"/>
                      <a:pt x="44" y="101"/>
                    </a:cubicBezTo>
                    <a:cubicBezTo>
                      <a:pt x="44" y="90"/>
                      <a:pt x="44" y="90"/>
                      <a:pt x="44" y="90"/>
                    </a:cubicBezTo>
                    <a:cubicBezTo>
                      <a:pt x="47" y="90"/>
                      <a:pt x="51" y="89"/>
                      <a:pt x="55" y="89"/>
                    </a:cubicBezTo>
                    <a:cubicBezTo>
                      <a:pt x="58" y="88"/>
                      <a:pt x="62" y="86"/>
                      <a:pt x="64" y="84"/>
                    </a:cubicBezTo>
                    <a:cubicBezTo>
                      <a:pt x="67" y="82"/>
                      <a:pt x="69" y="80"/>
                      <a:pt x="71" y="77"/>
                    </a:cubicBezTo>
                    <a:cubicBezTo>
                      <a:pt x="72" y="74"/>
                      <a:pt x="73" y="71"/>
                      <a:pt x="73" y="67"/>
                    </a:cubicBezTo>
                    <a:cubicBezTo>
                      <a:pt x="73" y="62"/>
                      <a:pt x="72" y="58"/>
                      <a:pt x="70" y="54"/>
                    </a:cubicBezTo>
                    <a:cubicBezTo>
                      <a:pt x="68" y="51"/>
                      <a:pt x="65" y="49"/>
                      <a:pt x="62" y="47"/>
                    </a:cubicBezTo>
                    <a:cubicBezTo>
                      <a:pt x="59" y="45"/>
                      <a:pt x="56" y="43"/>
                      <a:pt x="52" y="42"/>
                    </a:cubicBezTo>
                    <a:cubicBezTo>
                      <a:pt x="48" y="41"/>
                      <a:pt x="45" y="40"/>
                      <a:pt x="42" y="39"/>
                    </a:cubicBezTo>
                    <a:cubicBezTo>
                      <a:pt x="39" y="39"/>
                      <a:pt x="36" y="38"/>
                      <a:pt x="34" y="37"/>
                    </a:cubicBezTo>
                    <a:cubicBezTo>
                      <a:pt x="32" y="36"/>
                      <a:pt x="31" y="34"/>
                      <a:pt x="31" y="32"/>
                    </a:cubicBezTo>
                    <a:cubicBezTo>
                      <a:pt x="31" y="31"/>
                      <a:pt x="32" y="30"/>
                      <a:pt x="33" y="29"/>
                    </a:cubicBezTo>
                    <a:cubicBezTo>
                      <a:pt x="34" y="28"/>
                      <a:pt x="36" y="28"/>
                      <a:pt x="38" y="28"/>
                    </a:cubicBezTo>
                    <a:cubicBezTo>
                      <a:pt x="40" y="28"/>
                      <a:pt x="42" y="28"/>
                      <a:pt x="44" y="29"/>
                    </a:cubicBezTo>
                    <a:cubicBezTo>
                      <a:pt x="45" y="29"/>
                      <a:pt x="47" y="30"/>
                      <a:pt x="48" y="31"/>
                    </a:cubicBezTo>
                    <a:cubicBezTo>
                      <a:pt x="50" y="32"/>
                      <a:pt x="51" y="34"/>
                      <a:pt x="52" y="35"/>
                    </a:cubicBezTo>
                    <a:cubicBezTo>
                      <a:pt x="53" y="37"/>
                      <a:pt x="53" y="38"/>
                      <a:pt x="54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7"/>
                      <a:pt x="54" y="17"/>
                      <a:pt x="54" y="17"/>
                    </a:cubicBezTo>
                    <a:cubicBezTo>
                      <a:pt x="52" y="16"/>
                      <a:pt x="51" y="16"/>
                      <a:pt x="49" y="15"/>
                    </a:cubicBezTo>
                    <a:cubicBezTo>
                      <a:pt x="48" y="14"/>
                      <a:pt x="46" y="13"/>
                      <a:pt x="44" y="13"/>
                    </a:cubicBezTo>
                    <a:cubicBezTo>
                      <a:pt x="44" y="0"/>
                      <a:pt x="44" y="0"/>
                      <a:pt x="44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1" name="Oval 120"/>
              <p:cNvSpPr>
                <a:spLocks noChangeArrowheads="1"/>
              </p:cNvSpPr>
              <p:nvPr/>
            </p:nvSpPr>
            <p:spPr bwMode="auto">
              <a:xfrm>
                <a:off x="4636015" y="2823519"/>
                <a:ext cx="295909" cy="295909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2" name="Oval 121"/>
              <p:cNvSpPr>
                <a:spLocks noChangeArrowheads="1"/>
              </p:cNvSpPr>
              <p:nvPr/>
            </p:nvSpPr>
            <p:spPr bwMode="auto">
              <a:xfrm>
                <a:off x="4667054" y="2854559"/>
                <a:ext cx="237969" cy="240038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3" name="Freeform 122"/>
              <p:cNvSpPr>
                <a:spLocks/>
              </p:cNvSpPr>
              <p:nvPr/>
            </p:nvSpPr>
            <p:spPr bwMode="auto">
              <a:xfrm>
                <a:off x="4735341" y="2899049"/>
                <a:ext cx="101395" cy="140712"/>
              </a:xfrm>
              <a:custGeom>
                <a:avLst/>
                <a:gdLst>
                  <a:gd name="T0" fmla="*/ 43 w 73"/>
                  <a:gd name="T1" fmla="*/ 0 h 101"/>
                  <a:gd name="T2" fmla="*/ 30 w 73"/>
                  <a:gd name="T3" fmla="*/ 0 h 101"/>
                  <a:gd name="T4" fmla="*/ 30 w 73"/>
                  <a:gd name="T5" fmla="*/ 11 h 101"/>
                  <a:gd name="T6" fmla="*/ 18 w 73"/>
                  <a:gd name="T7" fmla="*/ 13 h 101"/>
                  <a:gd name="T8" fmla="*/ 9 w 73"/>
                  <a:gd name="T9" fmla="*/ 17 h 101"/>
                  <a:gd name="T10" fmla="*/ 2 w 73"/>
                  <a:gd name="T11" fmla="*/ 24 h 101"/>
                  <a:gd name="T12" fmla="*/ 0 w 73"/>
                  <a:gd name="T13" fmla="*/ 34 h 101"/>
                  <a:gd name="T14" fmla="*/ 3 w 73"/>
                  <a:gd name="T15" fmla="*/ 47 h 101"/>
                  <a:gd name="T16" fmla="*/ 11 w 73"/>
                  <a:gd name="T17" fmla="*/ 54 h 101"/>
                  <a:gd name="T18" fmla="*/ 21 w 73"/>
                  <a:gd name="T19" fmla="*/ 59 h 101"/>
                  <a:gd name="T20" fmla="*/ 31 w 73"/>
                  <a:gd name="T21" fmla="*/ 62 h 101"/>
                  <a:gd name="T22" fmla="*/ 38 w 73"/>
                  <a:gd name="T23" fmla="*/ 64 h 101"/>
                  <a:gd name="T24" fmla="*/ 42 w 73"/>
                  <a:gd name="T25" fmla="*/ 69 h 101"/>
                  <a:gd name="T26" fmla="*/ 40 w 73"/>
                  <a:gd name="T27" fmla="*/ 72 h 101"/>
                  <a:gd name="T28" fmla="*/ 34 w 73"/>
                  <a:gd name="T29" fmla="*/ 74 h 101"/>
                  <a:gd name="T30" fmla="*/ 24 w 73"/>
                  <a:gd name="T31" fmla="*/ 70 h 101"/>
                  <a:gd name="T32" fmla="*/ 18 w 73"/>
                  <a:gd name="T33" fmla="*/ 60 h 101"/>
                  <a:gd name="T34" fmla="*/ 1 w 73"/>
                  <a:gd name="T35" fmla="*/ 60 h 101"/>
                  <a:gd name="T36" fmla="*/ 1 w 73"/>
                  <a:gd name="T37" fmla="*/ 89 h 101"/>
                  <a:gd name="T38" fmla="*/ 18 w 73"/>
                  <a:gd name="T39" fmla="*/ 89 h 101"/>
                  <a:gd name="T40" fmla="*/ 18 w 73"/>
                  <a:gd name="T41" fmla="*/ 84 h 101"/>
                  <a:gd name="T42" fmla="*/ 30 w 73"/>
                  <a:gd name="T43" fmla="*/ 89 h 101"/>
                  <a:gd name="T44" fmla="*/ 30 w 73"/>
                  <a:gd name="T45" fmla="*/ 101 h 101"/>
                  <a:gd name="T46" fmla="*/ 43 w 73"/>
                  <a:gd name="T47" fmla="*/ 101 h 101"/>
                  <a:gd name="T48" fmla="*/ 43 w 73"/>
                  <a:gd name="T49" fmla="*/ 90 h 101"/>
                  <a:gd name="T50" fmla="*/ 55 w 73"/>
                  <a:gd name="T51" fmla="*/ 88 h 101"/>
                  <a:gd name="T52" fmla="*/ 64 w 73"/>
                  <a:gd name="T53" fmla="*/ 84 h 101"/>
                  <a:gd name="T54" fmla="*/ 71 w 73"/>
                  <a:gd name="T55" fmla="*/ 77 h 101"/>
                  <a:gd name="T56" fmla="*/ 73 w 73"/>
                  <a:gd name="T57" fmla="*/ 67 h 101"/>
                  <a:gd name="T58" fmla="*/ 70 w 73"/>
                  <a:gd name="T59" fmla="*/ 54 h 101"/>
                  <a:gd name="T60" fmla="*/ 62 w 73"/>
                  <a:gd name="T61" fmla="*/ 47 h 101"/>
                  <a:gd name="T62" fmla="*/ 52 w 73"/>
                  <a:gd name="T63" fmla="*/ 42 h 101"/>
                  <a:gd name="T64" fmla="*/ 42 w 73"/>
                  <a:gd name="T65" fmla="*/ 39 h 101"/>
                  <a:gd name="T66" fmla="*/ 34 w 73"/>
                  <a:gd name="T67" fmla="*/ 37 h 101"/>
                  <a:gd name="T68" fmla="*/ 31 w 73"/>
                  <a:gd name="T69" fmla="*/ 32 h 101"/>
                  <a:gd name="T70" fmla="*/ 33 w 73"/>
                  <a:gd name="T71" fmla="*/ 29 h 101"/>
                  <a:gd name="T72" fmla="*/ 38 w 73"/>
                  <a:gd name="T73" fmla="*/ 28 h 101"/>
                  <a:gd name="T74" fmla="*/ 43 w 73"/>
                  <a:gd name="T75" fmla="*/ 29 h 101"/>
                  <a:gd name="T76" fmla="*/ 48 w 73"/>
                  <a:gd name="T77" fmla="*/ 31 h 101"/>
                  <a:gd name="T78" fmla="*/ 51 w 73"/>
                  <a:gd name="T79" fmla="*/ 35 h 101"/>
                  <a:gd name="T80" fmla="*/ 53 w 73"/>
                  <a:gd name="T81" fmla="*/ 40 h 101"/>
                  <a:gd name="T82" fmla="*/ 71 w 73"/>
                  <a:gd name="T83" fmla="*/ 40 h 101"/>
                  <a:gd name="T84" fmla="*/ 71 w 73"/>
                  <a:gd name="T85" fmla="*/ 12 h 101"/>
                  <a:gd name="T86" fmla="*/ 53 w 73"/>
                  <a:gd name="T87" fmla="*/ 12 h 101"/>
                  <a:gd name="T88" fmla="*/ 53 w 73"/>
                  <a:gd name="T89" fmla="*/ 17 h 101"/>
                  <a:gd name="T90" fmla="*/ 49 w 73"/>
                  <a:gd name="T91" fmla="*/ 15 h 101"/>
                  <a:gd name="T92" fmla="*/ 43 w 73"/>
                  <a:gd name="T93" fmla="*/ 13 h 101"/>
                  <a:gd name="T94" fmla="*/ 43 w 73"/>
                  <a:gd name="T9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101">
                    <a:moveTo>
                      <a:pt x="43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1"/>
                      <a:pt x="22" y="12"/>
                      <a:pt x="18" y="13"/>
                    </a:cubicBezTo>
                    <a:cubicBezTo>
                      <a:pt x="15" y="14"/>
                      <a:pt x="12" y="15"/>
                      <a:pt x="9" y="17"/>
                    </a:cubicBezTo>
                    <a:cubicBezTo>
                      <a:pt x="6" y="19"/>
                      <a:pt x="4" y="22"/>
                      <a:pt x="2" y="24"/>
                    </a:cubicBezTo>
                    <a:cubicBezTo>
                      <a:pt x="1" y="27"/>
                      <a:pt x="0" y="31"/>
                      <a:pt x="0" y="34"/>
                    </a:cubicBezTo>
                    <a:cubicBezTo>
                      <a:pt x="0" y="40"/>
                      <a:pt x="1" y="44"/>
                      <a:pt x="3" y="47"/>
                    </a:cubicBezTo>
                    <a:cubicBezTo>
                      <a:pt x="5" y="50"/>
                      <a:pt x="8" y="53"/>
                      <a:pt x="11" y="54"/>
                    </a:cubicBezTo>
                    <a:cubicBezTo>
                      <a:pt x="14" y="56"/>
                      <a:pt x="17" y="58"/>
                      <a:pt x="21" y="59"/>
                    </a:cubicBezTo>
                    <a:cubicBezTo>
                      <a:pt x="24" y="60"/>
                      <a:pt x="28" y="61"/>
                      <a:pt x="31" y="62"/>
                    </a:cubicBezTo>
                    <a:cubicBezTo>
                      <a:pt x="34" y="63"/>
                      <a:pt x="36" y="63"/>
                      <a:pt x="38" y="64"/>
                    </a:cubicBezTo>
                    <a:cubicBezTo>
                      <a:pt x="40" y="66"/>
                      <a:pt x="42" y="67"/>
                      <a:pt x="42" y="69"/>
                    </a:cubicBezTo>
                    <a:cubicBezTo>
                      <a:pt x="42" y="70"/>
                      <a:pt x="41" y="71"/>
                      <a:pt x="40" y="72"/>
                    </a:cubicBezTo>
                    <a:cubicBezTo>
                      <a:pt x="39" y="73"/>
                      <a:pt x="37" y="74"/>
                      <a:pt x="34" y="74"/>
                    </a:cubicBezTo>
                    <a:cubicBezTo>
                      <a:pt x="30" y="74"/>
                      <a:pt x="27" y="72"/>
                      <a:pt x="24" y="70"/>
                    </a:cubicBezTo>
                    <a:cubicBezTo>
                      <a:pt x="21" y="68"/>
                      <a:pt x="19" y="65"/>
                      <a:pt x="18" y="60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2" y="87"/>
                      <a:pt x="26" y="88"/>
                      <a:pt x="30" y="89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43" y="101"/>
                      <a:pt x="43" y="101"/>
                      <a:pt x="43" y="101"/>
                    </a:cubicBezTo>
                    <a:cubicBezTo>
                      <a:pt x="43" y="90"/>
                      <a:pt x="43" y="90"/>
                      <a:pt x="43" y="90"/>
                    </a:cubicBezTo>
                    <a:cubicBezTo>
                      <a:pt x="47" y="90"/>
                      <a:pt x="51" y="89"/>
                      <a:pt x="55" y="88"/>
                    </a:cubicBezTo>
                    <a:cubicBezTo>
                      <a:pt x="58" y="88"/>
                      <a:pt x="61" y="86"/>
                      <a:pt x="64" y="84"/>
                    </a:cubicBezTo>
                    <a:cubicBezTo>
                      <a:pt x="67" y="82"/>
                      <a:pt x="69" y="80"/>
                      <a:pt x="71" y="77"/>
                    </a:cubicBezTo>
                    <a:cubicBezTo>
                      <a:pt x="72" y="74"/>
                      <a:pt x="73" y="71"/>
                      <a:pt x="73" y="67"/>
                    </a:cubicBezTo>
                    <a:cubicBezTo>
                      <a:pt x="73" y="62"/>
                      <a:pt x="72" y="58"/>
                      <a:pt x="70" y="54"/>
                    </a:cubicBezTo>
                    <a:cubicBezTo>
                      <a:pt x="68" y="51"/>
                      <a:pt x="65" y="49"/>
                      <a:pt x="62" y="47"/>
                    </a:cubicBezTo>
                    <a:cubicBezTo>
                      <a:pt x="59" y="45"/>
                      <a:pt x="55" y="43"/>
                      <a:pt x="52" y="42"/>
                    </a:cubicBezTo>
                    <a:cubicBezTo>
                      <a:pt x="48" y="41"/>
                      <a:pt x="45" y="40"/>
                      <a:pt x="42" y="39"/>
                    </a:cubicBezTo>
                    <a:cubicBezTo>
                      <a:pt x="39" y="39"/>
                      <a:pt x="36" y="38"/>
                      <a:pt x="34" y="37"/>
                    </a:cubicBezTo>
                    <a:cubicBezTo>
                      <a:pt x="32" y="36"/>
                      <a:pt x="31" y="34"/>
                      <a:pt x="31" y="32"/>
                    </a:cubicBezTo>
                    <a:cubicBezTo>
                      <a:pt x="31" y="31"/>
                      <a:pt x="31" y="30"/>
                      <a:pt x="33" y="29"/>
                    </a:cubicBezTo>
                    <a:cubicBezTo>
                      <a:pt x="34" y="28"/>
                      <a:pt x="36" y="28"/>
                      <a:pt x="38" y="28"/>
                    </a:cubicBezTo>
                    <a:cubicBezTo>
                      <a:pt x="40" y="28"/>
                      <a:pt x="41" y="28"/>
                      <a:pt x="43" y="29"/>
                    </a:cubicBezTo>
                    <a:cubicBezTo>
                      <a:pt x="45" y="29"/>
                      <a:pt x="46" y="30"/>
                      <a:pt x="48" y="31"/>
                    </a:cubicBezTo>
                    <a:cubicBezTo>
                      <a:pt x="49" y="32"/>
                      <a:pt x="50" y="34"/>
                      <a:pt x="51" y="35"/>
                    </a:cubicBezTo>
                    <a:cubicBezTo>
                      <a:pt x="52" y="37"/>
                      <a:pt x="53" y="38"/>
                      <a:pt x="53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53" y="12"/>
                      <a:pt x="53" y="12"/>
                      <a:pt x="53" y="12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2" y="16"/>
                      <a:pt x="51" y="16"/>
                      <a:pt x="49" y="15"/>
                    </a:cubicBezTo>
                    <a:cubicBezTo>
                      <a:pt x="47" y="14"/>
                      <a:pt x="45" y="13"/>
                      <a:pt x="43" y="13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4" name="Oval 123"/>
              <p:cNvSpPr>
                <a:spLocks noChangeArrowheads="1"/>
              </p:cNvSpPr>
              <p:nvPr/>
            </p:nvSpPr>
            <p:spPr bwMode="auto">
              <a:xfrm>
                <a:off x="2449808" y="2971474"/>
                <a:ext cx="330052" cy="331087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Oval 124"/>
              <p:cNvSpPr>
                <a:spLocks noChangeArrowheads="1"/>
              </p:cNvSpPr>
              <p:nvPr/>
            </p:nvSpPr>
            <p:spPr bwMode="auto">
              <a:xfrm>
                <a:off x="2478778" y="3000444"/>
                <a:ext cx="272112" cy="272112"/>
              </a:xfrm>
              <a:prstGeom prst="ellipse">
                <a:avLst/>
              </a:prstGeom>
              <a:solidFill>
                <a:srgbClr val="B49E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6" name="Oval 125"/>
              <p:cNvSpPr>
                <a:spLocks noChangeArrowheads="1"/>
              </p:cNvSpPr>
              <p:nvPr/>
            </p:nvSpPr>
            <p:spPr bwMode="auto">
              <a:xfrm>
                <a:off x="2478778" y="3000444"/>
                <a:ext cx="264869" cy="266939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7" name="Freeform 126"/>
              <p:cNvSpPr>
                <a:spLocks/>
              </p:cNvSpPr>
              <p:nvPr/>
            </p:nvSpPr>
            <p:spPr bwMode="auto">
              <a:xfrm>
                <a:off x="2559480" y="3055280"/>
                <a:ext cx="112777" cy="157266"/>
              </a:xfrm>
              <a:custGeom>
                <a:avLst/>
                <a:gdLst>
                  <a:gd name="T0" fmla="*/ 48 w 81"/>
                  <a:gd name="T1" fmla="*/ 0 h 113"/>
                  <a:gd name="T2" fmla="*/ 33 w 81"/>
                  <a:gd name="T3" fmla="*/ 0 h 113"/>
                  <a:gd name="T4" fmla="*/ 33 w 81"/>
                  <a:gd name="T5" fmla="*/ 13 h 113"/>
                  <a:gd name="T6" fmla="*/ 21 w 81"/>
                  <a:gd name="T7" fmla="*/ 15 h 113"/>
                  <a:gd name="T8" fmla="*/ 10 w 81"/>
                  <a:gd name="T9" fmla="*/ 20 h 113"/>
                  <a:gd name="T10" fmla="*/ 3 w 81"/>
                  <a:gd name="T11" fmla="*/ 28 h 113"/>
                  <a:gd name="T12" fmla="*/ 0 w 81"/>
                  <a:gd name="T13" fmla="*/ 39 h 113"/>
                  <a:gd name="T14" fmla="*/ 4 w 81"/>
                  <a:gd name="T15" fmla="*/ 53 h 113"/>
                  <a:gd name="T16" fmla="*/ 12 w 81"/>
                  <a:gd name="T17" fmla="*/ 61 h 113"/>
                  <a:gd name="T18" fmla="*/ 23 w 81"/>
                  <a:gd name="T19" fmla="*/ 66 h 113"/>
                  <a:gd name="T20" fmla="*/ 35 w 81"/>
                  <a:gd name="T21" fmla="*/ 69 h 113"/>
                  <a:gd name="T22" fmla="*/ 43 w 81"/>
                  <a:gd name="T23" fmla="*/ 72 h 113"/>
                  <a:gd name="T24" fmla="*/ 47 w 81"/>
                  <a:gd name="T25" fmla="*/ 77 h 113"/>
                  <a:gd name="T26" fmla="*/ 44 w 81"/>
                  <a:gd name="T27" fmla="*/ 81 h 113"/>
                  <a:gd name="T28" fmla="*/ 38 w 81"/>
                  <a:gd name="T29" fmla="*/ 82 h 113"/>
                  <a:gd name="T30" fmla="*/ 27 w 81"/>
                  <a:gd name="T31" fmla="*/ 78 h 113"/>
                  <a:gd name="T32" fmla="*/ 20 w 81"/>
                  <a:gd name="T33" fmla="*/ 68 h 113"/>
                  <a:gd name="T34" fmla="*/ 1 w 81"/>
                  <a:gd name="T35" fmla="*/ 68 h 113"/>
                  <a:gd name="T36" fmla="*/ 1 w 81"/>
                  <a:gd name="T37" fmla="*/ 99 h 113"/>
                  <a:gd name="T38" fmla="*/ 20 w 81"/>
                  <a:gd name="T39" fmla="*/ 99 h 113"/>
                  <a:gd name="T40" fmla="*/ 20 w 81"/>
                  <a:gd name="T41" fmla="*/ 94 h 113"/>
                  <a:gd name="T42" fmla="*/ 33 w 81"/>
                  <a:gd name="T43" fmla="*/ 100 h 113"/>
                  <a:gd name="T44" fmla="*/ 33 w 81"/>
                  <a:gd name="T45" fmla="*/ 113 h 113"/>
                  <a:gd name="T46" fmla="*/ 48 w 81"/>
                  <a:gd name="T47" fmla="*/ 113 h 113"/>
                  <a:gd name="T48" fmla="*/ 48 w 81"/>
                  <a:gd name="T49" fmla="*/ 101 h 113"/>
                  <a:gd name="T50" fmla="*/ 61 w 81"/>
                  <a:gd name="T51" fmla="*/ 99 h 113"/>
                  <a:gd name="T52" fmla="*/ 72 w 81"/>
                  <a:gd name="T53" fmla="*/ 94 h 113"/>
                  <a:gd name="T54" fmla="*/ 79 w 81"/>
                  <a:gd name="T55" fmla="*/ 86 h 113"/>
                  <a:gd name="T56" fmla="*/ 81 w 81"/>
                  <a:gd name="T57" fmla="*/ 75 h 113"/>
                  <a:gd name="T58" fmla="*/ 78 w 81"/>
                  <a:gd name="T59" fmla="*/ 61 h 113"/>
                  <a:gd name="T60" fmla="*/ 69 w 81"/>
                  <a:gd name="T61" fmla="*/ 52 h 113"/>
                  <a:gd name="T62" fmla="*/ 58 w 81"/>
                  <a:gd name="T63" fmla="*/ 47 h 113"/>
                  <a:gd name="T64" fmla="*/ 47 w 81"/>
                  <a:gd name="T65" fmla="*/ 44 h 113"/>
                  <a:gd name="T66" fmla="*/ 38 w 81"/>
                  <a:gd name="T67" fmla="*/ 41 h 113"/>
                  <a:gd name="T68" fmla="*/ 34 w 81"/>
                  <a:gd name="T69" fmla="*/ 36 h 113"/>
                  <a:gd name="T70" fmla="*/ 37 w 81"/>
                  <a:gd name="T71" fmla="*/ 33 h 113"/>
                  <a:gd name="T72" fmla="*/ 43 w 81"/>
                  <a:gd name="T73" fmla="*/ 31 h 113"/>
                  <a:gd name="T74" fmla="*/ 48 w 81"/>
                  <a:gd name="T75" fmla="*/ 32 h 113"/>
                  <a:gd name="T76" fmla="*/ 54 w 81"/>
                  <a:gd name="T77" fmla="*/ 35 h 113"/>
                  <a:gd name="T78" fmla="*/ 57 w 81"/>
                  <a:gd name="T79" fmla="*/ 39 h 113"/>
                  <a:gd name="T80" fmla="*/ 60 w 81"/>
                  <a:gd name="T81" fmla="*/ 45 h 113"/>
                  <a:gd name="T82" fmla="*/ 79 w 81"/>
                  <a:gd name="T83" fmla="*/ 45 h 113"/>
                  <a:gd name="T84" fmla="*/ 79 w 81"/>
                  <a:gd name="T85" fmla="*/ 14 h 113"/>
                  <a:gd name="T86" fmla="*/ 60 w 81"/>
                  <a:gd name="T87" fmla="*/ 14 h 113"/>
                  <a:gd name="T88" fmla="*/ 60 w 81"/>
                  <a:gd name="T89" fmla="*/ 19 h 113"/>
                  <a:gd name="T90" fmla="*/ 55 w 81"/>
                  <a:gd name="T91" fmla="*/ 17 h 113"/>
                  <a:gd name="T92" fmla="*/ 48 w 81"/>
                  <a:gd name="T93" fmla="*/ 15 h 113"/>
                  <a:gd name="T94" fmla="*/ 48 w 81"/>
                  <a:gd name="T95" fmla="*/ 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81" h="113">
                    <a:moveTo>
                      <a:pt x="48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33" y="13"/>
                      <a:pt x="33" y="13"/>
                      <a:pt x="33" y="13"/>
                    </a:cubicBezTo>
                    <a:cubicBezTo>
                      <a:pt x="29" y="13"/>
                      <a:pt x="25" y="13"/>
                      <a:pt x="21" y="15"/>
                    </a:cubicBezTo>
                    <a:cubicBezTo>
                      <a:pt x="17" y="16"/>
                      <a:pt x="13" y="17"/>
                      <a:pt x="10" y="20"/>
                    </a:cubicBezTo>
                    <a:cubicBezTo>
                      <a:pt x="7" y="22"/>
                      <a:pt x="5" y="24"/>
                      <a:pt x="3" y="28"/>
                    </a:cubicBezTo>
                    <a:cubicBezTo>
                      <a:pt x="1" y="31"/>
                      <a:pt x="0" y="35"/>
                      <a:pt x="0" y="39"/>
                    </a:cubicBezTo>
                    <a:cubicBezTo>
                      <a:pt x="0" y="45"/>
                      <a:pt x="1" y="49"/>
                      <a:pt x="4" y="53"/>
                    </a:cubicBezTo>
                    <a:cubicBezTo>
                      <a:pt x="6" y="56"/>
                      <a:pt x="9" y="59"/>
                      <a:pt x="12" y="61"/>
                    </a:cubicBezTo>
                    <a:cubicBezTo>
                      <a:pt x="16" y="63"/>
                      <a:pt x="19" y="65"/>
                      <a:pt x="23" y="66"/>
                    </a:cubicBezTo>
                    <a:cubicBezTo>
                      <a:pt x="27" y="67"/>
                      <a:pt x="31" y="68"/>
                      <a:pt x="35" y="69"/>
                    </a:cubicBezTo>
                    <a:cubicBezTo>
                      <a:pt x="38" y="70"/>
                      <a:pt x="41" y="71"/>
                      <a:pt x="43" y="72"/>
                    </a:cubicBezTo>
                    <a:cubicBezTo>
                      <a:pt x="45" y="73"/>
                      <a:pt x="47" y="75"/>
                      <a:pt x="47" y="77"/>
                    </a:cubicBezTo>
                    <a:cubicBezTo>
                      <a:pt x="47" y="78"/>
                      <a:pt x="46" y="80"/>
                      <a:pt x="44" y="81"/>
                    </a:cubicBezTo>
                    <a:cubicBezTo>
                      <a:pt x="43" y="82"/>
                      <a:pt x="41" y="82"/>
                      <a:pt x="38" y="82"/>
                    </a:cubicBezTo>
                    <a:cubicBezTo>
                      <a:pt x="34" y="82"/>
                      <a:pt x="30" y="81"/>
                      <a:pt x="27" y="78"/>
                    </a:cubicBezTo>
                    <a:cubicBezTo>
                      <a:pt x="23" y="76"/>
                      <a:pt x="21" y="72"/>
                      <a:pt x="20" y="68"/>
                    </a:cubicBezTo>
                    <a:cubicBezTo>
                      <a:pt x="1" y="68"/>
                      <a:pt x="1" y="68"/>
                      <a:pt x="1" y="68"/>
                    </a:cubicBezTo>
                    <a:cubicBezTo>
                      <a:pt x="1" y="99"/>
                      <a:pt x="1" y="99"/>
                      <a:pt x="1" y="99"/>
                    </a:cubicBezTo>
                    <a:cubicBezTo>
                      <a:pt x="20" y="99"/>
                      <a:pt x="20" y="99"/>
                      <a:pt x="20" y="99"/>
                    </a:cubicBezTo>
                    <a:cubicBezTo>
                      <a:pt x="20" y="94"/>
                      <a:pt x="20" y="94"/>
                      <a:pt x="20" y="94"/>
                    </a:cubicBezTo>
                    <a:cubicBezTo>
                      <a:pt x="25" y="97"/>
                      <a:pt x="29" y="99"/>
                      <a:pt x="33" y="100"/>
                    </a:cubicBezTo>
                    <a:cubicBezTo>
                      <a:pt x="33" y="113"/>
                      <a:pt x="33" y="113"/>
                      <a:pt x="33" y="113"/>
                    </a:cubicBezTo>
                    <a:cubicBezTo>
                      <a:pt x="48" y="113"/>
                      <a:pt x="48" y="113"/>
                      <a:pt x="48" y="113"/>
                    </a:cubicBezTo>
                    <a:cubicBezTo>
                      <a:pt x="48" y="101"/>
                      <a:pt x="48" y="101"/>
                      <a:pt x="48" y="101"/>
                    </a:cubicBezTo>
                    <a:cubicBezTo>
                      <a:pt x="53" y="101"/>
                      <a:pt x="57" y="100"/>
                      <a:pt x="61" y="99"/>
                    </a:cubicBezTo>
                    <a:cubicBezTo>
                      <a:pt x="65" y="98"/>
                      <a:pt x="68" y="96"/>
                      <a:pt x="72" y="94"/>
                    </a:cubicBezTo>
                    <a:cubicBezTo>
                      <a:pt x="75" y="92"/>
                      <a:pt x="77" y="89"/>
                      <a:pt x="79" y="86"/>
                    </a:cubicBezTo>
                    <a:cubicBezTo>
                      <a:pt x="81" y="83"/>
                      <a:pt x="81" y="79"/>
                      <a:pt x="81" y="75"/>
                    </a:cubicBezTo>
                    <a:cubicBezTo>
                      <a:pt x="81" y="69"/>
                      <a:pt x="80" y="65"/>
                      <a:pt x="78" y="61"/>
                    </a:cubicBezTo>
                    <a:cubicBezTo>
                      <a:pt x="76" y="57"/>
                      <a:pt x="73" y="55"/>
                      <a:pt x="69" y="52"/>
                    </a:cubicBezTo>
                    <a:cubicBezTo>
                      <a:pt x="66" y="50"/>
                      <a:pt x="62" y="49"/>
                      <a:pt x="58" y="47"/>
                    </a:cubicBezTo>
                    <a:cubicBezTo>
                      <a:pt x="54" y="46"/>
                      <a:pt x="50" y="45"/>
                      <a:pt x="47" y="44"/>
                    </a:cubicBezTo>
                    <a:cubicBezTo>
                      <a:pt x="43" y="43"/>
                      <a:pt x="40" y="42"/>
                      <a:pt x="38" y="41"/>
                    </a:cubicBezTo>
                    <a:cubicBezTo>
                      <a:pt x="36" y="40"/>
                      <a:pt x="34" y="39"/>
                      <a:pt x="34" y="36"/>
                    </a:cubicBezTo>
                    <a:cubicBezTo>
                      <a:pt x="34" y="35"/>
                      <a:pt x="35" y="33"/>
                      <a:pt x="37" y="33"/>
                    </a:cubicBezTo>
                    <a:cubicBezTo>
                      <a:pt x="38" y="32"/>
                      <a:pt x="40" y="31"/>
                      <a:pt x="43" y="31"/>
                    </a:cubicBezTo>
                    <a:cubicBezTo>
                      <a:pt x="45" y="31"/>
                      <a:pt x="46" y="32"/>
                      <a:pt x="48" y="32"/>
                    </a:cubicBezTo>
                    <a:cubicBezTo>
                      <a:pt x="50" y="33"/>
                      <a:pt x="52" y="34"/>
                      <a:pt x="54" y="35"/>
                    </a:cubicBezTo>
                    <a:cubicBezTo>
                      <a:pt x="55" y="36"/>
                      <a:pt x="56" y="38"/>
                      <a:pt x="57" y="39"/>
                    </a:cubicBezTo>
                    <a:cubicBezTo>
                      <a:pt x="59" y="41"/>
                      <a:pt x="59" y="43"/>
                      <a:pt x="60" y="45"/>
                    </a:cubicBezTo>
                    <a:cubicBezTo>
                      <a:pt x="79" y="45"/>
                      <a:pt x="79" y="45"/>
                      <a:pt x="79" y="45"/>
                    </a:cubicBezTo>
                    <a:cubicBezTo>
                      <a:pt x="79" y="14"/>
                      <a:pt x="79" y="14"/>
                      <a:pt x="79" y="14"/>
                    </a:cubicBezTo>
                    <a:cubicBezTo>
                      <a:pt x="60" y="14"/>
                      <a:pt x="60" y="14"/>
                      <a:pt x="60" y="14"/>
                    </a:cubicBezTo>
                    <a:cubicBezTo>
                      <a:pt x="60" y="19"/>
                      <a:pt x="60" y="19"/>
                      <a:pt x="60" y="19"/>
                    </a:cubicBezTo>
                    <a:cubicBezTo>
                      <a:pt x="58" y="19"/>
                      <a:pt x="57" y="18"/>
                      <a:pt x="55" y="17"/>
                    </a:cubicBezTo>
                    <a:cubicBezTo>
                      <a:pt x="53" y="16"/>
                      <a:pt x="51" y="15"/>
                      <a:pt x="48" y="15"/>
                    </a:cubicBezTo>
                    <a:cubicBezTo>
                      <a:pt x="48" y="0"/>
                      <a:pt x="48" y="0"/>
                      <a:pt x="48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8" name="Freeform 127"/>
              <p:cNvSpPr>
                <a:spLocks/>
              </p:cNvSpPr>
              <p:nvPr/>
            </p:nvSpPr>
            <p:spPr bwMode="auto">
              <a:xfrm>
                <a:off x="3485489" y="2268949"/>
                <a:ext cx="735634" cy="697351"/>
              </a:xfrm>
              <a:custGeom>
                <a:avLst/>
                <a:gdLst>
                  <a:gd name="T0" fmla="*/ 520 w 527"/>
                  <a:gd name="T1" fmla="*/ 187 h 499"/>
                  <a:gd name="T2" fmla="*/ 518 w 527"/>
                  <a:gd name="T3" fmla="*/ 214 h 499"/>
                  <a:gd name="T4" fmla="*/ 181 w 527"/>
                  <a:gd name="T5" fmla="*/ 492 h 499"/>
                  <a:gd name="T6" fmla="*/ 154 w 527"/>
                  <a:gd name="T7" fmla="*/ 489 h 499"/>
                  <a:gd name="T8" fmla="*/ 7 w 527"/>
                  <a:gd name="T9" fmla="*/ 311 h 499"/>
                  <a:gd name="T10" fmla="*/ 9 w 527"/>
                  <a:gd name="T11" fmla="*/ 284 h 499"/>
                  <a:gd name="T12" fmla="*/ 346 w 527"/>
                  <a:gd name="T13" fmla="*/ 6 h 499"/>
                  <a:gd name="T14" fmla="*/ 373 w 527"/>
                  <a:gd name="T15" fmla="*/ 9 h 499"/>
                  <a:gd name="T16" fmla="*/ 520 w 527"/>
                  <a:gd name="T17" fmla="*/ 187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7" h="499">
                    <a:moveTo>
                      <a:pt x="520" y="187"/>
                    </a:moveTo>
                    <a:cubicBezTo>
                      <a:pt x="527" y="195"/>
                      <a:pt x="526" y="207"/>
                      <a:pt x="518" y="214"/>
                    </a:cubicBezTo>
                    <a:cubicBezTo>
                      <a:pt x="181" y="492"/>
                      <a:pt x="181" y="492"/>
                      <a:pt x="181" y="492"/>
                    </a:cubicBezTo>
                    <a:cubicBezTo>
                      <a:pt x="173" y="499"/>
                      <a:pt x="161" y="498"/>
                      <a:pt x="154" y="489"/>
                    </a:cubicBezTo>
                    <a:cubicBezTo>
                      <a:pt x="7" y="311"/>
                      <a:pt x="7" y="311"/>
                      <a:pt x="7" y="311"/>
                    </a:cubicBezTo>
                    <a:cubicBezTo>
                      <a:pt x="0" y="303"/>
                      <a:pt x="1" y="291"/>
                      <a:pt x="9" y="284"/>
                    </a:cubicBezTo>
                    <a:cubicBezTo>
                      <a:pt x="346" y="6"/>
                      <a:pt x="346" y="6"/>
                      <a:pt x="346" y="6"/>
                    </a:cubicBezTo>
                    <a:cubicBezTo>
                      <a:pt x="354" y="0"/>
                      <a:pt x="367" y="1"/>
                      <a:pt x="373" y="9"/>
                    </a:cubicBezTo>
                    <a:cubicBezTo>
                      <a:pt x="520" y="187"/>
                      <a:pt x="520" y="187"/>
                      <a:pt x="520" y="187"/>
                    </a:cubicBezTo>
                  </a:path>
                </a:pathLst>
              </a:cu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9" name="Freeform 128"/>
              <p:cNvSpPr>
                <a:spLocks/>
              </p:cNvSpPr>
              <p:nvPr/>
            </p:nvSpPr>
            <p:spPr bwMode="auto">
              <a:xfrm>
                <a:off x="3528944" y="2321716"/>
                <a:ext cx="572160" cy="497665"/>
              </a:xfrm>
              <a:custGeom>
                <a:avLst/>
                <a:gdLst>
                  <a:gd name="T0" fmla="*/ 553 w 553"/>
                  <a:gd name="T1" fmla="*/ 72 h 481"/>
                  <a:gd name="T2" fmla="*/ 59 w 553"/>
                  <a:gd name="T3" fmla="*/ 481 h 481"/>
                  <a:gd name="T4" fmla="*/ 0 w 553"/>
                  <a:gd name="T5" fmla="*/ 409 h 481"/>
                  <a:gd name="T6" fmla="*/ 494 w 553"/>
                  <a:gd name="T7" fmla="*/ 0 h 481"/>
                  <a:gd name="T8" fmla="*/ 553 w 553"/>
                  <a:gd name="T9" fmla="*/ 72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3" h="481">
                    <a:moveTo>
                      <a:pt x="553" y="72"/>
                    </a:moveTo>
                    <a:lnTo>
                      <a:pt x="59" y="481"/>
                    </a:lnTo>
                    <a:lnTo>
                      <a:pt x="0" y="409"/>
                    </a:lnTo>
                    <a:lnTo>
                      <a:pt x="494" y="0"/>
                    </a:lnTo>
                    <a:lnTo>
                      <a:pt x="553" y="72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0" name="Freeform 129"/>
              <p:cNvSpPr>
                <a:spLocks/>
              </p:cNvSpPr>
              <p:nvPr/>
            </p:nvSpPr>
            <p:spPr bwMode="auto">
              <a:xfrm>
                <a:off x="3789675" y="2555546"/>
                <a:ext cx="199687" cy="168648"/>
              </a:xfrm>
              <a:custGeom>
                <a:avLst/>
                <a:gdLst>
                  <a:gd name="T0" fmla="*/ 193 w 193"/>
                  <a:gd name="T1" fmla="*/ 9 h 163"/>
                  <a:gd name="T2" fmla="*/ 7 w 193"/>
                  <a:gd name="T3" fmla="*/ 163 h 163"/>
                  <a:gd name="T4" fmla="*/ 0 w 193"/>
                  <a:gd name="T5" fmla="*/ 154 h 163"/>
                  <a:gd name="T6" fmla="*/ 185 w 193"/>
                  <a:gd name="T7" fmla="*/ 0 h 163"/>
                  <a:gd name="T8" fmla="*/ 193 w 193"/>
                  <a:gd name="T9" fmla="*/ 9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163">
                    <a:moveTo>
                      <a:pt x="193" y="9"/>
                    </a:moveTo>
                    <a:lnTo>
                      <a:pt x="7" y="163"/>
                    </a:lnTo>
                    <a:lnTo>
                      <a:pt x="0" y="154"/>
                    </a:lnTo>
                    <a:lnTo>
                      <a:pt x="185" y="0"/>
                    </a:lnTo>
                    <a:lnTo>
                      <a:pt x="193" y="9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1" name="Freeform 130"/>
              <p:cNvSpPr>
                <a:spLocks/>
              </p:cNvSpPr>
              <p:nvPr/>
            </p:nvSpPr>
            <p:spPr bwMode="auto">
              <a:xfrm>
                <a:off x="3813471" y="2585551"/>
                <a:ext cx="199687" cy="167613"/>
              </a:xfrm>
              <a:custGeom>
                <a:avLst/>
                <a:gdLst>
                  <a:gd name="T0" fmla="*/ 193 w 193"/>
                  <a:gd name="T1" fmla="*/ 9 h 162"/>
                  <a:gd name="T2" fmla="*/ 8 w 193"/>
                  <a:gd name="T3" fmla="*/ 162 h 162"/>
                  <a:gd name="T4" fmla="*/ 0 w 193"/>
                  <a:gd name="T5" fmla="*/ 153 h 162"/>
                  <a:gd name="T6" fmla="*/ 186 w 193"/>
                  <a:gd name="T7" fmla="*/ 0 h 162"/>
                  <a:gd name="T8" fmla="*/ 193 w 193"/>
                  <a:gd name="T9" fmla="*/ 9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162">
                    <a:moveTo>
                      <a:pt x="193" y="9"/>
                    </a:moveTo>
                    <a:lnTo>
                      <a:pt x="8" y="162"/>
                    </a:lnTo>
                    <a:lnTo>
                      <a:pt x="0" y="153"/>
                    </a:lnTo>
                    <a:lnTo>
                      <a:pt x="186" y="0"/>
                    </a:lnTo>
                    <a:lnTo>
                      <a:pt x="193" y="9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2" name="Freeform 131"/>
              <p:cNvSpPr>
                <a:spLocks/>
              </p:cNvSpPr>
              <p:nvPr/>
            </p:nvSpPr>
            <p:spPr bwMode="auto">
              <a:xfrm>
                <a:off x="3838303" y="2615556"/>
                <a:ext cx="199687" cy="167613"/>
              </a:xfrm>
              <a:custGeom>
                <a:avLst/>
                <a:gdLst>
                  <a:gd name="T0" fmla="*/ 193 w 193"/>
                  <a:gd name="T1" fmla="*/ 9 h 162"/>
                  <a:gd name="T2" fmla="*/ 7 w 193"/>
                  <a:gd name="T3" fmla="*/ 162 h 162"/>
                  <a:gd name="T4" fmla="*/ 0 w 193"/>
                  <a:gd name="T5" fmla="*/ 154 h 162"/>
                  <a:gd name="T6" fmla="*/ 187 w 193"/>
                  <a:gd name="T7" fmla="*/ 0 h 162"/>
                  <a:gd name="T8" fmla="*/ 193 w 193"/>
                  <a:gd name="T9" fmla="*/ 9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162">
                    <a:moveTo>
                      <a:pt x="193" y="9"/>
                    </a:moveTo>
                    <a:lnTo>
                      <a:pt x="7" y="162"/>
                    </a:lnTo>
                    <a:lnTo>
                      <a:pt x="0" y="154"/>
                    </a:lnTo>
                    <a:lnTo>
                      <a:pt x="187" y="0"/>
                    </a:lnTo>
                    <a:lnTo>
                      <a:pt x="193" y="9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3" name="Freeform 132"/>
              <p:cNvSpPr>
                <a:spLocks/>
              </p:cNvSpPr>
              <p:nvPr/>
            </p:nvSpPr>
            <p:spPr bwMode="auto">
              <a:xfrm>
                <a:off x="3636547" y="2720055"/>
                <a:ext cx="204860" cy="204860"/>
              </a:xfrm>
              <a:custGeom>
                <a:avLst/>
                <a:gdLst>
                  <a:gd name="T0" fmla="*/ 109 w 198"/>
                  <a:gd name="T1" fmla="*/ 0 h 198"/>
                  <a:gd name="T2" fmla="*/ 0 w 198"/>
                  <a:gd name="T3" fmla="*/ 89 h 198"/>
                  <a:gd name="T4" fmla="*/ 90 w 198"/>
                  <a:gd name="T5" fmla="*/ 198 h 198"/>
                  <a:gd name="T6" fmla="*/ 198 w 198"/>
                  <a:gd name="T7" fmla="*/ 108 h 198"/>
                  <a:gd name="T8" fmla="*/ 109 w 198"/>
                  <a:gd name="T9" fmla="*/ 0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8" h="198">
                    <a:moveTo>
                      <a:pt x="109" y="0"/>
                    </a:moveTo>
                    <a:lnTo>
                      <a:pt x="0" y="89"/>
                    </a:lnTo>
                    <a:lnTo>
                      <a:pt x="90" y="198"/>
                    </a:lnTo>
                    <a:lnTo>
                      <a:pt x="198" y="10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rgbClr val="F9F4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4" name="Freeform 133"/>
              <p:cNvSpPr>
                <a:spLocks/>
              </p:cNvSpPr>
              <p:nvPr/>
            </p:nvSpPr>
            <p:spPr bwMode="auto">
              <a:xfrm>
                <a:off x="3636547" y="2720055"/>
                <a:ext cx="204860" cy="204860"/>
              </a:xfrm>
              <a:custGeom>
                <a:avLst/>
                <a:gdLst>
                  <a:gd name="T0" fmla="*/ 109 w 198"/>
                  <a:gd name="T1" fmla="*/ 0 h 198"/>
                  <a:gd name="T2" fmla="*/ 0 w 198"/>
                  <a:gd name="T3" fmla="*/ 89 h 198"/>
                  <a:gd name="T4" fmla="*/ 90 w 198"/>
                  <a:gd name="T5" fmla="*/ 198 h 198"/>
                  <a:gd name="T6" fmla="*/ 198 w 198"/>
                  <a:gd name="T7" fmla="*/ 108 h 198"/>
                  <a:gd name="T8" fmla="*/ 109 w 198"/>
                  <a:gd name="T9" fmla="*/ 0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8" h="198">
                    <a:moveTo>
                      <a:pt x="109" y="0"/>
                    </a:moveTo>
                    <a:lnTo>
                      <a:pt x="0" y="89"/>
                    </a:lnTo>
                    <a:lnTo>
                      <a:pt x="90" y="198"/>
                    </a:lnTo>
                    <a:lnTo>
                      <a:pt x="198" y="108"/>
                    </a:lnTo>
                    <a:lnTo>
                      <a:pt x="10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Freeform 134"/>
              <p:cNvSpPr>
                <a:spLocks/>
              </p:cNvSpPr>
              <p:nvPr/>
            </p:nvSpPr>
            <p:spPr bwMode="auto">
              <a:xfrm>
                <a:off x="3677933" y="2757302"/>
                <a:ext cx="143816" cy="146920"/>
              </a:xfrm>
              <a:custGeom>
                <a:avLst/>
                <a:gdLst>
                  <a:gd name="T0" fmla="*/ 62 w 103"/>
                  <a:gd name="T1" fmla="*/ 52 h 105"/>
                  <a:gd name="T2" fmla="*/ 57 w 103"/>
                  <a:gd name="T3" fmla="*/ 49 h 105"/>
                  <a:gd name="T4" fmla="*/ 54 w 103"/>
                  <a:gd name="T5" fmla="*/ 33 h 105"/>
                  <a:gd name="T6" fmla="*/ 48 w 103"/>
                  <a:gd name="T7" fmla="*/ 22 h 105"/>
                  <a:gd name="T8" fmla="*/ 17 w 103"/>
                  <a:gd name="T9" fmla="*/ 14 h 105"/>
                  <a:gd name="T10" fmla="*/ 19 w 103"/>
                  <a:gd name="T11" fmla="*/ 46 h 105"/>
                  <a:gd name="T12" fmla="*/ 29 w 103"/>
                  <a:gd name="T13" fmla="*/ 53 h 105"/>
                  <a:gd name="T14" fmla="*/ 44 w 103"/>
                  <a:gd name="T15" fmla="*/ 60 h 105"/>
                  <a:gd name="T16" fmla="*/ 46 w 103"/>
                  <a:gd name="T17" fmla="*/ 66 h 105"/>
                  <a:gd name="T18" fmla="*/ 37 w 103"/>
                  <a:gd name="T19" fmla="*/ 105 h 105"/>
                  <a:gd name="T20" fmla="*/ 70 w 103"/>
                  <a:gd name="T21" fmla="*/ 78 h 105"/>
                  <a:gd name="T22" fmla="*/ 103 w 103"/>
                  <a:gd name="T23" fmla="*/ 51 h 105"/>
                  <a:gd name="T24" fmla="*/ 62 w 103"/>
                  <a:gd name="T25" fmla="*/ 52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3" h="105">
                    <a:moveTo>
                      <a:pt x="62" y="52"/>
                    </a:moveTo>
                    <a:cubicBezTo>
                      <a:pt x="61" y="53"/>
                      <a:pt x="57" y="49"/>
                      <a:pt x="57" y="49"/>
                    </a:cubicBezTo>
                    <a:cubicBezTo>
                      <a:pt x="57" y="49"/>
                      <a:pt x="58" y="40"/>
                      <a:pt x="54" y="33"/>
                    </a:cubicBezTo>
                    <a:cubicBezTo>
                      <a:pt x="56" y="31"/>
                      <a:pt x="52" y="22"/>
                      <a:pt x="48" y="22"/>
                    </a:cubicBezTo>
                    <a:cubicBezTo>
                      <a:pt x="46" y="20"/>
                      <a:pt x="35" y="0"/>
                      <a:pt x="17" y="14"/>
                    </a:cubicBezTo>
                    <a:cubicBezTo>
                      <a:pt x="0" y="29"/>
                      <a:pt x="17" y="43"/>
                      <a:pt x="19" y="46"/>
                    </a:cubicBezTo>
                    <a:cubicBezTo>
                      <a:pt x="19" y="50"/>
                      <a:pt x="26" y="56"/>
                      <a:pt x="29" y="53"/>
                    </a:cubicBezTo>
                    <a:cubicBezTo>
                      <a:pt x="35" y="59"/>
                      <a:pt x="44" y="60"/>
                      <a:pt x="44" y="60"/>
                    </a:cubicBezTo>
                    <a:cubicBezTo>
                      <a:pt x="44" y="60"/>
                      <a:pt x="48" y="64"/>
                      <a:pt x="46" y="66"/>
                    </a:cubicBezTo>
                    <a:cubicBezTo>
                      <a:pt x="42" y="71"/>
                      <a:pt x="29" y="96"/>
                      <a:pt x="37" y="105"/>
                    </a:cubicBezTo>
                    <a:cubicBezTo>
                      <a:pt x="70" y="78"/>
                      <a:pt x="70" y="78"/>
                      <a:pt x="70" y="78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95" y="41"/>
                      <a:pt x="68" y="49"/>
                      <a:pt x="62" y="52"/>
                    </a:cubicBez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6" name="Freeform 135"/>
              <p:cNvSpPr>
                <a:spLocks/>
              </p:cNvSpPr>
              <p:nvPr/>
            </p:nvSpPr>
            <p:spPr bwMode="auto">
              <a:xfrm>
                <a:off x="4042128" y="2436562"/>
                <a:ext cx="86910" cy="86910"/>
              </a:xfrm>
              <a:custGeom>
                <a:avLst/>
                <a:gdLst>
                  <a:gd name="T0" fmla="*/ 84 w 84"/>
                  <a:gd name="T1" fmla="*/ 46 h 84"/>
                  <a:gd name="T2" fmla="*/ 38 w 84"/>
                  <a:gd name="T3" fmla="*/ 84 h 84"/>
                  <a:gd name="T4" fmla="*/ 0 w 84"/>
                  <a:gd name="T5" fmla="*/ 38 h 84"/>
                  <a:gd name="T6" fmla="*/ 46 w 84"/>
                  <a:gd name="T7" fmla="*/ 0 h 84"/>
                  <a:gd name="T8" fmla="*/ 84 w 84"/>
                  <a:gd name="T9" fmla="*/ 4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84">
                    <a:moveTo>
                      <a:pt x="84" y="46"/>
                    </a:moveTo>
                    <a:lnTo>
                      <a:pt x="38" y="84"/>
                    </a:lnTo>
                    <a:lnTo>
                      <a:pt x="0" y="38"/>
                    </a:lnTo>
                    <a:lnTo>
                      <a:pt x="46" y="0"/>
                    </a:lnTo>
                    <a:lnTo>
                      <a:pt x="84" y="46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7" name="Freeform 136"/>
              <p:cNvSpPr>
                <a:spLocks/>
              </p:cNvSpPr>
              <p:nvPr/>
            </p:nvSpPr>
            <p:spPr bwMode="auto">
              <a:xfrm>
                <a:off x="4096964" y="2501745"/>
                <a:ext cx="86910" cy="86910"/>
              </a:xfrm>
              <a:custGeom>
                <a:avLst/>
                <a:gdLst>
                  <a:gd name="T0" fmla="*/ 84 w 84"/>
                  <a:gd name="T1" fmla="*/ 46 h 84"/>
                  <a:gd name="T2" fmla="*/ 38 w 84"/>
                  <a:gd name="T3" fmla="*/ 84 h 84"/>
                  <a:gd name="T4" fmla="*/ 0 w 84"/>
                  <a:gd name="T5" fmla="*/ 38 h 84"/>
                  <a:gd name="T6" fmla="*/ 46 w 84"/>
                  <a:gd name="T7" fmla="*/ 0 h 84"/>
                  <a:gd name="T8" fmla="*/ 84 w 84"/>
                  <a:gd name="T9" fmla="*/ 4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84">
                    <a:moveTo>
                      <a:pt x="84" y="46"/>
                    </a:moveTo>
                    <a:lnTo>
                      <a:pt x="38" y="84"/>
                    </a:lnTo>
                    <a:lnTo>
                      <a:pt x="0" y="38"/>
                    </a:lnTo>
                    <a:lnTo>
                      <a:pt x="46" y="0"/>
                    </a:lnTo>
                    <a:lnTo>
                      <a:pt x="84" y="46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8" name="Freeform 137"/>
              <p:cNvSpPr>
                <a:spLocks/>
              </p:cNvSpPr>
              <p:nvPr/>
            </p:nvSpPr>
            <p:spPr bwMode="auto">
              <a:xfrm>
                <a:off x="3758635" y="2920776"/>
                <a:ext cx="510081" cy="511115"/>
              </a:xfrm>
              <a:custGeom>
                <a:avLst/>
                <a:gdLst>
                  <a:gd name="T0" fmla="*/ 365 w 365"/>
                  <a:gd name="T1" fmla="*/ 183 h 366"/>
                  <a:gd name="T2" fmla="*/ 317 w 365"/>
                  <a:gd name="T3" fmla="*/ 239 h 366"/>
                  <a:gd name="T4" fmla="*/ 312 w 365"/>
                  <a:gd name="T5" fmla="*/ 312 h 366"/>
                  <a:gd name="T6" fmla="*/ 238 w 365"/>
                  <a:gd name="T7" fmla="*/ 318 h 366"/>
                  <a:gd name="T8" fmla="*/ 182 w 365"/>
                  <a:gd name="T9" fmla="*/ 366 h 366"/>
                  <a:gd name="T10" fmla="*/ 127 w 365"/>
                  <a:gd name="T11" fmla="*/ 318 h 366"/>
                  <a:gd name="T12" fmla="*/ 53 w 365"/>
                  <a:gd name="T13" fmla="*/ 312 h 366"/>
                  <a:gd name="T14" fmla="*/ 48 w 365"/>
                  <a:gd name="T15" fmla="*/ 239 h 366"/>
                  <a:gd name="T16" fmla="*/ 0 w 365"/>
                  <a:gd name="T17" fmla="*/ 183 h 366"/>
                  <a:gd name="T18" fmla="*/ 48 w 365"/>
                  <a:gd name="T19" fmla="*/ 127 h 366"/>
                  <a:gd name="T20" fmla="*/ 53 w 365"/>
                  <a:gd name="T21" fmla="*/ 54 h 366"/>
                  <a:gd name="T22" fmla="*/ 127 w 365"/>
                  <a:gd name="T23" fmla="*/ 48 h 366"/>
                  <a:gd name="T24" fmla="*/ 182 w 365"/>
                  <a:gd name="T25" fmla="*/ 0 h 366"/>
                  <a:gd name="T26" fmla="*/ 238 w 365"/>
                  <a:gd name="T27" fmla="*/ 48 h 366"/>
                  <a:gd name="T28" fmla="*/ 312 w 365"/>
                  <a:gd name="T29" fmla="*/ 54 h 366"/>
                  <a:gd name="T30" fmla="*/ 317 w 365"/>
                  <a:gd name="T31" fmla="*/ 127 h 366"/>
                  <a:gd name="T32" fmla="*/ 365 w 365"/>
                  <a:gd name="T33" fmla="*/ 183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65" h="366">
                    <a:moveTo>
                      <a:pt x="365" y="183"/>
                    </a:moveTo>
                    <a:cubicBezTo>
                      <a:pt x="365" y="205"/>
                      <a:pt x="325" y="220"/>
                      <a:pt x="317" y="239"/>
                    </a:cubicBezTo>
                    <a:cubicBezTo>
                      <a:pt x="309" y="259"/>
                      <a:pt x="327" y="297"/>
                      <a:pt x="312" y="312"/>
                    </a:cubicBezTo>
                    <a:cubicBezTo>
                      <a:pt x="297" y="328"/>
                      <a:pt x="258" y="310"/>
                      <a:pt x="238" y="318"/>
                    </a:cubicBezTo>
                    <a:cubicBezTo>
                      <a:pt x="219" y="326"/>
                      <a:pt x="205" y="366"/>
                      <a:pt x="182" y="366"/>
                    </a:cubicBezTo>
                    <a:cubicBezTo>
                      <a:pt x="160" y="366"/>
                      <a:pt x="146" y="326"/>
                      <a:pt x="127" y="318"/>
                    </a:cubicBezTo>
                    <a:cubicBezTo>
                      <a:pt x="107" y="310"/>
                      <a:pt x="68" y="328"/>
                      <a:pt x="53" y="312"/>
                    </a:cubicBezTo>
                    <a:cubicBezTo>
                      <a:pt x="38" y="297"/>
                      <a:pt x="56" y="259"/>
                      <a:pt x="48" y="239"/>
                    </a:cubicBezTo>
                    <a:cubicBezTo>
                      <a:pt x="40" y="220"/>
                      <a:pt x="0" y="205"/>
                      <a:pt x="0" y="183"/>
                    </a:cubicBezTo>
                    <a:cubicBezTo>
                      <a:pt x="0" y="161"/>
                      <a:pt x="40" y="147"/>
                      <a:pt x="48" y="127"/>
                    </a:cubicBezTo>
                    <a:cubicBezTo>
                      <a:pt x="56" y="107"/>
                      <a:pt x="38" y="69"/>
                      <a:pt x="53" y="54"/>
                    </a:cubicBezTo>
                    <a:cubicBezTo>
                      <a:pt x="68" y="39"/>
                      <a:pt x="107" y="57"/>
                      <a:pt x="127" y="48"/>
                    </a:cubicBezTo>
                    <a:cubicBezTo>
                      <a:pt x="146" y="40"/>
                      <a:pt x="160" y="0"/>
                      <a:pt x="182" y="0"/>
                    </a:cubicBezTo>
                    <a:cubicBezTo>
                      <a:pt x="205" y="0"/>
                      <a:pt x="219" y="40"/>
                      <a:pt x="238" y="48"/>
                    </a:cubicBezTo>
                    <a:cubicBezTo>
                      <a:pt x="258" y="57"/>
                      <a:pt x="297" y="39"/>
                      <a:pt x="312" y="54"/>
                    </a:cubicBezTo>
                    <a:cubicBezTo>
                      <a:pt x="327" y="69"/>
                      <a:pt x="309" y="107"/>
                      <a:pt x="317" y="127"/>
                    </a:cubicBezTo>
                    <a:cubicBezTo>
                      <a:pt x="325" y="147"/>
                      <a:pt x="365" y="161"/>
                      <a:pt x="365" y="183"/>
                    </a:cubicBez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9" name="Freeform 138"/>
              <p:cNvSpPr>
                <a:spLocks noEditPoints="1"/>
              </p:cNvSpPr>
              <p:nvPr/>
            </p:nvSpPr>
            <p:spPr bwMode="auto">
              <a:xfrm>
                <a:off x="3900381" y="3079077"/>
                <a:ext cx="227622" cy="196583"/>
              </a:xfrm>
              <a:custGeom>
                <a:avLst/>
                <a:gdLst>
                  <a:gd name="T0" fmla="*/ 3 w 163"/>
                  <a:gd name="T1" fmla="*/ 20 h 141"/>
                  <a:gd name="T2" fmla="*/ 22 w 163"/>
                  <a:gd name="T3" fmla="*/ 2 h 141"/>
                  <a:gd name="T4" fmla="*/ 51 w 163"/>
                  <a:gd name="T5" fmla="*/ 2 h 141"/>
                  <a:gd name="T6" fmla="*/ 70 w 163"/>
                  <a:gd name="T7" fmla="*/ 20 h 141"/>
                  <a:gd name="T8" fmla="*/ 70 w 163"/>
                  <a:gd name="T9" fmla="*/ 50 h 141"/>
                  <a:gd name="T10" fmla="*/ 51 w 163"/>
                  <a:gd name="T11" fmla="*/ 68 h 141"/>
                  <a:gd name="T12" fmla="*/ 22 w 163"/>
                  <a:gd name="T13" fmla="*/ 68 h 141"/>
                  <a:gd name="T14" fmla="*/ 3 w 163"/>
                  <a:gd name="T15" fmla="*/ 50 h 141"/>
                  <a:gd name="T16" fmla="*/ 118 w 163"/>
                  <a:gd name="T17" fmla="*/ 2 h 141"/>
                  <a:gd name="T18" fmla="*/ 44 w 163"/>
                  <a:gd name="T19" fmla="*/ 139 h 141"/>
                  <a:gd name="T20" fmla="*/ 118 w 163"/>
                  <a:gd name="T21" fmla="*/ 2 h 141"/>
                  <a:gd name="T22" fmla="*/ 29 w 163"/>
                  <a:gd name="T23" fmla="*/ 44 h 141"/>
                  <a:gd name="T24" fmla="*/ 32 w 163"/>
                  <a:gd name="T25" fmla="*/ 53 h 141"/>
                  <a:gd name="T26" fmla="*/ 40 w 163"/>
                  <a:gd name="T27" fmla="*/ 53 h 141"/>
                  <a:gd name="T28" fmla="*/ 43 w 163"/>
                  <a:gd name="T29" fmla="*/ 44 h 141"/>
                  <a:gd name="T30" fmla="*/ 42 w 163"/>
                  <a:gd name="T31" fmla="*/ 20 h 141"/>
                  <a:gd name="T32" fmla="*/ 30 w 163"/>
                  <a:gd name="T33" fmla="*/ 20 h 141"/>
                  <a:gd name="T34" fmla="*/ 90 w 163"/>
                  <a:gd name="T35" fmla="*/ 105 h 141"/>
                  <a:gd name="T36" fmla="*/ 101 w 163"/>
                  <a:gd name="T37" fmla="*/ 79 h 141"/>
                  <a:gd name="T38" fmla="*/ 127 w 163"/>
                  <a:gd name="T39" fmla="*/ 70 h 141"/>
                  <a:gd name="T40" fmla="*/ 153 w 163"/>
                  <a:gd name="T41" fmla="*/ 79 h 141"/>
                  <a:gd name="T42" fmla="*/ 163 w 163"/>
                  <a:gd name="T43" fmla="*/ 105 h 141"/>
                  <a:gd name="T44" fmla="*/ 153 w 163"/>
                  <a:gd name="T45" fmla="*/ 131 h 141"/>
                  <a:gd name="T46" fmla="*/ 127 w 163"/>
                  <a:gd name="T47" fmla="*/ 141 h 141"/>
                  <a:gd name="T48" fmla="*/ 101 w 163"/>
                  <a:gd name="T49" fmla="*/ 131 h 141"/>
                  <a:gd name="T50" fmla="*/ 90 w 163"/>
                  <a:gd name="T51" fmla="*/ 105 h 141"/>
                  <a:gd name="T52" fmla="*/ 119 w 163"/>
                  <a:gd name="T53" fmla="*/ 114 h 141"/>
                  <a:gd name="T54" fmla="*/ 123 w 163"/>
                  <a:gd name="T55" fmla="*/ 123 h 141"/>
                  <a:gd name="T56" fmla="*/ 130 w 163"/>
                  <a:gd name="T57" fmla="*/ 123 h 141"/>
                  <a:gd name="T58" fmla="*/ 134 w 163"/>
                  <a:gd name="T59" fmla="*/ 114 h 141"/>
                  <a:gd name="T60" fmla="*/ 133 w 163"/>
                  <a:gd name="T61" fmla="*/ 90 h 141"/>
                  <a:gd name="T62" fmla="*/ 121 w 163"/>
                  <a:gd name="T63" fmla="*/ 9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3" h="141">
                    <a:moveTo>
                      <a:pt x="0" y="35"/>
                    </a:moveTo>
                    <a:cubicBezTo>
                      <a:pt x="0" y="29"/>
                      <a:pt x="1" y="24"/>
                      <a:pt x="3" y="20"/>
                    </a:cubicBezTo>
                    <a:cubicBezTo>
                      <a:pt x="4" y="16"/>
                      <a:pt x="7" y="12"/>
                      <a:pt x="10" y="9"/>
                    </a:cubicBezTo>
                    <a:cubicBezTo>
                      <a:pt x="13" y="6"/>
                      <a:pt x="17" y="4"/>
                      <a:pt x="22" y="2"/>
                    </a:cubicBezTo>
                    <a:cubicBezTo>
                      <a:pt x="26" y="0"/>
                      <a:pt x="31" y="0"/>
                      <a:pt x="36" y="0"/>
                    </a:cubicBezTo>
                    <a:cubicBezTo>
                      <a:pt x="42" y="0"/>
                      <a:pt x="46" y="0"/>
                      <a:pt x="51" y="2"/>
                    </a:cubicBezTo>
                    <a:cubicBezTo>
                      <a:pt x="55" y="4"/>
                      <a:pt x="59" y="6"/>
                      <a:pt x="62" y="9"/>
                    </a:cubicBezTo>
                    <a:cubicBezTo>
                      <a:pt x="66" y="12"/>
                      <a:pt x="68" y="16"/>
                      <a:pt x="70" y="20"/>
                    </a:cubicBezTo>
                    <a:cubicBezTo>
                      <a:pt x="72" y="24"/>
                      <a:pt x="72" y="29"/>
                      <a:pt x="72" y="35"/>
                    </a:cubicBezTo>
                    <a:cubicBezTo>
                      <a:pt x="72" y="41"/>
                      <a:pt x="72" y="46"/>
                      <a:pt x="70" y="50"/>
                    </a:cubicBezTo>
                    <a:cubicBezTo>
                      <a:pt x="68" y="55"/>
                      <a:pt x="66" y="58"/>
                      <a:pt x="62" y="61"/>
                    </a:cubicBezTo>
                    <a:cubicBezTo>
                      <a:pt x="59" y="64"/>
                      <a:pt x="55" y="67"/>
                      <a:pt x="51" y="68"/>
                    </a:cubicBezTo>
                    <a:cubicBezTo>
                      <a:pt x="46" y="70"/>
                      <a:pt x="42" y="71"/>
                      <a:pt x="36" y="71"/>
                    </a:cubicBezTo>
                    <a:cubicBezTo>
                      <a:pt x="31" y="71"/>
                      <a:pt x="26" y="70"/>
                      <a:pt x="22" y="68"/>
                    </a:cubicBezTo>
                    <a:cubicBezTo>
                      <a:pt x="17" y="67"/>
                      <a:pt x="13" y="64"/>
                      <a:pt x="10" y="61"/>
                    </a:cubicBezTo>
                    <a:cubicBezTo>
                      <a:pt x="7" y="58"/>
                      <a:pt x="4" y="55"/>
                      <a:pt x="3" y="50"/>
                    </a:cubicBezTo>
                    <a:cubicBezTo>
                      <a:pt x="1" y="46"/>
                      <a:pt x="0" y="41"/>
                      <a:pt x="0" y="35"/>
                    </a:cubicBezTo>
                    <a:close/>
                    <a:moveTo>
                      <a:pt x="118" y="2"/>
                    </a:moveTo>
                    <a:cubicBezTo>
                      <a:pt x="145" y="2"/>
                      <a:pt x="145" y="2"/>
                      <a:pt x="145" y="2"/>
                    </a:cubicBezTo>
                    <a:cubicBezTo>
                      <a:pt x="44" y="139"/>
                      <a:pt x="44" y="139"/>
                      <a:pt x="44" y="139"/>
                    </a:cubicBezTo>
                    <a:cubicBezTo>
                      <a:pt x="18" y="139"/>
                      <a:pt x="18" y="139"/>
                      <a:pt x="18" y="139"/>
                    </a:cubicBezTo>
                    <a:lnTo>
                      <a:pt x="118" y="2"/>
                    </a:lnTo>
                    <a:close/>
                    <a:moveTo>
                      <a:pt x="29" y="35"/>
                    </a:moveTo>
                    <a:cubicBezTo>
                      <a:pt x="29" y="39"/>
                      <a:pt x="29" y="42"/>
                      <a:pt x="29" y="44"/>
                    </a:cubicBezTo>
                    <a:cubicBezTo>
                      <a:pt x="29" y="47"/>
                      <a:pt x="30" y="49"/>
                      <a:pt x="30" y="50"/>
                    </a:cubicBezTo>
                    <a:cubicBezTo>
                      <a:pt x="31" y="52"/>
                      <a:pt x="31" y="53"/>
                      <a:pt x="32" y="53"/>
                    </a:cubicBezTo>
                    <a:cubicBezTo>
                      <a:pt x="33" y="54"/>
                      <a:pt x="35" y="54"/>
                      <a:pt x="36" y="54"/>
                    </a:cubicBezTo>
                    <a:cubicBezTo>
                      <a:pt x="38" y="54"/>
                      <a:pt x="39" y="54"/>
                      <a:pt x="40" y="53"/>
                    </a:cubicBezTo>
                    <a:cubicBezTo>
                      <a:pt x="41" y="53"/>
                      <a:pt x="42" y="52"/>
                      <a:pt x="42" y="50"/>
                    </a:cubicBezTo>
                    <a:cubicBezTo>
                      <a:pt x="43" y="49"/>
                      <a:pt x="43" y="47"/>
                      <a:pt x="43" y="44"/>
                    </a:cubicBezTo>
                    <a:cubicBezTo>
                      <a:pt x="44" y="42"/>
                      <a:pt x="44" y="39"/>
                      <a:pt x="44" y="35"/>
                    </a:cubicBezTo>
                    <a:cubicBezTo>
                      <a:pt x="44" y="28"/>
                      <a:pt x="43" y="23"/>
                      <a:pt x="42" y="20"/>
                    </a:cubicBezTo>
                    <a:cubicBezTo>
                      <a:pt x="41" y="18"/>
                      <a:pt x="39" y="16"/>
                      <a:pt x="36" y="16"/>
                    </a:cubicBezTo>
                    <a:cubicBezTo>
                      <a:pt x="33" y="16"/>
                      <a:pt x="31" y="18"/>
                      <a:pt x="30" y="20"/>
                    </a:cubicBezTo>
                    <a:cubicBezTo>
                      <a:pt x="29" y="23"/>
                      <a:pt x="29" y="28"/>
                      <a:pt x="29" y="35"/>
                    </a:cubicBezTo>
                    <a:close/>
                    <a:moveTo>
                      <a:pt x="90" y="105"/>
                    </a:moveTo>
                    <a:cubicBezTo>
                      <a:pt x="90" y="99"/>
                      <a:pt x="91" y="94"/>
                      <a:pt x="93" y="90"/>
                    </a:cubicBezTo>
                    <a:cubicBezTo>
                      <a:pt x="95" y="86"/>
                      <a:pt x="97" y="82"/>
                      <a:pt x="101" y="79"/>
                    </a:cubicBezTo>
                    <a:cubicBezTo>
                      <a:pt x="104" y="76"/>
                      <a:pt x="108" y="74"/>
                      <a:pt x="112" y="72"/>
                    </a:cubicBezTo>
                    <a:cubicBezTo>
                      <a:pt x="116" y="70"/>
                      <a:pt x="121" y="70"/>
                      <a:pt x="127" y="70"/>
                    </a:cubicBezTo>
                    <a:cubicBezTo>
                      <a:pt x="132" y="70"/>
                      <a:pt x="137" y="70"/>
                      <a:pt x="141" y="72"/>
                    </a:cubicBezTo>
                    <a:cubicBezTo>
                      <a:pt x="146" y="74"/>
                      <a:pt x="150" y="76"/>
                      <a:pt x="153" y="79"/>
                    </a:cubicBezTo>
                    <a:cubicBezTo>
                      <a:pt x="156" y="82"/>
                      <a:pt x="158" y="86"/>
                      <a:pt x="160" y="90"/>
                    </a:cubicBezTo>
                    <a:cubicBezTo>
                      <a:pt x="162" y="94"/>
                      <a:pt x="163" y="99"/>
                      <a:pt x="163" y="105"/>
                    </a:cubicBezTo>
                    <a:cubicBezTo>
                      <a:pt x="163" y="111"/>
                      <a:pt x="162" y="116"/>
                      <a:pt x="160" y="120"/>
                    </a:cubicBezTo>
                    <a:cubicBezTo>
                      <a:pt x="158" y="125"/>
                      <a:pt x="156" y="128"/>
                      <a:pt x="153" y="131"/>
                    </a:cubicBezTo>
                    <a:cubicBezTo>
                      <a:pt x="150" y="134"/>
                      <a:pt x="146" y="137"/>
                      <a:pt x="141" y="138"/>
                    </a:cubicBezTo>
                    <a:cubicBezTo>
                      <a:pt x="137" y="140"/>
                      <a:pt x="132" y="141"/>
                      <a:pt x="127" y="141"/>
                    </a:cubicBezTo>
                    <a:cubicBezTo>
                      <a:pt x="121" y="141"/>
                      <a:pt x="116" y="140"/>
                      <a:pt x="112" y="138"/>
                    </a:cubicBezTo>
                    <a:cubicBezTo>
                      <a:pt x="108" y="137"/>
                      <a:pt x="104" y="134"/>
                      <a:pt x="101" y="131"/>
                    </a:cubicBezTo>
                    <a:cubicBezTo>
                      <a:pt x="97" y="128"/>
                      <a:pt x="95" y="125"/>
                      <a:pt x="93" y="120"/>
                    </a:cubicBezTo>
                    <a:cubicBezTo>
                      <a:pt x="91" y="116"/>
                      <a:pt x="90" y="111"/>
                      <a:pt x="90" y="105"/>
                    </a:cubicBezTo>
                    <a:close/>
                    <a:moveTo>
                      <a:pt x="119" y="105"/>
                    </a:moveTo>
                    <a:cubicBezTo>
                      <a:pt x="119" y="109"/>
                      <a:pt x="119" y="112"/>
                      <a:pt x="119" y="114"/>
                    </a:cubicBezTo>
                    <a:cubicBezTo>
                      <a:pt x="119" y="117"/>
                      <a:pt x="120" y="119"/>
                      <a:pt x="120" y="120"/>
                    </a:cubicBezTo>
                    <a:cubicBezTo>
                      <a:pt x="121" y="122"/>
                      <a:pt x="122" y="123"/>
                      <a:pt x="123" y="123"/>
                    </a:cubicBezTo>
                    <a:cubicBezTo>
                      <a:pt x="124" y="124"/>
                      <a:pt x="125" y="124"/>
                      <a:pt x="127" y="124"/>
                    </a:cubicBezTo>
                    <a:cubicBezTo>
                      <a:pt x="128" y="124"/>
                      <a:pt x="129" y="124"/>
                      <a:pt x="130" y="123"/>
                    </a:cubicBezTo>
                    <a:cubicBezTo>
                      <a:pt x="131" y="123"/>
                      <a:pt x="132" y="122"/>
                      <a:pt x="133" y="120"/>
                    </a:cubicBezTo>
                    <a:cubicBezTo>
                      <a:pt x="133" y="119"/>
                      <a:pt x="134" y="117"/>
                      <a:pt x="134" y="114"/>
                    </a:cubicBezTo>
                    <a:cubicBezTo>
                      <a:pt x="134" y="112"/>
                      <a:pt x="134" y="109"/>
                      <a:pt x="134" y="105"/>
                    </a:cubicBezTo>
                    <a:cubicBezTo>
                      <a:pt x="134" y="98"/>
                      <a:pt x="134" y="93"/>
                      <a:pt x="133" y="90"/>
                    </a:cubicBezTo>
                    <a:cubicBezTo>
                      <a:pt x="132" y="88"/>
                      <a:pt x="130" y="86"/>
                      <a:pt x="127" y="86"/>
                    </a:cubicBezTo>
                    <a:cubicBezTo>
                      <a:pt x="124" y="86"/>
                      <a:pt x="122" y="88"/>
                      <a:pt x="121" y="90"/>
                    </a:cubicBezTo>
                    <a:cubicBezTo>
                      <a:pt x="120" y="93"/>
                      <a:pt x="119" y="98"/>
                      <a:pt x="119" y="105"/>
                    </a:cubicBezTo>
                    <a:close/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0" name="Freeform 139"/>
              <p:cNvSpPr>
                <a:spLocks/>
              </p:cNvSpPr>
              <p:nvPr/>
            </p:nvSpPr>
            <p:spPr bwMode="auto">
              <a:xfrm>
                <a:off x="2969200" y="2617625"/>
                <a:ext cx="555605" cy="649758"/>
              </a:xfrm>
              <a:custGeom>
                <a:avLst/>
                <a:gdLst>
                  <a:gd name="T0" fmla="*/ 232 w 398"/>
                  <a:gd name="T1" fmla="*/ 75 h 465"/>
                  <a:gd name="T2" fmla="*/ 250 w 398"/>
                  <a:gd name="T3" fmla="*/ 4 h 465"/>
                  <a:gd name="T4" fmla="*/ 197 w 398"/>
                  <a:gd name="T5" fmla="*/ 28 h 465"/>
                  <a:gd name="T6" fmla="*/ 172 w 398"/>
                  <a:gd name="T7" fmla="*/ 25 h 465"/>
                  <a:gd name="T8" fmla="*/ 141 w 398"/>
                  <a:gd name="T9" fmla="*/ 22 h 465"/>
                  <a:gd name="T10" fmla="*/ 93 w 398"/>
                  <a:gd name="T11" fmla="*/ 45 h 465"/>
                  <a:gd name="T12" fmla="*/ 70 w 398"/>
                  <a:gd name="T13" fmla="*/ 43 h 465"/>
                  <a:gd name="T14" fmla="*/ 24 w 398"/>
                  <a:gd name="T15" fmla="*/ 50 h 465"/>
                  <a:gd name="T16" fmla="*/ 65 w 398"/>
                  <a:gd name="T17" fmla="*/ 107 h 465"/>
                  <a:gd name="T18" fmla="*/ 5 w 398"/>
                  <a:gd name="T19" fmla="*/ 282 h 465"/>
                  <a:gd name="T20" fmla="*/ 216 w 398"/>
                  <a:gd name="T21" fmla="*/ 438 h 465"/>
                  <a:gd name="T22" fmla="*/ 358 w 398"/>
                  <a:gd name="T23" fmla="*/ 218 h 465"/>
                  <a:gd name="T24" fmla="*/ 232 w 398"/>
                  <a:gd name="T25" fmla="*/ 75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8" h="465">
                    <a:moveTo>
                      <a:pt x="232" y="75"/>
                    </a:moveTo>
                    <a:cubicBezTo>
                      <a:pt x="232" y="75"/>
                      <a:pt x="284" y="9"/>
                      <a:pt x="250" y="4"/>
                    </a:cubicBezTo>
                    <a:cubicBezTo>
                      <a:pt x="216" y="0"/>
                      <a:pt x="214" y="25"/>
                      <a:pt x="197" y="28"/>
                    </a:cubicBezTo>
                    <a:cubicBezTo>
                      <a:pt x="188" y="30"/>
                      <a:pt x="181" y="27"/>
                      <a:pt x="172" y="25"/>
                    </a:cubicBezTo>
                    <a:cubicBezTo>
                      <a:pt x="163" y="22"/>
                      <a:pt x="153" y="19"/>
                      <a:pt x="141" y="22"/>
                    </a:cubicBezTo>
                    <a:cubicBezTo>
                      <a:pt x="109" y="28"/>
                      <a:pt x="108" y="44"/>
                      <a:pt x="93" y="45"/>
                    </a:cubicBezTo>
                    <a:cubicBezTo>
                      <a:pt x="85" y="45"/>
                      <a:pt x="78" y="44"/>
                      <a:pt x="70" y="43"/>
                    </a:cubicBezTo>
                    <a:cubicBezTo>
                      <a:pt x="55" y="41"/>
                      <a:pt x="39" y="39"/>
                      <a:pt x="24" y="50"/>
                    </a:cubicBezTo>
                    <a:cubicBezTo>
                      <a:pt x="1" y="67"/>
                      <a:pt x="65" y="107"/>
                      <a:pt x="65" y="107"/>
                    </a:cubicBezTo>
                    <a:cubicBezTo>
                      <a:pt x="65" y="107"/>
                      <a:pt x="0" y="183"/>
                      <a:pt x="5" y="282"/>
                    </a:cubicBezTo>
                    <a:cubicBezTo>
                      <a:pt x="10" y="381"/>
                      <a:pt x="66" y="465"/>
                      <a:pt x="216" y="438"/>
                    </a:cubicBezTo>
                    <a:cubicBezTo>
                      <a:pt x="366" y="410"/>
                      <a:pt x="398" y="324"/>
                      <a:pt x="358" y="218"/>
                    </a:cubicBezTo>
                    <a:cubicBezTo>
                      <a:pt x="318" y="112"/>
                      <a:pt x="232" y="75"/>
                      <a:pt x="232" y="75"/>
                    </a:cubicBezTo>
                  </a:path>
                </a:pathLst>
              </a:custGeom>
              <a:solidFill>
                <a:srgbClr val="4E7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1" name="Freeform 140"/>
              <p:cNvSpPr>
                <a:spLocks/>
              </p:cNvSpPr>
              <p:nvPr/>
            </p:nvSpPr>
            <p:spPr bwMode="auto">
              <a:xfrm>
                <a:off x="3133709" y="2848351"/>
                <a:ext cx="199687" cy="256592"/>
              </a:xfrm>
              <a:custGeom>
                <a:avLst/>
                <a:gdLst>
                  <a:gd name="T0" fmla="*/ 67 w 143"/>
                  <a:gd name="T1" fmla="*/ 0 h 184"/>
                  <a:gd name="T2" fmla="*/ 43 w 143"/>
                  <a:gd name="T3" fmla="*/ 4 h 184"/>
                  <a:gd name="T4" fmla="*/ 47 w 143"/>
                  <a:gd name="T5" fmla="*/ 24 h 184"/>
                  <a:gd name="T6" fmla="*/ 27 w 143"/>
                  <a:gd name="T7" fmla="*/ 30 h 184"/>
                  <a:gd name="T8" fmla="*/ 12 w 143"/>
                  <a:gd name="T9" fmla="*/ 42 h 184"/>
                  <a:gd name="T10" fmla="*/ 2 w 143"/>
                  <a:gd name="T11" fmla="*/ 57 h 184"/>
                  <a:gd name="T12" fmla="*/ 1 w 143"/>
                  <a:gd name="T13" fmla="*/ 75 h 184"/>
                  <a:gd name="T14" fmla="*/ 11 w 143"/>
                  <a:gd name="T15" fmla="*/ 96 h 184"/>
                  <a:gd name="T16" fmla="*/ 27 w 143"/>
                  <a:gd name="T17" fmla="*/ 107 h 184"/>
                  <a:gd name="T18" fmla="*/ 46 w 143"/>
                  <a:gd name="T19" fmla="*/ 112 h 184"/>
                  <a:gd name="T20" fmla="*/ 65 w 143"/>
                  <a:gd name="T21" fmla="*/ 113 h 184"/>
                  <a:gd name="T22" fmla="*/ 79 w 143"/>
                  <a:gd name="T23" fmla="*/ 116 h 184"/>
                  <a:gd name="T24" fmla="*/ 86 w 143"/>
                  <a:gd name="T25" fmla="*/ 123 h 184"/>
                  <a:gd name="T26" fmla="*/ 84 w 143"/>
                  <a:gd name="T27" fmla="*/ 129 h 184"/>
                  <a:gd name="T28" fmla="*/ 74 w 143"/>
                  <a:gd name="T29" fmla="*/ 134 h 184"/>
                  <a:gd name="T30" fmla="*/ 69 w 143"/>
                  <a:gd name="T31" fmla="*/ 134 h 184"/>
                  <a:gd name="T32" fmla="*/ 55 w 143"/>
                  <a:gd name="T33" fmla="*/ 131 h 184"/>
                  <a:gd name="T34" fmla="*/ 41 w 143"/>
                  <a:gd name="T35" fmla="*/ 115 h 184"/>
                  <a:gd name="T36" fmla="*/ 11 w 143"/>
                  <a:gd name="T37" fmla="*/ 121 h 184"/>
                  <a:gd name="T38" fmla="*/ 20 w 143"/>
                  <a:gd name="T39" fmla="*/ 172 h 184"/>
                  <a:gd name="T40" fmla="*/ 51 w 143"/>
                  <a:gd name="T41" fmla="*/ 166 h 184"/>
                  <a:gd name="T42" fmla="*/ 49 w 143"/>
                  <a:gd name="T43" fmla="*/ 158 h 184"/>
                  <a:gd name="T44" fmla="*/ 72 w 143"/>
                  <a:gd name="T45" fmla="*/ 163 h 184"/>
                  <a:gd name="T46" fmla="*/ 76 w 143"/>
                  <a:gd name="T47" fmla="*/ 184 h 184"/>
                  <a:gd name="T48" fmla="*/ 99 w 143"/>
                  <a:gd name="T49" fmla="*/ 179 h 184"/>
                  <a:gd name="T50" fmla="*/ 96 w 143"/>
                  <a:gd name="T51" fmla="*/ 160 h 184"/>
                  <a:gd name="T52" fmla="*/ 116 w 143"/>
                  <a:gd name="T53" fmla="*/ 153 h 184"/>
                  <a:gd name="T54" fmla="*/ 131 w 143"/>
                  <a:gd name="T55" fmla="*/ 143 h 184"/>
                  <a:gd name="T56" fmla="*/ 140 w 143"/>
                  <a:gd name="T57" fmla="*/ 128 h 184"/>
                  <a:gd name="T58" fmla="*/ 141 w 143"/>
                  <a:gd name="T59" fmla="*/ 109 h 184"/>
                  <a:gd name="T60" fmla="*/ 132 w 143"/>
                  <a:gd name="T61" fmla="*/ 88 h 184"/>
                  <a:gd name="T62" fmla="*/ 115 w 143"/>
                  <a:gd name="T63" fmla="*/ 77 h 184"/>
                  <a:gd name="T64" fmla="*/ 96 w 143"/>
                  <a:gd name="T65" fmla="*/ 72 h 184"/>
                  <a:gd name="T66" fmla="*/ 77 w 143"/>
                  <a:gd name="T67" fmla="*/ 71 h 184"/>
                  <a:gd name="T68" fmla="*/ 62 w 143"/>
                  <a:gd name="T69" fmla="*/ 68 h 184"/>
                  <a:gd name="T70" fmla="*/ 55 w 143"/>
                  <a:gd name="T71" fmla="*/ 62 h 184"/>
                  <a:gd name="T72" fmla="*/ 57 w 143"/>
                  <a:gd name="T73" fmla="*/ 55 h 184"/>
                  <a:gd name="T74" fmla="*/ 67 w 143"/>
                  <a:gd name="T75" fmla="*/ 51 h 184"/>
                  <a:gd name="T76" fmla="*/ 71 w 143"/>
                  <a:gd name="T77" fmla="*/ 50 h 184"/>
                  <a:gd name="T78" fmla="*/ 76 w 143"/>
                  <a:gd name="T79" fmla="*/ 51 h 184"/>
                  <a:gd name="T80" fmla="*/ 85 w 143"/>
                  <a:gd name="T81" fmla="*/ 54 h 184"/>
                  <a:gd name="T82" fmla="*/ 93 w 143"/>
                  <a:gd name="T83" fmla="*/ 60 h 184"/>
                  <a:gd name="T84" fmla="*/ 98 w 143"/>
                  <a:gd name="T85" fmla="*/ 68 h 184"/>
                  <a:gd name="T86" fmla="*/ 128 w 143"/>
                  <a:gd name="T87" fmla="*/ 62 h 184"/>
                  <a:gd name="T88" fmla="*/ 119 w 143"/>
                  <a:gd name="T89" fmla="*/ 13 h 184"/>
                  <a:gd name="T90" fmla="*/ 89 w 143"/>
                  <a:gd name="T91" fmla="*/ 18 h 184"/>
                  <a:gd name="T92" fmla="*/ 90 w 143"/>
                  <a:gd name="T93" fmla="*/ 27 h 184"/>
                  <a:gd name="T94" fmla="*/ 82 w 143"/>
                  <a:gd name="T95" fmla="*/ 24 h 184"/>
                  <a:gd name="T96" fmla="*/ 71 w 143"/>
                  <a:gd name="T97" fmla="*/ 22 h 184"/>
                  <a:gd name="T98" fmla="*/ 67 w 143"/>
                  <a:gd name="T99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43" h="184">
                    <a:moveTo>
                      <a:pt x="67" y="0"/>
                    </a:moveTo>
                    <a:cubicBezTo>
                      <a:pt x="43" y="4"/>
                      <a:pt x="43" y="4"/>
                      <a:pt x="43" y="4"/>
                    </a:cubicBezTo>
                    <a:cubicBezTo>
                      <a:pt x="47" y="24"/>
                      <a:pt x="47" y="24"/>
                      <a:pt x="47" y="24"/>
                    </a:cubicBezTo>
                    <a:cubicBezTo>
                      <a:pt x="40" y="25"/>
                      <a:pt x="33" y="27"/>
                      <a:pt x="27" y="30"/>
                    </a:cubicBezTo>
                    <a:cubicBezTo>
                      <a:pt x="21" y="34"/>
                      <a:pt x="16" y="37"/>
                      <a:pt x="12" y="42"/>
                    </a:cubicBezTo>
                    <a:cubicBezTo>
                      <a:pt x="7" y="46"/>
                      <a:pt x="4" y="51"/>
                      <a:pt x="2" y="57"/>
                    </a:cubicBezTo>
                    <a:cubicBezTo>
                      <a:pt x="0" y="62"/>
                      <a:pt x="0" y="69"/>
                      <a:pt x="1" y="75"/>
                    </a:cubicBezTo>
                    <a:cubicBezTo>
                      <a:pt x="3" y="84"/>
                      <a:pt x="6" y="91"/>
                      <a:pt x="11" y="96"/>
                    </a:cubicBezTo>
                    <a:cubicBezTo>
                      <a:pt x="16" y="101"/>
                      <a:pt x="21" y="105"/>
                      <a:pt x="27" y="107"/>
                    </a:cubicBezTo>
                    <a:cubicBezTo>
                      <a:pt x="33" y="110"/>
                      <a:pt x="39" y="111"/>
                      <a:pt x="46" y="112"/>
                    </a:cubicBezTo>
                    <a:cubicBezTo>
                      <a:pt x="53" y="112"/>
                      <a:pt x="59" y="113"/>
                      <a:pt x="65" y="113"/>
                    </a:cubicBezTo>
                    <a:cubicBezTo>
                      <a:pt x="70" y="114"/>
                      <a:pt x="75" y="115"/>
                      <a:pt x="79" y="116"/>
                    </a:cubicBezTo>
                    <a:cubicBezTo>
                      <a:pt x="83" y="117"/>
                      <a:pt x="86" y="120"/>
                      <a:pt x="86" y="123"/>
                    </a:cubicBezTo>
                    <a:cubicBezTo>
                      <a:pt x="87" y="125"/>
                      <a:pt x="86" y="127"/>
                      <a:pt x="84" y="129"/>
                    </a:cubicBezTo>
                    <a:cubicBezTo>
                      <a:pt x="82" y="131"/>
                      <a:pt x="79" y="133"/>
                      <a:pt x="74" y="134"/>
                    </a:cubicBezTo>
                    <a:cubicBezTo>
                      <a:pt x="72" y="134"/>
                      <a:pt x="71" y="134"/>
                      <a:pt x="69" y="134"/>
                    </a:cubicBezTo>
                    <a:cubicBezTo>
                      <a:pt x="64" y="134"/>
                      <a:pt x="59" y="133"/>
                      <a:pt x="55" y="131"/>
                    </a:cubicBezTo>
                    <a:cubicBezTo>
                      <a:pt x="49" y="128"/>
                      <a:pt x="44" y="122"/>
                      <a:pt x="41" y="115"/>
                    </a:cubicBezTo>
                    <a:cubicBezTo>
                      <a:pt x="11" y="121"/>
                      <a:pt x="11" y="121"/>
                      <a:pt x="11" y="121"/>
                    </a:cubicBezTo>
                    <a:cubicBezTo>
                      <a:pt x="20" y="172"/>
                      <a:pt x="20" y="172"/>
                      <a:pt x="20" y="172"/>
                    </a:cubicBezTo>
                    <a:cubicBezTo>
                      <a:pt x="51" y="166"/>
                      <a:pt x="51" y="166"/>
                      <a:pt x="51" y="166"/>
                    </a:cubicBezTo>
                    <a:cubicBezTo>
                      <a:pt x="49" y="158"/>
                      <a:pt x="49" y="158"/>
                      <a:pt x="49" y="158"/>
                    </a:cubicBezTo>
                    <a:cubicBezTo>
                      <a:pt x="57" y="161"/>
                      <a:pt x="65" y="162"/>
                      <a:pt x="72" y="163"/>
                    </a:cubicBezTo>
                    <a:cubicBezTo>
                      <a:pt x="76" y="184"/>
                      <a:pt x="76" y="184"/>
                      <a:pt x="76" y="184"/>
                    </a:cubicBezTo>
                    <a:cubicBezTo>
                      <a:pt x="99" y="179"/>
                      <a:pt x="99" y="179"/>
                      <a:pt x="99" y="179"/>
                    </a:cubicBezTo>
                    <a:cubicBezTo>
                      <a:pt x="96" y="160"/>
                      <a:pt x="96" y="160"/>
                      <a:pt x="96" y="160"/>
                    </a:cubicBezTo>
                    <a:cubicBezTo>
                      <a:pt x="103" y="158"/>
                      <a:pt x="109" y="156"/>
                      <a:pt x="116" y="153"/>
                    </a:cubicBezTo>
                    <a:cubicBezTo>
                      <a:pt x="122" y="151"/>
                      <a:pt x="127" y="147"/>
                      <a:pt x="131" y="143"/>
                    </a:cubicBezTo>
                    <a:cubicBezTo>
                      <a:pt x="135" y="139"/>
                      <a:pt x="138" y="134"/>
                      <a:pt x="140" y="128"/>
                    </a:cubicBezTo>
                    <a:cubicBezTo>
                      <a:pt x="142" y="123"/>
                      <a:pt x="143" y="116"/>
                      <a:pt x="141" y="109"/>
                    </a:cubicBezTo>
                    <a:cubicBezTo>
                      <a:pt x="140" y="100"/>
                      <a:pt x="136" y="93"/>
                      <a:pt x="132" y="88"/>
                    </a:cubicBezTo>
                    <a:cubicBezTo>
                      <a:pt x="127" y="83"/>
                      <a:pt x="121" y="79"/>
                      <a:pt x="115" y="77"/>
                    </a:cubicBezTo>
                    <a:cubicBezTo>
                      <a:pt x="109" y="74"/>
                      <a:pt x="103" y="73"/>
                      <a:pt x="96" y="72"/>
                    </a:cubicBezTo>
                    <a:cubicBezTo>
                      <a:pt x="89" y="72"/>
                      <a:pt x="83" y="71"/>
                      <a:pt x="77" y="71"/>
                    </a:cubicBezTo>
                    <a:cubicBezTo>
                      <a:pt x="71" y="70"/>
                      <a:pt x="66" y="69"/>
                      <a:pt x="62" y="68"/>
                    </a:cubicBezTo>
                    <a:cubicBezTo>
                      <a:pt x="58" y="67"/>
                      <a:pt x="55" y="65"/>
                      <a:pt x="55" y="62"/>
                    </a:cubicBezTo>
                    <a:cubicBezTo>
                      <a:pt x="54" y="59"/>
                      <a:pt x="55" y="56"/>
                      <a:pt x="57" y="55"/>
                    </a:cubicBezTo>
                    <a:cubicBezTo>
                      <a:pt x="60" y="53"/>
                      <a:pt x="63" y="51"/>
                      <a:pt x="67" y="51"/>
                    </a:cubicBezTo>
                    <a:cubicBezTo>
                      <a:pt x="68" y="50"/>
                      <a:pt x="70" y="50"/>
                      <a:pt x="71" y="50"/>
                    </a:cubicBezTo>
                    <a:cubicBezTo>
                      <a:pt x="73" y="50"/>
                      <a:pt x="74" y="50"/>
                      <a:pt x="76" y="51"/>
                    </a:cubicBezTo>
                    <a:cubicBezTo>
                      <a:pt x="79" y="51"/>
                      <a:pt x="82" y="52"/>
                      <a:pt x="85" y="54"/>
                    </a:cubicBezTo>
                    <a:cubicBezTo>
                      <a:pt x="88" y="55"/>
                      <a:pt x="90" y="57"/>
                      <a:pt x="93" y="60"/>
                    </a:cubicBezTo>
                    <a:cubicBezTo>
                      <a:pt x="95" y="62"/>
                      <a:pt x="97" y="65"/>
                      <a:pt x="98" y="68"/>
                    </a:cubicBezTo>
                    <a:cubicBezTo>
                      <a:pt x="128" y="62"/>
                      <a:pt x="128" y="62"/>
                      <a:pt x="128" y="6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89" y="18"/>
                      <a:pt x="89" y="18"/>
                      <a:pt x="89" y="18"/>
                    </a:cubicBezTo>
                    <a:cubicBezTo>
                      <a:pt x="90" y="27"/>
                      <a:pt x="90" y="27"/>
                      <a:pt x="90" y="27"/>
                    </a:cubicBezTo>
                    <a:cubicBezTo>
                      <a:pt x="88" y="26"/>
                      <a:pt x="85" y="25"/>
                      <a:pt x="82" y="24"/>
                    </a:cubicBezTo>
                    <a:cubicBezTo>
                      <a:pt x="78" y="23"/>
                      <a:pt x="75" y="23"/>
                      <a:pt x="71" y="22"/>
                    </a:cubicBezTo>
                    <a:cubicBezTo>
                      <a:pt x="67" y="0"/>
                      <a:pt x="67" y="0"/>
                      <a:pt x="67" y="0"/>
                    </a:cubicBezTo>
                  </a:path>
                </a:pathLst>
              </a:custGeom>
              <a:solidFill>
                <a:srgbClr val="A7BB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2" name="Freeform 141"/>
              <p:cNvSpPr>
                <a:spLocks/>
              </p:cNvSpPr>
              <p:nvPr/>
            </p:nvSpPr>
            <p:spPr bwMode="auto">
              <a:xfrm>
                <a:off x="3043694" y="2705570"/>
                <a:ext cx="265904" cy="77599"/>
              </a:xfrm>
              <a:custGeom>
                <a:avLst/>
                <a:gdLst>
                  <a:gd name="T0" fmla="*/ 89 w 190"/>
                  <a:gd name="T1" fmla="*/ 44 h 55"/>
                  <a:gd name="T2" fmla="*/ 12 w 190"/>
                  <a:gd name="T3" fmla="*/ 55 h 55"/>
                  <a:gd name="T4" fmla="*/ 0 w 190"/>
                  <a:gd name="T5" fmla="*/ 45 h 55"/>
                  <a:gd name="T6" fmla="*/ 10 w 190"/>
                  <a:gd name="T7" fmla="*/ 33 h 55"/>
                  <a:gd name="T8" fmla="*/ 175 w 190"/>
                  <a:gd name="T9" fmla="*/ 2 h 55"/>
                  <a:gd name="T10" fmla="*/ 188 w 190"/>
                  <a:gd name="T11" fmla="*/ 9 h 55"/>
                  <a:gd name="T12" fmla="*/ 181 w 190"/>
                  <a:gd name="T13" fmla="*/ 22 h 55"/>
                  <a:gd name="T14" fmla="*/ 89 w 190"/>
                  <a:gd name="T15" fmla="*/ 4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0" h="55">
                    <a:moveTo>
                      <a:pt x="89" y="44"/>
                    </a:moveTo>
                    <a:cubicBezTo>
                      <a:pt x="66" y="49"/>
                      <a:pt x="40" y="52"/>
                      <a:pt x="12" y="55"/>
                    </a:cubicBezTo>
                    <a:cubicBezTo>
                      <a:pt x="6" y="55"/>
                      <a:pt x="1" y="51"/>
                      <a:pt x="0" y="45"/>
                    </a:cubicBezTo>
                    <a:cubicBezTo>
                      <a:pt x="0" y="39"/>
                      <a:pt x="4" y="34"/>
                      <a:pt x="10" y="33"/>
                    </a:cubicBezTo>
                    <a:cubicBezTo>
                      <a:pt x="98" y="26"/>
                      <a:pt x="174" y="2"/>
                      <a:pt x="175" y="2"/>
                    </a:cubicBezTo>
                    <a:cubicBezTo>
                      <a:pt x="181" y="0"/>
                      <a:pt x="186" y="3"/>
                      <a:pt x="188" y="9"/>
                    </a:cubicBezTo>
                    <a:cubicBezTo>
                      <a:pt x="190" y="14"/>
                      <a:pt x="187" y="20"/>
                      <a:pt x="181" y="22"/>
                    </a:cubicBezTo>
                    <a:cubicBezTo>
                      <a:pt x="179" y="23"/>
                      <a:pt x="142" y="35"/>
                      <a:pt x="89" y="44"/>
                    </a:cubicBez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9" name="Freeform 148"/>
              <p:cNvSpPr>
                <a:spLocks/>
              </p:cNvSpPr>
              <p:nvPr/>
            </p:nvSpPr>
            <p:spPr bwMode="auto">
              <a:xfrm>
                <a:off x="4328725" y="2440700"/>
                <a:ext cx="207964" cy="191410"/>
              </a:xfrm>
              <a:custGeom>
                <a:avLst/>
                <a:gdLst>
                  <a:gd name="T0" fmla="*/ 74 w 149"/>
                  <a:gd name="T1" fmla="*/ 0 h 137"/>
                  <a:gd name="T2" fmla="*/ 67 w 149"/>
                  <a:gd name="T3" fmla="*/ 5 h 137"/>
                  <a:gd name="T4" fmla="*/ 56 w 149"/>
                  <a:gd name="T5" fmla="*/ 28 h 137"/>
                  <a:gd name="T6" fmla="*/ 35 w 149"/>
                  <a:gd name="T7" fmla="*/ 44 h 137"/>
                  <a:gd name="T8" fmla="*/ 10 w 149"/>
                  <a:gd name="T9" fmla="*/ 47 h 137"/>
                  <a:gd name="T10" fmla="*/ 5 w 149"/>
                  <a:gd name="T11" fmla="*/ 60 h 137"/>
                  <a:gd name="T12" fmla="*/ 24 w 149"/>
                  <a:gd name="T13" fmla="*/ 78 h 137"/>
                  <a:gd name="T14" fmla="*/ 32 w 149"/>
                  <a:gd name="T15" fmla="*/ 103 h 137"/>
                  <a:gd name="T16" fmla="*/ 28 w 149"/>
                  <a:gd name="T17" fmla="*/ 128 h 137"/>
                  <a:gd name="T18" fmla="*/ 33 w 149"/>
                  <a:gd name="T19" fmla="*/ 137 h 137"/>
                  <a:gd name="T20" fmla="*/ 38 w 149"/>
                  <a:gd name="T21" fmla="*/ 136 h 137"/>
                  <a:gd name="T22" fmla="*/ 61 w 149"/>
                  <a:gd name="T23" fmla="*/ 124 h 137"/>
                  <a:gd name="T24" fmla="*/ 74 w 149"/>
                  <a:gd name="T25" fmla="*/ 121 h 137"/>
                  <a:gd name="T26" fmla="*/ 87 w 149"/>
                  <a:gd name="T27" fmla="*/ 124 h 137"/>
                  <a:gd name="T28" fmla="*/ 110 w 149"/>
                  <a:gd name="T29" fmla="*/ 136 h 137"/>
                  <a:gd name="T30" fmla="*/ 115 w 149"/>
                  <a:gd name="T31" fmla="*/ 137 h 137"/>
                  <a:gd name="T32" fmla="*/ 121 w 149"/>
                  <a:gd name="T33" fmla="*/ 128 h 137"/>
                  <a:gd name="T34" fmla="*/ 116 w 149"/>
                  <a:gd name="T35" fmla="*/ 103 h 137"/>
                  <a:gd name="T36" fmla="*/ 125 w 149"/>
                  <a:gd name="T37" fmla="*/ 78 h 137"/>
                  <a:gd name="T38" fmla="*/ 143 w 149"/>
                  <a:gd name="T39" fmla="*/ 60 h 137"/>
                  <a:gd name="T40" fmla="*/ 139 w 149"/>
                  <a:gd name="T41" fmla="*/ 47 h 137"/>
                  <a:gd name="T42" fmla="*/ 113 w 149"/>
                  <a:gd name="T43" fmla="*/ 44 h 137"/>
                  <a:gd name="T44" fmla="*/ 92 w 149"/>
                  <a:gd name="T45" fmla="*/ 28 h 137"/>
                  <a:gd name="T46" fmla="*/ 81 w 149"/>
                  <a:gd name="T47" fmla="*/ 5 h 137"/>
                  <a:gd name="T48" fmla="*/ 74 w 149"/>
                  <a:gd name="T49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9" h="137">
                    <a:moveTo>
                      <a:pt x="74" y="0"/>
                    </a:moveTo>
                    <a:cubicBezTo>
                      <a:pt x="72" y="0"/>
                      <a:pt x="69" y="1"/>
                      <a:pt x="67" y="5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53" y="35"/>
                      <a:pt x="43" y="42"/>
                      <a:pt x="35" y="44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1" y="48"/>
                      <a:pt x="0" y="54"/>
                      <a:pt x="5" y="60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30" y="83"/>
                      <a:pt x="33" y="95"/>
                      <a:pt x="32" y="103"/>
                    </a:cubicBezTo>
                    <a:cubicBezTo>
                      <a:pt x="28" y="128"/>
                      <a:pt x="28" y="128"/>
                      <a:pt x="28" y="128"/>
                    </a:cubicBezTo>
                    <a:cubicBezTo>
                      <a:pt x="27" y="134"/>
                      <a:pt x="29" y="137"/>
                      <a:pt x="33" y="137"/>
                    </a:cubicBezTo>
                    <a:cubicBezTo>
                      <a:pt x="35" y="137"/>
                      <a:pt x="36" y="137"/>
                      <a:pt x="38" y="136"/>
                    </a:cubicBezTo>
                    <a:cubicBezTo>
                      <a:pt x="61" y="124"/>
                      <a:pt x="61" y="124"/>
                      <a:pt x="61" y="124"/>
                    </a:cubicBezTo>
                    <a:cubicBezTo>
                      <a:pt x="64" y="122"/>
                      <a:pt x="69" y="121"/>
                      <a:pt x="74" y="121"/>
                    </a:cubicBezTo>
                    <a:cubicBezTo>
                      <a:pt x="79" y="121"/>
                      <a:pt x="84" y="122"/>
                      <a:pt x="87" y="124"/>
                    </a:cubicBezTo>
                    <a:cubicBezTo>
                      <a:pt x="110" y="136"/>
                      <a:pt x="110" y="136"/>
                      <a:pt x="110" y="136"/>
                    </a:cubicBezTo>
                    <a:cubicBezTo>
                      <a:pt x="112" y="137"/>
                      <a:pt x="114" y="137"/>
                      <a:pt x="115" y="137"/>
                    </a:cubicBezTo>
                    <a:cubicBezTo>
                      <a:pt x="119" y="137"/>
                      <a:pt x="122" y="134"/>
                      <a:pt x="121" y="128"/>
                    </a:cubicBezTo>
                    <a:cubicBezTo>
                      <a:pt x="116" y="103"/>
                      <a:pt x="116" y="103"/>
                      <a:pt x="116" y="103"/>
                    </a:cubicBezTo>
                    <a:cubicBezTo>
                      <a:pt x="115" y="95"/>
                      <a:pt x="119" y="83"/>
                      <a:pt x="125" y="78"/>
                    </a:cubicBezTo>
                    <a:cubicBezTo>
                      <a:pt x="143" y="60"/>
                      <a:pt x="143" y="60"/>
                      <a:pt x="143" y="60"/>
                    </a:cubicBezTo>
                    <a:cubicBezTo>
                      <a:pt x="149" y="54"/>
                      <a:pt x="147" y="48"/>
                      <a:pt x="139" y="47"/>
                    </a:cubicBezTo>
                    <a:cubicBezTo>
                      <a:pt x="113" y="44"/>
                      <a:pt x="113" y="44"/>
                      <a:pt x="113" y="44"/>
                    </a:cubicBezTo>
                    <a:cubicBezTo>
                      <a:pt x="105" y="42"/>
                      <a:pt x="96" y="35"/>
                      <a:pt x="92" y="28"/>
                    </a:cubicBezTo>
                    <a:cubicBezTo>
                      <a:pt x="81" y="5"/>
                      <a:pt x="81" y="5"/>
                      <a:pt x="81" y="5"/>
                    </a:cubicBezTo>
                    <a:cubicBezTo>
                      <a:pt x="79" y="1"/>
                      <a:pt x="76" y="0"/>
                      <a:pt x="7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0" name="Freeform 149"/>
              <p:cNvSpPr>
                <a:spLocks/>
              </p:cNvSpPr>
              <p:nvPr/>
            </p:nvSpPr>
            <p:spPr bwMode="auto">
              <a:xfrm>
                <a:off x="3443068" y="3131844"/>
                <a:ext cx="208999" cy="191410"/>
              </a:xfrm>
              <a:custGeom>
                <a:avLst/>
                <a:gdLst>
                  <a:gd name="T0" fmla="*/ 74 w 149"/>
                  <a:gd name="T1" fmla="*/ 0 h 137"/>
                  <a:gd name="T2" fmla="*/ 68 w 149"/>
                  <a:gd name="T3" fmla="*/ 6 h 137"/>
                  <a:gd name="T4" fmla="*/ 57 w 149"/>
                  <a:gd name="T5" fmla="*/ 28 h 137"/>
                  <a:gd name="T6" fmla="*/ 35 w 149"/>
                  <a:gd name="T7" fmla="*/ 44 h 137"/>
                  <a:gd name="T8" fmla="*/ 10 w 149"/>
                  <a:gd name="T9" fmla="*/ 48 h 137"/>
                  <a:gd name="T10" fmla="*/ 6 w 149"/>
                  <a:gd name="T11" fmla="*/ 60 h 137"/>
                  <a:gd name="T12" fmla="*/ 24 w 149"/>
                  <a:gd name="T13" fmla="*/ 78 h 137"/>
                  <a:gd name="T14" fmla="*/ 32 w 149"/>
                  <a:gd name="T15" fmla="*/ 103 h 137"/>
                  <a:gd name="T16" fmla="*/ 28 w 149"/>
                  <a:gd name="T17" fmla="*/ 128 h 137"/>
                  <a:gd name="T18" fmla="*/ 33 w 149"/>
                  <a:gd name="T19" fmla="*/ 137 h 137"/>
                  <a:gd name="T20" fmla="*/ 39 w 149"/>
                  <a:gd name="T21" fmla="*/ 136 h 137"/>
                  <a:gd name="T22" fmla="*/ 61 w 149"/>
                  <a:gd name="T23" fmla="*/ 124 h 137"/>
                  <a:gd name="T24" fmla="*/ 74 w 149"/>
                  <a:gd name="T25" fmla="*/ 121 h 137"/>
                  <a:gd name="T26" fmla="*/ 88 w 149"/>
                  <a:gd name="T27" fmla="*/ 124 h 137"/>
                  <a:gd name="T28" fmla="*/ 110 w 149"/>
                  <a:gd name="T29" fmla="*/ 136 h 137"/>
                  <a:gd name="T30" fmla="*/ 116 w 149"/>
                  <a:gd name="T31" fmla="*/ 137 h 137"/>
                  <a:gd name="T32" fmla="*/ 121 w 149"/>
                  <a:gd name="T33" fmla="*/ 128 h 137"/>
                  <a:gd name="T34" fmla="*/ 117 w 149"/>
                  <a:gd name="T35" fmla="*/ 103 h 137"/>
                  <a:gd name="T36" fmla="*/ 125 w 149"/>
                  <a:gd name="T37" fmla="*/ 78 h 137"/>
                  <a:gd name="T38" fmla="*/ 143 w 149"/>
                  <a:gd name="T39" fmla="*/ 60 h 137"/>
                  <a:gd name="T40" fmla="*/ 139 w 149"/>
                  <a:gd name="T41" fmla="*/ 48 h 137"/>
                  <a:gd name="T42" fmla="*/ 114 w 149"/>
                  <a:gd name="T43" fmla="*/ 44 h 137"/>
                  <a:gd name="T44" fmla="*/ 92 w 149"/>
                  <a:gd name="T45" fmla="*/ 28 h 137"/>
                  <a:gd name="T46" fmla="*/ 81 w 149"/>
                  <a:gd name="T47" fmla="*/ 6 h 137"/>
                  <a:gd name="T48" fmla="*/ 74 w 149"/>
                  <a:gd name="T49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9" h="137">
                    <a:moveTo>
                      <a:pt x="74" y="0"/>
                    </a:moveTo>
                    <a:cubicBezTo>
                      <a:pt x="72" y="0"/>
                      <a:pt x="70" y="2"/>
                      <a:pt x="68" y="6"/>
                    </a:cubicBezTo>
                    <a:cubicBezTo>
                      <a:pt x="57" y="28"/>
                      <a:pt x="57" y="28"/>
                      <a:pt x="57" y="28"/>
                    </a:cubicBezTo>
                    <a:cubicBezTo>
                      <a:pt x="53" y="36"/>
                      <a:pt x="43" y="43"/>
                      <a:pt x="35" y="44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2" y="49"/>
                      <a:pt x="0" y="54"/>
                      <a:pt x="6" y="60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30" y="84"/>
                      <a:pt x="34" y="95"/>
                      <a:pt x="32" y="103"/>
                    </a:cubicBezTo>
                    <a:cubicBezTo>
                      <a:pt x="28" y="128"/>
                      <a:pt x="28" y="128"/>
                      <a:pt x="28" y="128"/>
                    </a:cubicBezTo>
                    <a:cubicBezTo>
                      <a:pt x="27" y="134"/>
                      <a:pt x="29" y="137"/>
                      <a:pt x="33" y="137"/>
                    </a:cubicBezTo>
                    <a:cubicBezTo>
                      <a:pt x="35" y="137"/>
                      <a:pt x="37" y="137"/>
                      <a:pt x="39" y="136"/>
                    </a:cubicBezTo>
                    <a:cubicBezTo>
                      <a:pt x="61" y="124"/>
                      <a:pt x="61" y="124"/>
                      <a:pt x="61" y="124"/>
                    </a:cubicBezTo>
                    <a:cubicBezTo>
                      <a:pt x="65" y="122"/>
                      <a:pt x="70" y="121"/>
                      <a:pt x="74" y="121"/>
                    </a:cubicBezTo>
                    <a:cubicBezTo>
                      <a:pt x="79" y="121"/>
                      <a:pt x="84" y="122"/>
                      <a:pt x="88" y="124"/>
                    </a:cubicBezTo>
                    <a:cubicBezTo>
                      <a:pt x="110" y="136"/>
                      <a:pt x="110" y="136"/>
                      <a:pt x="110" y="136"/>
                    </a:cubicBezTo>
                    <a:cubicBezTo>
                      <a:pt x="112" y="137"/>
                      <a:pt x="114" y="137"/>
                      <a:pt x="116" y="137"/>
                    </a:cubicBezTo>
                    <a:cubicBezTo>
                      <a:pt x="120" y="137"/>
                      <a:pt x="122" y="134"/>
                      <a:pt x="121" y="128"/>
                    </a:cubicBezTo>
                    <a:cubicBezTo>
                      <a:pt x="117" y="103"/>
                      <a:pt x="117" y="103"/>
                      <a:pt x="117" y="103"/>
                    </a:cubicBezTo>
                    <a:cubicBezTo>
                      <a:pt x="115" y="95"/>
                      <a:pt x="119" y="84"/>
                      <a:pt x="125" y="78"/>
                    </a:cubicBezTo>
                    <a:cubicBezTo>
                      <a:pt x="143" y="60"/>
                      <a:pt x="143" y="60"/>
                      <a:pt x="143" y="60"/>
                    </a:cubicBezTo>
                    <a:cubicBezTo>
                      <a:pt x="149" y="54"/>
                      <a:pt x="147" y="49"/>
                      <a:pt x="139" y="48"/>
                    </a:cubicBezTo>
                    <a:cubicBezTo>
                      <a:pt x="114" y="44"/>
                      <a:pt x="114" y="44"/>
                      <a:pt x="114" y="44"/>
                    </a:cubicBezTo>
                    <a:cubicBezTo>
                      <a:pt x="106" y="43"/>
                      <a:pt x="96" y="36"/>
                      <a:pt x="92" y="28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79" y="2"/>
                      <a:pt x="77" y="0"/>
                      <a:pt x="7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1" name="Freeform 150"/>
              <p:cNvSpPr>
                <a:spLocks/>
              </p:cNvSpPr>
              <p:nvPr/>
            </p:nvSpPr>
            <p:spPr bwMode="auto">
              <a:xfrm>
                <a:off x="2013187" y="3947145"/>
                <a:ext cx="208999" cy="192444"/>
              </a:xfrm>
              <a:custGeom>
                <a:avLst/>
                <a:gdLst>
                  <a:gd name="T0" fmla="*/ 74 w 149"/>
                  <a:gd name="T1" fmla="*/ 0 h 138"/>
                  <a:gd name="T2" fmla="*/ 68 w 149"/>
                  <a:gd name="T3" fmla="*/ 6 h 138"/>
                  <a:gd name="T4" fmla="*/ 56 w 149"/>
                  <a:gd name="T5" fmla="*/ 29 h 138"/>
                  <a:gd name="T6" fmla="*/ 35 w 149"/>
                  <a:gd name="T7" fmla="*/ 44 h 138"/>
                  <a:gd name="T8" fmla="*/ 10 w 149"/>
                  <a:gd name="T9" fmla="*/ 48 h 138"/>
                  <a:gd name="T10" fmla="*/ 6 w 149"/>
                  <a:gd name="T11" fmla="*/ 61 h 138"/>
                  <a:gd name="T12" fmla="*/ 24 w 149"/>
                  <a:gd name="T13" fmla="*/ 78 h 138"/>
                  <a:gd name="T14" fmla="*/ 32 w 149"/>
                  <a:gd name="T15" fmla="*/ 104 h 138"/>
                  <a:gd name="T16" fmla="*/ 28 w 149"/>
                  <a:gd name="T17" fmla="*/ 129 h 138"/>
                  <a:gd name="T18" fmla="*/ 33 w 149"/>
                  <a:gd name="T19" fmla="*/ 138 h 138"/>
                  <a:gd name="T20" fmla="*/ 38 w 149"/>
                  <a:gd name="T21" fmla="*/ 136 h 138"/>
                  <a:gd name="T22" fmla="*/ 61 w 149"/>
                  <a:gd name="T23" fmla="*/ 125 h 138"/>
                  <a:gd name="T24" fmla="*/ 74 w 149"/>
                  <a:gd name="T25" fmla="*/ 122 h 138"/>
                  <a:gd name="T26" fmla="*/ 88 w 149"/>
                  <a:gd name="T27" fmla="*/ 125 h 138"/>
                  <a:gd name="T28" fmla="*/ 110 w 149"/>
                  <a:gd name="T29" fmla="*/ 136 h 138"/>
                  <a:gd name="T30" fmla="*/ 115 w 149"/>
                  <a:gd name="T31" fmla="*/ 138 h 138"/>
                  <a:gd name="T32" fmla="*/ 121 w 149"/>
                  <a:gd name="T33" fmla="*/ 129 h 138"/>
                  <a:gd name="T34" fmla="*/ 116 w 149"/>
                  <a:gd name="T35" fmla="*/ 104 h 138"/>
                  <a:gd name="T36" fmla="*/ 125 w 149"/>
                  <a:gd name="T37" fmla="*/ 78 h 138"/>
                  <a:gd name="T38" fmla="*/ 143 w 149"/>
                  <a:gd name="T39" fmla="*/ 61 h 138"/>
                  <a:gd name="T40" fmla="*/ 139 w 149"/>
                  <a:gd name="T41" fmla="*/ 48 h 138"/>
                  <a:gd name="T42" fmla="*/ 114 w 149"/>
                  <a:gd name="T43" fmla="*/ 44 h 138"/>
                  <a:gd name="T44" fmla="*/ 92 w 149"/>
                  <a:gd name="T45" fmla="*/ 29 h 138"/>
                  <a:gd name="T46" fmla="*/ 81 w 149"/>
                  <a:gd name="T47" fmla="*/ 6 h 138"/>
                  <a:gd name="T48" fmla="*/ 74 w 149"/>
                  <a:gd name="T49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9" h="138">
                    <a:moveTo>
                      <a:pt x="74" y="0"/>
                    </a:moveTo>
                    <a:cubicBezTo>
                      <a:pt x="72" y="0"/>
                      <a:pt x="69" y="2"/>
                      <a:pt x="68" y="6"/>
                    </a:cubicBezTo>
                    <a:cubicBezTo>
                      <a:pt x="56" y="29"/>
                      <a:pt x="56" y="29"/>
                      <a:pt x="56" y="29"/>
                    </a:cubicBezTo>
                    <a:cubicBezTo>
                      <a:pt x="53" y="36"/>
                      <a:pt x="43" y="43"/>
                      <a:pt x="35" y="44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2" y="49"/>
                      <a:pt x="0" y="55"/>
                      <a:pt x="6" y="61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30" y="84"/>
                      <a:pt x="33" y="95"/>
                      <a:pt x="32" y="104"/>
                    </a:cubicBezTo>
                    <a:cubicBezTo>
                      <a:pt x="28" y="129"/>
                      <a:pt x="28" y="129"/>
                      <a:pt x="28" y="129"/>
                    </a:cubicBezTo>
                    <a:cubicBezTo>
                      <a:pt x="27" y="134"/>
                      <a:pt x="29" y="138"/>
                      <a:pt x="33" y="138"/>
                    </a:cubicBezTo>
                    <a:cubicBezTo>
                      <a:pt x="35" y="138"/>
                      <a:pt x="36" y="137"/>
                      <a:pt x="38" y="136"/>
                    </a:cubicBezTo>
                    <a:cubicBezTo>
                      <a:pt x="61" y="125"/>
                      <a:pt x="61" y="125"/>
                      <a:pt x="61" y="125"/>
                    </a:cubicBezTo>
                    <a:cubicBezTo>
                      <a:pt x="65" y="123"/>
                      <a:pt x="69" y="122"/>
                      <a:pt x="74" y="122"/>
                    </a:cubicBezTo>
                    <a:cubicBezTo>
                      <a:pt x="79" y="122"/>
                      <a:pt x="84" y="123"/>
                      <a:pt x="88" y="125"/>
                    </a:cubicBezTo>
                    <a:cubicBezTo>
                      <a:pt x="110" y="136"/>
                      <a:pt x="110" y="136"/>
                      <a:pt x="110" y="136"/>
                    </a:cubicBezTo>
                    <a:cubicBezTo>
                      <a:pt x="112" y="137"/>
                      <a:pt x="114" y="138"/>
                      <a:pt x="115" y="138"/>
                    </a:cubicBezTo>
                    <a:cubicBezTo>
                      <a:pt x="119" y="138"/>
                      <a:pt x="122" y="134"/>
                      <a:pt x="121" y="129"/>
                    </a:cubicBezTo>
                    <a:cubicBezTo>
                      <a:pt x="116" y="104"/>
                      <a:pt x="116" y="104"/>
                      <a:pt x="116" y="104"/>
                    </a:cubicBezTo>
                    <a:cubicBezTo>
                      <a:pt x="115" y="95"/>
                      <a:pt x="119" y="84"/>
                      <a:pt x="125" y="78"/>
                    </a:cubicBezTo>
                    <a:cubicBezTo>
                      <a:pt x="143" y="61"/>
                      <a:pt x="143" y="61"/>
                      <a:pt x="143" y="61"/>
                    </a:cubicBezTo>
                    <a:cubicBezTo>
                      <a:pt x="149" y="55"/>
                      <a:pt x="147" y="49"/>
                      <a:pt x="139" y="48"/>
                    </a:cubicBezTo>
                    <a:cubicBezTo>
                      <a:pt x="114" y="44"/>
                      <a:pt x="114" y="44"/>
                      <a:pt x="114" y="44"/>
                    </a:cubicBezTo>
                    <a:cubicBezTo>
                      <a:pt x="105" y="43"/>
                      <a:pt x="96" y="36"/>
                      <a:pt x="92" y="29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79" y="2"/>
                      <a:pt x="77" y="0"/>
                      <a:pt x="7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2" name="Freeform 151"/>
              <p:cNvSpPr>
                <a:spLocks/>
              </p:cNvSpPr>
              <p:nvPr/>
            </p:nvSpPr>
            <p:spPr bwMode="auto">
              <a:xfrm>
                <a:off x="5270253" y="3272556"/>
                <a:ext cx="207964" cy="193479"/>
              </a:xfrm>
              <a:custGeom>
                <a:avLst/>
                <a:gdLst>
                  <a:gd name="T0" fmla="*/ 75 w 149"/>
                  <a:gd name="T1" fmla="*/ 0 h 138"/>
                  <a:gd name="T2" fmla="*/ 68 w 149"/>
                  <a:gd name="T3" fmla="*/ 6 h 138"/>
                  <a:gd name="T4" fmla="*/ 57 w 149"/>
                  <a:gd name="T5" fmla="*/ 28 h 138"/>
                  <a:gd name="T6" fmla="*/ 36 w 149"/>
                  <a:gd name="T7" fmla="*/ 44 h 138"/>
                  <a:gd name="T8" fmla="*/ 10 w 149"/>
                  <a:gd name="T9" fmla="*/ 48 h 138"/>
                  <a:gd name="T10" fmla="*/ 6 w 149"/>
                  <a:gd name="T11" fmla="*/ 60 h 138"/>
                  <a:gd name="T12" fmla="*/ 24 w 149"/>
                  <a:gd name="T13" fmla="*/ 78 h 138"/>
                  <a:gd name="T14" fmla="*/ 33 w 149"/>
                  <a:gd name="T15" fmla="*/ 103 h 138"/>
                  <a:gd name="T16" fmla="*/ 28 w 149"/>
                  <a:gd name="T17" fmla="*/ 128 h 138"/>
                  <a:gd name="T18" fmla="*/ 34 w 149"/>
                  <a:gd name="T19" fmla="*/ 138 h 138"/>
                  <a:gd name="T20" fmla="*/ 39 w 149"/>
                  <a:gd name="T21" fmla="*/ 136 h 138"/>
                  <a:gd name="T22" fmla="*/ 62 w 149"/>
                  <a:gd name="T23" fmla="*/ 124 h 138"/>
                  <a:gd name="T24" fmla="*/ 75 w 149"/>
                  <a:gd name="T25" fmla="*/ 121 h 138"/>
                  <a:gd name="T26" fmla="*/ 88 w 149"/>
                  <a:gd name="T27" fmla="*/ 124 h 138"/>
                  <a:gd name="T28" fmla="*/ 111 w 149"/>
                  <a:gd name="T29" fmla="*/ 136 h 138"/>
                  <a:gd name="T30" fmla="*/ 116 w 149"/>
                  <a:gd name="T31" fmla="*/ 138 h 138"/>
                  <a:gd name="T32" fmla="*/ 121 w 149"/>
                  <a:gd name="T33" fmla="*/ 128 h 138"/>
                  <a:gd name="T34" fmla="*/ 117 w 149"/>
                  <a:gd name="T35" fmla="*/ 103 h 138"/>
                  <a:gd name="T36" fmla="*/ 125 w 149"/>
                  <a:gd name="T37" fmla="*/ 78 h 138"/>
                  <a:gd name="T38" fmla="*/ 143 w 149"/>
                  <a:gd name="T39" fmla="*/ 60 h 138"/>
                  <a:gd name="T40" fmla="*/ 139 w 149"/>
                  <a:gd name="T41" fmla="*/ 48 h 138"/>
                  <a:gd name="T42" fmla="*/ 114 w 149"/>
                  <a:gd name="T43" fmla="*/ 44 h 138"/>
                  <a:gd name="T44" fmla="*/ 93 w 149"/>
                  <a:gd name="T45" fmla="*/ 28 h 138"/>
                  <a:gd name="T46" fmla="*/ 82 w 149"/>
                  <a:gd name="T47" fmla="*/ 6 h 138"/>
                  <a:gd name="T48" fmla="*/ 75 w 149"/>
                  <a:gd name="T49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9" h="138">
                    <a:moveTo>
                      <a:pt x="75" y="0"/>
                    </a:moveTo>
                    <a:cubicBezTo>
                      <a:pt x="73" y="0"/>
                      <a:pt x="70" y="2"/>
                      <a:pt x="68" y="6"/>
                    </a:cubicBezTo>
                    <a:cubicBezTo>
                      <a:pt x="57" y="28"/>
                      <a:pt x="57" y="28"/>
                      <a:pt x="57" y="28"/>
                    </a:cubicBezTo>
                    <a:cubicBezTo>
                      <a:pt x="53" y="36"/>
                      <a:pt x="44" y="43"/>
                      <a:pt x="36" y="44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2" y="49"/>
                      <a:pt x="0" y="54"/>
                      <a:pt x="6" y="60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30" y="84"/>
                      <a:pt x="34" y="95"/>
                      <a:pt x="33" y="103"/>
                    </a:cubicBezTo>
                    <a:cubicBezTo>
                      <a:pt x="28" y="128"/>
                      <a:pt x="28" y="128"/>
                      <a:pt x="28" y="128"/>
                    </a:cubicBezTo>
                    <a:cubicBezTo>
                      <a:pt x="27" y="134"/>
                      <a:pt x="30" y="138"/>
                      <a:pt x="34" y="138"/>
                    </a:cubicBezTo>
                    <a:cubicBezTo>
                      <a:pt x="35" y="138"/>
                      <a:pt x="37" y="137"/>
                      <a:pt x="39" y="136"/>
                    </a:cubicBezTo>
                    <a:cubicBezTo>
                      <a:pt x="62" y="124"/>
                      <a:pt x="62" y="124"/>
                      <a:pt x="62" y="124"/>
                    </a:cubicBezTo>
                    <a:cubicBezTo>
                      <a:pt x="65" y="122"/>
                      <a:pt x="70" y="121"/>
                      <a:pt x="75" y="121"/>
                    </a:cubicBezTo>
                    <a:cubicBezTo>
                      <a:pt x="80" y="121"/>
                      <a:pt x="85" y="122"/>
                      <a:pt x="88" y="124"/>
                    </a:cubicBezTo>
                    <a:cubicBezTo>
                      <a:pt x="111" y="136"/>
                      <a:pt x="111" y="136"/>
                      <a:pt x="111" y="136"/>
                    </a:cubicBezTo>
                    <a:cubicBezTo>
                      <a:pt x="113" y="137"/>
                      <a:pt x="114" y="138"/>
                      <a:pt x="116" y="138"/>
                    </a:cubicBezTo>
                    <a:cubicBezTo>
                      <a:pt x="120" y="138"/>
                      <a:pt x="122" y="134"/>
                      <a:pt x="121" y="128"/>
                    </a:cubicBezTo>
                    <a:cubicBezTo>
                      <a:pt x="117" y="103"/>
                      <a:pt x="117" y="103"/>
                      <a:pt x="117" y="103"/>
                    </a:cubicBezTo>
                    <a:cubicBezTo>
                      <a:pt x="116" y="95"/>
                      <a:pt x="119" y="84"/>
                      <a:pt x="125" y="78"/>
                    </a:cubicBezTo>
                    <a:cubicBezTo>
                      <a:pt x="143" y="60"/>
                      <a:pt x="143" y="60"/>
                      <a:pt x="143" y="60"/>
                    </a:cubicBezTo>
                    <a:cubicBezTo>
                      <a:pt x="149" y="54"/>
                      <a:pt x="148" y="49"/>
                      <a:pt x="139" y="48"/>
                    </a:cubicBezTo>
                    <a:cubicBezTo>
                      <a:pt x="114" y="44"/>
                      <a:pt x="114" y="44"/>
                      <a:pt x="114" y="44"/>
                    </a:cubicBezTo>
                    <a:cubicBezTo>
                      <a:pt x="106" y="43"/>
                      <a:pt x="96" y="36"/>
                      <a:pt x="93" y="28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0" y="2"/>
                      <a:pt x="77" y="0"/>
                      <a:pt x="75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3" name="Freeform 152"/>
              <p:cNvSpPr>
                <a:spLocks/>
              </p:cNvSpPr>
              <p:nvPr/>
            </p:nvSpPr>
            <p:spPr bwMode="auto">
              <a:xfrm>
                <a:off x="4208706" y="2643491"/>
                <a:ext cx="121054" cy="111742"/>
              </a:xfrm>
              <a:custGeom>
                <a:avLst/>
                <a:gdLst>
                  <a:gd name="T0" fmla="*/ 43 w 87"/>
                  <a:gd name="T1" fmla="*/ 0 h 80"/>
                  <a:gd name="T2" fmla="*/ 39 w 87"/>
                  <a:gd name="T3" fmla="*/ 3 h 80"/>
                  <a:gd name="T4" fmla="*/ 33 w 87"/>
                  <a:gd name="T5" fmla="*/ 17 h 80"/>
                  <a:gd name="T6" fmla="*/ 20 w 87"/>
                  <a:gd name="T7" fmla="*/ 26 h 80"/>
                  <a:gd name="T8" fmla="*/ 6 w 87"/>
                  <a:gd name="T9" fmla="*/ 28 h 80"/>
                  <a:gd name="T10" fmla="*/ 3 w 87"/>
                  <a:gd name="T11" fmla="*/ 35 h 80"/>
                  <a:gd name="T12" fmla="*/ 14 w 87"/>
                  <a:gd name="T13" fmla="*/ 46 h 80"/>
                  <a:gd name="T14" fmla="*/ 19 w 87"/>
                  <a:gd name="T15" fmla="*/ 60 h 80"/>
                  <a:gd name="T16" fmla="*/ 16 w 87"/>
                  <a:gd name="T17" fmla="*/ 75 h 80"/>
                  <a:gd name="T18" fmla="*/ 19 w 87"/>
                  <a:gd name="T19" fmla="*/ 80 h 80"/>
                  <a:gd name="T20" fmla="*/ 22 w 87"/>
                  <a:gd name="T21" fmla="*/ 79 h 80"/>
                  <a:gd name="T22" fmla="*/ 35 w 87"/>
                  <a:gd name="T23" fmla="*/ 72 h 80"/>
                  <a:gd name="T24" fmla="*/ 43 w 87"/>
                  <a:gd name="T25" fmla="*/ 71 h 80"/>
                  <a:gd name="T26" fmla="*/ 51 w 87"/>
                  <a:gd name="T27" fmla="*/ 72 h 80"/>
                  <a:gd name="T28" fmla="*/ 64 w 87"/>
                  <a:gd name="T29" fmla="*/ 79 h 80"/>
                  <a:gd name="T30" fmla="*/ 67 w 87"/>
                  <a:gd name="T31" fmla="*/ 80 h 80"/>
                  <a:gd name="T32" fmla="*/ 70 w 87"/>
                  <a:gd name="T33" fmla="*/ 75 h 80"/>
                  <a:gd name="T34" fmla="*/ 68 w 87"/>
                  <a:gd name="T35" fmla="*/ 60 h 80"/>
                  <a:gd name="T36" fmla="*/ 73 w 87"/>
                  <a:gd name="T37" fmla="*/ 46 h 80"/>
                  <a:gd name="T38" fmla="*/ 83 w 87"/>
                  <a:gd name="T39" fmla="*/ 35 h 80"/>
                  <a:gd name="T40" fmla="*/ 81 w 87"/>
                  <a:gd name="T41" fmla="*/ 28 h 80"/>
                  <a:gd name="T42" fmla="*/ 66 w 87"/>
                  <a:gd name="T43" fmla="*/ 26 h 80"/>
                  <a:gd name="T44" fmla="*/ 54 w 87"/>
                  <a:gd name="T45" fmla="*/ 17 h 80"/>
                  <a:gd name="T46" fmla="*/ 47 w 87"/>
                  <a:gd name="T47" fmla="*/ 3 h 80"/>
                  <a:gd name="T48" fmla="*/ 43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3" y="0"/>
                    </a:moveTo>
                    <a:cubicBezTo>
                      <a:pt x="42" y="0"/>
                      <a:pt x="40" y="1"/>
                      <a:pt x="39" y="3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21"/>
                      <a:pt x="25" y="25"/>
                      <a:pt x="20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9"/>
                      <a:pt x="0" y="32"/>
                      <a:pt x="3" y="35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7" y="49"/>
                      <a:pt x="19" y="56"/>
                      <a:pt x="19" y="60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8"/>
                      <a:pt x="17" y="80"/>
                      <a:pt x="19" y="80"/>
                    </a:cubicBezTo>
                    <a:cubicBezTo>
                      <a:pt x="20" y="80"/>
                      <a:pt x="21" y="80"/>
                      <a:pt x="22" y="79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8" y="71"/>
                      <a:pt x="40" y="71"/>
                      <a:pt x="43" y="71"/>
                    </a:cubicBezTo>
                    <a:cubicBezTo>
                      <a:pt x="46" y="71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5" y="80"/>
                      <a:pt x="66" y="80"/>
                      <a:pt x="67" y="80"/>
                    </a:cubicBezTo>
                    <a:cubicBezTo>
                      <a:pt x="70" y="80"/>
                      <a:pt x="71" y="78"/>
                      <a:pt x="70" y="75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6"/>
                      <a:pt x="69" y="49"/>
                      <a:pt x="73" y="46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7" y="32"/>
                      <a:pt x="86" y="29"/>
                      <a:pt x="81" y="28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1" y="25"/>
                      <a:pt x="56" y="21"/>
                      <a:pt x="54" y="17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5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4" name="Freeform 153"/>
              <p:cNvSpPr>
                <a:spLocks/>
              </p:cNvSpPr>
              <p:nvPr/>
            </p:nvSpPr>
            <p:spPr bwMode="auto">
              <a:xfrm>
                <a:off x="2763306" y="2774891"/>
                <a:ext cx="122088" cy="111742"/>
              </a:xfrm>
              <a:custGeom>
                <a:avLst/>
                <a:gdLst>
                  <a:gd name="T0" fmla="*/ 43 w 87"/>
                  <a:gd name="T1" fmla="*/ 0 h 80"/>
                  <a:gd name="T2" fmla="*/ 39 w 87"/>
                  <a:gd name="T3" fmla="*/ 4 h 80"/>
                  <a:gd name="T4" fmla="*/ 33 w 87"/>
                  <a:gd name="T5" fmla="*/ 17 h 80"/>
                  <a:gd name="T6" fmla="*/ 20 w 87"/>
                  <a:gd name="T7" fmla="*/ 26 h 80"/>
                  <a:gd name="T8" fmla="*/ 6 w 87"/>
                  <a:gd name="T9" fmla="*/ 28 h 80"/>
                  <a:gd name="T10" fmla="*/ 3 w 87"/>
                  <a:gd name="T11" fmla="*/ 35 h 80"/>
                  <a:gd name="T12" fmla="*/ 14 w 87"/>
                  <a:gd name="T13" fmla="*/ 46 h 80"/>
                  <a:gd name="T14" fmla="*/ 19 w 87"/>
                  <a:gd name="T15" fmla="*/ 60 h 80"/>
                  <a:gd name="T16" fmla="*/ 16 w 87"/>
                  <a:gd name="T17" fmla="*/ 75 h 80"/>
                  <a:gd name="T18" fmla="*/ 19 w 87"/>
                  <a:gd name="T19" fmla="*/ 80 h 80"/>
                  <a:gd name="T20" fmla="*/ 22 w 87"/>
                  <a:gd name="T21" fmla="*/ 80 h 80"/>
                  <a:gd name="T22" fmla="*/ 36 w 87"/>
                  <a:gd name="T23" fmla="*/ 73 h 80"/>
                  <a:gd name="T24" fmla="*/ 43 w 87"/>
                  <a:gd name="T25" fmla="*/ 71 h 80"/>
                  <a:gd name="T26" fmla="*/ 51 w 87"/>
                  <a:gd name="T27" fmla="*/ 73 h 80"/>
                  <a:gd name="T28" fmla="*/ 64 w 87"/>
                  <a:gd name="T29" fmla="*/ 80 h 80"/>
                  <a:gd name="T30" fmla="*/ 67 w 87"/>
                  <a:gd name="T31" fmla="*/ 80 h 80"/>
                  <a:gd name="T32" fmla="*/ 70 w 87"/>
                  <a:gd name="T33" fmla="*/ 75 h 80"/>
                  <a:gd name="T34" fmla="*/ 68 w 87"/>
                  <a:gd name="T35" fmla="*/ 60 h 80"/>
                  <a:gd name="T36" fmla="*/ 73 w 87"/>
                  <a:gd name="T37" fmla="*/ 46 h 80"/>
                  <a:gd name="T38" fmla="*/ 83 w 87"/>
                  <a:gd name="T39" fmla="*/ 35 h 80"/>
                  <a:gd name="T40" fmla="*/ 81 w 87"/>
                  <a:gd name="T41" fmla="*/ 28 h 80"/>
                  <a:gd name="T42" fmla="*/ 66 w 87"/>
                  <a:gd name="T43" fmla="*/ 26 h 80"/>
                  <a:gd name="T44" fmla="*/ 54 w 87"/>
                  <a:gd name="T45" fmla="*/ 17 h 80"/>
                  <a:gd name="T46" fmla="*/ 47 w 87"/>
                  <a:gd name="T47" fmla="*/ 4 h 80"/>
                  <a:gd name="T48" fmla="*/ 43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3" y="0"/>
                    </a:moveTo>
                    <a:cubicBezTo>
                      <a:pt x="42" y="0"/>
                      <a:pt x="40" y="1"/>
                      <a:pt x="39" y="4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21"/>
                      <a:pt x="25" y="25"/>
                      <a:pt x="20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9"/>
                      <a:pt x="0" y="32"/>
                      <a:pt x="3" y="35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7" y="49"/>
                      <a:pt x="20" y="56"/>
                      <a:pt x="19" y="60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8"/>
                      <a:pt x="17" y="80"/>
                      <a:pt x="19" y="80"/>
                    </a:cubicBezTo>
                    <a:cubicBezTo>
                      <a:pt x="20" y="80"/>
                      <a:pt x="21" y="80"/>
                      <a:pt x="22" y="80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8" y="72"/>
                      <a:pt x="40" y="71"/>
                      <a:pt x="43" y="71"/>
                    </a:cubicBezTo>
                    <a:cubicBezTo>
                      <a:pt x="46" y="71"/>
                      <a:pt x="49" y="72"/>
                      <a:pt x="51" y="73"/>
                    </a:cubicBezTo>
                    <a:cubicBezTo>
                      <a:pt x="64" y="80"/>
                      <a:pt x="64" y="80"/>
                      <a:pt x="64" y="80"/>
                    </a:cubicBezTo>
                    <a:cubicBezTo>
                      <a:pt x="65" y="80"/>
                      <a:pt x="66" y="80"/>
                      <a:pt x="67" y="80"/>
                    </a:cubicBezTo>
                    <a:cubicBezTo>
                      <a:pt x="70" y="80"/>
                      <a:pt x="71" y="78"/>
                      <a:pt x="70" y="75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6"/>
                      <a:pt x="69" y="49"/>
                      <a:pt x="73" y="46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7" y="32"/>
                      <a:pt x="86" y="29"/>
                      <a:pt x="81" y="28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1" y="25"/>
                      <a:pt x="56" y="21"/>
                      <a:pt x="54" y="17"/>
                    </a:cubicBezTo>
                    <a:cubicBezTo>
                      <a:pt x="47" y="4"/>
                      <a:pt x="47" y="4"/>
                      <a:pt x="47" y="4"/>
                    </a:cubicBezTo>
                    <a:cubicBezTo>
                      <a:pt x="46" y="1"/>
                      <a:pt x="45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5" name="Freeform 154"/>
              <p:cNvSpPr>
                <a:spLocks/>
              </p:cNvSpPr>
              <p:nvPr/>
            </p:nvSpPr>
            <p:spPr bwMode="auto">
              <a:xfrm>
                <a:off x="2288403" y="3418441"/>
                <a:ext cx="120019" cy="111742"/>
              </a:xfrm>
              <a:custGeom>
                <a:avLst/>
                <a:gdLst>
                  <a:gd name="T0" fmla="*/ 43 w 86"/>
                  <a:gd name="T1" fmla="*/ 0 h 80"/>
                  <a:gd name="T2" fmla="*/ 39 w 86"/>
                  <a:gd name="T3" fmla="*/ 3 h 80"/>
                  <a:gd name="T4" fmla="*/ 33 w 86"/>
                  <a:gd name="T5" fmla="*/ 16 h 80"/>
                  <a:gd name="T6" fmla="*/ 20 w 86"/>
                  <a:gd name="T7" fmla="*/ 25 h 80"/>
                  <a:gd name="T8" fmla="*/ 5 w 86"/>
                  <a:gd name="T9" fmla="*/ 27 h 80"/>
                  <a:gd name="T10" fmla="*/ 3 w 86"/>
                  <a:gd name="T11" fmla="*/ 35 h 80"/>
                  <a:gd name="T12" fmla="*/ 14 w 86"/>
                  <a:gd name="T13" fmla="*/ 45 h 80"/>
                  <a:gd name="T14" fmla="*/ 18 w 86"/>
                  <a:gd name="T15" fmla="*/ 60 h 80"/>
                  <a:gd name="T16" fmla="*/ 16 w 86"/>
                  <a:gd name="T17" fmla="*/ 74 h 80"/>
                  <a:gd name="T18" fmla="*/ 19 w 86"/>
                  <a:gd name="T19" fmla="*/ 80 h 80"/>
                  <a:gd name="T20" fmla="*/ 22 w 86"/>
                  <a:gd name="T21" fmla="*/ 79 h 80"/>
                  <a:gd name="T22" fmla="*/ 35 w 86"/>
                  <a:gd name="T23" fmla="*/ 72 h 80"/>
                  <a:gd name="T24" fmla="*/ 43 w 86"/>
                  <a:gd name="T25" fmla="*/ 70 h 80"/>
                  <a:gd name="T26" fmla="*/ 51 w 86"/>
                  <a:gd name="T27" fmla="*/ 72 h 80"/>
                  <a:gd name="T28" fmla="*/ 64 w 86"/>
                  <a:gd name="T29" fmla="*/ 79 h 80"/>
                  <a:gd name="T30" fmla="*/ 67 w 86"/>
                  <a:gd name="T31" fmla="*/ 80 h 80"/>
                  <a:gd name="T32" fmla="*/ 70 w 86"/>
                  <a:gd name="T33" fmla="*/ 74 h 80"/>
                  <a:gd name="T34" fmla="*/ 68 w 86"/>
                  <a:gd name="T35" fmla="*/ 60 h 80"/>
                  <a:gd name="T36" fmla="*/ 72 w 86"/>
                  <a:gd name="T37" fmla="*/ 45 h 80"/>
                  <a:gd name="T38" fmla="*/ 83 w 86"/>
                  <a:gd name="T39" fmla="*/ 35 h 80"/>
                  <a:gd name="T40" fmla="*/ 81 w 86"/>
                  <a:gd name="T41" fmla="*/ 27 h 80"/>
                  <a:gd name="T42" fmla="*/ 66 w 86"/>
                  <a:gd name="T43" fmla="*/ 25 h 80"/>
                  <a:gd name="T44" fmla="*/ 53 w 86"/>
                  <a:gd name="T45" fmla="*/ 16 h 80"/>
                  <a:gd name="T46" fmla="*/ 47 w 86"/>
                  <a:gd name="T47" fmla="*/ 3 h 80"/>
                  <a:gd name="T48" fmla="*/ 43 w 86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6" h="80">
                    <a:moveTo>
                      <a:pt x="43" y="0"/>
                    </a:moveTo>
                    <a:cubicBezTo>
                      <a:pt x="42" y="0"/>
                      <a:pt x="40" y="1"/>
                      <a:pt x="39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0"/>
                      <a:pt x="25" y="24"/>
                      <a:pt x="20" y="25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8"/>
                      <a:pt x="0" y="31"/>
                      <a:pt x="3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7" y="48"/>
                      <a:pt x="19" y="55"/>
                      <a:pt x="18" y="60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8"/>
                      <a:pt x="17" y="80"/>
                      <a:pt x="19" y="80"/>
                    </a:cubicBezTo>
                    <a:cubicBezTo>
                      <a:pt x="20" y="80"/>
                      <a:pt x="21" y="79"/>
                      <a:pt x="22" y="79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7" y="71"/>
                      <a:pt x="40" y="70"/>
                      <a:pt x="43" y="70"/>
                    </a:cubicBezTo>
                    <a:cubicBezTo>
                      <a:pt x="46" y="70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5" y="79"/>
                      <a:pt x="66" y="80"/>
                      <a:pt x="67" y="80"/>
                    </a:cubicBezTo>
                    <a:cubicBezTo>
                      <a:pt x="69" y="80"/>
                      <a:pt x="71" y="78"/>
                      <a:pt x="70" y="74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5"/>
                      <a:pt x="69" y="48"/>
                      <a:pt x="72" y="45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6" y="31"/>
                      <a:pt x="85" y="28"/>
                      <a:pt x="81" y="27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61" y="24"/>
                      <a:pt x="56" y="20"/>
                      <a:pt x="53" y="1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4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6" name="Freeform 155"/>
              <p:cNvSpPr>
                <a:spLocks/>
              </p:cNvSpPr>
              <p:nvPr/>
            </p:nvSpPr>
            <p:spPr bwMode="auto">
              <a:xfrm>
                <a:off x="2274953" y="3180472"/>
                <a:ext cx="121054" cy="111742"/>
              </a:xfrm>
              <a:custGeom>
                <a:avLst/>
                <a:gdLst>
                  <a:gd name="T0" fmla="*/ 44 w 87"/>
                  <a:gd name="T1" fmla="*/ 0 h 80"/>
                  <a:gd name="T2" fmla="*/ 40 w 87"/>
                  <a:gd name="T3" fmla="*/ 3 h 80"/>
                  <a:gd name="T4" fmla="*/ 33 w 87"/>
                  <a:gd name="T5" fmla="*/ 16 h 80"/>
                  <a:gd name="T6" fmla="*/ 21 w 87"/>
                  <a:gd name="T7" fmla="*/ 25 h 80"/>
                  <a:gd name="T8" fmla="*/ 6 w 87"/>
                  <a:gd name="T9" fmla="*/ 28 h 80"/>
                  <a:gd name="T10" fmla="*/ 4 w 87"/>
                  <a:gd name="T11" fmla="*/ 35 h 80"/>
                  <a:gd name="T12" fmla="*/ 14 w 87"/>
                  <a:gd name="T13" fmla="*/ 45 h 80"/>
                  <a:gd name="T14" fmla="*/ 19 w 87"/>
                  <a:gd name="T15" fmla="*/ 60 h 80"/>
                  <a:gd name="T16" fmla="*/ 17 w 87"/>
                  <a:gd name="T17" fmla="*/ 75 h 80"/>
                  <a:gd name="T18" fmla="*/ 20 w 87"/>
                  <a:gd name="T19" fmla="*/ 80 h 80"/>
                  <a:gd name="T20" fmla="*/ 23 w 87"/>
                  <a:gd name="T21" fmla="*/ 79 h 80"/>
                  <a:gd name="T22" fmla="*/ 36 w 87"/>
                  <a:gd name="T23" fmla="*/ 72 h 80"/>
                  <a:gd name="T24" fmla="*/ 44 w 87"/>
                  <a:gd name="T25" fmla="*/ 71 h 80"/>
                  <a:gd name="T26" fmla="*/ 52 w 87"/>
                  <a:gd name="T27" fmla="*/ 72 h 80"/>
                  <a:gd name="T28" fmla="*/ 65 w 87"/>
                  <a:gd name="T29" fmla="*/ 79 h 80"/>
                  <a:gd name="T30" fmla="*/ 68 w 87"/>
                  <a:gd name="T31" fmla="*/ 80 h 80"/>
                  <a:gd name="T32" fmla="*/ 71 w 87"/>
                  <a:gd name="T33" fmla="*/ 75 h 80"/>
                  <a:gd name="T34" fmla="*/ 68 w 87"/>
                  <a:gd name="T35" fmla="*/ 60 h 80"/>
                  <a:gd name="T36" fmla="*/ 73 w 87"/>
                  <a:gd name="T37" fmla="*/ 45 h 80"/>
                  <a:gd name="T38" fmla="*/ 84 w 87"/>
                  <a:gd name="T39" fmla="*/ 35 h 80"/>
                  <a:gd name="T40" fmla="*/ 81 w 87"/>
                  <a:gd name="T41" fmla="*/ 28 h 80"/>
                  <a:gd name="T42" fmla="*/ 67 w 87"/>
                  <a:gd name="T43" fmla="*/ 25 h 80"/>
                  <a:gd name="T44" fmla="*/ 54 w 87"/>
                  <a:gd name="T45" fmla="*/ 16 h 80"/>
                  <a:gd name="T46" fmla="*/ 48 w 87"/>
                  <a:gd name="T47" fmla="*/ 3 h 80"/>
                  <a:gd name="T48" fmla="*/ 44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4" y="0"/>
                    </a:moveTo>
                    <a:cubicBezTo>
                      <a:pt x="42" y="0"/>
                      <a:pt x="41" y="1"/>
                      <a:pt x="40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1"/>
                      <a:pt x="26" y="25"/>
                      <a:pt x="21" y="25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8"/>
                      <a:pt x="0" y="32"/>
                      <a:pt x="4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8" y="49"/>
                      <a:pt x="20" y="55"/>
                      <a:pt x="19" y="60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8"/>
                      <a:pt x="17" y="80"/>
                      <a:pt x="20" y="80"/>
                    </a:cubicBezTo>
                    <a:cubicBezTo>
                      <a:pt x="21" y="80"/>
                      <a:pt x="22" y="80"/>
                      <a:pt x="23" y="79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38" y="71"/>
                      <a:pt x="41" y="71"/>
                      <a:pt x="44" y="71"/>
                    </a:cubicBezTo>
                    <a:cubicBezTo>
                      <a:pt x="47" y="71"/>
                      <a:pt x="49" y="71"/>
                      <a:pt x="52" y="72"/>
                    </a:cubicBezTo>
                    <a:cubicBezTo>
                      <a:pt x="65" y="79"/>
                      <a:pt x="65" y="79"/>
                      <a:pt x="65" y="79"/>
                    </a:cubicBezTo>
                    <a:cubicBezTo>
                      <a:pt x="66" y="80"/>
                      <a:pt x="67" y="80"/>
                      <a:pt x="68" y="80"/>
                    </a:cubicBezTo>
                    <a:cubicBezTo>
                      <a:pt x="70" y="80"/>
                      <a:pt x="72" y="78"/>
                      <a:pt x="71" y="75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8" y="55"/>
                      <a:pt x="70" y="49"/>
                      <a:pt x="73" y="45"/>
                    </a:cubicBezTo>
                    <a:cubicBezTo>
                      <a:pt x="84" y="35"/>
                      <a:pt x="84" y="35"/>
                      <a:pt x="84" y="35"/>
                    </a:cubicBezTo>
                    <a:cubicBezTo>
                      <a:pt x="87" y="32"/>
                      <a:pt x="86" y="28"/>
                      <a:pt x="81" y="28"/>
                    </a:cubicBezTo>
                    <a:cubicBezTo>
                      <a:pt x="67" y="25"/>
                      <a:pt x="67" y="25"/>
                      <a:pt x="67" y="25"/>
                    </a:cubicBezTo>
                    <a:cubicBezTo>
                      <a:pt x="62" y="25"/>
                      <a:pt x="56" y="21"/>
                      <a:pt x="54" y="16"/>
                    </a:cubicBezTo>
                    <a:cubicBezTo>
                      <a:pt x="48" y="3"/>
                      <a:pt x="48" y="3"/>
                      <a:pt x="48" y="3"/>
                    </a:cubicBezTo>
                    <a:cubicBezTo>
                      <a:pt x="47" y="1"/>
                      <a:pt x="45" y="0"/>
                      <a:pt x="4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7" name="Freeform 156"/>
              <p:cNvSpPr>
                <a:spLocks/>
              </p:cNvSpPr>
              <p:nvPr/>
            </p:nvSpPr>
            <p:spPr bwMode="auto">
              <a:xfrm>
                <a:off x="3428583" y="2445874"/>
                <a:ext cx="121054" cy="111742"/>
              </a:xfrm>
              <a:custGeom>
                <a:avLst/>
                <a:gdLst>
                  <a:gd name="T0" fmla="*/ 43 w 87"/>
                  <a:gd name="T1" fmla="*/ 0 h 80"/>
                  <a:gd name="T2" fmla="*/ 40 w 87"/>
                  <a:gd name="T3" fmla="*/ 3 h 80"/>
                  <a:gd name="T4" fmla="*/ 33 w 87"/>
                  <a:gd name="T5" fmla="*/ 16 h 80"/>
                  <a:gd name="T6" fmla="*/ 21 w 87"/>
                  <a:gd name="T7" fmla="*/ 26 h 80"/>
                  <a:gd name="T8" fmla="*/ 6 w 87"/>
                  <a:gd name="T9" fmla="*/ 28 h 80"/>
                  <a:gd name="T10" fmla="*/ 4 w 87"/>
                  <a:gd name="T11" fmla="*/ 35 h 80"/>
                  <a:gd name="T12" fmla="*/ 14 w 87"/>
                  <a:gd name="T13" fmla="*/ 45 h 80"/>
                  <a:gd name="T14" fmla="*/ 19 w 87"/>
                  <a:gd name="T15" fmla="*/ 60 h 80"/>
                  <a:gd name="T16" fmla="*/ 16 w 87"/>
                  <a:gd name="T17" fmla="*/ 75 h 80"/>
                  <a:gd name="T18" fmla="*/ 20 w 87"/>
                  <a:gd name="T19" fmla="*/ 80 h 80"/>
                  <a:gd name="T20" fmla="*/ 23 w 87"/>
                  <a:gd name="T21" fmla="*/ 79 h 80"/>
                  <a:gd name="T22" fmla="*/ 36 w 87"/>
                  <a:gd name="T23" fmla="*/ 72 h 80"/>
                  <a:gd name="T24" fmla="*/ 43 w 87"/>
                  <a:gd name="T25" fmla="*/ 71 h 80"/>
                  <a:gd name="T26" fmla="*/ 51 w 87"/>
                  <a:gd name="T27" fmla="*/ 72 h 80"/>
                  <a:gd name="T28" fmla="*/ 64 w 87"/>
                  <a:gd name="T29" fmla="*/ 79 h 80"/>
                  <a:gd name="T30" fmla="*/ 67 w 87"/>
                  <a:gd name="T31" fmla="*/ 80 h 80"/>
                  <a:gd name="T32" fmla="*/ 71 w 87"/>
                  <a:gd name="T33" fmla="*/ 75 h 80"/>
                  <a:gd name="T34" fmla="*/ 68 w 87"/>
                  <a:gd name="T35" fmla="*/ 60 h 80"/>
                  <a:gd name="T36" fmla="*/ 73 w 87"/>
                  <a:gd name="T37" fmla="*/ 45 h 80"/>
                  <a:gd name="T38" fmla="*/ 83 w 87"/>
                  <a:gd name="T39" fmla="*/ 35 h 80"/>
                  <a:gd name="T40" fmla="*/ 81 w 87"/>
                  <a:gd name="T41" fmla="*/ 28 h 80"/>
                  <a:gd name="T42" fmla="*/ 66 w 87"/>
                  <a:gd name="T43" fmla="*/ 26 h 80"/>
                  <a:gd name="T44" fmla="*/ 54 w 87"/>
                  <a:gd name="T45" fmla="*/ 16 h 80"/>
                  <a:gd name="T46" fmla="*/ 47 w 87"/>
                  <a:gd name="T47" fmla="*/ 3 h 80"/>
                  <a:gd name="T48" fmla="*/ 43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3" y="0"/>
                    </a:moveTo>
                    <a:cubicBezTo>
                      <a:pt x="42" y="0"/>
                      <a:pt x="41" y="1"/>
                      <a:pt x="40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1"/>
                      <a:pt x="25" y="25"/>
                      <a:pt x="21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8"/>
                      <a:pt x="0" y="32"/>
                      <a:pt x="4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8" y="49"/>
                      <a:pt x="20" y="55"/>
                      <a:pt x="19" y="60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8"/>
                      <a:pt x="17" y="80"/>
                      <a:pt x="20" y="80"/>
                    </a:cubicBezTo>
                    <a:cubicBezTo>
                      <a:pt x="20" y="80"/>
                      <a:pt x="21" y="80"/>
                      <a:pt x="23" y="79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38" y="71"/>
                      <a:pt x="41" y="71"/>
                      <a:pt x="43" y="71"/>
                    </a:cubicBezTo>
                    <a:cubicBezTo>
                      <a:pt x="46" y="71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5" y="80"/>
                      <a:pt x="67" y="80"/>
                      <a:pt x="67" y="80"/>
                    </a:cubicBezTo>
                    <a:cubicBezTo>
                      <a:pt x="70" y="80"/>
                      <a:pt x="71" y="78"/>
                      <a:pt x="71" y="75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5"/>
                      <a:pt x="69" y="49"/>
                      <a:pt x="73" y="45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7" y="32"/>
                      <a:pt x="86" y="28"/>
                      <a:pt x="81" y="28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2" y="25"/>
                      <a:pt x="56" y="21"/>
                      <a:pt x="54" y="1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5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8" name="Freeform 157"/>
              <p:cNvSpPr>
                <a:spLocks/>
              </p:cNvSpPr>
              <p:nvPr/>
            </p:nvSpPr>
            <p:spPr bwMode="auto">
              <a:xfrm>
                <a:off x="4788108" y="3172195"/>
                <a:ext cx="121054" cy="111742"/>
              </a:xfrm>
              <a:custGeom>
                <a:avLst/>
                <a:gdLst>
                  <a:gd name="T0" fmla="*/ 44 w 87"/>
                  <a:gd name="T1" fmla="*/ 0 h 80"/>
                  <a:gd name="T2" fmla="*/ 40 w 87"/>
                  <a:gd name="T3" fmla="*/ 3 h 80"/>
                  <a:gd name="T4" fmla="*/ 33 w 87"/>
                  <a:gd name="T5" fmla="*/ 16 h 80"/>
                  <a:gd name="T6" fmla="*/ 21 w 87"/>
                  <a:gd name="T7" fmla="*/ 25 h 80"/>
                  <a:gd name="T8" fmla="*/ 6 w 87"/>
                  <a:gd name="T9" fmla="*/ 27 h 80"/>
                  <a:gd name="T10" fmla="*/ 4 w 87"/>
                  <a:gd name="T11" fmla="*/ 35 h 80"/>
                  <a:gd name="T12" fmla="*/ 14 w 87"/>
                  <a:gd name="T13" fmla="*/ 45 h 80"/>
                  <a:gd name="T14" fmla="*/ 19 w 87"/>
                  <a:gd name="T15" fmla="*/ 60 h 80"/>
                  <a:gd name="T16" fmla="*/ 17 w 87"/>
                  <a:gd name="T17" fmla="*/ 74 h 80"/>
                  <a:gd name="T18" fmla="*/ 20 w 87"/>
                  <a:gd name="T19" fmla="*/ 80 h 80"/>
                  <a:gd name="T20" fmla="*/ 23 w 87"/>
                  <a:gd name="T21" fmla="*/ 79 h 80"/>
                  <a:gd name="T22" fmla="*/ 36 w 87"/>
                  <a:gd name="T23" fmla="*/ 72 h 80"/>
                  <a:gd name="T24" fmla="*/ 44 w 87"/>
                  <a:gd name="T25" fmla="*/ 70 h 80"/>
                  <a:gd name="T26" fmla="*/ 51 w 87"/>
                  <a:gd name="T27" fmla="*/ 72 h 80"/>
                  <a:gd name="T28" fmla="*/ 64 w 87"/>
                  <a:gd name="T29" fmla="*/ 79 h 80"/>
                  <a:gd name="T30" fmla="*/ 68 w 87"/>
                  <a:gd name="T31" fmla="*/ 80 h 80"/>
                  <a:gd name="T32" fmla="*/ 71 w 87"/>
                  <a:gd name="T33" fmla="*/ 74 h 80"/>
                  <a:gd name="T34" fmla="*/ 68 w 87"/>
                  <a:gd name="T35" fmla="*/ 60 h 80"/>
                  <a:gd name="T36" fmla="*/ 73 w 87"/>
                  <a:gd name="T37" fmla="*/ 45 h 80"/>
                  <a:gd name="T38" fmla="*/ 84 w 87"/>
                  <a:gd name="T39" fmla="*/ 35 h 80"/>
                  <a:gd name="T40" fmla="*/ 81 w 87"/>
                  <a:gd name="T41" fmla="*/ 27 h 80"/>
                  <a:gd name="T42" fmla="*/ 67 w 87"/>
                  <a:gd name="T43" fmla="*/ 25 h 80"/>
                  <a:gd name="T44" fmla="*/ 54 w 87"/>
                  <a:gd name="T45" fmla="*/ 16 h 80"/>
                  <a:gd name="T46" fmla="*/ 47 w 87"/>
                  <a:gd name="T47" fmla="*/ 3 h 80"/>
                  <a:gd name="T48" fmla="*/ 44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4" y="0"/>
                    </a:moveTo>
                    <a:cubicBezTo>
                      <a:pt x="42" y="0"/>
                      <a:pt x="41" y="1"/>
                      <a:pt x="40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0"/>
                      <a:pt x="25" y="25"/>
                      <a:pt x="21" y="25"/>
                    </a:cubicBezTo>
                    <a:cubicBezTo>
                      <a:pt x="6" y="27"/>
                      <a:pt x="6" y="27"/>
                      <a:pt x="6" y="27"/>
                    </a:cubicBezTo>
                    <a:cubicBezTo>
                      <a:pt x="1" y="28"/>
                      <a:pt x="0" y="31"/>
                      <a:pt x="4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8" y="48"/>
                      <a:pt x="20" y="55"/>
                      <a:pt x="19" y="60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6" y="78"/>
                      <a:pt x="17" y="80"/>
                      <a:pt x="20" y="80"/>
                    </a:cubicBezTo>
                    <a:cubicBezTo>
                      <a:pt x="21" y="80"/>
                      <a:pt x="22" y="80"/>
                      <a:pt x="23" y="79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38" y="71"/>
                      <a:pt x="41" y="70"/>
                      <a:pt x="44" y="70"/>
                    </a:cubicBezTo>
                    <a:cubicBezTo>
                      <a:pt x="46" y="70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6" y="80"/>
                      <a:pt x="67" y="80"/>
                      <a:pt x="68" y="80"/>
                    </a:cubicBezTo>
                    <a:cubicBezTo>
                      <a:pt x="70" y="80"/>
                      <a:pt x="71" y="78"/>
                      <a:pt x="71" y="74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5"/>
                      <a:pt x="70" y="48"/>
                      <a:pt x="73" y="45"/>
                    </a:cubicBezTo>
                    <a:cubicBezTo>
                      <a:pt x="84" y="35"/>
                      <a:pt x="84" y="35"/>
                      <a:pt x="84" y="35"/>
                    </a:cubicBezTo>
                    <a:cubicBezTo>
                      <a:pt x="87" y="31"/>
                      <a:pt x="86" y="28"/>
                      <a:pt x="81" y="27"/>
                    </a:cubicBezTo>
                    <a:cubicBezTo>
                      <a:pt x="67" y="25"/>
                      <a:pt x="67" y="25"/>
                      <a:pt x="67" y="25"/>
                    </a:cubicBezTo>
                    <a:cubicBezTo>
                      <a:pt x="62" y="25"/>
                      <a:pt x="56" y="20"/>
                      <a:pt x="54" y="1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5" y="0"/>
                      <a:pt x="4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9" name="Freeform 158"/>
              <p:cNvSpPr>
                <a:spLocks/>
              </p:cNvSpPr>
              <p:nvPr/>
            </p:nvSpPr>
            <p:spPr bwMode="auto">
              <a:xfrm>
                <a:off x="5231971" y="3530183"/>
                <a:ext cx="122088" cy="111742"/>
              </a:xfrm>
              <a:custGeom>
                <a:avLst/>
                <a:gdLst>
                  <a:gd name="T0" fmla="*/ 43 w 87"/>
                  <a:gd name="T1" fmla="*/ 0 h 80"/>
                  <a:gd name="T2" fmla="*/ 39 w 87"/>
                  <a:gd name="T3" fmla="*/ 3 h 80"/>
                  <a:gd name="T4" fmla="*/ 33 w 87"/>
                  <a:gd name="T5" fmla="*/ 16 h 80"/>
                  <a:gd name="T6" fmla="*/ 20 w 87"/>
                  <a:gd name="T7" fmla="*/ 25 h 80"/>
                  <a:gd name="T8" fmla="*/ 6 w 87"/>
                  <a:gd name="T9" fmla="*/ 27 h 80"/>
                  <a:gd name="T10" fmla="*/ 3 w 87"/>
                  <a:gd name="T11" fmla="*/ 35 h 80"/>
                  <a:gd name="T12" fmla="*/ 14 w 87"/>
                  <a:gd name="T13" fmla="*/ 45 h 80"/>
                  <a:gd name="T14" fmla="*/ 19 w 87"/>
                  <a:gd name="T15" fmla="*/ 60 h 80"/>
                  <a:gd name="T16" fmla="*/ 16 w 87"/>
                  <a:gd name="T17" fmla="*/ 74 h 80"/>
                  <a:gd name="T18" fmla="*/ 19 w 87"/>
                  <a:gd name="T19" fmla="*/ 80 h 80"/>
                  <a:gd name="T20" fmla="*/ 22 w 87"/>
                  <a:gd name="T21" fmla="*/ 79 h 80"/>
                  <a:gd name="T22" fmla="*/ 35 w 87"/>
                  <a:gd name="T23" fmla="*/ 72 h 80"/>
                  <a:gd name="T24" fmla="*/ 43 w 87"/>
                  <a:gd name="T25" fmla="*/ 70 h 80"/>
                  <a:gd name="T26" fmla="*/ 51 w 87"/>
                  <a:gd name="T27" fmla="*/ 72 h 80"/>
                  <a:gd name="T28" fmla="*/ 64 w 87"/>
                  <a:gd name="T29" fmla="*/ 79 h 80"/>
                  <a:gd name="T30" fmla="*/ 67 w 87"/>
                  <a:gd name="T31" fmla="*/ 80 h 80"/>
                  <a:gd name="T32" fmla="*/ 70 w 87"/>
                  <a:gd name="T33" fmla="*/ 74 h 80"/>
                  <a:gd name="T34" fmla="*/ 68 w 87"/>
                  <a:gd name="T35" fmla="*/ 60 h 80"/>
                  <a:gd name="T36" fmla="*/ 73 w 87"/>
                  <a:gd name="T37" fmla="*/ 45 h 80"/>
                  <a:gd name="T38" fmla="*/ 83 w 87"/>
                  <a:gd name="T39" fmla="*/ 35 h 80"/>
                  <a:gd name="T40" fmla="*/ 81 w 87"/>
                  <a:gd name="T41" fmla="*/ 27 h 80"/>
                  <a:gd name="T42" fmla="*/ 66 w 87"/>
                  <a:gd name="T43" fmla="*/ 25 h 80"/>
                  <a:gd name="T44" fmla="*/ 54 w 87"/>
                  <a:gd name="T45" fmla="*/ 16 h 80"/>
                  <a:gd name="T46" fmla="*/ 47 w 87"/>
                  <a:gd name="T47" fmla="*/ 3 h 80"/>
                  <a:gd name="T48" fmla="*/ 43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3" y="0"/>
                    </a:moveTo>
                    <a:cubicBezTo>
                      <a:pt x="42" y="0"/>
                      <a:pt x="40" y="1"/>
                      <a:pt x="39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0"/>
                      <a:pt x="25" y="25"/>
                      <a:pt x="20" y="25"/>
                    </a:cubicBezTo>
                    <a:cubicBezTo>
                      <a:pt x="6" y="27"/>
                      <a:pt x="6" y="27"/>
                      <a:pt x="6" y="27"/>
                    </a:cubicBezTo>
                    <a:cubicBezTo>
                      <a:pt x="1" y="28"/>
                      <a:pt x="0" y="31"/>
                      <a:pt x="3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7" y="48"/>
                      <a:pt x="19" y="55"/>
                      <a:pt x="19" y="60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8"/>
                      <a:pt x="17" y="80"/>
                      <a:pt x="19" y="80"/>
                    </a:cubicBezTo>
                    <a:cubicBezTo>
                      <a:pt x="20" y="80"/>
                      <a:pt x="21" y="80"/>
                      <a:pt x="22" y="79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8" y="71"/>
                      <a:pt x="40" y="70"/>
                      <a:pt x="43" y="70"/>
                    </a:cubicBezTo>
                    <a:cubicBezTo>
                      <a:pt x="46" y="70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5" y="80"/>
                      <a:pt x="66" y="80"/>
                      <a:pt x="67" y="80"/>
                    </a:cubicBezTo>
                    <a:cubicBezTo>
                      <a:pt x="70" y="80"/>
                      <a:pt x="71" y="78"/>
                      <a:pt x="70" y="74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5"/>
                      <a:pt x="69" y="48"/>
                      <a:pt x="73" y="45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7" y="31"/>
                      <a:pt x="86" y="28"/>
                      <a:pt x="81" y="27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61" y="25"/>
                      <a:pt x="56" y="20"/>
                      <a:pt x="54" y="1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5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36" name="Group 435"/>
            <p:cNvGrpSpPr/>
            <p:nvPr/>
          </p:nvGrpSpPr>
          <p:grpSpPr>
            <a:xfrm>
              <a:off x="2974519" y="2313347"/>
              <a:ext cx="2552945" cy="2606411"/>
              <a:chOff x="1066800" y="917575"/>
              <a:chExt cx="909638" cy="928688"/>
            </a:xfrm>
          </p:grpSpPr>
          <p:sp>
            <p:nvSpPr>
              <p:cNvPr id="437" name="Rectangle 6"/>
              <p:cNvSpPr>
                <a:spLocks noChangeArrowheads="1"/>
              </p:cNvSpPr>
              <p:nvPr/>
            </p:nvSpPr>
            <p:spPr bwMode="auto">
              <a:xfrm>
                <a:off x="1370013" y="995363"/>
                <a:ext cx="17463" cy="65088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8" name="Rectangle 7"/>
              <p:cNvSpPr>
                <a:spLocks noChangeArrowheads="1"/>
              </p:cNvSpPr>
              <p:nvPr/>
            </p:nvSpPr>
            <p:spPr bwMode="auto">
              <a:xfrm>
                <a:off x="1457325" y="935038"/>
                <a:ext cx="20638" cy="80963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9" name="Rectangle 8"/>
              <p:cNvSpPr>
                <a:spLocks noChangeArrowheads="1"/>
              </p:cNvSpPr>
              <p:nvPr/>
            </p:nvSpPr>
            <p:spPr bwMode="auto">
              <a:xfrm>
                <a:off x="1098550" y="1747838"/>
                <a:ext cx="846138" cy="60325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0" name="Rectangle 9"/>
              <p:cNvSpPr>
                <a:spLocks noChangeArrowheads="1"/>
              </p:cNvSpPr>
              <p:nvPr/>
            </p:nvSpPr>
            <p:spPr bwMode="auto">
              <a:xfrm>
                <a:off x="1082675" y="1766888"/>
                <a:ext cx="877888" cy="60325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1" name="Rectangle 10"/>
              <p:cNvSpPr>
                <a:spLocks noChangeArrowheads="1"/>
              </p:cNvSpPr>
              <p:nvPr/>
            </p:nvSpPr>
            <p:spPr bwMode="auto">
              <a:xfrm>
                <a:off x="1066800" y="1785938"/>
                <a:ext cx="909638" cy="60325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2" name="Freeform 11"/>
              <p:cNvSpPr>
                <a:spLocks/>
              </p:cNvSpPr>
              <p:nvPr/>
            </p:nvSpPr>
            <p:spPr bwMode="auto">
              <a:xfrm>
                <a:off x="1233488" y="920750"/>
                <a:ext cx="376238" cy="276225"/>
              </a:xfrm>
              <a:custGeom>
                <a:avLst/>
                <a:gdLst>
                  <a:gd name="T0" fmla="*/ 0 w 947"/>
                  <a:gd name="T1" fmla="*/ 692 h 692"/>
                  <a:gd name="T2" fmla="*/ 0 w 947"/>
                  <a:gd name="T3" fmla="*/ 481 h 692"/>
                  <a:gd name="T4" fmla="*/ 947 w 947"/>
                  <a:gd name="T5" fmla="*/ 0 h 692"/>
                  <a:gd name="T6" fmla="*/ 934 w 947"/>
                  <a:gd name="T7" fmla="*/ 264 h 692"/>
                  <a:gd name="T8" fmla="*/ 0 w 947"/>
                  <a:gd name="T9" fmla="*/ 692 h 6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7" h="692">
                    <a:moveTo>
                      <a:pt x="0" y="692"/>
                    </a:moveTo>
                    <a:lnTo>
                      <a:pt x="0" y="481"/>
                    </a:lnTo>
                    <a:lnTo>
                      <a:pt x="947" y="0"/>
                    </a:lnTo>
                    <a:lnTo>
                      <a:pt x="934" y="264"/>
                    </a:lnTo>
                    <a:lnTo>
                      <a:pt x="0" y="69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3" name="Freeform 12"/>
              <p:cNvSpPr>
                <a:spLocks/>
              </p:cNvSpPr>
              <p:nvPr/>
            </p:nvSpPr>
            <p:spPr bwMode="auto">
              <a:xfrm>
                <a:off x="1603375" y="917575"/>
                <a:ext cx="249238" cy="284163"/>
              </a:xfrm>
              <a:custGeom>
                <a:avLst/>
                <a:gdLst>
                  <a:gd name="T0" fmla="*/ 626 w 626"/>
                  <a:gd name="T1" fmla="*/ 718 h 718"/>
                  <a:gd name="T2" fmla="*/ 626 w 626"/>
                  <a:gd name="T3" fmla="*/ 506 h 718"/>
                  <a:gd name="T4" fmla="*/ 6 w 626"/>
                  <a:gd name="T5" fmla="*/ 0 h 718"/>
                  <a:gd name="T6" fmla="*/ 0 w 626"/>
                  <a:gd name="T7" fmla="*/ 274 h 718"/>
                  <a:gd name="T8" fmla="*/ 626 w 626"/>
                  <a:gd name="T9" fmla="*/ 718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6" h="718">
                    <a:moveTo>
                      <a:pt x="626" y="718"/>
                    </a:moveTo>
                    <a:lnTo>
                      <a:pt x="626" y="506"/>
                    </a:lnTo>
                    <a:lnTo>
                      <a:pt x="6" y="0"/>
                    </a:lnTo>
                    <a:lnTo>
                      <a:pt x="0" y="274"/>
                    </a:lnTo>
                    <a:lnTo>
                      <a:pt x="626" y="718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4" name="Freeform 13"/>
              <p:cNvSpPr>
                <a:spLocks/>
              </p:cNvSpPr>
              <p:nvPr/>
            </p:nvSpPr>
            <p:spPr bwMode="auto">
              <a:xfrm>
                <a:off x="1123950" y="977900"/>
                <a:ext cx="519113" cy="811213"/>
              </a:xfrm>
              <a:custGeom>
                <a:avLst/>
                <a:gdLst>
                  <a:gd name="T0" fmla="*/ 0 w 1304"/>
                  <a:gd name="T1" fmla="*/ 582 h 2044"/>
                  <a:gd name="T2" fmla="*/ 1304 w 1304"/>
                  <a:gd name="T3" fmla="*/ 0 h 2044"/>
                  <a:gd name="T4" fmla="*/ 1304 w 1304"/>
                  <a:gd name="T5" fmla="*/ 2044 h 2044"/>
                  <a:gd name="T6" fmla="*/ 0 w 1304"/>
                  <a:gd name="T7" fmla="*/ 2044 h 2044"/>
                  <a:gd name="T8" fmla="*/ 0 w 1304"/>
                  <a:gd name="T9" fmla="*/ 582 h 20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4" h="2044">
                    <a:moveTo>
                      <a:pt x="0" y="582"/>
                    </a:moveTo>
                    <a:lnTo>
                      <a:pt x="1304" y="0"/>
                    </a:lnTo>
                    <a:lnTo>
                      <a:pt x="1304" y="2044"/>
                    </a:lnTo>
                    <a:lnTo>
                      <a:pt x="0" y="2044"/>
                    </a:lnTo>
                    <a:lnTo>
                      <a:pt x="0" y="58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5" name="Freeform 14"/>
              <p:cNvSpPr>
                <a:spLocks/>
              </p:cNvSpPr>
              <p:nvPr/>
            </p:nvSpPr>
            <p:spPr bwMode="auto">
              <a:xfrm>
                <a:off x="1643063" y="977900"/>
                <a:ext cx="265113" cy="811213"/>
              </a:xfrm>
              <a:custGeom>
                <a:avLst/>
                <a:gdLst>
                  <a:gd name="T0" fmla="*/ 670 w 670"/>
                  <a:gd name="T1" fmla="*/ 582 h 2044"/>
                  <a:gd name="T2" fmla="*/ 509 w 670"/>
                  <a:gd name="T3" fmla="*/ 486 h 2044"/>
                  <a:gd name="T4" fmla="*/ 477 w 670"/>
                  <a:gd name="T5" fmla="*/ 378 h 2044"/>
                  <a:gd name="T6" fmla="*/ 0 w 670"/>
                  <a:gd name="T7" fmla="*/ 0 h 2044"/>
                  <a:gd name="T8" fmla="*/ 0 w 670"/>
                  <a:gd name="T9" fmla="*/ 2044 h 2044"/>
                  <a:gd name="T10" fmla="*/ 670 w 670"/>
                  <a:gd name="T11" fmla="*/ 2044 h 2044"/>
                  <a:gd name="T12" fmla="*/ 670 w 670"/>
                  <a:gd name="T13" fmla="*/ 582 h 20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70" h="2044">
                    <a:moveTo>
                      <a:pt x="670" y="582"/>
                    </a:moveTo>
                    <a:lnTo>
                      <a:pt x="509" y="486"/>
                    </a:lnTo>
                    <a:lnTo>
                      <a:pt x="477" y="378"/>
                    </a:lnTo>
                    <a:lnTo>
                      <a:pt x="0" y="0"/>
                    </a:lnTo>
                    <a:lnTo>
                      <a:pt x="0" y="2044"/>
                    </a:lnTo>
                    <a:lnTo>
                      <a:pt x="670" y="2044"/>
                    </a:lnTo>
                    <a:lnTo>
                      <a:pt x="670" y="58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6" name="Freeform 15"/>
              <p:cNvSpPr>
                <a:spLocks noEditPoints="1"/>
              </p:cNvSpPr>
              <p:nvPr/>
            </p:nvSpPr>
            <p:spPr bwMode="auto">
              <a:xfrm>
                <a:off x="1157288" y="1073150"/>
                <a:ext cx="433388" cy="677863"/>
              </a:xfrm>
              <a:custGeom>
                <a:avLst/>
                <a:gdLst>
                  <a:gd name="T0" fmla="*/ 0 w 1089"/>
                  <a:gd name="T1" fmla="*/ 1589 h 1709"/>
                  <a:gd name="T2" fmla="*/ 238 w 1089"/>
                  <a:gd name="T3" fmla="*/ 1573 h 1709"/>
                  <a:gd name="T4" fmla="*/ 238 w 1089"/>
                  <a:gd name="T5" fmla="*/ 1697 h 1709"/>
                  <a:gd name="T6" fmla="*/ 0 w 1089"/>
                  <a:gd name="T7" fmla="*/ 1709 h 1709"/>
                  <a:gd name="T8" fmla="*/ 0 w 1089"/>
                  <a:gd name="T9" fmla="*/ 1589 h 1709"/>
                  <a:gd name="T10" fmla="*/ 296 w 1089"/>
                  <a:gd name="T11" fmla="*/ 1568 h 1709"/>
                  <a:gd name="T12" fmla="*/ 626 w 1089"/>
                  <a:gd name="T13" fmla="*/ 1546 h 1709"/>
                  <a:gd name="T14" fmla="*/ 626 w 1089"/>
                  <a:gd name="T15" fmla="*/ 1678 h 1709"/>
                  <a:gd name="T16" fmla="*/ 296 w 1089"/>
                  <a:gd name="T17" fmla="*/ 1694 h 1709"/>
                  <a:gd name="T18" fmla="*/ 296 w 1089"/>
                  <a:gd name="T19" fmla="*/ 1568 h 1709"/>
                  <a:gd name="T20" fmla="*/ 684 w 1089"/>
                  <a:gd name="T21" fmla="*/ 1542 h 1709"/>
                  <a:gd name="T22" fmla="*/ 1089 w 1089"/>
                  <a:gd name="T23" fmla="*/ 1515 h 1709"/>
                  <a:gd name="T24" fmla="*/ 1089 w 1089"/>
                  <a:gd name="T25" fmla="*/ 1655 h 1709"/>
                  <a:gd name="T26" fmla="*/ 684 w 1089"/>
                  <a:gd name="T27" fmla="*/ 1675 h 1709"/>
                  <a:gd name="T28" fmla="*/ 684 w 1089"/>
                  <a:gd name="T29" fmla="*/ 1542 h 1709"/>
                  <a:gd name="T30" fmla="*/ 0 w 1089"/>
                  <a:gd name="T31" fmla="*/ 441 h 1709"/>
                  <a:gd name="T32" fmla="*/ 1089 w 1089"/>
                  <a:gd name="T33" fmla="*/ 0 h 1709"/>
                  <a:gd name="T34" fmla="*/ 1089 w 1089"/>
                  <a:gd name="T35" fmla="*/ 142 h 1709"/>
                  <a:gd name="T36" fmla="*/ 0 w 1089"/>
                  <a:gd name="T37" fmla="*/ 583 h 1709"/>
                  <a:gd name="T38" fmla="*/ 0 w 1089"/>
                  <a:gd name="T39" fmla="*/ 441 h 1709"/>
                  <a:gd name="T40" fmla="*/ 0 w 1089"/>
                  <a:gd name="T41" fmla="*/ 748 h 1709"/>
                  <a:gd name="T42" fmla="*/ 1089 w 1089"/>
                  <a:gd name="T43" fmla="*/ 394 h 1709"/>
                  <a:gd name="T44" fmla="*/ 1089 w 1089"/>
                  <a:gd name="T45" fmla="*/ 535 h 1709"/>
                  <a:gd name="T46" fmla="*/ 0 w 1089"/>
                  <a:gd name="T47" fmla="*/ 889 h 1709"/>
                  <a:gd name="T48" fmla="*/ 0 w 1089"/>
                  <a:gd name="T49" fmla="*/ 748 h 1709"/>
                  <a:gd name="T50" fmla="*/ 0 w 1089"/>
                  <a:gd name="T51" fmla="*/ 1036 h 1709"/>
                  <a:gd name="T52" fmla="*/ 1089 w 1089"/>
                  <a:gd name="T53" fmla="*/ 771 h 1709"/>
                  <a:gd name="T54" fmla="*/ 1089 w 1089"/>
                  <a:gd name="T55" fmla="*/ 911 h 1709"/>
                  <a:gd name="T56" fmla="*/ 0 w 1089"/>
                  <a:gd name="T57" fmla="*/ 1178 h 1709"/>
                  <a:gd name="T58" fmla="*/ 0 w 1089"/>
                  <a:gd name="T59" fmla="*/ 1036 h 1709"/>
                  <a:gd name="T60" fmla="*/ 0 w 1089"/>
                  <a:gd name="T61" fmla="*/ 1317 h 1709"/>
                  <a:gd name="T62" fmla="*/ 1089 w 1089"/>
                  <a:gd name="T63" fmla="*/ 1147 h 1709"/>
                  <a:gd name="T64" fmla="*/ 1089 w 1089"/>
                  <a:gd name="T65" fmla="*/ 1288 h 1709"/>
                  <a:gd name="T66" fmla="*/ 0 w 1089"/>
                  <a:gd name="T67" fmla="*/ 1457 h 1709"/>
                  <a:gd name="T68" fmla="*/ 0 w 1089"/>
                  <a:gd name="T69" fmla="*/ 1317 h 1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89" h="1709">
                    <a:moveTo>
                      <a:pt x="0" y="1589"/>
                    </a:moveTo>
                    <a:lnTo>
                      <a:pt x="238" y="1573"/>
                    </a:lnTo>
                    <a:lnTo>
                      <a:pt x="238" y="1697"/>
                    </a:lnTo>
                    <a:lnTo>
                      <a:pt x="0" y="1709"/>
                    </a:lnTo>
                    <a:lnTo>
                      <a:pt x="0" y="1589"/>
                    </a:lnTo>
                    <a:close/>
                    <a:moveTo>
                      <a:pt x="296" y="1568"/>
                    </a:moveTo>
                    <a:lnTo>
                      <a:pt x="626" y="1546"/>
                    </a:lnTo>
                    <a:lnTo>
                      <a:pt x="626" y="1678"/>
                    </a:lnTo>
                    <a:lnTo>
                      <a:pt x="296" y="1694"/>
                    </a:lnTo>
                    <a:lnTo>
                      <a:pt x="296" y="1568"/>
                    </a:lnTo>
                    <a:close/>
                    <a:moveTo>
                      <a:pt x="684" y="1542"/>
                    </a:moveTo>
                    <a:lnTo>
                      <a:pt x="1089" y="1515"/>
                    </a:lnTo>
                    <a:lnTo>
                      <a:pt x="1089" y="1655"/>
                    </a:lnTo>
                    <a:lnTo>
                      <a:pt x="684" y="1675"/>
                    </a:lnTo>
                    <a:lnTo>
                      <a:pt x="684" y="1542"/>
                    </a:lnTo>
                    <a:close/>
                    <a:moveTo>
                      <a:pt x="0" y="441"/>
                    </a:moveTo>
                    <a:lnTo>
                      <a:pt x="1089" y="0"/>
                    </a:lnTo>
                    <a:lnTo>
                      <a:pt x="1089" y="142"/>
                    </a:lnTo>
                    <a:lnTo>
                      <a:pt x="0" y="583"/>
                    </a:lnTo>
                    <a:lnTo>
                      <a:pt x="0" y="441"/>
                    </a:lnTo>
                    <a:close/>
                    <a:moveTo>
                      <a:pt x="0" y="748"/>
                    </a:moveTo>
                    <a:lnTo>
                      <a:pt x="1089" y="394"/>
                    </a:lnTo>
                    <a:lnTo>
                      <a:pt x="1089" y="535"/>
                    </a:lnTo>
                    <a:lnTo>
                      <a:pt x="0" y="889"/>
                    </a:lnTo>
                    <a:lnTo>
                      <a:pt x="0" y="748"/>
                    </a:lnTo>
                    <a:close/>
                    <a:moveTo>
                      <a:pt x="0" y="1036"/>
                    </a:moveTo>
                    <a:lnTo>
                      <a:pt x="1089" y="771"/>
                    </a:lnTo>
                    <a:lnTo>
                      <a:pt x="1089" y="911"/>
                    </a:lnTo>
                    <a:lnTo>
                      <a:pt x="0" y="1178"/>
                    </a:lnTo>
                    <a:lnTo>
                      <a:pt x="0" y="1036"/>
                    </a:lnTo>
                    <a:close/>
                    <a:moveTo>
                      <a:pt x="0" y="1317"/>
                    </a:moveTo>
                    <a:lnTo>
                      <a:pt x="1089" y="1147"/>
                    </a:lnTo>
                    <a:lnTo>
                      <a:pt x="1089" y="1288"/>
                    </a:lnTo>
                    <a:lnTo>
                      <a:pt x="0" y="1457"/>
                    </a:lnTo>
                    <a:lnTo>
                      <a:pt x="0" y="1317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47" name="Text Placeholder 3"/>
          <p:cNvSpPr txBox="1">
            <a:spLocks/>
          </p:cNvSpPr>
          <p:nvPr/>
        </p:nvSpPr>
        <p:spPr>
          <a:xfrm>
            <a:off x="1207642" y="3526248"/>
            <a:ext cx="2757984" cy="1015663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6600" kern="0">
                <a:solidFill>
                  <a:schemeClr val="tx1">
                    <a:lumMod val="75000"/>
                    <a:lumOff val="25000"/>
                  </a:schemeClr>
                </a:solidFill>
                <a:latin typeface="Dense" panose="02000000000000000000" pitchFamily="50" charset="0"/>
                <a:ea typeface="Open Sans" panose="020B0606030504020204" pitchFamily="34" charset="0"/>
                <a:cs typeface="Lato Light" panose="020F0402020204030203" pitchFamily="34" charset="0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9pPr>
          </a:lstStyle>
          <a:p>
            <a:r>
              <a:rPr lang="en-US" sz="44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4156.61</a:t>
            </a:r>
            <a:r>
              <a:rPr lang="en-US" sz="32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cft</a:t>
            </a:r>
            <a:endParaRPr lang="en-US" sz="3200" b="1" dirty="0">
              <a:solidFill>
                <a:schemeClr val="bg1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51" name="Title 1"/>
          <p:cNvSpPr txBox="1">
            <a:spLocks/>
          </p:cNvSpPr>
          <p:nvPr/>
        </p:nvSpPr>
        <p:spPr>
          <a:xfrm>
            <a:off x="1214950" y="3282394"/>
            <a:ext cx="1140345" cy="413547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itchFamily="-109" charset="0"/>
                <a:sym typeface="Calibri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pPr algn="l"/>
            <a:r>
              <a:rPr lang="en-US" sz="2800" dirty="0">
                <a:solidFill>
                  <a:schemeClr val="bg1"/>
                </a:solidFill>
                <a:latin typeface="Montserrat SemiBold" panose="000007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Total </a:t>
            </a:r>
            <a:r>
              <a:rPr lang="en-US" sz="2800" dirty="0" smtClean="0">
                <a:solidFill>
                  <a:schemeClr val="bg1"/>
                </a:solidFill>
                <a:latin typeface="Montserrat SemiBold" panose="000007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Steel</a:t>
            </a:r>
            <a:endParaRPr lang="en-US" sz="2800" dirty="0">
              <a:solidFill>
                <a:schemeClr val="bg1"/>
              </a:solidFill>
              <a:latin typeface="Montserrat SemiBold" panose="000007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16</a:t>
            </a:fld>
            <a:endParaRPr lang="en-US"/>
          </a:p>
        </p:txBody>
      </p:sp>
      <p:sp>
        <p:nvSpPr>
          <p:cNvPr id="142" name="Rectangle 141"/>
          <p:cNvSpPr/>
          <p:nvPr>
            <p:custDataLst>
              <p:tags r:id="rId1"/>
            </p:custDataLst>
          </p:nvPr>
        </p:nvSpPr>
        <p:spPr>
          <a:xfrm>
            <a:off x="1969641" y="544343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Steel Cost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4" name="Picture 143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  <p:sp>
        <p:nvSpPr>
          <p:cNvPr id="146" name="Text Placeholder 3"/>
          <p:cNvSpPr txBox="1">
            <a:spLocks/>
          </p:cNvSpPr>
          <p:nvPr/>
        </p:nvSpPr>
        <p:spPr>
          <a:xfrm>
            <a:off x="8288678" y="3508337"/>
            <a:ext cx="3421159" cy="1015663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6600" kern="0">
                <a:solidFill>
                  <a:schemeClr val="tx1">
                    <a:lumMod val="75000"/>
                    <a:lumOff val="25000"/>
                  </a:schemeClr>
                </a:solidFill>
                <a:latin typeface="Dense" panose="02000000000000000000" pitchFamily="50" charset="0"/>
                <a:ea typeface="Open Sans" panose="020B0606030504020204" pitchFamily="34" charset="0"/>
                <a:cs typeface="Lato Light" panose="020F0402020204030203" pitchFamily="34" charset="0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9pPr>
          </a:lstStyle>
          <a:p>
            <a:r>
              <a:rPr lang="en-US" sz="4400" b="1" spc="-150" dirty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3,00,910</a:t>
            </a:r>
            <a:r>
              <a:rPr lang="en-US" sz="44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2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PKR</a:t>
            </a:r>
            <a:endParaRPr lang="en-US" sz="3200" b="1" dirty="0">
              <a:solidFill>
                <a:schemeClr val="bg1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7" name="Title 1"/>
          <p:cNvSpPr txBox="1">
            <a:spLocks/>
          </p:cNvSpPr>
          <p:nvPr/>
        </p:nvSpPr>
        <p:spPr>
          <a:xfrm>
            <a:off x="8381681" y="3264483"/>
            <a:ext cx="1140345" cy="413547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itchFamily="-109" charset="0"/>
                <a:sym typeface="Calibri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pPr algn="l"/>
            <a:r>
              <a:rPr lang="en-US" sz="2800" dirty="0" smtClean="0">
                <a:solidFill>
                  <a:schemeClr val="bg1"/>
                </a:solidFill>
                <a:latin typeface="Montserrat SemiBold" panose="000007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Total Steel Cost</a:t>
            </a:r>
            <a:endParaRPr lang="en-US" sz="2800" dirty="0">
              <a:solidFill>
                <a:schemeClr val="bg1"/>
              </a:solidFill>
              <a:latin typeface="Montserrat SemiBold" panose="000007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785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ny-engineers.com/hubfs/brickmasonry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30491" y="0"/>
            <a:ext cx="1527393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Isosceles Triangle 83"/>
          <p:cNvSpPr/>
          <p:nvPr/>
        </p:nvSpPr>
        <p:spPr>
          <a:xfrm rot="5400000" flipH="1">
            <a:off x="4102579" y="-1382277"/>
            <a:ext cx="1216948" cy="9422103"/>
          </a:xfrm>
          <a:custGeom>
            <a:avLst/>
            <a:gdLst/>
            <a:ahLst/>
            <a:cxnLst/>
            <a:rect l="l" t="t" r="r" b="b"/>
            <a:pathLst>
              <a:path w="914401" h="7066578">
                <a:moveTo>
                  <a:pt x="914401" y="266705"/>
                </a:moveTo>
                <a:lnTo>
                  <a:pt x="914401" y="1751636"/>
                </a:lnTo>
                <a:lnTo>
                  <a:pt x="914401" y="5581647"/>
                </a:lnTo>
                <a:lnTo>
                  <a:pt x="914401" y="7066578"/>
                </a:lnTo>
                <a:lnTo>
                  <a:pt x="0" y="7066578"/>
                </a:lnTo>
                <a:lnTo>
                  <a:pt x="0" y="5581647"/>
                </a:lnTo>
                <a:lnTo>
                  <a:pt x="0" y="1484931"/>
                </a:lnTo>
                <a:lnTo>
                  <a:pt x="0" y="0"/>
                </a:lnTo>
                <a:lnTo>
                  <a:pt x="2" y="0"/>
                </a:lnTo>
                <a:lnTo>
                  <a:pt x="2" y="640556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84"/>
          <p:cNvSpPr/>
          <p:nvPr/>
        </p:nvSpPr>
        <p:spPr>
          <a:xfrm>
            <a:off x="1594927" y="-71021"/>
            <a:ext cx="10119741" cy="6858000"/>
          </a:xfrm>
          <a:custGeom>
            <a:avLst/>
            <a:gdLst/>
            <a:ahLst/>
            <a:cxnLst/>
            <a:rect l="l" t="t" r="r" b="b"/>
            <a:pathLst>
              <a:path w="7589806" h="5153025">
                <a:moveTo>
                  <a:pt x="0" y="0"/>
                </a:moveTo>
                <a:lnTo>
                  <a:pt x="5445248" y="6791"/>
                </a:lnTo>
                <a:lnTo>
                  <a:pt x="7589806" y="5153025"/>
                </a:lnTo>
                <a:lnTo>
                  <a:pt x="2117881" y="5153025"/>
                </a:lnTo>
                <a:close/>
              </a:path>
            </a:pathLst>
          </a:custGeom>
          <a:solidFill>
            <a:schemeClr val="accent1">
              <a:alpha val="7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83"/>
          <p:cNvSpPr/>
          <p:nvPr/>
        </p:nvSpPr>
        <p:spPr>
          <a:xfrm rot="16200000">
            <a:off x="6872474" y="-1382277"/>
            <a:ext cx="1216948" cy="9422103"/>
          </a:xfrm>
          <a:custGeom>
            <a:avLst/>
            <a:gdLst/>
            <a:ahLst/>
            <a:cxnLst/>
            <a:rect l="l" t="t" r="r" b="b"/>
            <a:pathLst>
              <a:path w="914401" h="7066578">
                <a:moveTo>
                  <a:pt x="914401" y="266705"/>
                </a:moveTo>
                <a:lnTo>
                  <a:pt x="914401" y="1751636"/>
                </a:lnTo>
                <a:lnTo>
                  <a:pt x="914401" y="5581647"/>
                </a:lnTo>
                <a:lnTo>
                  <a:pt x="914401" y="7066578"/>
                </a:lnTo>
                <a:lnTo>
                  <a:pt x="0" y="7066578"/>
                </a:lnTo>
                <a:lnTo>
                  <a:pt x="0" y="5581647"/>
                </a:lnTo>
                <a:lnTo>
                  <a:pt x="0" y="1484931"/>
                </a:lnTo>
                <a:lnTo>
                  <a:pt x="0" y="0"/>
                </a:lnTo>
                <a:lnTo>
                  <a:pt x="2" y="0"/>
                </a:lnTo>
                <a:lnTo>
                  <a:pt x="2" y="6405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156285" y="2964612"/>
            <a:ext cx="5754554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Open Sans" panose="020B0606030504020204" pitchFamily="34" charset="0"/>
                <a:cs typeface="Lato" panose="020F0502020204030203" pitchFamily="34" charset="0"/>
              </a:rPr>
              <a:t>Concrete </a:t>
            </a:r>
            <a:r>
              <a:rPr lang="en-US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Open Sans" panose="020B0606030504020204" pitchFamily="34" charset="0"/>
                <a:cs typeface="Lato" panose="020F0502020204030203" pitchFamily="34" charset="0"/>
              </a:rPr>
              <a:t>Estimate</a:t>
            </a:r>
            <a:endParaRPr 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ea typeface="Open Sans" panose="020B0606030504020204" pitchFamily="34" charset="0"/>
              <a:cs typeface="Lato" panose="020F0502020204030203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17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2" y="301234"/>
            <a:ext cx="834528" cy="63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511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2041568" y="1822056"/>
            <a:ext cx="4634888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Estimate for Concrete: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Volume 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= </a:t>
            </a: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915.34 cft</a:t>
            </a:r>
            <a:endParaRPr lang="en-US" noProof="1">
              <a:solidFill>
                <a:schemeClr val="bg1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18</a:t>
            </a:fld>
            <a:endParaRPr lang="en-US"/>
          </a:p>
        </p:txBody>
      </p:sp>
      <p:sp>
        <p:nvSpPr>
          <p:cNvPr id="24" name="Rectangle 23"/>
          <p:cNvSpPr/>
          <p:nvPr>
            <p:custDataLst>
              <p:tags r:id="rId1"/>
            </p:custDataLst>
          </p:nvPr>
        </p:nvSpPr>
        <p:spPr>
          <a:xfrm>
            <a:off x="1976011" y="549299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Concrete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  <p:sp>
        <p:nvSpPr>
          <p:cNvPr id="12" name="Text Placeholder 3"/>
          <p:cNvSpPr txBox="1">
            <a:spLocks/>
          </p:cNvSpPr>
          <p:nvPr/>
        </p:nvSpPr>
        <p:spPr>
          <a:xfrm>
            <a:off x="2041568" y="4300841"/>
            <a:ext cx="3194427" cy="1015663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6600" kern="0">
                <a:solidFill>
                  <a:schemeClr val="tx1">
                    <a:lumMod val="75000"/>
                    <a:lumOff val="25000"/>
                  </a:schemeClr>
                </a:solidFill>
                <a:latin typeface="Dense" panose="02000000000000000000" pitchFamily="50" charset="0"/>
                <a:ea typeface="Open Sans" panose="020B0606030504020204" pitchFamily="34" charset="0"/>
                <a:cs typeface="Lato Light" panose="020F0402020204030203" pitchFamily="34" charset="0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9pPr>
          </a:lstStyle>
          <a:p>
            <a:pPr algn="l"/>
            <a:r>
              <a:rPr lang="en-US" sz="44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2,10,325 </a:t>
            </a:r>
            <a:r>
              <a:rPr lang="en-US" sz="32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PKR</a:t>
            </a:r>
            <a:endParaRPr lang="en-US" sz="3200" b="1" dirty="0">
              <a:solidFill>
                <a:schemeClr val="bg1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2041568" y="4094068"/>
            <a:ext cx="1140345" cy="413547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itchFamily="-109" charset="0"/>
                <a:sym typeface="Calibri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pPr algn="l"/>
            <a:r>
              <a:rPr lang="en-US" sz="2800" dirty="0" smtClean="0">
                <a:solidFill>
                  <a:schemeClr val="bg1"/>
                </a:solidFill>
                <a:latin typeface="Montserrat SemiBold" panose="000007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Total Cost</a:t>
            </a:r>
            <a:endParaRPr lang="en-US" sz="2800" dirty="0">
              <a:solidFill>
                <a:schemeClr val="bg1"/>
              </a:solidFill>
              <a:latin typeface="Montserrat SemiBold" panose="000007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3" r="4663"/>
          <a:stretch>
            <a:fillRect/>
          </a:stretch>
        </p:blipFill>
        <p:spPr>
          <a:xfrm>
            <a:off x="7731889" y="0"/>
            <a:ext cx="4218363" cy="6198001"/>
          </a:xfrm>
        </p:spPr>
      </p:pic>
    </p:spTree>
    <p:extLst>
      <p:ext uri="{BB962C8B-B14F-4D97-AF65-F5344CB8AC3E}">
        <p14:creationId xmlns:p14="http://schemas.microsoft.com/office/powerpoint/2010/main" val="168944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ny-engineers.com/hubfs/brickmasonry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30491" y="0"/>
            <a:ext cx="1527393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Isosceles Triangle 83"/>
          <p:cNvSpPr/>
          <p:nvPr/>
        </p:nvSpPr>
        <p:spPr>
          <a:xfrm rot="5400000" flipH="1">
            <a:off x="4102579" y="-1382277"/>
            <a:ext cx="1216948" cy="9422103"/>
          </a:xfrm>
          <a:custGeom>
            <a:avLst/>
            <a:gdLst/>
            <a:ahLst/>
            <a:cxnLst/>
            <a:rect l="l" t="t" r="r" b="b"/>
            <a:pathLst>
              <a:path w="914401" h="7066578">
                <a:moveTo>
                  <a:pt x="914401" y="266705"/>
                </a:moveTo>
                <a:lnTo>
                  <a:pt x="914401" y="1751636"/>
                </a:lnTo>
                <a:lnTo>
                  <a:pt x="914401" y="5581647"/>
                </a:lnTo>
                <a:lnTo>
                  <a:pt x="914401" y="7066578"/>
                </a:lnTo>
                <a:lnTo>
                  <a:pt x="0" y="7066578"/>
                </a:lnTo>
                <a:lnTo>
                  <a:pt x="0" y="5581647"/>
                </a:lnTo>
                <a:lnTo>
                  <a:pt x="0" y="1484931"/>
                </a:lnTo>
                <a:lnTo>
                  <a:pt x="0" y="0"/>
                </a:lnTo>
                <a:lnTo>
                  <a:pt x="2" y="0"/>
                </a:lnTo>
                <a:lnTo>
                  <a:pt x="2" y="640556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84"/>
          <p:cNvSpPr/>
          <p:nvPr/>
        </p:nvSpPr>
        <p:spPr>
          <a:xfrm>
            <a:off x="1594927" y="-71021"/>
            <a:ext cx="10119741" cy="6858000"/>
          </a:xfrm>
          <a:custGeom>
            <a:avLst/>
            <a:gdLst/>
            <a:ahLst/>
            <a:cxnLst/>
            <a:rect l="l" t="t" r="r" b="b"/>
            <a:pathLst>
              <a:path w="7589806" h="5153025">
                <a:moveTo>
                  <a:pt x="0" y="0"/>
                </a:moveTo>
                <a:lnTo>
                  <a:pt x="5445248" y="6791"/>
                </a:lnTo>
                <a:lnTo>
                  <a:pt x="7589806" y="5153025"/>
                </a:lnTo>
                <a:lnTo>
                  <a:pt x="2117881" y="5153025"/>
                </a:lnTo>
                <a:close/>
              </a:path>
            </a:pathLst>
          </a:custGeom>
          <a:solidFill>
            <a:schemeClr val="accent1">
              <a:alpha val="7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83"/>
          <p:cNvSpPr/>
          <p:nvPr/>
        </p:nvSpPr>
        <p:spPr>
          <a:xfrm rot="16200000">
            <a:off x="6872474" y="-1382277"/>
            <a:ext cx="1216948" cy="9422103"/>
          </a:xfrm>
          <a:custGeom>
            <a:avLst/>
            <a:gdLst/>
            <a:ahLst/>
            <a:cxnLst/>
            <a:rect l="l" t="t" r="r" b="b"/>
            <a:pathLst>
              <a:path w="914401" h="7066578">
                <a:moveTo>
                  <a:pt x="914401" y="266705"/>
                </a:moveTo>
                <a:lnTo>
                  <a:pt x="914401" y="1751636"/>
                </a:lnTo>
                <a:lnTo>
                  <a:pt x="914401" y="5581647"/>
                </a:lnTo>
                <a:lnTo>
                  <a:pt x="914401" y="7066578"/>
                </a:lnTo>
                <a:lnTo>
                  <a:pt x="0" y="7066578"/>
                </a:lnTo>
                <a:lnTo>
                  <a:pt x="0" y="5581647"/>
                </a:lnTo>
                <a:lnTo>
                  <a:pt x="0" y="1484931"/>
                </a:lnTo>
                <a:lnTo>
                  <a:pt x="0" y="0"/>
                </a:lnTo>
                <a:lnTo>
                  <a:pt x="2" y="0"/>
                </a:lnTo>
                <a:lnTo>
                  <a:pt x="2" y="6405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156285" y="2964612"/>
            <a:ext cx="5754554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Open Sans" panose="020B0606030504020204" pitchFamily="34" charset="0"/>
                <a:cs typeface="Lato" panose="020F0502020204030203" pitchFamily="34" charset="0"/>
              </a:rPr>
              <a:t>Masonry Estimate</a:t>
            </a:r>
            <a:endParaRPr 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ea typeface="Open Sans" panose="020B0606030504020204" pitchFamily="34" charset="0"/>
              <a:cs typeface="Lato" panose="020F0502020204030203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19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2" y="301234"/>
            <a:ext cx="834528" cy="63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40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2041568" y="1822056"/>
            <a:ext cx="4634888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Masonry was present in: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Interior wall foundation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Exterior wall foundation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Superstructure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Roof</a:t>
            </a:r>
            <a:endParaRPr lang="en-US" noProof="1">
              <a:solidFill>
                <a:schemeClr val="bg1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20</a:t>
            </a:fld>
            <a:endParaRPr lang="en-US"/>
          </a:p>
        </p:txBody>
      </p:sp>
      <p:sp>
        <p:nvSpPr>
          <p:cNvPr id="24" name="Rectangle 23"/>
          <p:cNvSpPr/>
          <p:nvPr>
            <p:custDataLst>
              <p:tags r:id="rId1"/>
            </p:custDataLst>
          </p:nvPr>
        </p:nvSpPr>
        <p:spPr>
          <a:xfrm>
            <a:off x="1976011" y="549299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Masonry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  <p:pic>
        <p:nvPicPr>
          <p:cNvPr id="4" name="Picture Placeholder 3"/>
          <p:cNvPicPr>
            <a:picLocks noGrp="1" noChangeAspect="1"/>
          </p:cNvPicPr>
          <p:nvPr>
            <p:ph type="pic" sz="quarter" idx="13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93" r="33293"/>
          <a:stretch>
            <a:fillRect/>
          </a:stretch>
        </p:blipFill>
        <p:spPr>
          <a:xfrm>
            <a:off x="7731889" y="0"/>
            <a:ext cx="4259714" cy="6258757"/>
          </a:xfrm>
        </p:spPr>
      </p:pic>
    </p:spTree>
    <p:extLst>
      <p:ext uri="{BB962C8B-B14F-4D97-AF65-F5344CB8AC3E}">
        <p14:creationId xmlns:p14="http://schemas.microsoft.com/office/powerpoint/2010/main" val="1509523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391381" y="1822056"/>
            <a:ext cx="734050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Volume of Brickwork from FFl till slab: </a:t>
            </a:r>
            <a:r>
              <a:rPr lang="en-US" sz="2000" b="1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1101.5085 cft</a:t>
            </a:r>
          </a:p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Volume of </a:t>
            </a:r>
            <a:r>
              <a:rPr lang="en-US" sz="2000" b="1" noProof="1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Brick </a:t>
            </a: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blast: </a:t>
            </a:r>
            <a:r>
              <a:rPr lang="en-US" sz="2000" b="1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301.019 cft</a:t>
            </a:r>
          </a:p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Volume </a:t>
            </a: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from foundation till FFL: </a:t>
            </a:r>
            <a:r>
              <a:rPr lang="en-US" sz="2000" b="1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1065.228 cft</a:t>
            </a:r>
          </a:p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Volume </a:t>
            </a:r>
            <a:r>
              <a:rPr lang="en-US" sz="2000" b="1" noProof="1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of </a:t>
            </a: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Brickwork in roof: </a:t>
            </a:r>
            <a:r>
              <a:rPr lang="en-US" sz="2000" b="1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36.627 cft</a:t>
            </a:r>
            <a:endParaRPr lang="en-US" sz="2000" b="1" noProof="1">
              <a:solidFill>
                <a:schemeClr val="bg1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32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Total Brickwork: </a:t>
            </a:r>
            <a:r>
              <a:rPr lang="en-US" sz="3200" b="1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2504.383 cft</a:t>
            </a:r>
            <a:endParaRPr lang="en-US" sz="2800" noProof="1">
              <a:solidFill>
                <a:schemeClr val="bg1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21</a:t>
            </a:fld>
            <a:endParaRPr lang="en-US"/>
          </a:p>
        </p:txBody>
      </p:sp>
      <p:sp>
        <p:nvSpPr>
          <p:cNvPr id="24" name="Rectangle 23"/>
          <p:cNvSpPr/>
          <p:nvPr>
            <p:custDataLst>
              <p:tags r:id="rId1"/>
            </p:custDataLst>
          </p:nvPr>
        </p:nvSpPr>
        <p:spPr>
          <a:xfrm>
            <a:off x="1976011" y="549299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Masonry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  <p:pic>
        <p:nvPicPr>
          <p:cNvPr id="4" name="Picture Placeholder 3"/>
          <p:cNvPicPr>
            <a:picLocks noGrp="1" noChangeAspect="1"/>
          </p:cNvPicPr>
          <p:nvPr>
            <p:ph type="pic" sz="quarter" idx="13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93" r="33293"/>
          <a:stretch>
            <a:fillRect/>
          </a:stretch>
        </p:blipFill>
        <p:spPr>
          <a:xfrm>
            <a:off x="7731889" y="0"/>
            <a:ext cx="4259714" cy="6258757"/>
          </a:xfrm>
        </p:spPr>
      </p:pic>
    </p:spTree>
    <p:extLst>
      <p:ext uri="{BB962C8B-B14F-4D97-AF65-F5344CB8AC3E}">
        <p14:creationId xmlns:p14="http://schemas.microsoft.com/office/powerpoint/2010/main" val="1964350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391381" y="1822056"/>
            <a:ext cx="734050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Total Brickwork including mortar: </a:t>
            </a:r>
            <a:r>
              <a:rPr lang="en-US" sz="2000" b="1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2203.364 cft</a:t>
            </a:r>
          </a:p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Number of Bricks with Mortar: </a:t>
            </a:r>
            <a:r>
              <a:rPr lang="en-US" sz="2000" b="1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27182.4856</a:t>
            </a:r>
          </a:p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32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Total Bricks: </a:t>
            </a:r>
            <a:r>
              <a:rPr lang="en-US" sz="3200" b="1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31998.784 ≈ 32,000</a:t>
            </a:r>
            <a:endParaRPr lang="en-US" sz="2800" noProof="1">
              <a:solidFill>
                <a:schemeClr val="bg1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22</a:t>
            </a:fld>
            <a:endParaRPr lang="en-US"/>
          </a:p>
        </p:txBody>
      </p:sp>
      <p:sp>
        <p:nvSpPr>
          <p:cNvPr id="24" name="Rectangle 23"/>
          <p:cNvSpPr/>
          <p:nvPr>
            <p:custDataLst>
              <p:tags r:id="rId1"/>
            </p:custDataLst>
          </p:nvPr>
        </p:nvSpPr>
        <p:spPr>
          <a:xfrm>
            <a:off x="1976011" y="549299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Masonry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  <p:pic>
        <p:nvPicPr>
          <p:cNvPr id="4" name="Picture Placeholder 3"/>
          <p:cNvPicPr>
            <a:picLocks noGrp="1" noChangeAspect="1"/>
          </p:cNvPicPr>
          <p:nvPr>
            <p:ph type="pic" sz="quarter" idx="13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93" r="33293"/>
          <a:stretch>
            <a:fillRect/>
          </a:stretch>
        </p:blipFill>
        <p:spPr>
          <a:xfrm>
            <a:off x="7731889" y="0"/>
            <a:ext cx="4259714" cy="6258757"/>
          </a:xfrm>
        </p:spPr>
      </p:pic>
    </p:spTree>
    <p:extLst>
      <p:ext uri="{BB962C8B-B14F-4D97-AF65-F5344CB8AC3E}">
        <p14:creationId xmlns:p14="http://schemas.microsoft.com/office/powerpoint/2010/main" val="1655370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23</a:t>
            </a:fld>
            <a:endParaRPr lang="en-US"/>
          </a:p>
        </p:txBody>
      </p:sp>
      <p:sp>
        <p:nvSpPr>
          <p:cNvPr id="24" name="Rectangle 23"/>
          <p:cNvSpPr/>
          <p:nvPr>
            <p:custDataLst>
              <p:tags r:id="rId1"/>
            </p:custDataLst>
          </p:nvPr>
        </p:nvSpPr>
        <p:spPr>
          <a:xfrm>
            <a:off x="1976011" y="549299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Summary of Brickwork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322348"/>
              </p:ext>
            </p:extLst>
          </p:nvPr>
        </p:nvGraphicFramePr>
        <p:xfrm>
          <a:off x="1737360" y="2030304"/>
          <a:ext cx="6756400" cy="2417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8200">
                  <a:extLst>
                    <a:ext uri="{9D8B030D-6E8A-4147-A177-3AD203B41FA5}">
                      <a16:colId xmlns:a16="http://schemas.microsoft.com/office/drawing/2014/main" val="3952277533"/>
                    </a:ext>
                  </a:extLst>
                </a:gridCol>
                <a:gridCol w="3378200">
                  <a:extLst>
                    <a:ext uri="{9D8B030D-6E8A-4147-A177-3AD203B41FA5}">
                      <a16:colId xmlns:a16="http://schemas.microsoft.com/office/drawing/2014/main" val="3790443880"/>
                    </a:ext>
                  </a:extLst>
                </a:gridCol>
              </a:tblGrid>
              <a:tr h="39835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Structure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Volume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1988078"/>
                  </a:ext>
                </a:extLst>
              </a:tr>
              <a:tr h="39835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8DCE02"/>
                          </a:solidFill>
                        </a:rPr>
                        <a:t>Foundation + Plinth</a:t>
                      </a:r>
                      <a:endParaRPr lang="en-US" dirty="0">
                        <a:solidFill>
                          <a:srgbClr val="8DCE02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8DCE02"/>
                          </a:solidFill>
                        </a:rPr>
                        <a:t>1065.228 </a:t>
                      </a:r>
                      <a:r>
                        <a:rPr lang="en-US" dirty="0" err="1" smtClean="0">
                          <a:solidFill>
                            <a:srgbClr val="8DCE02"/>
                          </a:solidFill>
                        </a:rPr>
                        <a:t>cft</a:t>
                      </a:r>
                      <a:endParaRPr lang="en-US" dirty="0">
                        <a:solidFill>
                          <a:srgbClr val="8DCE02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626591"/>
                  </a:ext>
                </a:extLst>
              </a:tr>
              <a:tr h="39835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8DCE02"/>
                          </a:solidFill>
                        </a:rPr>
                        <a:t>Super Structure</a:t>
                      </a:r>
                      <a:endParaRPr lang="en-US" dirty="0">
                        <a:solidFill>
                          <a:srgbClr val="8DCE02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8DCE02"/>
                          </a:solidFill>
                        </a:rPr>
                        <a:t>1402.532 </a:t>
                      </a:r>
                      <a:r>
                        <a:rPr lang="en-US" dirty="0" err="1" smtClean="0">
                          <a:solidFill>
                            <a:srgbClr val="8DCE02"/>
                          </a:solidFill>
                        </a:rPr>
                        <a:t>cft</a:t>
                      </a:r>
                      <a:endParaRPr lang="en-US" dirty="0">
                        <a:solidFill>
                          <a:srgbClr val="8DCE02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217460"/>
                  </a:ext>
                </a:extLst>
              </a:tr>
              <a:tr h="39835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8DCE02"/>
                          </a:solidFill>
                        </a:rPr>
                        <a:t>Roofing</a:t>
                      </a:r>
                      <a:endParaRPr lang="en-US" dirty="0">
                        <a:solidFill>
                          <a:srgbClr val="8DCE02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8DCE02"/>
                          </a:solidFill>
                        </a:rPr>
                        <a:t>36.62733125 </a:t>
                      </a:r>
                      <a:r>
                        <a:rPr lang="en-US" dirty="0" err="1" smtClean="0">
                          <a:solidFill>
                            <a:srgbClr val="8DCE02"/>
                          </a:solidFill>
                        </a:rPr>
                        <a:t>cft</a:t>
                      </a:r>
                      <a:endParaRPr lang="en-US" dirty="0">
                        <a:solidFill>
                          <a:srgbClr val="8DCE02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531457"/>
                  </a:ext>
                </a:extLst>
              </a:tr>
              <a:tr h="39835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8DCE02"/>
                          </a:solidFill>
                        </a:rPr>
                        <a:t>Total Brick Work</a:t>
                      </a:r>
                      <a:endParaRPr lang="en-US" dirty="0">
                        <a:solidFill>
                          <a:srgbClr val="8DCE02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8DCE02"/>
                          </a:solidFill>
                        </a:rPr>
                        <a:t>2504.382587 </a:t>
                      </a:r>
                      <a:r>
                        <a:rPr lang="en-US" dirty="0" err="1" smtClean="0">
                          <a:solidFill>
                            <a:srgbClr val="8DCE02"/>
                          </a:solidFill>
                        </a:rPr>
                        <a:t>cft</a:t>
                      </a:r>
                      <a:endParaRPr lang="en-US" dirty="0">
                        <a:solidFill>
                          <a:srgbClr val="8DCE02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030808"/>
                  </a:ext>
                </a:extLst>
              </a:tr>
              <a:tr h="42563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bg1"/>
                          </a:solidFill>
                        </a:rPr>
                        <a:t>Total Bricks 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bg1"/>
                          </a:solidFill>
                        </a:rPr>
                        <a:t>32000 Bricks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005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0101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ny-engineers.com/hubfs/brickmasonry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30491" y="0"/>
            <a:ext cx="1527393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Isosceles Triangle 83"/>
          <p:cNvSpPr/>
          <p:nvPr/>
        </p:nvSpPr>
        <p:spPr>
          <a:xfrm rot="5400000" flipH="1">
            <a:off x="4102579" y="-1382277"/>
            <a:ext cx="1216948" cy="9422103"/>
          </a:xfrm>
          <a:custGeom>
            <a:avLst/>
            <a:gdLst/>
            <a:ahLst/>
            <a:cxnLst/>
            <a:rect l="l" t="t" r="r" b="b"/>
            <a:pathLst>
              <a:path w="914401" h="7066578">
                <a:moveTo>
                  <a:pt x="914401" y="266705"/>
                </a:moveTo>
                <a:lnTo>
                  <a:pt x="914401" y="1751636"/>
                </a:lnTo>
                <a:lnTo>
                  <a:pt x="914401" y="5581647"/>
                </a:lnTo>
                <a:lnTo>
                  <a:pt x="914401" y="7066578"/>
                </a:lnTo>
                <a:lnTo>
                  <a:pt x="0" y="7066578"/>
                </a:lnTo>
                <a:lnTo>
                  <a:pt x="0" y="5581647"/>
                </a:lnTo>
                <a:lnTo>
                  <a:pt x="0" y="1484931"/>
                </a:lnTo>
                <a:lnTo>
                  <a:pt x="0" y="0"/>
                </a:lnTo>
                <a:lnTo>
                  <a:pt x="2" y="0"/>
                </a:lnTo>
                <a:lnTo>
                  <a:pt x="2" y="640556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84"/>
          <p:cNvSpPr/>
          <p:nvPr/>
        </p:nvSpPr>
        <p:spPr>
          <a:xfrm>
            <a:off x="1594927" y="-71021"/>
            <a:ext cx="10119741" cy="6858000"/>
          </a:xfrm>
          <a:custGeom>
            <a:avLst/>
            <a:gdLst/>
            <a:ahLst/>
            <a:cxnLst/>
            <a:rect l="l" t="t" r="r" b="b"/>
            <a:pathLst>
              <a:path w="7589806" h="5153025">
                <a:moveTo>
                  <a:pt x="0" y="0"/>
                </a:moveTo>
                <a:lnTo>
                  <a:pt x="5445248" y="6791"/>
                </a:lnTo>
                <a:lnTo>
                  <a:pt x="7589806" y="5153025"/>
                </a:lnTo>
                <a:lnTo>
                  <a:pt x="2117881" y="5153025"/>
                </a:lnTo>
                <a:close/>
              </a:path>
            </a:pathLst>
          </a:custGeom>
          <a:solidFill>
            <a:schemeClr val="accent1">
              <a:alpha val="7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83"/>
          <p:cNvSpPr/>
          <p:nvPr/>
        </p:nvSpPr>
        <p:spPr>
          <a:xfrm rot="16200000">
            <a:off x="6872474" y="-1382277"/>
            <a:ext cx="1216948" cy="9422103"/>
          </a:xfrm>
          <a:custGeom>
            <a:avLst/>
            <a:gdLst/>
            <a:ahLst/>
            <a:cxnLst/>
            <a:rect l="l" t="t" r="r" b="b"/>
            <a:pathLst>
              <a:path w="914401" h="7066578">
                <a:moveTo>
                  <a:pt x="914401" y="266705"/>
                </a:moveTo>
                <a:lnTo>
                  <a:pt x="914401" y="1751636"/>
                </a:lnTo>
                <a:lnTo>
                  <a:pt x="914401" y="5581647"/>
                </a:lnTo>
                <a:lnTo>
                  <a:pt x="914401" y="7066578"/>
                </a:lnTo>
                <a:lnTo>
                  <a:pt x="0" y="7066578"/>
                </a:lnTo>
                <a:lnTo>
                  <a:pt x="0" y="5581647"/>
                </a:lnTo>
                <a:lnTo>
                  <a:pt x="0" y="1484931"/>
                </a:lnTo>
                <a:lnTo>
                  <a:pt x="0" y="0"/>
                </a:lnTo>
                <a:lnTo>
                  <a:pt x="2" y="0"/>
                </a:lnTo>
                <a:lnTo>
                  <a:pt x="2" y="6405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156285" y="2964612"/>
            <a:ext cx="5754554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Open Sans" panose="020B0606030504020204" pitchFamily="34" charset="0"/>
                <a:cs typeface="Lato" panose="020F0502020204030203" pitchFamily="34" charset="0"/>
              </a:rPr>
              <a:t>Mortar Estimate</a:t>
            </a:r>
            <a:endParaRPr 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ea typeface="Open Sans" panose="020B0606030504020204" pitchFamily="34" charset="0"/>
              <a:cs typeface="Lato" panose="020F0502020204030203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24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2" y="301234"/>
            <a:ext cx="834528" cy="63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037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391381" y="1822056"/>
            <a:ext cx="7340508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Wet mortar: </a:t>
            </a:r>
            <a:r>
              <a:rPr lang="en-US" sz="2000" b="1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504.455 cft</a:t>
            </a:r>
          </a:p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Dry mortar: </a:t>
            </a:r>
            <a:r>
              <a:rPr lang="en-US" sz="2000" b="1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605.3456 cft</a:t>
            </a:r>
          </a:p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Cement: </a:t>
            </a:r>
            <a:r>
              <a:rPr lang="en-US" sz="2000" b="1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121.069 cft</a:t>
            </a:r>
          </a:p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32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Cement Bags: </a:t>
            </a:r>
            <a:r>
              <a:rPr lang="en-US" sz="3200" b="1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98.751 ≈ 99 bags</a:t>
            </a:r>
          </a:p>
          <a:p>
            <a:pPr lvl="0"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32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Sand: </a:t>
            </a:r>
            <a:r>
              <a:rPr lang="en-US" sz="3200" b="1" noProof="1" smtClean="0">
                <a:solidFill>
                  <a:prstClr val="white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484.28 cft</a:t>
            </a:r>
            <a:endParaRPr lang="en-US" sz="3200" b="1" noProof="1">
              <a:solidFill>
                <a:prstClr val="white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25</a:t>
            </a:fld>
            <a:endParaRPr lang="en-US"/>
          </a:p>
        </p:txBody>
      </p:sp>
      <p:sp>
        <p:nvSpPr>
          <p:cNvPr id="24" name="Rectangle 23"/>
          <p:cNvSpPr/>
          <p:nvPr>
            <p:custDataLst>
              <p:tags r:id="rId1"/>
            </p:custDataLst>
          </p:nvPr>
        </p:nvSpPr>
        <p:spPr>
          <a:xfrm>
            <a:off x="1976011" y="549299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Mortar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  <p:pic>
        <p:nvPicPr>
          <p:cNvPr id="7" name="Picture Placeholder 6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45" r="13973"/>
          <a:stretch/>
        </p:blipFill>
        <p:spPr>
          <a:xfrm>
            <a:off x="7731889" y="0"/>
            <a:ext cx="4252665" cy="6248400"/>
          </a:xfrm>
        </p:spPr>
      </p:pic>
    </p:spTree>
    <p:extLst>
      <p:ext uri="{BB962C8B-B14F-4D97-AF65-F5344CB8AC3E}">
        <p14:creationId xmlns:p14="http://schemas.microsoft.com/office/powerpoint/2010/main" val="3748118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353606" y="2195102"/>
            <a:ext cx="3878327" cy="2973887"/>
            <a:chOff x="2121623" y="1952034"/>
            <a:chExt cx="3878327" cy="2973887"/>
          </a:xfrm>
        </p:grpSpPr>
        <p:grpSp>
          <p:nvGrpSpPr>
            <p:cNvPr id="2" name="Group 1"/>
            <p:cNvGrpSpPr/>
            <p:nvPr/>
          </p:nvGrpSpPr>
          <p:grpSpPr>
            <a:xfrm>
              <a:off x="2121623" y="1952034"/>
              <a:ext cx="3878327" cy="2973887"/>
              <a:chOff x="2013187" y="2268949"/>
              <a:chExt cx="3465030" cy="2656972"/>
            </a:xfrm>
          </p:grpSpPr>
          <p:sp>
            <p:nvSpPr>
              <p:cNvPr id="5" name="Freeform 36"/>
              <p:cNvSpPr>
                <a:spLocks/>
              </p:cNvSpPr>
              <p:nvPr/>
            </p:nvSpPr>
            <p:spPr bwMode="auto">
              <a:xfrm>
                <a:off x="4165251" y="3341877"/>
                <a:ext cx="1046027" cy="903246"/>
              </a:xfrm>
              <a:custGeom>
                <a:avLst/>
                <a:gdLst>
                  <a:gd name="T0" fmla="*/ 742 w 749"/>
                  <a:gd name="T1" fmla="*/ 230 h 647"/>
                  <a:gd name="T2" fmla="*/ 737 w 749"/>
                  <a:gd name="T3" fmla="*/ 260 h 647"/>
                  <a:gd name="T4" fmla="*/ 188 w 749"/>
                  <a:gd name="T5" fmla="*/ 640 h 647"/>
                  <a:gd name="T6" fmla="*/ 158 w 749"/>
                  <a:gd name="T7" fmla="*/ 635 h 647"/>
                  <a:gd name="T8" fmla="*/ 7 w 749"/>
                  <a:gd name="T9" fmla="*/ 418 h 647"/>
                  <a:gd name="T10" fmla="*/ 13 w 749"/>
                  <a:gd name="T11" fmla="*/ 387 h 647"/>
                  <a:gd name="T12" fmla="*/ 561 w 749"/>
                  <a:gd name="T13" fmla="*/ 7 h 647"/>
                  <a:gd name="T14" fmla="*/ 592 w 749"/>
                  <a:gd name="T15" fmla="*/ 13 h 647"/>
                  <a:gd name="T16" fmla="*/ 742 w 749"/>
                  <a:gd name="T17" fmla="*/ 230 h 6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9" h="647">
                    <a:moveTo>
                      <a:pt x="742" y="230"/>
                    </a:moveTo>
                    <a:cubicBezTo>
                      <a:pt x="749" y="240"/>
                      <a:pt x="747" y="254"/>
                      <a:pt x="737" y="260"/>
                    </a:cubicBezTo>
                    <a:cubicBezTo>
                      <a:pt x="188" y="640"/>
                      <a:pt x="188" y="640"/>
                      <a:pt x="188" y="640"/>
                    </a:cubicBezTo>
                    <a:cubicBezTo>
                      <a:pt x="178" y="647"/>
                      <a:pt x="165" y="645"/>
                      <a:pt x="158" y="635"/>
                    </a:cubicBezTo>
                    <a:cubicBezTo>
                      <a:pt x="7" y="418"/>
                      <a:pt x="7" y="418"/>
                      <a:pt x="7" y="418"/>
                    </a:cubicBezTo>
                    <a:cubicBezTo>
                      <a:pt x="0" y="408"/>
                      <a:pt x="3" y="394"/>
                      <a:pt x="13" y="387"/>
                    </a:cubicBezTo>
                    <a:cubicBezTo>
                      <a:pt x="561" y="7"/>
                      <a:pt x="561" y="7"/>
                      <a:pt x="561" y="7"/>
                    </a:cubicBezTo>
                    <a:cubicBezTo>
                      <a:pt x="571" y="0"/>
                      <a:pt x="585" y="3"/>
                      <a:pt x="592" y="13"/>
                    </a:cubicBezTo>
                    <a:cubicBezTo>
                      <a:pt x="742" y="230"/>
                      <a:pt x="742" y="230"/>
                      <a:pt x="742" y="230"/>
                    </a:cubicBezTo>
                  </a:path>
                </a:pathLst>
              </a:custGeom>
              <a:solidFill>
                <a:srgbClr val="4E7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Freeform 37"/>
              <p:cNvSpPr>
                <a:spLocks/>
              </p:cNvSpPr>
              <p:nvPr/>
            </p:nvSpPr>
            <p:spPr bwMode="auto">
              <a:xfrm>
                <a:off x="4523238" y="3627440"/>
                <a:ext cx="331087" cy="332122"/>
              </a:xfrm>
              <a:custGeom>
                <a:avLst/>
                <a:gdLst>
                  <a:gd name="T0" fmla="*/ 205 w 237"/>
                  <a:gd name="T1" fmla="*/ 59 h 238"/>
                  <a:gd name="T2" fmla="*/ 178 w 237"/>
                  <a:gd name="T3" fmla="*/ 205 h 238"/>
                  <a:gd name="T4" fmla="*/ 33 w 237"/>
                  <a:gd name="T5" fmla="*/ 178 h 238"/>
                  <a:gd name="T6" fmla="*/ 59 w 237"/>
                  <a:gd name="T7" fmla="*/ 33 h 238"/>
                  <a:gd name="T8" fmla="*/ 205 w 237"/>
                  <a:gd name="T9" fmla="*/ 59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7" h="238">
                    <a:moveTo>
                      <a:pt x="205" y="59"/>
                    </a:moveTo>
                    <a:cubicBezTo>
                      <a:pt x="237" y="107"/>
                      <a:pt x="226" y="172"/>
                      <a:pt x="178" y="205"/>
                    </a:cubicBezTo>
                    <a:cubicBezTo>
                      <a:pt x="131" y="238"/>
                      <a:pt x="66" y="226"/>
                      <a:pt x="33" y="178"/>
                    </a:cubicBezTo>
                    <a:cubicBezTo>
                      <a:pt x="0" y="131"/>
                      <a:pt x="12" y="66"/>
                      <a:pt x="59" y="33"/>
                    </a:cubicBezTo>
                    <a:cubicBezTo>
                      <a:pt x="107" y="0"/>
                      <a:pt x="172" y="12"/>
                      <a:pt x="205" y="59"/>
                    </a:cubicBezTo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" name="Freeform 38"/>
              <p:cNvSpPr>
                <a:spLocks/>
              </p:cNvSpPr>
              <p:nvPr/>
            </p:nvSpPr>
            <p:spPr bwMode="auto">
              <a:xfrm>
                <a:off x="4609114" y="3694691"/>
                <a:ext cx="142781" cy="82772"/>
              </a:xfrm>
              <a:custGeom>
                <a:avLst/>
                <a:gdLst>
                  <a:gd name="T0" fmla="*/ 65 w 102"/>
                  <a:gd name="T1" fmla="*/ 0 h 59"/>
                  <a:gd name="T2" fmla="*/ 46 w 102"/>
                  <a:gd name="T3" fmla="*/ 13 h 59"/>
                  <a:gd name="T4" fmla="*/ 50 w 102"/>
                  <a:gd name="T5" fmla="*/ 18 h 59"/>
                  <a:gd name="T6" fmla="*/ 44 w 102"/>
                  <a:gd name="T7" fmla="*/ 19 h 59"/>
                  <a:gd name="T8" fmla="*/ 36 w 102"/>
                  <a:gd name="T9" fmla="*/ 21 h 59"/>
                  <a:gd name="T10" fmla="*/ 26 w 102"/>
                  <a:gd name="T11" fmla="*/ 7 h 59"/>
                  <a:gd name="T12" fmla="*/ 11 w 102"/>
                  <a:gd name="T13" fmla="*/ 18 h 59"/>
                  <a:gd name="T14" fmla="*/ 20 w 102"/>
                  <a:gd name="T15" fmla="*/ 30 h 59"/>
                  <a:gd name="T16" fmla="*/ 9 w 102"/>
                  <a:gd name="T17" fmla="*/ 40 h 59"/>
                  <a:gd name="T18" fmla="*/ 2 w 102"/>
                  <a:gd name="T19" fmla="*/ 52 h 59"/>
                  <a:gd name="T20" fmla="*/ 0 w 102"/>
                  <a:gd name="T21" fmla="*/ 59 h 59"/>
                  <a:gd name="T22" fmla="*/ 40 w 102"/>
                  <a:gd name="T23" fmla="*/ 59 h 59"/>
                  <a:gd name="T24" fmla="*/ 102 w 102"/>
                  <a:gd name="T25" fmla="*/ 50 h 59"/>
                  <a:gd name="T26" fmla="*/ 96 w 102"/>
                  <a:gd name="T27" fmla="*/ 47 h 59"/>
                  <a:gd name="T28" fmla="*/ 84 w 102"/>
                  <a:gd name="T29" fmla="*/ 44 h 59"/>
                  <a:gd name="T30" fmla="*/ 82 w 102"/>
                  <a:gd name="T31" fmla="*/ 44 h 59"/>
                  <a:gd name="T32" fmla="*/ 68 w 102"/>
                  <a:gd name="T33" fmla="*/ 47 h 59"/>
                  <a:gd name="T34" fmla="*/ 54 w 102"/>
                  <a:gd name="T35" fmla="*/ 52 h 59"/>
                  <a:gd name="T36" fmla="*/ 44 w 102"/>
                  <a:gd name="T37" fmla="*/ 55 h 59"/>
                  <a:gd name="T38" fmla="*/ 42 w 102"/>
                  <a:gd name="T39" fmla="*/ 55 h 59"/>
                  <a:gd name="T40" fmla="*/ 37 w 102"/>
                  <a:gd name="T41" fmla="*/ 52 h 59"/>
                  <a:gd name="T42" fmla="*/ 36 w 102"/>
                  <a:gd name="T43" fmla="*/ 47 h 59"/>
                  <a:gd name="T44" fmla="*/ 41 w 102"/>
                  <a:gd name="T45" fmla="*/ 42 h 59"/>
                  <a:gd name="T46" fmla="*/ 48 w 102"/>
                  <a:gd name="T47" fmla="*/ 39 h 59"/>
                  <a:gd name="T48" fmla="*/ 53 w 102"/>
                  <a:gd name="T49" fmla="*/ 38 h 59"/>
                  <a:gd name="T50" fmla="*/ 55 w 102"/>
                  <a:gd name="T51" fmla="*/ 38 h 59"/>
                  <a:gd name="T52" fmla="*/ 62 w 102"/>
                  <a:gd name="T53" fmla="*/ 40 h 59"/>
                  <a:gd name="T54" fmla="*/ 67 w 102"/>
                  <a:gd name="T55" fmla="*/ 44 h 59"/>
                  <a:gd name="T56" fmla="*/ 86 w 102"/>
                  <a:gd name="T57" fmla="*/ 30 h 59"/>
                  <a:gd name="T58" fmla="*/ 65 w 102"/>
                  <a:gd name="T59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02" h="59">
                    <a:moveTo>
                      <a:pt x="65" y="0"/>
                    </a:moveTo>
                    <a:cubicBezTo>
                      <a:pt x="46" y="13"/>
                      <a:pt x="46" y="13"/>
                      <a:pt x="46" y="13"/>
                    </a:cubicBezTo>
                    <a:cubicBezTo>
                      <a:pt x="50" y="18"/>
                      <a:pt x="50" y="18"/>
                      <a:pt x="50" y="18"/>
                    </a:cubicBezTo>
                    <a:cubicBezTo>
                      <a:pt x="48" y="18"/>
                      <a:pt x="46" y="19"/>
                      <a:pt x="44" y="19"/>
                    </a:cubicBezTo>
                    <a:cubicBezTo>
                      <a:pt x="41" y="20"/>
                      <a:pt x="38" y="20"/>
                      <a:pt x="36" y="21"/>
                    </a:cubicBezTo>
                    <a:cubicBezTo>
                      <a:pt x="26" y="7"/>
                      <a:pt x="26" y="7"/>
                      <a:pt x="26" y="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20" y="30"/>
                      <a:pt x="20" y="30"/>
                      <a:pt x="20" y="30"/>
                    </a:cubicBezTo>
                    <a:cubicBezTo>
                      <a:pt x="15" y="33"/>
                      <a:pt x="12" y="36"/>
                      <a:pt x="9" y="40"/>
                    </a:cubicBezTo>
                    <a:cubicBezTo>
                      <a:pt x="5" y="44"/>
                      <a:pt x="3" y="48"/>
                      <a:pt x="2" y="52"/>
                    </a:cubicBezTo>
                    <a:cubicBezTo>
                      <a:pt x="1" y="55"/>
                      <a:pt x="0" y="57"/>
                      <a:pt x="0" y="59"/>
                    </a:cubicBezTo>
                    <a:cubicBezTo>
                      <a:pt x="40" y="59"/>
                      <a:pt x="40" y="59"/>
                      <a:pt x="40" y="59"/>
                    </a:cubicBezTo>
                    <a:cubicBezTo>
                      <a:pt x="102" y="50"/>
                      <a:pt x="102" y="50"/>
                      <a:pt x="102" y="50"/>
                    </a:cubicBezTo>
                    <a:cubicBezTo>
                      <a:pt x="100" y="49"/>
                      <a:pt x="98" y="48"/>
                      <a:pt x="96" y="47"/>
                    </a:cubicBezTo>
                    <a:cubicBezTo>
                      <a:pt x="92" y="45"/>
                      <a:pt x="88" y="44"/>
                      <a:pt x="84" y="44"/>
                    </a:cubicBezTo>
                    <a:cubicBezTo>
                      <a:pt x="83" y="44"/>
                      <a:pt x="83" y="44"/>
                      <a:pt x="82" y="44"/>
                    </a:cubicBezTo>
                    <a:cubicBezTo>
                      <a:pt x="77" y="45"/>
                      <a:pt x="72" y="46"/>
                      <a:pt x="68" y="47"/>
                    </a:cubicBezTo>
                    <a:cubicBezTo>
                      <a:pt x="63" y="49"/>
                      <a:pt x="58" y="50"/>
                      <a:pt x="54" y="52"/>
                    </a:cubicBezTo>
                    <a:cubicBezTo>
                      <a:pt x="50" y="53"/>
                      <a:pt x="47" y="54"/>
                      <a:pt x="44" y="55"/>
                    </a:cubicBezTo>
                    <a:cubicBezTo>
                      <a:pt x="43" y="55"/>
                      <a:pt x="42" y="55"/>
                      <a:pt x="42" y="55"/>
                    </a:cubicBezTo>
                    <a:cubicBezTo>
                      <a:pt x="40" y="55"/>
                      <a:pt x="38" y="54"/>
                      <a:pt x="37" y="52"/>
                    </a:cubicBezTo>
                    <a:cubicBezTo>
                      <a:pt x="36" y="51"/>
                      <a:pt x="35" y="49"/>
                      <a:pt x="36" y="47"/>
                    </a:cubicBezTo>
                    <a:cubicBezTo>
                      <a:pt x="37" y="45"/>
                      <a:pt x="39" y="43"/>
                      <a:pt x="41" y="42"/>
                    </a:cubicBezTo>
                    <a:cubicBezTo>
                      <a:pt x="43" y="40"/>
                      <a:pt x="45" y="39"/>
                      <a:pt x="48" y="39"/>
                    </a:cubicBezTo>
                    <a:cubicBezTo>
                      <a:pt x="50" y="38"/>
                      <a:pt x="52" y="38"/>
                      <a:pt x="53" y="38"/>
                    </a:cubicBezTo>
                    <a:cubicBezTo>
                      <a:pt x="54" y="38"/>
                      <a:pt x="54" y="38"/>
                      <a:pt x="55" y="38"/>
                    </a:cubicBezTo>
                    <a:cubicBezTo>
                      <a:pt x="57" y="38"/>
                      <a:pt x="59" y="39"/>
                      <a:pt x="62" y="40"/>
                    </a:cubicBezTo>
                    <a:cubicBezTo>
                      <a:pt x="64" y="40"/>
                      <a:pt x="66" y="42"/>
                      <a:pt x="67" y="44"/>
                    </a:cubicBezTo>
                    <a:cubicBezTo>
                      <a:pt x="86" y="30"/>
                      <a:pt x="86" y="30"/>
                      <a:pt x="86" y="30"/>
                    </a:cubicBez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solidFill>
                <a:srgbClr val="91A2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Freeform 39"/>
              <p:cNvSpPr>
                <a:spLocks noEditPoints="1"/>
              </p:cNvSpPr>
              <p:nvPr/>
            </p:nvSpPr>
            <p:spPr bwMode="auto">
              <a:xfrm>
                <a:off x="4196290" y="3371882"/>
                <a:ext cx="987052" cy="847375"/>
              </a:xfrm>
              <a:custGeom>
                <a:avLst/>
                <a:gdLst>
                  <a:gd name="T0" fmla="*/ 954 w 954"/>
                  <a:gd name="T1" fmla="*/ 304 h 819"/>
                  <a:gd name="T2" fmla="*/ 212 w 954"/>
                  <a:gd name="T3" fmla="*/ 819 h 819"/>
                  <a:gd name="T4" fmla="*/ 0 w 954"/>
                  <a:gd name="T5" fmla="*/ 516 h 819"/>
                  <a:gd name="T6" fmla="*/ 743 w 954"/>
                  <a:gd name="T7" fmla="*/ 0 h 819"/>
                  <a:gd name="T8" fmla="*/ 954 w 954"/>
                  <a:gd name="T9" fmla="*/ 304 h 819"/>
                  <a:gd name="T10" fmla="*/ 217 w 954"/>
                  <a:gd name="T11" fmla="*/ 788 h 819"/>
                  <a:gd name="T12" fmla="*/ 923 w 954"/>
                  <a:gd name="T13" fmla="*/ 298 h 819"/>
                  <a:gd name="T14" fmla="*/ 738 w 954"/>
                  <a:gd name="T15" fmla="*/ 31 h 819"/>
                  <a:gd name="T16" fmla="*/ 31 w 954"/>
                  <a:gd name="T17" fmla="*/ 521 h 819"/>
                  <a:gd name="T18" fmla="*/ 217 w 954"/>
                  <a:gd name="T19" fmla="*/ 788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4" h="819">
                    <a:moveTo>
                      <a:pt x="954" y="304"/>
                    </a:moveTo>
                    <a:lnTo>
                      <a:pt x="212" y="819"/>
                    </a:lnTo>
                    <a:lnTo>
                      <a:pt x="0" y="516"/>
                    </a:lnTo>
                    <a:lnTo>
                      <a:pt x="743" y="0"/>
                    </a:lnTo>
                    <a:lnTo>
                      <a:pt x="954" y="304"/>
                    </a:lnTo>
                    <a:close/>
                    <a:moveTo>
                      <a:pt x="217" y="788"/>
                    </a:moveTo>
                    <a:lnTo>
                      <a:pt x="923" y="298"/>
                    </a:lnTo>
                    <a:lnTo>
                      <a:pt x="738" y="31"/>
                    </a:lnTo>
                    <a:lnTo>
                      <a:pt x="31" y="521"/>
                    </a:lnTo>
                    <a:lnTo>
                      <a:pt x="217" y="788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Freeform 40"/>
              <p:cNvSpPr>
                <a:spLocks noEditPoints="1"/>
              </p:cNvSpPr>
              <p:nvPr/>
            </p:nvSpPr>
            <p:spPr bwMode="auto">
              <a:xfrm>
                <a:off x="4196290" y="3371882"/>
                <a:ext cx="987052" cy="847375"/>
              </a:xfrm>
              <a:custGeom>
                <a:avLst/>
                <a:gdLst>
                  <a:gd name="T0" fmla="*/ 954 w 954"/>
                  <a:gd name="T1" fmla="*/ 304 h 819"/>
                  <a:gd name="T2" fmla="*/ 212 w 954"/>
                  <a:gd name="T3" fmla="*/ 819 h 819"/>
                  <a:gd name="T4" fmla="*/ 0 w 954"/>
                  <a:gd name="T5" fmla="*/ 516 h 819"/>
                  <a:gd name="T6" fmla="*/ 743 w 954"/>
                  <a:gd name="T7" fmla="*/ 0 h 819"/>
                  <a:gd name="T8" fmla="*/ 954 w 954"/>
                  <a:gd name="T9" fmla="*/ 304 h 819"/>
                  <a:gd name="T10" fmla="*/ 217 w 954"/>
                  <a:gd name="T11" fmla="*/ 788 h 819"/>
                  <a:gd name="T12" fmla="*/ 923 w 954"/>
                  <a:gd name="T13" fmla="*/ 298 h 819"/>
                  <a:gd name="T14" fmla="*/ 738 w 954"/>
                  <a:gd name="T15" fmla="*/ 31 h 819"/>
                  <a:gd name="T16" fmla="*/ 31 w 954"/>
                  <a:gd name="T17" fmla="*/ 521 h 819"/>
                  <a:gd name="T18" fmla="*/ 217 w 954"/>
                  <a:gd name="T19" fmla="*/ 788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4" h="819">
                    <a:moveTo>
                      <a:pt x="954" y="304"/>
                    </a:moveTo>
                    <a:lnTo>
                      <a:pt x="212" y="819"/>
                    </a:lnTo>
                    <a:lnTo>
                      <a:pt x="0" y="516"/>
                    </a:lnTo>
                    <a:lnTo>
                      <a:pt x="743" y="0"/>
                    </a:lnTo>
                    <a:lnTo>
                      <a:pt x="954" y="304"/>
                    </a:lnTo>
                    <a:moveTo>
                      <a:pt x="217" y="788"/>
                    </a:moveTo>
                    <a:lnTo>
                      <a:pt x="923" y="298"/>
                    </a:lnTo>
                    <a:lnTo>
                      <a:pt x="738" y="31"/>
                    </a:lnTo>
                    <a:lnTo>
                      <a:pt x="31" y="521"/>
                    </a:lnTo>
                    <a:lnTo>
                      <a:pt x="217" y="78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Freeform 41"/>
              <p:cNvSpPr>
                <a:spLocks/>
              </p:cNvSpPr>
              <p:nvPr/>
            </p:nvSpPr>
            <p:spPr bwMode="auto">
              <a:xfrm>
                <a:off x="4209741" y="3849888"/>
                <a:ext cx="107603" cy="129331"/>
              </a:xfrm>
              <a:custGeom>
                <a:avLst/>
                <a:gdLst>
                  <a:gd name="T0" fmla="*/ 56 w 77"/>
                  <a:gd name="T1" fmla="*/ 0 h 93"/>
                  <a:gd name="T2" fmla="*/ 0 w 77"/>
                  <a:gd name="T3" fmla="*/ 39 h 93"/>
                  <a:gd name="T4" fmla="*/ 37 w 77"/>
                  <a:gd name="T5" fmla="*/ 93 h 93"/>
                  <a:gd name="T6" fmla="*/ 40 w 77"/>
                  <a:gd name="T7" fmla="*/ 91 h 93"/>
                  <a:gd name="T8" fmla="*/ 56 w 77"/>
                  <a:gd name="T9" fmla="*/ 1 h 93"/>
                  <a:gd name="T10" fmla="*/ 56 w 77"/>
                  <a:gd name="T11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93">
                    <a:moveTo>
                      <a:pt x="56" y="0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37" y="93"/>
                      <a:pt x="37" y="93"/>
                      <a:pt x="37" y="93"/>
                    </a:cubicBezTo>
                    <a:cubicBezTo>
                      <a:pt x="38" y="92"/>
                      <a:pt x="39" y="92"/>
                      <a:pt x="40" y="91"/>
                    </a:cubicBezTo>
                    <a:cubicBezTo>
                      <a:pt x="69" y="71"/>
                      <a:pt x="77" y="31"/>
                      <a:pt x="56" y="1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Freeform 42"/>
              <p:cNvSpPr>
                <a:spLocks/>
              </p:cNvSpPr>
              <p:nvPr/>
            </p:nvSpPr>
            <p:spPr bwMode="auto">
              <a:xfrm>
                <a:off x="4363903" y="4094065"/>
                <a:ext cx="128296" cy="106569"/>
              </a:xfrm>
              <a:custGeom>
                <a:avLst/>
                <a:gdLst>
                  <a:gd name="T0" fmla="*/ 0 w 92"/>
                  <a:gd name="T1" fmla="*/ 20 h 76"/>
                  <a:gd name="T2" fmla="*/ 38 w 92"/>
                  <a:gd name="T3" fmla="*/ 76 h 76"/>
                  <a:gd name="T4" fmla="*/ 92 w 92"/>
                  <a:gd name="T5" fmla="*/ 39 h 76"/>
                  <a:gd name="T6" fmla="*/ 91 w 92"/>
                  <a:gd name="T7" fmla="*/ 36 h 76"/>
                  <a:gd name="T8" fmla="*/ 1 w 92"/>
                  <a:gd name="T9" fmla="*/ 20 h 76"/>
                  <a:gd name="T10" fmla="*/ 0 w 92"/>
                  <a:gd name="T11" fmla="*/ 2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2" h="76">
                    <a:moveTo>
                      <a:pt x="0" y="20"/>
                    </a:moveTo>
                    <a:cubicBezTo>
                      <a:pt x="38" y="76"/>
                      <a:pt x="38" y="76"/>
                      <a:pt x="38" y="76"/>
                    </a:cubicBezTo>
                    <a:cubicBezTo>
                      <a:pt x="92" y="39"/>
                      <a:pt x="92" y="39"/>
                      <a:pt x="92" y="39"/>
                    </a:cubicBezTo>
                    <a:cubicBezTo>
                      <a:pt x="92" y="38"/>
                      <a:pt x="91" y="37"/>
                      <a:pt x="91" y="36"/>
                    </a:cubicBezTo>
                    <a:cubicBezTo>
                      <a:pt x="70" y="7"/>
                      <a:pt x="30" y="0"/>
                      <a:pt x="1" y="20"/>
                    </a:cubicBez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Freeform 43"/>
              <p:cNvSpPr>
                <a:spLocks/>
              </p:cNvSpPr>
              <p:nvPr/>
            </p:nvSpPr>
            <p:spPr bwMode="auto">
              <a:xfrm>
                <a:off x="5060220" y="3609850"/>
                <a:ext cx="107603" cy="128296"/>
              </a:xfrm>
              <a:custGeom>
                <a:avLst/>
                <a:gdLst>
                  <a:gd name="T0" fmla="*/ 21 w 77"/>
                  <a:gd name="T1" fmla="*/ 92 h 92"/>
                  <a:gd name="T2" fmla="*/ 77 w 77"/>
                  <a:gd name="T3" fmla="*/ 54 h 92"/>
                  <a:gd name="T4" fmla="*/ 40 w 77"/>
                  <a:gd name="T5" fmla="*/ 0 h 92"/>
                  <a:gd name="T6" fmla="*/ 37 w 77"/>
                  <a:gd name="T7" fmla="*/ 1 h 92"/>
                  <a:gd name="T8" fmla="*/ 21 w 77"/>
                  <a:gd name="T9" fmla="*/ 92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" h="92">
                    <a:moveTo>
                      <a:pt x="21" y="92"/>
                    </a:moveTo>
                    <a:cubicBezTo>
                      <a:pt x="77" y="54"/>
                      <a:pt x="77" y="54"/>
                      <a:pt x="77" y="54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38" y="1"/>
                      <a:pt x="37" y="1"/>
                    </a:cubicBezTo>
                    <a:cubicBezTo>
                      <a:pt x="8" y="22"/>
                      <a:pt x="0" y="62"/>
                      <a:pt x="21" y="92"/>
                    </a:cubicBez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Freeform 44"/>
              <p:cNvSpPr>
                <a:spLocks/>
              </p:cNvSpPr>
              <p:nvPr/>
            </p:nvSpPr>
            <p:spPr bwMode="auto">
              <a:xfrm>
                <a:off x="4886399" y="3388436"/>
                <a:ext cx="128296" cy="106569"/>
              </a:xfrm>
              <a:custGeom>
                <a:avLst/>
                <a:gdLst>
                  <a:gd name="T0" fmla="*/ 92 w 92"/>
                  <a:gd name="T1" fmla="*/ 55 h 76"/>
                  <a:gd name="T2" fmla="*/ 54 w 92"/>
                  <a:gd name="T3" fmla="*/ 0 h 76"/>
                  <a:gd name="T4" fmla="*/ 0 w 92"/>
                  <a:gd name="T5" fmla="*/ 37 h 76"/>
                  <a:gd name="T6" fmla="*/ 1 w 92"/>
                  <a:gd name="T7" fmla="*/ 40 h 76"/>
                  <a:gd name="T8" fmla="*/ 91 w 92"/>
                  <a:gd name="T9" fmla="*/ 56 h 76"/>
                  <a:gd name="T10" fmla="*/ 92 w 92"/>
                  <a:gd name="T11" fmla="*/ 55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2" h="76">
                    <a:moveTo>
                      <a:pt x="92" y="55"/>
                    </a:moveTo>
                    <a:cubicBezTo>
                      <a:pt x="54" y="0"/>
                      <a:pt x="54" y="0"/>
                      <a:pt x="54" y="0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38"/>
                      <a:pt x="1" y="39"/>
                      <a:pt x="1" y="40"/>
                    </a:cubicBezTo>
                    <a:cubicBezTo>
                      <a:pt x="22" y="69"/>
                      <a:pt x="62" y="76"/>
                      <a:pt x="91" y="56"/>
                    </a:cubicBezTo>
                    <a:lnTo>
                      <a:pt x="92" y="55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Freeform 45"/>
              <p:cNvSpPr>
                <a:spLocks/>
              </p:cNvSpPr>
              <p:nvPr/>
            </p:nvSpPr>
            <p:spPr bwMode="auto">
              <a:xfrm>
                <a:off x="2481882" y="3274625"/>
                <a:ext cx="936355" cy="1027404"/>
              </a:xfrm>
              <a:custGeom>
                <a:avLst/>
                <a:gdLst>
                  <a:gd name="T0" fmla="*/ 11 w 671"/>
                  <a:gd name="T1" fmla="*/ 172 h 736"/>
                  <a:gd name="T2" fmla="*/ 7 w 671"/>
                  <a:gd name="T3" fmla="*/ 203 h 736"/>
                  <a:gd name="T4" fmla="*/ 423 w 671"/>
                  <a:gd name="T5" fmla="*/ 725 h 736"/>
                  <a:gd name="T6" fmla="*/ 453 w 671"/>
                  <a:gd name="T7" fmla="*/ 729 h 736"/>
                  <a:gd name="T8" fmla="*/ 660 w 671"/>
                  <a:gd name="T9" fmla="*/ 564 h 736"/>
                  <a:gd name="T10" fmla="*/ 664 w 671"/>
                  <a:gd name="T11" fmla="*/ 533 h 736"/>
                  <a:gd name="T12" fmla="*/ 248 w 671"/>
                  <a:gd name="T13" fmla="*/ 11 h 736"/>
                  <a:gd name="T14" fmla="*/ 217 w 671"/>
                  <a:gd name="T15" fmla="*/ 8 h 736"/>
                  <a:gd name="T16" fmla="*/ 11 w 671"/>
                  <a:gd name="T17" fmla="*/ 172 h 7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71" h="736">
                    <a:moveTo>
                      <a:pt x="11" y="172"/>
                    </a:moveTo>
                    <a:cubicBezTo>
                      <a:pt x="1" y="180"/>
                      <a:pt x="0" y="194"/>
                      <a:pt x="7" y="203"/>
                    </a:cubicBezTo>
                    <a:cubicBezTo>
                      <a:pt x="423" y="725"/>
                      <a:pt x="423" y="725"/>
                      <a:pt x="423" y="725"/>
                    </a:cubicBezTo>
                    <a:cubicBezTo>
                      <a:pt x="430" y="735"/>
                      <a:pt x="444" y="736"/>
                      <a:pt x="453" y="729"/>
                    </a:cubicBezTo>
                    <a:cubicBezTo>
                      <a:pt x="660" y="564"/>
                      <a:pt x="660" y="564"/>
                      <a:pt x="660" y="564"/>
                    </a:cubicBezTo>
                    <a:cubicBezTo>
                      <a:pt x="670" y="557"/>
                      <a:pt x="671" y="543"/>
                      <a:pt x="664" y="533"/>
                    </a:cubicBezTo>
                    <a:cubicBezTo>
                      <a:pt x="248" y="11"/>
                      <a:pt x="248" y="11"/>
                      <a:pt x="248" y="11"/>
                    </a:cubicBezTo>
                    <a:cubicBezTo>
                      <a:pt x="241" y="2"/>
                      <a:pt x="227" y="0"/>
                      <a:pt x="217" y="8"/>
                    </a:cubicBezTo>
                    <a:cubicBezTo>
                      <a:pt x="11" y="172"/>
                      <a:pt x="11" y="172"/>
                      <a:pt x="11" y="172"/>
                    </a:cubicBezTo>
                  </a:path>
                </a:pathLst>
              </a:custGeom>
              <a:solidFill>
                <a:srgbClr val="4E7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Freeform 46"/>
              <p:cNvSpPr>
                <a:spLocks/>
              </p:cNvSpPr>
              <p:nvPr/>
            </p:nvSpPr>
            <p:spPr bwMode="auto">
              <a:xfrm>
                <a:off x="2786068" y="3623301"/>
                <a:ext cx="327983" cy="330052"/>
              </a:xfrm>
              <a:custGeom>
                <a:avLst/>
                <a:gdLst>
                  <a:gd name="T0" fmla="*/ 52 w 235"/>
                  <a:gd name="T1" fmla="*/ 36 h 236"/>
                  <a:gd name="T2" fmla="*/ 36 w 235"/>
                  <a:gd name="T3" fmla="*/ 183 h 236"/>
                  <a:gd name="T4" fmla="*/ 183 w 235"/>
                  <a:gd name="T5" fmla="*/ 200 h 236"/>
                  <a:gd name="T6" fmla="*/ 199 w 235"/>
                  <a:gd name="T7" fmla="*/ 53 h 236"/>
                  <a:gd name="T8" fmla="*/ 52 w 235"/>
                  <a:gd name="T9" fmla="*/ 36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5" h="236">
                    <a:moveTo>
                      <a:pt x="52" y="36"/>
                    </a:moveTo>
                    <a:cubicBezTo>
                      <a:pt x="7" y="72"/>
                      <a:pt x="0" y="138"/>
                      <a:pt x="36" y="183"/>
                    </a:cubicBezTo>
                    <a:cubicBezTo>
                      <a:pt x="72" y="229"/>
                      <a:pt x="137" y="236"/>
                      <a:pt x="183" y="200"/>
                    </a:cubicBezTo>
                    <a:cubicBezTo>
                      <a:pt x="228" y="164"/>
                      <a:pt x="235" y="98"/>
                      <a:pt x="199" y="53"/>
                    </a:cubicBezTo>
                    <a:cubicBezTo>
                      <a:pt x="163" y="8"/>
                      <a:pt x="97" y="0"/>
                      <a:pt x="52" y="36"/>
                    </a:cubicBezTo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Freeform 47"/>
              <p:cNvSpPr>
                <a:spLocks noEditPoints="1"/>
              </p:cNvSpPr>
              <p:nvPr/>
            </p:nvSpPr>
            <p:spPr bwMode="auto">
              <a:xfrm>
                <a:off x="2935057" y="3690553"/>
                <a:ext cx="83807" cy="36213"/>
              </a:xfrm>
              <a:custGeom>
                <a:avLst/>
                <a:gdLst>
                  <a:gd name="T0" fmla="*/ 58 w 60"/>
                  <a:gd name="T1" fmla="*/ 18 h 26"/>
                  <a:gd name="T2" fmla="*/ 50 w 60"/>
                  <a:gd name="T3" fmla="*/ 25 h 26"/>
                  <a:gd name="T4" fmla="*/ 60 w 60"/>
                  <a:gd name="T5" fmla="*/ 26 h 26"/>
                  <a:gd name="T6" fmla="*/ 59 w 60"/>
                  <a:gd name="T7" fmla="*/ 20 h 26"/>
                  <a:gd name="T8" fmla="*/ 58 w 60"/>
                  <a:gd name="T9" fmla="*/ 18 h 26"/>
                  <a:gd name="T10" fmla="*/ 23 w 60"/>
                  <a:gd name="T11" fmla="*/ 0 h 26"/>
                  <a:gd name="T12" fmla="*/ 0 w 60"/>
                  <a:gd name="T13" fmla="*/ 18 h 26"/>
                  <a:gd name="T14" fmla="*/ 33 w 60"/>
                  <a:gd name="T15" fmla="*/ 23 h 26"/>
                  <a:gd name="T16" fmla="*/ 32 w 60"/>
                  <a:gd name="T17" fmla="*/ 22 h 26"/>
                  <a:gd name="T18" fmla="*/ 37 w 60"/>
                  <a:gd name="T19" fmla="*/ 18 h 26"/>
                  <a:gd name="T20" fmla="*/ 23 w 60"/>
                  <a:gd name="T21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0" h="26">
                    <a:moveTo>
                      <a:pt x="58" y="18"/>
                    </a:moveTo>
                    <a:cubicBezTo>
                      <a:pt x="50" y="25"/>
                      <a:pt x="50" y="25"/>
                      <a:pt x="50" y="25"/>
                    </a:cubicBezTo>
                    <a:cubicBezTo>
                      <a:pt x="60" y="26"/>
                      <a:pt x="60" y="26"/>
                      <a:pt x="60" y="26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8" y="18"/>
                      <a:pt x="58" y="18"/>
                      <a:pt x="58" y="18"/>
                    </a:cubicBezTo>
                    <a:moveTo>
                      <a:pt x="23" y="0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2"/>
                      <a:pt x="32" y="22"/>
                      <a:pt x="32" y="22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23" y="0"/>
                      <a:pt x="23" y="0"/>
                      <a:pt x="23" y="0"/>
                    </a:cubicBezTo>
                  </a:path>
                </a:pathLst>
              </a:custGeom>
              <a:solidFill>
                <a:srgbClr val="91A2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Freeform 48"/>
              <p:cNvSpPr>
                <a:spLocks noEditPoints="1"/>
              </p:cNvSpPr>
              <p:nvPr/>
            </p:nvSpPr>
            <p:spPr bwMode="auto">
              <a:xfrm>
                <a:off x="2506713" y="3304630"/>
                <a:ext cx="882553" cy="970498"/>
              </a:xfrm>
              <a:custGeom>
                <a:avLst/>
                <a:gdLst>
                  <a:gd name="T0" fmla="*/ 289 w 853"/>
                  <a:gd name="T1" fmla="*/ 0 h 938"/>
                  <a:gd name="T2" fmla="*/ 853 w 853"/>
                  <a:gd name="T3" fmla="*/ 708 h 938"/>
                  <a:gd name="T4" fmla="*/ 563 w 853"/>
                  <a:gd name="T5" fmla="*/ 938 h 938"/>
                  <a:gd name="T6" fmla="*/ 0 w 853"/>
                  <a:gd name="T7" fmla="*/ 231 h 938"/>
                  <a:gd name="T8" fmla="*/ 289 w 853"/>
                  <a:gd name="T9" fmla="*/ 0 h 938"/>
                  <a:gd name="T10" fmla="*/ 820 w 853"/>
                  <a:gd name="T11" fmla="*/ 705 h 938"/>
                  <a:gd name="T12" fmla="*/ 286 w 853"/>
                  <a:gd name="T13" fmla="*/ 31 h 938"/>
                  <a:gd name="T14" fmla="*/ 31 w 853"/>
                  <a:gd name="T15" fmla="*/ 234 h 938"/>
                  <a:gd name="T16" fmla="*/ 567 w 853"/>
                  <a:gd name="T17" fmla="*/ 907 h 938"/>
                  <a:gd name="T18" fmla="*/ 820 w 853"/>
                  <a:gd name="T19" fmla="*/ 705 h 9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53" h="938">
                    <a:moveTo>
                      <a:pt x="289" y="0"/>
                    </a:moveTo>
                    <a:lnTo>
                      <a:pt x="853" y="708"/>
                    </a:lnTo>
                    <a:lnTo>
                      <a:pt x="563" y="938"/>
                    </a:lnTo>
                    <a:lnTo>
                      <a:pt x="0" y="231"/>
                    </a:lnTo>
                    <a:lnTo>
                      <a:pt x="289" y="0"/>
                    </a:lnTo>
                    <a:close/>
                    <a:moveTo>
                      <a:pt x="820" y="705"/>
                    </a:moveTo>
                    <a:lnTo>
                      <a:pt x="286" y="31"/>
                    </a:lnTo>
                    <a:lnTo>
                      <a:pt x="31" y="234"/>
                    </a:lnTo>
                    <a:lnTo>
                      <a:pt x="567" y="907"/>
                    </a:lnTo>
                    <a:lnTo>
                      <a:pt x="820" y="705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Freeform 49"/>
              <p:cNvSpPr>
                <a:spLocks noEditPoints="1"/>
              </p:cNvSpPr>
              <p:nvPr/>
            </p:nvSpPr>
            <p:spPr bwMode="auto">
              <a:xfrm>
                <a:off x="2506713" y="3304630"/>
                <a:ext cx="882553" cy="970498"/>
              </a:xfrm>
              <a:custGeom>
                <a:avLst/>
                <a:gdLst>
                  <a:gd name="T0" fmla="*/ 289 w 853"/>
                  <a:gd name="T1" fmla="*/ 0 h 938"/>
                  <a:gd name="T2" fmla="*/ 853 w 853"/>
                  <a:gd name="T3" fmla="*/ 708 h 938"/>
                  <a:gd name="T4" fmla="*/ 563 w 853"/>
                  <a:gd name="T5" fmla="*/ 938 h 938"/>
                  <a:gd name="T6" fmla="*/ 0 w 853"/>
                  <a:gd name="T7" fmla="*/ 231 h 938"/>
                  <a:gd name="T8" fmla="*/ 289 w 853"/>
                  <a:gd name="T9" fmla="*/ 0 h 938"/>
                  <a:gd name="T10" fmla="*/ 820 w 853"/>
                  <a:gd name="T11" fmla="*/ 705 h 938"/>
                  <a:gd name="T12" fmla="*/ 286 w 853"/>
                  <a:gd name="T13" fmla="*/ 31 h 938"/>
                  <a:gd name="T14" fmla="*/ 31 w 853"/>
                  <a:gd name="T15" fmla="*/ 234 h 938"/>
                  <a:gd name="T16" fmla="*/ 567 w 853"/>
                  <a:gd name="T17" fmla="*/ 907 h 938"/>
                  <a:gd name="T18" fmla="*/ 820 w 853"/>
                  <a:gd name="T19" fmla="*/ 705 h 9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53" h="938">
                    <a:moveTo>
                      <a:pt x="289" y="0"/>
                    </a:moveTo>
                    <a:lnTo>
                      <a:pt x="853" y="708"/>
                    </a:lnTo>
                    <a:lnTo>
                      <a:pt x="563" y="938"/>
                    </a:lnTo>
                    <a:lnTo>
                      <a:pt x="0" y="231"/>
                    </a:lnTo>
                    <a:lnTo>
                      <a:pt x="289" y="0"/>
                    </a:lnTo>
                    <a:moveTo>
                      <a:pt x="820" y="705"/>
                    </a:moveTo>
                    <a:lnTo>
                      <a:pt x="286" y="31"/>
                    </a:lnTo>
                    <a:lnTo>
                      <a:pt x="31" y="234"/>
                    </a:lnTo>
                    <a:lnTo>
                      <a:pt x="567" y="907"/>
                    </a:lnTo>
                    <a:lnTo>
                      <a:pt x="820" y="705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Freeform 50"/>
              <p:cNvSpPr>
                <a:spLocks/>
              </p:cNvSpPr>
              <p:nvPr/>
            </p:nvSpPr>
            <p:spPr bwMode="auto">
              <a:xfrm>
                <a:off x="3270282" y="3958526"/>
                <a:ext cx="104500" cy="131400"/>
              </a:xfrm>
              <a:custGeom>
                <a:avLst/>
                <a:gdLst>
                  <a:gd name="T0" fmla="*/ 33 w 75"/>
                  <a:gd name="T1" fmla="*/ 0 h 94"/>
                  <a:gd name="T2" fmla="*/ 75 w 75"/>
                  <a:gd name="T3" fmla="*/ 53 h 94"/>
                  <a:gd name="T4" fmla="*/ 24 w 75"/>
                  <a:gd name="T5" fmla="*/ 94 h 94"/>
                  <a:gd name="T6" fmla="*/ 22 w 75"/>
                  <a:gd name="T7" fmla="*/ 91 h 94"/>
                  <a:gd name="T8" fmla="*/ 32 w 75"/>
                  <a:gd name="T9" fmla="*/ 1 h 94"/>
                  <a:gd name="T10" fmla="*/ 33 w 75"/>
                  <a:gd name="T11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33" y="0"/>
                    </a:moveTo>
                    <a:cubicBezTo>
                      <a:pt x="75" y="53"/>
                      <a:pt x="75" y="53"/>
                      <a:pt x="75" y="53"/>
                    </a:cubicBezTo>
                    <a:cubicBezTo>
                      <a:pt x="24" y="94"/>
                      <a:pt x="24" y="94"/>
                      <a:pt x="24" y="94"/>
                    </a:cubicBezTo>
                    <a:cubicBezTo>
                      <a:pt x="23" y="93"/>
                      <a:pt x="23" y="92"/>
                      <a:pt x="22" y="91"/>
                    </a:cubicBezTo>
                    <a:cubicBezTo>
                      <a:pt x="0" y="63"/>
                      <a:pt x="4" y="23"/>
                      <a:pt x="32" y="1"/>
                    </a:cubicBez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Freeform 51"/>
              <p:cNvSpPr>
                <a:spLocks/>
              </p:cNvSpPr>
              <p:nvPr/>
            </p:nvSpPr>
            <p:spPr bwMode="auto">
              <a:xfrm>
                <a:off x="3034383" y="4150970"/>
                <a:ext cx="131400" cy="105534"/>
              </a:xfrm>
              <a:custGeom>
                <a:avLst/>
                <a:gdLst>
                  <a:gd name="T0" fmla="*/ 94 w 94"/>
                  <a:gd name="T1" fmla="*/ 33 h 75"/>
                  <a:gd name="T2" fmla="*/ 41 w 94"/>
                  <a:gd name="T3" fmla="*/ 75 h 75"/>
                  <a:gd name="T4" fmla="*/ 0 w 94"/>
                  <a:gd name="T5" fmla="*/ 24 h 75"/>
                  <a:gd name="T6" fmla="*/ 3 w 94"/>
                  <a:gd name="T7" fmla="*/ 22 h 75"/>
                  <a:gd name="T8" fmla="*/ 94 w 94"/>
                  <a:gd name="T9" fmla="*/ 32 h 75"/>
                  <a:gd name="T10" fmla="*/ 94 w 94"/>
                  <a:gd name="T11" fmla="*/ 3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5">
                    <a:moveTo>
                      <a:pt x="94" y="33"/>
                    </a:moveTo>
                    <a:cubicBezTo>
                      <a:pt x="41" y="75"/>
                      <a:pt x="41" y="75"/>
                      <a:pt x="41" y="75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3"/>
                      <a:pt x="2" y="23"/>
                      <a:pt x="3" y="22"/>
                    </a:cubicBezTo>
                    <a:cubicBezTo>
                      <a:pt x="31" y="0"/>
                      <a:pt x="71" y="4"/>
                      <a:pt x="94" y="32"/>
                    </a:cubicBezTo>
                    <a:lnTo>
                      <a:pt x="94" y="33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Freeform 52"/>
              <p:cNvSpPr>
                <a:spLocks/>
              </p:cNvSpPr>
              <p:nvPr/>
            </p:nvSpPr>
            <p:spPr bwMode="auto">
              <a:xfrm>
                <a:off x="2522233" y="3489831"/>
                <a:ext cx="105534" cy="130365"/>
              </a:xfrm>
              <a:custGeom>
                <a:avLst/>
                <a:gdLst>
                  <a:gd name="T0" fmla="*/ 42 w 76"/>
                  <a:gd name="T1" fmla="*/ 94 h 94"/>
                  <a:gd name="T2" fmla="*/ 0 w 76"/>
                  <a:gd name="T3" fmla="*/ 41 h 94"/>
                  <a:gd name="T4" fmla="*/ 51 w 76"/>
                  <a:gd name="T5" fmla="*/ 0 h 94"/>
                  <a:gd name="T6" fmla="*/ 53 w 76"/>
                  <a:gd name="T7" fmla="*/ 2 h 94"/>
                  <a:gd name="T8" fmla="*/ 43 w 76"/>
                  <a:gd name="T9" fmla="*/ 93 h 94"/>
                  <a:gd name="T10" fmla="*/ 42 w 76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6" h="94">
                    <a:moveTo>
                      <a:pt x="42" y="94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2" y="0"/>
                      <a:pt x="53" y="1"/>
                      <a:pt x="53" y="2"/>
                    </a:cubicBezTo>
                    <a:cubicBezTo>
                      <a:pt x="76" y="30"/>
                      <a:pt x="71" y="71"/>
                      <a:pt x="43" y="93"/>
                    </a:cubicBezTo>
                    <a:lnTo>
                      <a:pt x="42" y="94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Freeform 53"/>
              <p:cNvSpPr>
                <a:spLocks/>
              </p:cNvSpPr>
              <p:nvPr/>
            </p:nvSpPr>
            <p:spPr bwMode="auto">
              <a:xfrm>
                <a:off x="2731231" y="3322219"/>
                <a:ext cx="131400" cy="105534"/>
              </a:xfrm>
              <a:custGeom>
                <a:avLst/>
                <a:gdLst>
                  <a:gd name="T0" fmla="*/ 0 w 94"/>
                  <a:gd name="T1" fmla="*/ 42 h 76"/>
                  <a:gd name="T2" fmla="*/ 53 w 94"/>
                  <a:gd name="T3" fmla="*/ 0 h 76"/>
                  <a:gd name="T4" fmla="*/ 94 w 94"/>
                  <a:gd name="T5" fmla="*/ 51 h 76"/>
                  <a:gd name="T6" fmla="*/ 92 w 94"/>
                  <a:gd name="T7" fmla="*/ 54 h 76"/>
                  <a:gd name="T8" fmla="*/ 1 w 94"/>
                  <a:gd name="T9" fmla="*/ 43 h 76"/>
                  <a:gd name="T10" fmla="*/ 0 w 94"/>
                  <a:gd name="T11" fmla="*/ 42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6">
                    <a:moveTo>
                      <a:pt x="0" y="42"/>
                    </a:moveTo>
                    <a:cubicBezTo>
                      <a:pt x="53" y="0"/>
                      <a:pt x="53" y="0"/>
                      <a:pt x="53" y="0"/>
                    </a:cubicBezTo>
                    <a:cubicBezTo>
                      <a:pt x="94" y="51"/>
                      <a:pt x="94" y="51"/>
                      <a:pt x="94" y="51"/>
                    </a:cubicBezTo>
                    <a:cubicBezTo>
                      <a:pt x="93" y="52"/>
                      <a:pt x="93" y="53"/>
                      <a:pt x="92" y="54"/>
                    </a:cubicBezTo>
                    <a:cubicBezTo>
                      <a:pt x="64" y="76"/>
                      <a:pt x="23" y="71"/>
                      <a:pt x="1" y="43"/>
                    </a:cubicBez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Freeform 54"/>
              <p:cNvSpPr>
                <a:spLocks/>
              </p:cNvSpPr>
              <p:nvPr/>
            </p:nvSpPr>
            <p:spPr bwMode="auto">
              <a:xfrm>
                <a:off x="2426011" y="3979219"/>
                <a:ext cx="1023265" cy="945666"/>
              </a:xfrm>
              <a:custGeom>
                <a:avLst/>
                <a:gdLst>
                  <a:gd name="T0" fmla="*/ 175 w 733"/>
                  <a:gd name="T1" fmla="*/ 666 h 677"/>
                  <a:gd name="T2" fmla="*/ 206 w 733"/>
                  <a:gd name="T3" fmla="*/ 669 h 677"/>
                  <a:gd name="T4" fmla="*/ 722 w 733"/>
                  <a:gd name="T5" fmla="*/ 246 h 677"/>
                  <a:gd name="T6" fmla="*/ 725 w 733"/>
                  <a:gd name="T7" fmla="*/ 215 h 677"/>
                  <a:gd name="T8" fmla="*/ 558 w 733"/>
                  <a:gd name="T9" fmla="*/ 11 h 677"/>
                  <a:gd name="T10" fmla="*/ 527 w 733"/>
                  <a:gd name="T11" fmla="*/ 8 h 677"/>
                  <a:gd name="T12" fmla="*/ 11 w 733"/>
                  <a:gd name="T13" fmla="*/ 431 h 677"/>
                  <a:gd name="T14" fmla="*/ 8 w 733"/>
                  <a:gd name="T15" fmla="*/ 462 h 677"/>
                  <a:gd name="T16" fmla="*/ 175 w 733"/>
                  <a:gd name="T17" fmla="*/ 666 h 6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33" h="677">
                    <a:moveTo>
                      <a:pt x="175" y="666"/>
                    </a:moveTo>
                    <a:cubicBezTo>
                      <a:pt x="183" y="675"/>
                      <a:pt x="197" y="677"/>
                      <a:pt x="206" y="669"/>
                    </a:cubicBezTo>
                    <a:cubicBezTo>
                      <a:pt x="722" y="246"/>
                      <a:pt x="722" y="246"/>
                      <a:pt x="722" y="246"/>
                    </a:cubicBezTo>
                    <a:cubicBezTo>
                      <a:pt x="732" y="239"/>
                      <a:pt x="733" y="225"/>
                      <a:pt x="725" y="215"/>
                    </a:cubicBezTo>
                    <a:cubicBezTo>
                      <a:pt x="558" y="11"/>
                      <a:pt x="558" y="11"/>
                      <a:pt x="558" y="11"/>
                    </a:cubicBezTo>
                    <a:cubicBezTo>
                      <a:pt x="550" y="1"/>
                      <a:pt x="536" y="0"/>
                      <a:pt x="527" y="8"/>
                    </a:cubicBezTo>
                    <a:cubicBezTo>
                      <a:pt x="11" y="431"/>
                      <a:pt x="11" y="431"/>
                      <a:pt x="11" y="431"/>
                    </a:cubicBezTo>
                    <a:cubicBezTo>
                      <a:pt x="1" y="438"/>
                      <a:pt x="0" y="452"/>
                      <a:pt x="8" y="462"/>
                    </a:cubicBezTo>
                    <a:cubicBezTo>
                      <a:pt x="175" y="666"/>
                      <a:pt x="175" y="666"/>
                      <a:pt x="175" y="666"/>
                    </a:cubicBezTo>
                  </a:path>
                </a:pathLst>
              </a:custGeom>
              <a:solidFill>
                <a:srgbClr val="4E7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Freeform 55"/>
              <p:cNvSpPr>
                <a:spLocks/>
              </p:cNvSpPr>
              <p:nvPr/>
            </p:nvSpPr>
            <p:spPr bwMode="auto">
              <a:xfrm>
                <a:off x="2773652" y="4288578"/>
                <a:ext cx="327983" cy="327983"/>
              </a:xfrm>
              <a:custGeom>
                <a:avLst/>
                <a:gdLst>
                  <a:gd name="T0" fmla="*/ 37 w 235"/>
                  <a:gd name="T1" fmla="*/ 184 h 235"/>
                  <a:gd name="T2" fmla="*/ 184 w 235"/>
                  <a:gd name="T3" fmla="*/ 198 h 235"/>
                  <a:gd name="T4" fmla="*/ 198 w 235"/>
                  <a:gd name="T5" fmla="*/ 51 h 235"/>
                  <a:gd name="T6" fmla="*/ 51 w 235"/>
                  <a:gd name="T7" fmla="*/ 36 h 235"/>
                  <a:gd name="T8" fmla="*/ 37 w 235"/>
                  <a:gd name="T9" fmla="*/ 184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5" h="235">
                    <a:moveTo>
                      <a:pt x="37" y="184"/>
                    </a:moveTo>
                    <a:cubicBezTo>
                      <a:pt x="73" y="228"/>
                      <a:pt x="139" y="235"/>
                      <a:pt x="184" y="198"/>
                    </a:cubicBezTo>
                    <a:cubicBezTo>
                      <a:pt x="228" y="162"/>
                      <a:pt x="235" y="96"/>
                      <a:pt x="198" y="51"/>
                    </a:cubicBezTo>
                    <a:cubicBezTo>
                      <a:pt x="162" y="6"/>
                      <a:pt x="96" y="0"/>
                      <a:pt x="51" y="36"/>
                    </a:cubicBezTo>
                    <a:cubicBezTo>
                      <a:pt x="7" y="73"/>
                      <a:pt x="0" y="139"/>
                      <a:pt x="37" y="184"/>
                    </a:cubicBezTo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Freeform 56"/>
              <p:cNvSpPr>
                <a:spLocks noEditPoints="1"/>
              </p:cNvSpPr>
              <p:nvPr/>
            </p:nvSpPr>
            <p:spPr bwMode="auto">
              <a:xfrm>
                <a:off x="2456016" y="4010259"/>
                <a:ext cx="966359" cy="887726"/>
              </a:xfrm>
              <a:custGeom>
                <a:avLst/>
                <a:gdLst>
                  <a:gd name="T0" fmla="*/ 0 w 934"/>
                  <a:gd name="T1" fmla="*/ 572 h 858"/>
                  <a:gd name="T2" fmla="*/ 699 w 934"/>
                  <a:gd name="T3" fmla="*/ 0 h 858"/>
                  <a:gd name="T4" fmla="*/ 934 w 934"/>
                  <a:gd name="T5" fmla="*/ 286 h 858"/>
                  <a:gd name="T6" fmla="*/ 235 w 934"/>
                  <a:gd name="T7" fmla="*/ 858 h 858"/>
                  <a:gd name="T8" fmla="*/ 0 w 934"/>
                  <a:gd name="T9" fmla="*/ 572 h 858"/>
                  <a:gd name="T10" fmla="*/ 697 w 934"/>
                  <a:gd name="T11" fmla="*/ 31 h 858"/>
                  <a:gd name="T12" fmla="*/ 31 w 934"/>
                  <a:gd name="T13" fmla="*/ 576 h 858"/>
                  <a:gd name="T14" fmla="*/ 238 w 934"/>
                  <a:gd name="T15" fmla="*/ 827 h 858"/>
                  <a:gd name="T16" fmla="*/ 902 w 934"/>
                  <a:gd name="T17" fmla="*/ 282 h 858"/>
                  <a:gd name="T18" fmla="*/ 697 w 934"/>
                  <a:gd name="T19" fmla="*/ 31 h 8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4" h="858">
                    <a:moveTo>
                      <a:pt x="0" y="572"/>
                    </a:moveTo>
                    <a:lnTo>
                      <a:pt x="699" y="0"/>
                    </a:lnTo>
                    <a:lnTo>
                      <a:pt x="934" y="286"/>
                    </a:lnTo>
                    <a:lnTo>
                      <a:pt x="235" y="858"/>
                    </a:lnTo>
                    <a:lnTo>
                      <a:pt x="0" y="572"/>
                    </a:lnTo>
                    <a:close/>
                    <a:moveTo>
                      <a:pt x="697" y="31"/>
                    </a:moveTo>
                    <a:lnTo>
                      <a:pt x="31" y="576"/>
                    </a:lnTo>
                    <a:lnTo>
                      <a:pt x="238" y="827"/>
                    </a:lnTo>
                    <a:lnTo>
                      <a:pt x="902" y="282"/>
                    </a:lnTo>
                    <a:lnTo>
                      <a:pt x="697" y="31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Freeform 57"/>
              <p:cNvSpPr>
                <a:spLocks noEditPoints="1"/>
              </p:cNvSpPr>
              <p:nvPr/>
            </p:nvSpPr>
            <p:spPr bwMode="auto">
              <a:xfrm>
                <a:off x="2456016" y="4010259"/>
                <a:ext cx="966359" cy="887726"/>
              </a:xfrm>
              <a:custGeom>
                <a:avLst/>
                <a:gdLst>
                  <a:gd name="T0" fmla="*/ 0 w 934"/>
                  <a:gd name="T1" fmla="*/ 572 h 858"/>
                  <a:gd name="T2" fmla="*/ 699 w 934"/>
                  <a:gd name="T3" fmla="*/ 0 h 858"/>
                  <a:gd name="T4" fmla="*/ 934 w 934"/>
                  <a:gd name="T5" fmla="*/ 286 h 858"/>
                  <a:gd name="T6" fmla="*/ 235 w 934"/>
                  <a:gd name="T7" fmla="*/ 858 h 858"/>
                  <a:gd name="T8" fmla="*/ 0 w 934"/>
                  <a:gd name="T9" fmla="*/ 572 h 858"/>
                  <a:gd name="T10" fmla="*/ 697 w 934"/>
                  <a:gd name="T11" fmla="*/ 31 h 858"/>
                  <a:gd name="T12" fmla="*/ 31 w 934"/>
                  <a:gd name="T13" fmla="*/ 576 h 858"/>
                  <a:gd name="T14" fmla="*/ 238 w 934"/>
                  <a:gd name="T15" fmla="*/ 827 h 858"/>
                  <a:gd name="T16" fmla="*/ 902 w 934"/>
                  <a:gd name="T17" fmla="*/ 282 h 858"/>
                  <a:gd name="T18" fmla="*/ 697 w 934"/>
                  <a:gd name="T19" fmla="*/ 31 h 8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4" h="858">
                    <a:moveTo>
                      <a:pt x="0" y="572"/>
                    </a:moveTo>
                    <a:lnTo>
                      <a:pt x="699" y="0"/>
                    </a:lnTo>
                    <a:lnTo>
                      <a:pt x="934" y="286"/>
                    </a:lnTo>
                    <a:lnTo>
                      <a:pt x="235" y="858"/>
                    </a:lnTo>
                    <a:lnTo>
                      <a:pt x="0" y="572"/>
                    </a:lnTo>
                    <a:moveTo>
                      <a:pt x="697" y="31"/>
                    </a:moveTo>
                    <a:lnTo>
                      <a:pt x="31" y="576"/>
                    </a:lnTo>
                    <a:lnTo>
                      <a:pt x="238" y="827"/>
                    </a:lnTo>
                    <a:lnTo>
                      <a:pt x="902" y="282"/>
                    </a:lnTo>
                    <a:lnTo>
                      <a:pt x="697" y="3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Freeform 58"/>
              <p:cNvSpPr>
                <a:spLocks/>
              </p:cNvSpPr>
              <p:nvPr/>
            </p:nvSpPr>
            <p:spPr bwMode="auto">
              <a:xfrm>
                <a:off x="3101635" y="4022674"/>
                <a:ext cx="131400" cy="104500"/>
              </a:xfrm>
              <a:custGeom>
                <a:avLst/>
                <a:gdLst>
                  <a:gd name="T0" fmla="*/ 0 w 94"/>
                  <a:gd name="T1" fmla="*/ 43 h 75"/>
                  <a:gd name="T2" fmla="*/ 53 w 94"/>
                  <a:gd name="T3" fmla="*/ 0 h 75"/>
                  <a:gd name="T4" fmla="*/ 94 w 94"/>
                  <a:gd name="T5" fmla="*/ 51 h 75"/>
                  <a:gd name="T6" fmla="*/ 92 w 94"/>
                  <a:gd name="T7" fmla="*/ 53 h 75"/>
                  <a:gd name="T8" fmla="*/ 1 w 94"/>
                  <a:gd name="T9" fmla="*/ 44 h 75"/>
                  <a:gd name="T10" fmla="*/ 0 w 94"/>
                  <a:gd name="T11" fmla="*/ 4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5">
                    <a:moveTo>
                      <a:pt x="0" y="43"/>
                    </a:moveTo>
                    <a:cubicBezTo>
                      <a:pt x="53" y="0"/>
                      <a:pt x="53" y="0"/>
                      <a:pt x="53" y="0"/>
                    </a:cubicBezTo>
                    <a:cubicBezTo>
                      <a:pt x="94" y="51"/>
                      <a:pt x="94" y="51"/>
                      <a:pt x="94" y="51"/>
                    </a:cubicBezTo>
                    <a:cubicBezTo>
                      <a:pt x="94" y="51"/>
                      <a:pt x="93" y="52"/>
                      <a:pt x="92" y="53"/>
                    </a:cubicBezTo>
                    <a:cubicBezTo>
                      <a:pt x="64" y="75"/>
                      <a:pt x="24" y="71"/>
                      <a:pt x="1" y="44"/>
                    </a:cubicBez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Freeform 59"/>
              <p:cNvSpPr>
                <a:spLocks/>
              </p:cNvSpPr>
              <p:nvPr/>
            </p:nvSpPr>
            <p:spPr bwMode="auto">
              <a:xfrm>
                <a:off x="3298217" y="4229604"/>
                <a:ext cx="104500" cy="131400"/>
              </a:xfrm>
              <a:custGeom>
                <a:avLst/>
                <a:gdLst>
                  <a:gd name="T0" fmla="*/ 32 w 75"/>
                  <a:gd name="T1" fmla="*/ 0 h 94"/>
                  <a:gd name="T2" fmla="*/ 75 w 75"/>
                  <a:gd name="T3" fmla="*/ 53 h 94"/>
                  <a:gd name="T4" fmla="*/ 24 w 75"/>
                  <a:gd name="T5" fmla="*/ 94 h 94"/>
                  <a:gd name="T6" fmla="*/ 22 w 75"/>
                  <a:gd name="T7" fmla="*/ 92 h 94"/>
                  <a:gd name="T8" fmla="*/ 31 w 75"/>
                  <a:gd name="T9" fmla="*/ 1 h 94"/>
                  <a:gd name="T10" fmla="*/ 32 w 75"/>
                  <a:gd name="T11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32" y="0"/>
                    </a:moveTo>
                    <a:cubicBezTo>
                      <a:pt x="75" y="53"/>
                      <a:pt x="75" y="53"/>
                      <a:pt x="75" y="53"/>
                    </a:cubicBezTo>
                    <a:cubicBezTo>
                      <a:pt x="24" y="94"/>
                      <a:pt x="24" y="94"/>
                      <a:pt x="24" y="94"/>
                    </a:cubicBezTo>
                    <a:cubicBezTo>
                      <a:pt x="24" y="94"/>
                      <a:pt x="23" y="93"/>
                      <a:pt x="22" y="92"/>
                    </a:cubicBezTo>
                    <a:cubicBezTo>
                      <a:pt x="0" y="64"/>
                      <a:pt x="4" y="24"/>
                      <a:pt x="31" y="1"/>
                    </a:cubicBezTo>
                    <a:cubicBezTo>
                      <a:pt x="32" y="0"/>
                      <a:pt x="32" y="0"/>
                      <a:pt x="32" y="0"/>
                    </a:cubicBezTo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Freeform 60"/>
              <p:cNvSpPr>
                <a:spLocks/>
              </p:cNvSpPr>
              <p:nvPr/>
            </p:nvSpPr>
            <p:spPr bwMode="auto">
              <a:xfrm>
                <a:off x="2643287" y="4777966"/>
                <a:ext cx="131400" cy="104500"/>
              </a:xfrm>
              <a:custGeom>
                <a:avLst/>
                <a:gdLst>
                  <a:gd name="T0" fmla="*/ 94 w 94"/>
                  <a:gd name="T1" fmla="*/ 32 h 75"/>
                  <a:gd name="T2" fmla="*/ 41 w 94"/>
                  <a:gd name="T3" fmla="*/ 75 h 75"/>
                  <a:gd name="T4" fmla="*/ 0 w 94"/>
                  <a:gd name="T5" fmla="*/ 24 h 75"/>
                  <a:gd name="T6" fmla="*/ 2 w 94"/>
                  <a:gd name="T7" fmla="*/ 22 h 75"/>
                  <a:gd name="T8" fmla="*/ 93 w 94"/>
                  <a:gd name="T9" fmla="*/ 31 h 75"/>
                  <a:gd name="T10" fmla="*/ 94 w 94"/>
                  <a:gd name="T11" fmla="*/ 3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5">
                    <a:moveTo>
                      <a:pt x="94" y="32"/>
                    </a:moveTo>
                    <a:cubicBezTo>
                      <a:pt x="41" y="75"/>
                      <a:pt x="41" y="75"/>
                      <a:pt x="41" y="75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ubicBezTo>
                      <a:pt x="30" y="0"/>
                      <a:pt x="70" y="4"/>
                      <a:pt x="93" y="31"/>
                    </a:cubicBezTo>
                    <a:lnTo>
                      <a:pt x="94" y="32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Freeform 61"/>
              <p:cNvSpPr>
                <a:spLocks/>
              </p:cNvSpPr>
              <p:nvPr/>
            </p:nvSpPr>
            <p:spPr bwMode="auto">
              <a:xfrm>
                <a:off x="2473605" y="4545170"/>
                <a:ext cx="104500" cy="131400"/>
              </a:xfrm>
              <a:custGeom>
                <a:avLst/>
                <a:gdLst>
                  <a:gd name="T0" fmla="*/ 43 w 75"/>
                  <a:gd name="T1" fmla="*/ 94 h 94"/>
                  <a:gd name="T2" fmla="*/ 0 w 75"/>
                  <a:gd name="T3" fmla="*/ 41 h 94"/>
                  <a:gd name="T4" fmla="*/ 51 w 75"/>
                  <a:gd name="T5" fmla="*/ 0 h 94"/>
                  <a:gd name="T6" fmla="*/ 53 w 75"/>
                  <a:gd name="T7" fmla="*/ 2 h 94"/>
                  <a:gd name="T8" fmla="*/ 44 w 75"/>
                  <a:gd name="T9" fmla="*/ 93 h 94"/>
                  <a:gd name="T10" fmla="*/ 43 w 75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43" y="94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1" y="0"/>
                      <a:pt x="52" y="1"/>
                      <a:pt x="53" y="2"/>
                    </a:cubicBezTo>
                    <a:cubicBezTo>
                      <a:pt x="75" y="30"/>
                      <a:pt x="71" y="70"/>
                      <a:pt x="44" y="93"/>
                    </a:cubicBezTo>
                    <a:lnTo>
                      <a:pt x="43" y="94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Freeform 62"/>
              <p:cNvSpPr>
                <a:spLocks/>
              </p:cNvSpPr>
              <p:nvPr/>
            </p:nvSpPr>
            <p:spPr bwMode="auto">
              <a:xfrm>
                <a:off x="4255265" y="3698830"/>
                <a:ext cx="1039820" cy="561813"/>
              </a:xfrm>
              <a:custGeom>
                <a:avLst/>
                <a:gdLst>
                  <a:gd name="T0" fmla="*/ 743 w 745"/>
                  <a:gd name="T1" fmla="*/ 282 h 402"/>
                  <a:gd name="T2" fmla="*/ 724 w 745"/>
                  <a:gd name="T3" fmla="*/ 307 h 402"/>
                  <a:gd name="T4" fmla="*/ 64 w 745"/>
                  <a:gd name="T5" fmla="*/ 400 h 402"/>
                  <a:gd name="T6" fmla="*/ 39 w 745"/>
                  <a:gd name="T7" fmla="*/ 382 h 402"/>
                  <a:gd name="T8" fmla="*/ 2 w 745"/>
                  <a:gd name="T9" fmla="*/ 120 h 402"/>
                  <a:gd name="T10" fmla="*/ 21 w 745"/>
                  <a:gd name="T11" fmla="*/ 95 h 402"/>
                  <a:gd name="T12" fmla="*/ 681 w 745"/>
                  <a:gd name="T13" fmla="*/ 1 h 402"/>
                  <a:gd name="T14" fmla="*/ 706 w 745"/>
                  <a:gd name="T15" fmla="*/ 20 h 402"/>
                  <a:gd name="T16" fmla="*/ 743 w 745"/>
                  <a:gd name="T17" fmla="*/ 282 h 4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5" h="402">
                    <a:moveTo>
                      <a:pt x="743" y="282"/>
                    </a:moveTo>
                    <a:cubicBezTo>
                      <a:pt x="745" y="294"/>
                      <a:pt x="736" y="305"/>
                      <a:pt x="724" y="307"/>
                    </a:cubicBezTo>
                    <a:cubicBezTo>
                      <a:pt x="64" y="400"/>
                      <a:pt x="64" y="400"/>
                      <a:pt x="64" y="400"/>
                    </a:cubicBezTo>
                    <a:cubicBezTo>
                      <a:pt x="52" y="402"/>
                      <a:pt x="41" y="394"/>
                      <a:pt x="39" y="382"/>
                    </a:cubicBezTo>
                    <a:cubicBezTo>
                      <a:pt x="2" y="120"/>
                      <a:pt x="2" y="120"/>
                      <a:pt x="2" y="120"/>
                    </a:cubicBezTo>
                    <a:cubicBezTo>
                      <a:pt x="0" y="108"/>
                      <a:pt x="9" y="97"/>
                      <a:pt x="21" y="95"/>
                    </a:cubicBezTo>
                    <a:cubicBezTo>
                      <a:pt x="681" y="1"/>
                      <a:pt x="681" y="1"/>
                      <a:pt x="681" y="1"/>
                    </a:cubicBezTo>
                    <a:cubicBezTo>
                      <a:pt x="693" y="0"/>
                      <a:pt x="704" y="8"/>
                      <a:pt x="706" y="20"/>
                    </a:cubicBezTo>
                    <a:cubicBezTo>
                      <a:pt x="743" y="282"/>
                      <a:pt x="743" y="282"/>
                      <a:pt x="743" y="282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Freeform 63"/>
              <p:cNvSpPr>
                <a:spLocks/>
              </p:cNvSpPr>
              <p:nvPr/>
            </p:nvSpPr>
            <p:spPr bwMode="auto">
              <a:xfrm>
                <a:off x="4619461" y="3822987"/>
                <a:ext cx="311429" cy="312463"/>
              </a:xfrm>
              <a:custGeom>
                <a:avLst/>
                <a:gdLst>
                  <a:gd name="T0" fmla="*/ 215 w 223"/>
                  <a:gd name="T1" fmla="*/ 97 h 224"/>
                  <a:gd name="T2" fmla="*/ 126 w 223"/>
                  <a:gd name="T3" fmla="*/ 215 h 224"/>
                  <a:gd name="T4" fmla="*/ 8 w 223"/>
                  <a:gd name="T5" fmla="*/ 127 h 224"/>
                  <a:gd name="T6" fmla="*/ 97 w 223"/>
                  <a:gd name="T7" fmla="*/ 8 h 224"/>
                  <a:gd name="T8" fmla="*/ 215 w 223"/>
                  <a:gd name="T9" fmla="*/ 97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3" h="224">
                    <a:moveTo>
                      <a:pt x="215" y="97"/>
                    </a:moveTo>
                    <a:cubicBezTo>
                      <a:pt x="223" y="154"/>
                      <a:pt x="183" y="207"/>
                      <a:pt x="126" y="215"/>
                    </a:cubicBezTo>
                    <a:cubicBezTo>
                      <a:pt x="69" y="224"/>
                      <a:pt x="16" y="184"/>
                      <a:pt x="8" y="127"/>
                    </a:cubicBezTo>
                    <a:cubicBezTo>
                      <a:pt x="0" y="69"/>
                      <a:pt x="40" y="16"/>
                      <a:pt x="97" y="8"/>
                    </a:cubicBezTo>
                    <a:cubicBezTo>
                      <a:pt x="154" y="0"/>
                      <a:pt x="207" y="40"/>
                      <a:pt x="215" y="97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Freeform 64"/>
              <p:cNvSpPr>
                <a:spLocks noEditPoints="1"/>
              </p:cNvSpPr>
              <p:nvPr/>
            </p:nvSpPr>
            <p:spPr bwMode="auto">
              <a:xfrm>
                <a:off x="4828459" y="3897482"/>
                <a:ext cx="20693" cy="139678"/>
              </a:xfrm>
              <a:custGeom>
                <a:avLst/>
                <a:gdLst>
                  <a:gd name="T0" fmla="*/ 0 w 15"/>
                  <a:gd name="T1" fmla="*/ 49 h 100"/>
                  <a:gd name="T2" fmla="*/ 0 w 15"/>
                  <a:gd name="T3" fmla="*/ 100 h 100"/>
                  <a:gd name="T4" fmla="*/ 6 w 15"/>
                  <a:gd name="T5" fmla="*/ 96 h 100"/>
                  <a:gd name="T6" fmla="*/ 13 w 15"/>
                  <a:gd name="T7" fmla="*/ 85 h 100"/>
                  <a:gd name="T8" fmla="*/ 14 w 15"/>
                  <a:gd name="T9" fmla="*/ 72 h 100"/>
                  <a:gd name="T10" fmla="*/ 8 w 15"/>
                  <a:gd name="T11" fmla="*/ 55 h 100"/>
                  <a:gd name="T12" fmla="*/ 0 w 15"/>
                  <a:gd name="T13" fmla="*/ 49 h 100"/>
                  <a:gd name="T14" fmla="*/ 1 w 15"/>
                  <a:gd name="T15" fmla="*/ 0 h 100"/>
                  <a:gd name="T16" fmla="*/ 0 w 15"/>
                  <a:gd name="T17" fmla="*/ 0 h 100"/>
                  <a:gd name="T18" fmla="*/ 0 w 15"/>
                  <a:gd name="T19" fmla="*/ 37 h 100"/>
                  <a:gd name="T20" fmla="*/ 6 w 15"/>
                  <a:gd name="T21" fmla="*/ 36 h 100"/>
                  <a:gd name="T22" fmla="*/ 1 w 15"/>
                  <a:gd name="T23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" h="100">
                    <a:moveTo>
                      <a:pt x="0" y="49"/>
                    </a:moveTo>
                    <a:cubicBezTo>
                      <a:pt x="0" y="100"/>
                      <a:pt x="0" y="100"/>
                      <a:pt x="0" y="100"/>
                    </a:cubicBezTo>
                    <a:cubicBezTo>
                      <a:pt x="2" y="99"/>
                      <a:pt x="4" y="97"/>
                      <a:pt x="6" y="96"/>
                    </a:cubicBezTo>
                    <a:cubicBezTo>
                      <a:pt x="9" y="93"/>
                      <a:pt x="11" y="89"/>
                      <a:pt x="13" y="85"/>
                    </a:cubicBezTo>
                    <a:cubicBezTo>
                      <a:pt x="15" y="81"/>
                      <a:pt x="15" y="77"/>
                      <a:pt x="14" y="72"/>
                    </a:cubicBezTo>
                    <a:cubicBezTo>
                      <a:pt x="13" y="65"/>
                      <a:pt x="11" y="59"/>
                      <a:pt x="8" y="55"/>
                    </a:cubicBezTo>
                    <a:cubicBezTo>
                      <a:pt x="5" y="53"/>
                      <a:pt x="3" y="51"/>
                      <a:pt x="0" y="49"/>
                    </a:cubicBezTo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9E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Freeform 65"/>
              <p:cNvSpPr>
                <a:spLocks noEditPoints="1"/>
              </p:cNvSpPr>
              <p:nvPr/>
            </p:nvSpPr>
            <p:spPr bwMode="auto">
              <a:xfrm>
                <a:off x="4285270" y="3726766"/>
                <a:ext cx="980844" cy="511115"/>
              </a:xfrm>
              <a:custGeom>
                <a:avLst/>
                <a:gdLst>
                  <a:gd name="T0" fmla="*/ 948 w 948"/>
                  <a:gd name="T1" fmla="*/ 367 h 494"/>
                  <a:gd name="T2" fmla="*/ 52 w 948"/>
                  <a:gd name="T3" fmla="*/ 494 h 494"/>
                  <a:gd name="T4" fmla="*/ 0 w 948"/>
                  <a:gd name="T5" fmla="*/ 127 h 494"/>
                  <a:gd name="T6" fmla="*/ 895 w 948"/>
                  <a:gd name="T7" fmla="*/ 0 h 494"/>
                  <a:gd name="T8" fmla="*/ 948 w 948"/>
                  <a:gd name="T9" fmla="*/ 367 h 494"/>
                  <a:gd name="T10" fmla="*/ 70 w 948"/>
                  <a:gd name="T11" fmla="*/ 468 h 494"/>
                  <a:gd name="T12" fmla="*/ 922 w 948"/>
                  <a:gd name="T13" fmla="*/ 348 h 494"/>
                  <a:gd name="T14" fmla="*/ 876 w 948"/>
                  <a:gd name="T15" fmla="*/ 26 h 494"/>
                  <a:gd name="T16" fmla="*/ 26 w 948"/>
                  <a:gd name="T17" fmla="*/ 146 h 494"/>
                  <a:gd name="T18" fmla="*/ 70 w 948"/>
                  <a:gd name="T19" fmla="*/ 468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48" h="494">
                    <a:moveTo>
                      <a:pt x="948" y="367"/>
                    </a:moveTo>
                    <a:lnTo>
                      <a:pt x="52" y="494"/>
                    </a:lnTo>
                    <a:lnTo>
                      <a:pt x="0" y="127"/>
                    </a:lnTo>
                    <a:lnTo>
                      <a:pt x="895" y="0"/>
                    </a:lnTo>
                    <a:lnTo>
                      <a:pt x="948" y="367"/>
                    </a:lnTo>
                    <a:close/>
                    <a:moveTo>
                      <a:pt x="70" y="468"/>
                    </a:moveTo>
                    <a:lnTo>
                      <a:pt x="922" y="348"/>
                    </a:lnTo>
                    <a:lnTo>
                      <a:pt x="876" y="26"/>
                    </a:lnTo>
                    <a:lnTo>
                      <a:pt x="26" y="146"/>
                    </a:lnTo>
                    <a:lnTo>
                      <a:pt x="70" y="468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Freeform 66"/>
              <p:cNvSpPr>
                <a:spLocks/>
              </p:cNvSpPr>
              <p:nvPr/>
            </p:nvSpPr>
            <p:spPr bwMode="auto">
              <a:xfrm>
                <a:off x="4297686" y="3850923"/>
                <a:ext cx="101395" cy="103465"/>
              </a:xfrm>
              <a:custGeom>
                <a:avLst/>
                <a:gdLst>
                  <a:gd name="T0" fmla="*/ 67 w 72"/>
                  <a:gd name="T1" fmla="*/ 0 h 74"/>
                  <a:gd name="T2" fmla="*/ 0 w 72"/>
                  <a:gd name="T3" fmla="*/ 9 h 74"/>
                  <a:gd name="T4" fmla="*/ 9 w 72"/>
                  <a:gd name="T5" fmla="*/ 74 h 74"/>
                  <a:gd name="T6" fmla="*/ 12 w 72"/>
                  <a:gd name="T7" fmla="*/ 74 h 74"/>
                  <a:gd name="T8" fmla="*/ 67 w 72"/>
                  <a:gd name="T9" fmla="*/ 1 h 74"/>
                  <a:gd name="T10" fmla="*/ 67 w 72"/>
                  <a:gd name="T11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74">
                    <a:moveTo>
                      <a:pt x="67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9" y="74"/>
                      <a:pt x="9" y="74"/>
                      <a:pt x="9" y="74"/>
                    </a:cubicBezTo>
                    <a:cubicBezTo>
                      <a:pt x="10" y="74"/>
                      <a:pt x="11" y="74"/>
                      <a:pt x="12" y="74"/>
                    </a:cubicBezTo>
                    <a:cubicBezTo>
                      <a:pt x="47" y="69"/>
                      <a:pt x="72" y="36"/>
                      <a:pt x="67" y="1"/>
                    </a:cubicBez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Freeform 67"/>
              <p:cNvSpPr>
                <a:spLocks/>
              </p:cNvSpPr>
              <p:nvPr/>
            </p:nvSpPr>
            <p:spPr bwMode="auto">
              <a:xfrm>
                <a:off x="4337002" y="4120965"/>
                <a:ext cx="103465" cy="100361"/>
              </a:xfrm>
              <a:custGeom>
                <a:avLst/>
                <a:gdLst>
                  <a:gd name="T0" fmla="*/ 0 w 74"/>
                  <a:gd name="T1" fmla="*/ 5 h 72"/>
                  <a:gd name="T2" fmla="*/ 9 w 74"/>
                  <a:gd name="T3" fmla="*/ 72 h 72"/>
                  <a:gd name="T4" fmla="*/ 74 w 74"/>
                  <a:gd name="T5" fmla="*/ 63 h 72"/>
                  <a:gd name="T6" fmla="*/ 74 w 74"/>
                  <a:gd name="T7" fmla="*/ 60 h 72"/>
                  <a:gd name="T8" fmla="*/ 1 w 74"/>
                  <a:gd name="T9" fmla="*/ 5 h 72"/>
                  <a:gd name="T10" fmla="*/ 0 w 74"/>
                  <a:gd name="T11" fmla="*/ 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72">
                    <a:moveTo>
                      <a:pt x="0" y="5"/>
                    </a:moveTo>
                    <a:cubicBezTo>
                      <a:pt x="9" y="72"/>
                      <a:pt x="9" y="72"/>
                      <a:pt x="9" y="72"/>
                    </a:cubicBezTo>
                    <a:cubicBezTo>
                      <a:pt x="74" y="63"/>
                      <a:pt x="74" y="63"/>
                      <a:pt x="74" y="63"/>
                    </a:cubicBezTo>
                    <a:cubicBezTo>
                      <a:pt x="74" y="62"/>
                      <a:pt x="74" y="61"/>
                      <a:pt x="74" y="60"/>
                    </a:cubicBezTo>
                    <a:cubicBezTo>
                      <a:pt x="69" y="25"/>
                      <a:pt x="36" y="0"/>
                      <a:pt x="1" y="5"/>
                    </a:cubicBez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Freeform 68"/>
              <p:cNvSpPr>
                <a:spLocks/>
              </p:cNvSpPr>
              <p:nvPr/>
            </p:nvSpPr>
            <p:spPr bwMode="auto">
              <a:xfrm>
                <a:off x="5151269" y="4006120"/>
                <a:ext cx="100361" cy="104500"/>
              </a:xfrm>
              <a:custGeom>
                <a:avLst/>
                <a:gdLst>
                  <a:gd name="T0" fmla="*/ 5 w 72"/>
                  <a:gd name="T1" fmla="*/ 75 h 75"/>
                  <a:gd name="T2" fmla="*/ 72 w 72"/>
                  <a:gd name="T3" fmla="*/ 65 h 75"/>
                  <a:gd name="T4" fmla="*/ 63 w 72"/>
                  <a:gd name="T5" fmla="*/ 0 h 75"/>
                  <a:gd name="T6" fmla="*/ 60 w 72"/>
                  <a:gd name="T7" fmla="*/ 1 h 75"/>
                  <a:gd name="T8" fmla="*/ 5 w 72"/>
                  <a:gd name="T9" fmla="*/ 74 h 75"/>
                  <a:gd name="T10" fmla="*/ 5 w 72"/>
                  <a:gd name="T11" fmla="*/ 7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75">
                    <a:moveTo>
                      <a:pt x="5" y="75"/>
                    </a:moveTo>
                    <a:cubicBezTo>
                      <a:pt x="72" y="65"/>
                      <a:pt x="72" y="65"/>
                      <a:pt x="72" y="65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62" y="0"/>
                      <a:pt x="61" y="0"/>
                      <a:pt x="60" y="1"/>
                    </a:cubicBezTo>
                    <a:cubicBezTo>
                      <a:pt x="25" y="6"/>
                      <a:pt x="0" y="38"/>
                      <a:pt x="5" y="74"/>
                    </a:cubicBezTo>
                    <a:lnTo>
                      <a:pt x="5" y="75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Freeform 69"/>
              <p:cNvSpPr>
                <a:spLocks/>
              </p:cNvSpPr>
              <p:nvPr/>
            </p:nvSpPr>
            <p:spPr bwMode="auto">
              <a:xfrm>
                <a:off x="5108848" y="3739181"/>
                <a:ext cx="103465" cy="100361"/>
              </a:xfrm>
              <a:custGeom>
                <a:avLst/>
                <a:gdLst>
                  <a:gd name="T0" fmla="*/ 74 w 74"/>
                  <a:gd name="T1" fmla="*/ 67 h 72"/>
                  <a:gd name="T2" fmla="*/ 65 w 74"/>
                  <a:gd name="T3" fmla="*/ 0 h 72"/>
                  <a:gd name="T4" fmla="*/ 0 w 74"/>
                  <a:gd name="T5" fmla="*/ 9 h 72"/>
                  <a:gd name="T6" fmla="*/ 0 w 74"/>
                  <a:gd name="T7" fmla="*/ 12 h 72"/>
                  <a:gd name="T8" fmla="*/ 73 w 74"/>
                  <a:gd name="T9" fmla="*/ 67 h 72"/>
                  <a:gd name="T10" fmla="*/ 74 w 74"/>
                  <a:gd name="T11" fmla="*/ 67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72">
                    <a:moveTo>
                      <a:pt x="74" y="67"/>
                    </a:moveTo>
                    <a:cubicBezTo>
                      <a:pt x="65" y="0"/>
                      <a:pt x="65" y="0"/>
                      <a:pt x="65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0"/>
                      <a:pt x="0" y="11"/>
                      <a:pt x="0" y="12"/>
                    </a:cubicBezTo>
                    <a:cubicBezTo>
                      <a:pt x="5" y="48"/>
                      <a:pt x="38" y="72"/>
                      <a:pt x="73" y="67"/>
                    </a:cubicBezTo>
                    <a:lnTo>
                      <a:pt x="74" y="6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Freeform 70"/>
              <p:cNvSpPr>
                <a:spLocks/>
              </p:cNvSpPr>
              <p:nvPr/>
            </p:nvSpPr>
            <p:spPr bwMode="auto">
              <a:xfrm>
                <a:off x="4360799" y="4075441"/>
                <a:ext cx="1059478" cy="646654"/>
              </a:xfrm>
              <a:custGeom>
                <a:avLst/>
                <a:gdLst>
                  <a:gd name="T0" fmla="*/ 694 w 759"/>
                  <a:gd name="T1" fmla="*/ 444 h 463"/>
                  <a:gd name="T2" fmla="*/ 667 w 759"/>
                  <a:gd name="T3" fmla="*/ 460 h 463"/>
                  <a:gd name="T4" fmla="*/ 19 w 759"/>
                  <a:gd name="T5" fmla="*/ 302 h 463"/>
                  <a:gd name="T6" fmla="*/ 3 w 759"/>
                  <a:gd name="T7" fmla="*/ 276 h 463"/>
                  <a:gd name="T8" fmla="*/ 65 w 759"/>
                  <a:gd name="T9" fmla="*/ 19 h 463"/>
                  <a:gd name="T10" fmla="*/ 92 w 759"/>
                  <a:gd name="T11" fmla="*/ 3 h 463"/>
                  <a:gd name="T12" fmla="*/ 740 w 759"/>
                  <a:gd name="T13" fmla="*/ 161 h 463"/>
                  <a:gd name="T14" fmla="*/ 756 w 759"/>
                  <a:gd name="T15" fmla="*/ 187 h 463"/>
                  <a:gd name="T16" fmla="*/ 694 w 759"/>
                  <a:gd name="T17" fmla="*/ 444 h 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9" h="463">
                    <a:moveTo>
                      <a:pt x="694" y="444"/>
                    </a:moveTo>
                    <a:cubicBezTo>
                      <a:pt x="691" y="456"/>
                      <a:pt x="679" y="463"/>
                      <a:pt x="667" y="460"/>
                    </a:cubicBezTo>
                    <a:cubicBezTo>
                      <a:pt x="19" y="302"/>
                      <a:pt x="19" y="302"/>
                      <a:pt x="19" y="302"/>
                    </a:cubicBezTo>
                    <a:cubicBezTo>
                      <a:pt x="7" y="299"/>
                      <a:pt x="0" y="287"/>
                      <a:pt x="3" y="276"/>
                    </a:cubicBezTo>
                    <a:cubicBezTo>
                      <a:pt x="65" y="19"/>
                      <a:pt x="65" y="19"/>
                      <a:pt x="65" y="19"/>
                    </a:cubicBezTo>
                    <a:cubicBezTo>
                      <a:pt x="68" y="7"/>
                      <a:pt x="80" y="0"/>
                      <a:pt x="92" y="3"/>
                    </a:cubicBezTo>
                    <a:cubicBezTo>
                      <a:pt x="740" y="161"/>
                      <a:pt x="740" y="161"/>
                      <a:pt x="740" y="161"/>
                    </a:cubicBezTo>
                    <a:cubicBezTo>
                      <a:pt x="752" y="163"/>
                      <a:pt x="759" y="175"/>
                      <a:pt x="756" y="187"/>
                    </a:cubicBezTo>
                    <a:cubicBezTo>
                      <a:pt x="694" y="444"/>
                      <a:pt x="694" y="444"/>
                      <a:pt x="694" y="444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Freeform 71"/>
              <p:cNvSpPr>
                <a:spLocks/>
              </p:cNvSpPr>
              <p:nvPr/>
            </p:nvSpPr>
            <p:spPr bwMode="auto">
              <a:xfrm>
                <a:off x="4729133" y="4237881"/>
                <a:ext cx="322810" cy="322810"/>
              </a:xfrm>
              <a:custGeom>
                <a:avLst/>
                <a:gdLst>
                  <a:gd name="T0" fmla="*/ 217 w 231"/>
                  <a:gd name="T1" fmla="*/ 140 h 231"/>
                  <a:gd name="T2" fmla="*/ 91 w 231"/>
                  <a:gd name="T3" fmla="*/ 217 h 231"/>
                  <a:gd name="T4" fmla="*/ 14 w 231"/>
                  <a:gd name="T5" fmla="*/ 91 h 231"/>
                  <a:gd name="T6" fmla="*/ 140 w 231"/>
                  <a:gd name="T7" fmla="*/ 14 h 231"/>
                  <a:gd name="T8" fmla="*/ 217 w 231"/>
                  <a:gd name="T9" fmla="*/ 140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1" h="231">
                    <a:moveTo>
                      <a:pt x="217" y="140"/>
                    </a:moveTo>
                    <a:cubicBezTo>
                      <a:pt x="203" y="196"/>
                      <a:pt x="147" y="231"/>
                      <a:pt x="91" y="217"/>
                    </a:cubicBezTo>
                    <a:cubicBezTo>
                      <a:pt x="35" y="203"/>
                      <a:pt x="0" y="147"/>
                      <a:pt x="14" y="91"/>
                    </a:cubicBezTo>
                    <a:cubicBezTo>
                      <a:pt x="27" y="34"/>
                      <a:pt x="84" y="0"/>
                      <a:pt x="140" y="14"/>
                    </a:cubicBezTo>
                    <a:cubicBezTo>
                      <a:pt x="196" y="27"/>
                      <a:pt x="231" y="84"/>
                      <a:pt x="217" y="140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Freeform 72"/>
              <p:cNvSpPr>
                <a:spLocks/>
              </p:cNvSpPr>
              <p:nvPr/>
            </p:nvSpPr>
            <p:spPr bwMode="auto">
              <a:xfrm>
                <a:off x="4839840" y="4302029"/>
                <a:ext cx="132435" cy="132435"/>
              </a:xfrm>
              <a:custGeom>
                <a:avLst/>
                <a:gdLst>
                  <a:gd name="T0" fmla="*/ 46 w 95"/>
                  <a:gd name="T1" fmla="*/ 0 h 95"/>
                  <a:gd name="T2" fmla="*/ 43 w 95"/>
                  <a:gd name="T3" fmla="*/ 14 h 95"/>
                  <a:gd name="T4" fmla="*/ 30 w 95"/>
                  <a:gd name="T5" fmla="*/ 13 h 95"/>
                  <a:gd name="T6" fmla="*/ 27 w 95"/>
                  <a:gd name="T7" fmla="*/ 13 h 95"/>
                  <a:gd name="T8" fmla="*/ 14 w 95"/>
                  <a:gd name="T9" fmla="*/ 16 h 95"/>
                  <a:gd name="T10" fmla="*/ 3 w 95"/>
                  <a:gd name="T11" fmla="*/ 23 h 95"/>
                  <a:gd name="T12" fmla="*/ 0 w 95"/>
                  <a:gd name="T13" fmla="*/ 28 h 95"/>
                  <a:gd name="T14" fmla="*/ 82 w 95"/>
                  <a:gd name="T15" fmla="*/ 95 h 95"/>
                  <a:gd name="T16" fmla="*/ 81 w 95"/>
                  <a:gd name="T17" fmla="*/ 83 h 95"/>
                  <a:gd name="T18" fmla="*/ 73 w 95"/>
                  <a:gd name="T19" fmla="*/ 71 h 95"/>
                  <a:gd name="T20" fmla="*/ 61 w 95"/>
                  <a:gd name="T21" fmla="*/ 62 h 95"/>
                  <a:gd name="T22" fmla="*/ 49 w 95"/>
                  <a:gd name="T23" fmla="*/ 55 h 95"/>
                  <a:gd name="T24" fmla="*/ 40 w 95"/>
                  <a:gd name="T25" fmla="*/ 49 h 95"/>
                  <a:gd name="T26" fmla="*/ 37 w 95"/>
                  <a:gd name="T27" fmla="*/ 42 h 95"/>
                  <a:gd name="T28" fmla="*/ 41 w 95"/>
                  <a:gd name="T29" fmla="*/ 38 h 95"/>
                  <a:gd name="T30" fmla="*/ 44 w 95"/>
                  <a:gd name="T31" fmla="*/ 38 h 95"/>
                  <a:gd name="T32" fmla="*/ 48 w 95"/>
                  <a:gd name="T33" fmla="*/ 39 h 95"/>
                  <a:gd name="T34" fmla="*/ 54 w 95"/>
                  <a:gd name="T35" fmla="*/ 41 h 95"/>
                  <a:gd name="T36" fmla="*/ 60 w 95"/>
                  <a:gd name="T37" fmla="*/ 46 h 95"/>
                  <a:gd name="T38" fmla="*/ 63 w 95"/>
                  <a:gd name="T39" fmla="*/ 52 h 95"/>
                  <a:gd name="T40" fmla="*/ 64 w 95"/>
                  <a:gd name="T41" fmla="*/ 59 h 95"/>
                  <a:gd name="T42" fmla="*/ 86 w 95"/>
                  <a:gd name="T43" fmla="*/ 65 h 95"/>
                  <a:gd name="T44" fmla="*/ 95 w 95"/>
                  <a:gd name="T45" fmla="*/ 29 h 95"/>
                  <a:gd name="T46" fmla="*/ 73 w 95"/>
                  <a:gd name="T47" fmla="*/ 23 h 95"/>
                  <a:gd name="T48" fmla="*/ 71 w 95"/>
                  <a:gd name="T49" fmla="*/ 30 h 95"/>
                  <a:gd name="T50" fmla="*/ 66 w 95"/>
                  <a:gd name="T51" fmla="*/ 25 h 95"/>
                  <a:gd name="T52" fmla="*/ 59 w 95"/>
                  <a:gd name="T53" fmla="*/ 21 h 95"/>
                  <a:gd name="T54" fmla="*/ 63 w 95"/>
                  <a:gd name="T55" fmla="*/ 4 h 95"/>
                  <a:gd name="T56" fmla="*/ 46 w 95"/>
                  <a:gd name="T57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95" h="95">
                    <a:moveTo>
                      <a:pt x="46" y="0"/>
                    </a:moveTo>
                    <a:cubicBezTo>
                      <a:pt x="43" y="14"/>
                      <a:pt x="43" y="14"/>
                      <a:pt x="43" y="14"/>
                    </a:cubicBezTo>
                    <a:cubicBezTo>
                      <a:pt x="38" y="13"/>
                      <a:pt x="34" y="13"/>
                      <a:pt x="30" y="13"/>
                    </a:cubicBezTo>
                    <a:cubicBezTo>
                      <a:pt x="29" y="13"/>
                      <a:pt x="28" y="13"/>
                      <a:pt x="27" y="13"/>
                    </a:cubicBezTo>
                    <a:cubicBezTo>
                      <a:pt x="22" y="13"/>
                      <a:pt x="18" y="14"/>
                      <a:pt x="14" y="16"/>
                    </a:cubicBezTo>
                    <a:cubicBezTo>
                      <a:pt x="10" y="18"/>
                      <a:pt x="6" y="20"/>
                      <a:pt x="3" y="23"/>
                    </a:cubicBezTo>
                    <a:cubicBezTo>
                      <a:pt x="2" y="25"/>
                      <a:pt x="1" y="26"/>
                      <a:pt x="0" y="28"/>
                    </a:cubicBezTo>
                    <a:cubicBezTo>
                      <a:pt x="82" y="95"/>
                      <a:pt x="82" y="95"/>
                      <a:pt x="82" y="95"/>
                    </a:cubicBezTo>
                    <a:cubicBezTo>
                      <a:pt x="82" y="91"/>
                      <a:pt x="82" y="87"/>
                      <a:pt x="81" y="83"/>
                    </a:cubicBezTo>
                    <a:cubicBezTo>
                      <a:pt x="79" y="78"/>
                      <a:pt x="76" y="74"/>
                      <a:pt x="73" y="71"/>
                    </a:cubicBezTo>
                    <a:cubicBezTo>
                      <a:pt x="70" y="67"/>
                      <a:pt x="66" y="64"/>
                      <a:pt x="61" y="62"/>
                    </a:cubicBezTo>
                    <a:cubicBezTo>
                      <a:pt x="57" y="59"/>
                      <a:pt x="53" y="57"/>
                      <a:pt x="49" y="55"/>
                    </a:cubicBezTo>
                    <a:cubicBezTo>
                      <a:pt x="45" y="53"/>
                      <a:pt x="42" y="51"/>
                      <a:pt x="40" y="49"/>
                    </a:cubicBezTo>
                    <a:cubicBezTo>
                      <a:pt x="37" y="47"/>
                      <a:pt x="36" y="45"/>
                      <a:pt x="37" y="42"/>
                    </a:cubicBezTo>
                    <a:cubicBezTo>
                      <a:pt x="37" y="40"/>
                      <a:pt x="39" y="39"/>
                      <a:pt x="41" y="38"/>
                    </a:cubicBezTo>
                    <a:cubicBezTo>
                      <a:pt x="42" y="38"/>
                      <a:pt x="43" y="38"/>
                      <a:pt x="44" y="38"/>
                    </a:cubicBezTo>
                    <a:cubicBezTo>
                      <a:pt x="45" y="38"/>
                      <a:pt x="47" y="38"/>
                      <a:pt x="48" y="39"/>
                    </a:cubicBezTo>
                    <a:cubicBezTo>
                      <a:pt x="50" y="39"/>
                      <a:pt x="52" y="40"/>
                      <a:pt x="54" y="41"/>
                    </a:cubicBezTo>
                    <a:cubicBezTo>
                      <a:pt x="56" y="43"/>
                      <a:pt x="58" y="44"/>
                      <a:pt x="60" y="46"/>
                    </a:cubicBezTo>
                    <a:cubicBezTo>
                      <a:pt x="61" y="48"/>
                      <a:pt x="62" y="50"/>
                      <a:pt x="63" y="52"/>
                    </a:cubicBezTo>
                    <a:cubicBezTo>
                      <a:pt x="64" y="55"/>
                      <a:pt x="64" y="57"/>
                      <a:pt x="64" y="59"/>
                    </a:cubicBezTo>
                    <a:cubicBezTo>
                      <a:pt x="86" y="65"/>
                      <a:pt x="86" y="65"/>
                      <a:pt x="86" y="65"/>
                    </a:cubicBezTo>
                    <a:cubicBezTo>
                      <a:pt x="95" y="29"/>
                      <a:pt x="95" y="29"/>
                      <a:pt x="95" y="29"/>
                    </a:cubicBezTo>
                    <a:cubicBezTo>
                      <a:pt x="73" y="23"/>
                      <a:pt x="73" y="23"/>
                      <a:pt x="73" y="23"/>
                    </a:cubicBezTo>
                    <a:cubicBezTo>
                      <a:pt x="71" y="30"/>
                      <a:pt x="71" y="30"/>
                      <a:pt x="71" y="30"/>
                    </a:cubicBezTo>
                    <a:cubicBezTo>
                      <a:pt x="70" y="28"/>
                      <a:pt x="68" y="27"/>
                      <a:pt x="66" y="25"/>
                    </a:cubicBezTo>
                    <a:cubicBezTo>
                      <a:pt x="64" y="24"/>
                      <a:pt x="62" y="22"/>
                      <a:pt x="59" y="21"/>
                    </a:cubicBezTo>
                    <a:cubicBezTo>
                      <a:pt x="63" y="4"/>
                      <a:pt x="63" y="4"/>
                      <a:pt x="63" y="4"/>
                    </a:cubicBezTo>
                    <a:cubicBezTo>
                      <a:pt x="46" y="0"/>
                      <a:pt x="46" y="0"/>
                      <a:pt x="46" y="0"/>
                    </a:cubicBezTo>
                  </a:path>
                </a:pathLst>
              </a:custGeom>
              <a:solidFill>
                <a:srgbClr val="9E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" name="Freeform 73"/>
              <p:cNvSpPr>
                <a:spLocks noEditPoints="1"/>
              </p:cNvSpPr>
              <p:nvPr/>
            </p:nvSpPr>
            <p:spPr bwMode="auto">
              <a:xfrm>
                <a:off x="4389769" y="4105446"/>
                <a:ext cx="1000503" cy="592853"/>
              </a:xfrm>
              <a:custGeom>
                <a:avLst/>
                <a:gdLst>
                  <a:gd name="T0" fmla="*/ 879 w 967"/>
                  <a:gd name="T1" fmla="*/ 573 h 573"/>
                  <a:gd name="T2" fmla="*/ 0 w 967"/>
                  <a:gd name="T3" fmla="*/ 359 h 573"/>
                  <a:gd name="T4" fmla="*/ 88 w 967"/>
                  <a:gd name="T5" fmla="*/ 0 h 573"/>
                  <a:gd name="T6" fmla="*/ 967 w 967"/>
                  <a:gd name="T7" fmla="*/ 214 h 573"/>
                  <a:gd name="T8" fmla="*/ 879 w 967"/>
                  <a:gd name="T9" fmla="*/ 573 h 573"/>
                  <a:gd name="T10" fmla="*/ 27 w 967"/>
                  <a:gd name="T11" fmla="*/ 343 h 573"/>
                  <a:gd name="T12" fmla="*/ 863 w 967"/>
                  <a:gd name="T13" fmla="*/ 546 h 573"/>
                  <a:gd name="T14" fmla="*/ 940 w 967"/>
                  <a:gd name="T15" fmla="*/ 231 h 573"/>
                  <a:gd name="T16" fmla="*/ 104 w 967"/>
                  <a:gd name="T17" fmla="*/ 27 h 573"/>
                  <a:gd name="T18" fmla="*/ 27 w 967"/>
                  <a:gd name="T19" fmla="*/ 343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7" h="573">
                    <a:moveTo>
                      <a:pt x="879" y="573"/>
                    </a:moveTo>
                    <a:lnTo>
                      <a:pt x="0" y="359"/>
                    </a:lnTo>
                    <a:lnTo>
                      <a:pt x="88" y="0"/>
                    </a:lnTo>
                    <a:lnTo>
                      <a:pt x="967" y="214"/>
                    </a:lnTo>
                    <a:lnTo>
                      <a:pt x="879" y="573"/>
                    </a:lnTo>
                    <a:close/>
                    <a:moveTo>
                      <a:pt x="27" y="343"/>
                    </a:moveTo>
                    <a:lnTo>
                      <a:pt x="863" y="546"/>
                    </a:lnTo>
                    <a:lnTo>
                      <a:pt x="940" y="231"/>
                    </a:lnTo>
                    <a:lnTo>
                      <a:pt x="104" y="27"/>
                    </a:lnTo>
                    <a:lnTo>
                      <a:pt x="27" y="343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Freeform 74"/>
              <p:cNvSpPr>
                <a:spLocks noEditPoints="1"/>
              </p:cNvSpPr>
              <p:nvPr/>
            </p:nvSpPr>
            <p:spPr bwMode="auto">
              <a:xfrm>
                <a:off x="4389769" y="4105446"/>
                <a:ext cx="1000503" cy="592853"/>
              </a:xfrm>
              <a:custGeom>
                <a:avLst/>
                <a:gdLst>
                  <a:gd name="T0" fmla="*/ 879 w 967"/>
                  <a:gd name="T1" fmla="*/ 573 h 573"/>
                  <a:gd name="T2" fmla="*/ 0 w 967"/>
                  <a:gd name="T3" fmla="*/ 359 h 573"/>
                  <a:gd name="T4" fmla="*/ 88 w 967"/>
                  <a:gd name="T5" fmla="*/ 0 h 573"/>
                  <a:gd name="T6" fmla="*/ 967 w 967"/>
                  <a:gd name="T7" fmla="*/ 214 h 573"/>
                  <a:gd name="T8" fmla="*/ 879 w 967"/>
                  <a:gd name="T9" fmla="*/ 573 h 573"/>
                  <a:gd name="T10" fmla="*/ 27 w 967"/>
                  <a:gd name="T11" fmla="*/ 343 h 573"/>
                  <a:gd name="T12" fmla="*/ 863 w 967"/>
                  <a:gd name="T13" fmla="*/ 546 h 573"/>
                  <a:gd name="T14" fmla="*/ 940 w 967"/>
                  <a:gd name="T15" fmla="*/ 231 h 573"/>
                  <a:gd name="T16" fmla="*/ 104 w 967"/>
                  <a:gd name="T17" fmla="*/ 27 h 573"/>
                  <a:gd name="T18" fmla="*/ 27 w 967"/>
                  <a:gd name="T19" fmla="*/ 343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7" h="573">
                    <a:moveTo>
                      <a:pt x="879" y="573"/>
                    </a:moveTo>
                    <a:lnTo>
                      <a:pt x="0" y="359"/>
                    </a:lnTo>
                    <a:lnTo>
                      <a:pt x="88" y="0"/>
                    </a:lnTo>
                    <a:lnTo>
                      <a:pt x="967" y="214"/>
                    </a:lnTo>
                    <a:lnTo>
                      <a:pt x="879" y="573"/>
                    </a:lnTo>
                    <a:moveTo>
                      <a:pt x="27" y="343"/>
                    </a:moveTo>
                    <a:lnTo>
                      <a:pt x="863" y="546"/>
                    </a:lnTo>
                    <a:lnTo>
                      <a:pt x="940" y="231"/>
                    </a:lnTo>
                    <a:lnTo>
                      <a:pt x="104" y="27"/>
                    </a:lnTo>
                    <a:lnTo>
                      <a:pt x="27" y="343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Freeform 75"/>
              <p:cNvSpPr>
                <a:spLocks/>
              </p:cNvSpPr>
              <p:nvPr/>
            </p:nvSpPr>
            <p:spPr bwMode="auto">
              <a:xfrm>
                <a:off x="4468402" y="4114758"/>
                <a:ext cx="114846" cy="102430"/>
              </a:xfrm>
              <a:custGeom>
                <a:avLst/>
                <a:gdLst>
                  <a:gd name="T0" fmla="*/ 82 w 82"/>
                  <a:gd name="T1" fmla="*/ 16 h 73"/>
                  <a:gd name="T2" fmla="*/ 16 w 82"/>
                  <a:gd name="T3" fmla="*/ 0 h 73"/>
                  <a:gd name="T4" fmla="*/ 0 w 82"/>
                  <a:gd name="T5" fmla="*/ 63 h 73"/>
                  <a:gd name="T6" fmla="*/ 3 w 82"/>
                  <a:gd name="T7" fmla="*/ 64 h 73"/>
                  <a:gd name="T8" fmla="*/ 81 w 82"/>
                  <a:gd name="T9" fmla="*/ 17 h 73"/>
                  <a:gd name="T10" fmla="*/ 82 w 82"/>
                  <a:gd name="T11" fmla="*/ 16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73">
                    <a:moveTo>
                      <a:pt x="82" y="16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1" y="64"/>
                      <a:pt x="2" y="64"/>
                      <a:pt x="3" y="64"/>
                    </a:cubicBezTo>
                    <a:cubicBezTo>
                      <a:pt x="38" y="73"/>
                      <a:pt x="73" y="52"/>
                      <a:pt x="81" y="17"/>
                    </a:cubicBezTo>
                    <a:lnTo>
                      <a:pt x="82" y="16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Freeform 76"/>
              <p:cNvSpPr>
                <a:spLocks/>
              </p:cNvSpPr>
              <p:nvPr/>
            </p:nvSpPr>
            <p:spPr bwMode="auto">
              <a:xfrm>
                <a:off x="4405289" y="4374454"/>
                <a:ext cx="103465" cy="113811"/>
              </a:xfrm>
              <a:custGeom>
                <a:avLst/>
                <a:gdLst>
                  <a:gd name="T0" fmla="*/ 17 w 74"/>
                  <a:gd name="T1" fmla="*/ 0 h 81"/>
                  <a:gd name="T2" fmla="*/ 0 w 74"/>
                  <a:gd name="T3" fmla="*/ 66 h 81"/>
                  <a:gd name="T4" fmla="*/ 64 w 74"/>
                  <a:gd name="T5" fmla="*/ 81 h 81"/>
                  <a:gd name="T6" fmla="*/ 65 w 74"/>
                  <a:gd name="T7" fmla="*/ 78 h 81"/>
                  <a:gd name="T8" fmla="*/ 18 w 74"/>
                  <a:gd name="T9" fmla="*/ 0 h 81"/>
                  <a:gd name="T10" fmla="*/ 17 w 74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81">
                    <a:moveTo>
                      <a:pt x="17" y="0"/>
                    </a:moveTo>
                    <a:cubicBezTo>
                      <a:pt x="0" y="66"/>
                      <a:pt x="0" y="66"/>
                      <a:pt x="0" y="66"/>
                    </a:cubicBezTo>
                    <a:cubicBezTo>
                      <a:pt x="64" y="81"/>
                      <a:pt x="64" y="81"/>
                      <a:pt x="64" y="81"/>
                    </a:cubicBezTo>
                    <a:cubicBezTo>
                      <a:pt x="64" y="80"/>
                      <a:pt x="65" y="79"/>
                      <a:pt x="65" y="78"/>
                    </a:cubicBezTo>
                    <a:cubicBezTo>
                      <a:pt x="74" y="43"/>
                      <a:pt x="52" y="8"/>
                      <a:pt x="18" y="0"/>
                    </a:cubicBez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Freeform 77"/>
              <p:cNvSpPr>
                <a:spLocks/>
              </p:cNvSpPr>
              <p:nvPr/>
            </p:nvSpPr>
            <p:spPr bwMode="auto">
              <a:xfrm>
                <a:off x="5198863" y="4582418"/>
                <a:ext cx="112777" cy="102430"/>
              </a:xfrm>
              <a:custGeom>
                <a:avLst/>
                <a:gdLst>
                  <a:gd name="T0" fmla="*/ 0 w 81"/>
                  <a:gd name="T1" fmla="*/ 57 h 73"/>
                  <a:gd name="T2" fmla="*/ 66 w 81"/>
                  <a:gd name="T3" fmla="*/ 73 h 73"/>
                  <a:gd name="T4" fmla="*/ 81 w 81"/>
                  <a:gd name="T5" fmla="*/ 10 h 73"/>
                  <a:gd name="T6" fmla="*/ 78 w 81"/>
                  <a:gd name="T7" fmla="*/ 9 h 73"/>
                  <a:gd name="T8" fmla="*/ 0 w 81"/>
                  <a:gd name="T9" fmla="*/ 56 h 73"/>
                  <a:gd name="T10" fmla="*/ 0 w 81"/>
                  <a:gd name="T11" fmla="*/ 5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1" h="73">
                    <a:moveTo>
                      <a:pt x="0" y="57"/>
                    </a:moveTo>
                    <a:cubicBezTo>
                      <a:pt x="66" y="73"/>
                      <a:pt x="66" y="73"/>
                      <a:pt x="66" y="73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0" y="9"/>
                      <a:pt x="79" y="9"/>
                      <a:pt x="78" y="9"/>
                    </a:cubicBezTo>
                    <a:cubicBezTo>
                      <a:pt x="43" y="0"/>
                      <a:pt x="8" y="22"/>
                      <a:pt x="0" y="56"/>
                    </a:cubicBez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Freeform 78"/>
              <p:cNvSpPr>
                <a:spLocks/>
              </p:cNvSpPr>
              <p:nvPr/>
            </p:nvSpPr>
            <p:spPr bwMode="auto">
              <a:xfrm>
                <a:off x="5272322" y="4311340"/>
                <a:ext cx="102430" cy="114846"/>
              </a:xfrm>
              <a:custGeom>
                <a:avLst/>
                <a:gdLst>
                  <a:gd name="T0" fmla="*/ 57 w 73"/>
                  <a:gd name="T1" fmla="*/ 82 h 82"/>
                  <a:gd name="T2" fmla="*/ 73 w 73"/>
                  <a:gd name="T3" fmla="*/ 16 h 82"/>
                  <a:gd name="T4" fmla="*/ 9 w 73"/>
                  <a:gd name="T5" fmla="*/ 0 h 82"/>
                  <a:gd name="T6" fmla="*/ 8 w 73"/>
                  <a:gd name="T7" fmla="*/ 3 h 82"/>
                  <a:gd name="T8" fmla="*/ 56 w 73"/>
                  <a:gd name="T9" fmla="*/ 81 h 82"/>
                  <a:gd name="T10" fmla="*/ 57 w 73"/>
                  <a:gd name="T11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82">
                    <a:moveTo>
                      <a:pt x="57" y="82"/>
                    </a:moveTo>
                    <a:cubicBezTo>
                      <a:pt x="73" y="16"/>
                      <a:pt x="73" y="16"/>
                      <a:pt x="73" y="16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1"/>
                      <a:pt x="9" y="2"/>
                      <a:pt x="8" y="3"/>
                    </a:cubicBezTo>
                    <a:cubicBezTo>
                      <a:pt x="0" y="38"/>
                      <a:pt x="21" y="73"/>
                      <a:pt x="56" y="81"/>
                    </a:cubicBezTo>
                    <a:lnTo>
                      <a:pt x="57" y="82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Freeform 79"/>
              <p:cNvSpPr>
                <a:spLocks/>
              </p:cNvSpPr>
              <p:nvPr/>
            </p:nvSpPr>
            <p:spPr bwMode="auto">
              <a:xfrm>
                <a:off x="4125934" y="3981289"/>
                <a:ext cx="1024300" cy="944632"/>
              </a:xfrm>
              <a:custGeom>
                <a:avLst/>
                <a:gdLst>
                  <a:gd name="T0" fmla="*/ 558 w 733"/>
                  <a:gd name="T1" fmla="*/ 666 h 677"/>
                  <a:gd name="T2" fmla="*/ 527 w 733"/>
                  <a:gd name="T3" fmla="*/ 669 h 677"/>
                  <a:gd name="T4" fmla="*/ 11 w 733"/>
                  <a:gd name="T5" fmla="*/ 247 h 677"/>
                  <a:gd name="T6" fmla="*/ 8 w 733"/>
                  <a:gd name="T7" fmla="*/ 216 h 677"/>
                  <a:gd name="T8" fmla="*/ 175 w 733"/>
                  <a:gd name="T9" fmla="*/ 11 h 677"/>
                  <a:gd name="T10" fmla="*/ 206 w 733"/>
                  <a:gd name="T11" fmla="*/ 8 h 677"/>
                  <a:gd name="T12" fmla="*/ 722 w 733"/>
                  <a:gd name="T13" fmla="*/ 431 h 677"/>
                  <a:gd name="T14" fmla="*/ 725 w 733"/>
                  <a:gd name="T15" fmla="*/ 462 h 677"/>
                  <a:gd name="T16" fmla="*/ 558 w 733"/>
                  <a:gd name="T17" fmla="*/ 666 h 6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33" h="677">
                    <a:moveTo>
                      <a:pt x="558" y="666"/>
                    </a:moveTo>
                    <a:cubicBezTo>
                      <a:pt x="550" y="676"/>
                      <a:pt x="536" y="677"/>
                      <a:pt x="527" y="669"/>
                    </a:cubicBezTo>
                    <a:cubicBezTo>
                      <a:pt x="11" y="247"/>
                      <a:pt x="11" y="247"/>
                      <a:pt x="11" y="247"/>
                    </a:cubicBezTo>
                    <a:cubicBezTo>
                      <a:pt x="1" y="239"/>
                      <a:pt x="0" y="225"/>
                      <a:pt x="8" y="216"/>
                    </a:cubicBezTo>
                    <a:cubicBezTo>
                      <a:pt x="175" y="11"/>
                      <a:pt x="175" y="11"/>
                      <a:pt x="175" y="11"/>
                    </a:cubicBezTo>
                    <a:cubicBezTo>
                      <a:pt x="183" y="2"/>
                      <a:pt x="197" y="0"/>
                      <a:pt x="206" y="8"/>
                    </a:cubicBezTo>
                    <a:cubicBezTo>
                      <a:pt x="722" y="431"/>
                      <a:pt x="722" y="431"/>
                      <a:pt x="722" y="431"/>
                    </a:cubicBezTo>
                    <a:cubicBezTo>
                      <a:pt x="732" y="439"/>
                      <a:pt x="733" y="453"/>
                      <a:pt x="725" y="462"/>
                    </a:cubicBezTo>
                    <a:cubicBezTo>
                      <a:pt x="558" y="666"/>
                      <a:pt x="558" y="666"/>
                      <a:pt x="558" y="666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Freeform 80"/>
              <p:cNvSpPr>
                <a:spLocks/>
              </p:cNvSpPr>
              <p:nvPr/>
            </p:nvSpPr>
            <p:spPr bwMode="auto">
              <a:xfrm>
                <a:off x="4473575" y="4289613"/>
                <a:ext cx="329017" cy="327983"/>
              </a:xfrm>
              <a:custGeom>
                <a:avLst/>
                <a:gdLst>
                  <a:gd name="T0" fmla="*/ 198 w 235"/>
                  <a:gd name="T1" fmla="*/ 184 h 235"/>
                  <a:gd name="T2" fmla="*/ 51 w 235"/>
                  <a:gd name="T3" fmla="*/ 199 h 235"/>
                  <a:gd name="T4" fmla="*/ 37 w 235"/>
                  <a:gd name="T5" fmla="*/ 52 h 235"/>
                  <a:gd name="T6" fmla="*/ 184 w 235"/>
                  <a:gd name="T7" fmla="*/ 37 h 235"/>
                  <a:gd name="T8" fmla="*/ 198 w 235"/>
                  <a:gd name="T9" fmla="*/ 184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5" h="235">
                    <a:moveTo>
                      <a:pt x="198" y="184"/>
                    </a:moveTo>
                    <a:cubicBezTo>
                      <a:pt x="162" y="229"/>
                      <a:pt x="96" y="235"/>
                      <a:pt x="51" y="199"/>
                    </a:cubicBezTo>
                    <a:cubicBezTo>
                      <a:pt x="6" y="162"/>
                      <a:pt x="0" y="96"/>
                      <a:pt x="37" y="52"/>
                    </a:cubicBezTo>
                    <a:cubicBezTo>
                      <a:pt x="73" y="7"/>
                      <a:pt x="139" y="0"/>
                      <a:pt x="184" y="37"/>
                    </a:cubicBezTo>
                    <a:cubicBezTo>
                      <a:pt x="228" y="74"/>
                      <a:pt x="235" y="139"/>
                      <a:pt x="198" y="184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Freeform 81"/>
              <p:cNvSpPr>
                <a:spLocks noEditPoints="1"/>
              </p:cNvSpPr>
              <p:nvPr/>
            </p:nvSpPr>
            <p:spPr bwMode="auto">
              <a:xfrm>
                <a:off x="4152835" y="4011293"/>
                <a:ext cx="966359" cy="889796"/>
              </a:xfrm>
              <a:custGeom>
                <a:avLst/>
                <a:gdLst>
                  <a:gd name="T0" fmla="*/ 699 w 934"/>
                  <a:gd name="T1" fmla="*/ 860 h 860"/>
                  <a:gd name="T2" fmla="*/ 0 w 934"/>
                  <a:gd name="T3" fmla="*/ 286 h 860"/>
                  <a:gd name="T4" fmla="*/ 235 w 934"/>
                  <a:gd name="T5" fmla="*/ 0 h 860"/>
                  <a:gd name="T6" fmla="*/ 934 w 934"/>
                  <a:gd name="T7" fmla="*/ 574 h 860"/>
                  <a:gd name="T8" fmla="*/ 699 w 934"/>
                  <a:gd name="T9" fmla="*/ 860 h 860"/>
                  <a:gd name="T10" fmla="*/ 31 w 934"/>
                  <a:gd name="T11" fmla="*/ 284 h 860"/>
                  <a:gd name="T12" fmla="*/ 696 w 934"/>
                  <a:gd name="T13" fmla="*/ 828 h 860"/>
                  <a:gd name="T14" fmla="*/ 903 w 934"/>
                  <a:gd name="T15" fmla="*/ 577 h 860"/>
                  <a:gd name="T16" fmla="*/ 238 w 934"/>
                  <a:gd name="T17" fmla="*/ 31 h 860"/>
                  <a:gd name="T18" fmla="*/ 31 w 934"/>
                  <a:gd name="T19" fmla="*/ 284 h 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4" h="860">
                    <a:moveTo>
                      <a:pt x="699" y="860"/>
                    </a:moveTo>
                    <a:lnTo>
                      <a:pt x="0" y="286"/>
                    </a:lnTo>
                    <a:lnTo>
                      <a:pt x="235" y="0"/>
                    </a:lnTo>
                    <a:lnTo>
                      <a:pt x="934" y="574"/>
                    </a:lnTo>
                    <a:lnTo>
                      <a:pt x="699" y="860"/>
                    </a:lnTo>
                    <a:close/>
                    <a:moveTo>
                      <a:pt x="31" y="284"/>
                    </a:moveTo>
                    <a:lnTo>
                      <a:pt x="696" y="828"/>
                    </a:lnTo>
                    <a:lnTo>
                      <a:pt x="903" y="577"/>
                    </a:lnTo>
                    <a:lnTo>
                      <a:pt x="238" y="31"/>
                    </a:lnTo>
                    <a:lnTo>
                      <a:pt x="31" y="284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Freeform 82"/>
              <p:cNvSpPr>
                <a:spLocks noEditPoints="1"/>
              </p:cNvSpPr>
              <p:nvPr/>
            </p:nvSpPr>
            <p:spPr bwMode="auto">
              <a:xfrm>
                <a:off x="4152835" y="4011293"/>
                <a:ext cx="966359" cy="889796"/>
              </a:xfrm>
              <a:custGeom>
                <a:avLst/>
                <a:gdLst>
                  <a:gd name="T0" fmla="*/ 699 w 934"/>
                  <a:gd name="T1" fmla="*/ 860 h 860"/>
                  <a:gd name="T2" fmla="*/ 0 w 934"/>
                  <a:gd name="T3" fmla="*/ 286 h 860"/>
                  <a:gd name="T4" fmla="*/ 235 w 934"/>
                  <a:gd name="T5" fmla="*/ 0 h 860"/>
                  <a:gd name="T6" fmla="*/ 934 w 934"/>
                  <a:gd name="T7" fmla="*/ 574 h 860"/>
                  <a:gd name="T8" fmla="*/ 699 w 934"/>
                  <a:gd name="T9" fmla="*/ 860 h 860"/>
                  <a:gd name="T10" fmla="*/ 31 w 934"/>
                  <a:gd name="T11" fmla="*/ 284 h 860"/>
                  <a:gd name="T12" fmla="*/ 696 w 934"/>
                  <a:gd name="T13" fmla="*/ 828 h 860"/>
                  <a:gd name="T14" fmla="*/ 903 w 934"/>
                  <a:gd name="T15" fmla="*/ 577 h 860"/>
                  <a:gd name="T16" fmla="*/ 238 w 934"/>
                  <a:gd name="T17" fmla="*/ 31 h 860"/>
                  <a:gd name="T18" fmla="*/ 31 w 934"/>
                  <a:gd name="T19" fmla="*/ 284 h 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4" h="860">
                    <a:moveTo>
                      <a:pt x="699" y="860"/>
                    </a:moveTo>
                    <a:lnTo>
                      <a:pt x="0" y="286"/>
                    </a:lnTo>
                    <a:lnTo>
                      <a:pt x="235" y="0"/>
                    </a:lnTo>
                    <a:lnTo>
                      <a:pt x="934" y="574"/>
                    </a:lnTo>
                    <a:lnTo>
                      <a:pt x="699" y="860"/>
                    </a:lnTo>
                    <a:moveTo>
                      <a:pt x="31" y="284"/>
                    </a:moveTo>
                    <a:lnTo>
                      <a:pt x="696" y="828"/>
                    </a:lnTo>
                    <a:lnTo>
                      <a:pt x="903" y="577"/>
                    </a:lnTo>
                    <a:lnTo>
                      <a:pt x="238" y="31"/>
                    </a:lnTo>
                    <a:lnTo>
                      <a:pt x="31" y="28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Freeform 83"/>
              <p:cNvSpPr>
                <a:spLocks/>
              </p:cNvSpPr>
              <p:nvPr/>
            </p:nvSpPr>
            <p:spPr bwMode="auto">
              <a:xfrm>
                <a:off x="4343210" y="4023709"/>
                <a:ext cx="130365" cy="106569"/>
              </a:xfrm>
              <a:custGeom>
                <a:avLst/>
                <a:gdLst>
                  <a:gd name="T0" fmla="*/ 94 w 94"/>
                  <a:gd name="T1" fmla="*/ 43 h 76"/>
                  <a:gd name="T2" fmla="*/ 41 w 94"/>
                  <a:gd name="T3" fmla="*/ 0 h 76"/>
                  <a:gd name="T4" fmla="*/ 0 w 94"/>
                  <a:gd name="T5" fmla="*/ 51 h 76"/>
                  <a:gd name="T6" fmla="*/ 2 w 94"/>
                  <a:gd name="T7" fmla="*/ 53 h 76"/>
                  <a:gd name="T8" fmla="*/ 93 w 94"/>
                  <a:gd name="T9" fmla="*/ 44 h 76"/>
                  <a:gd name="T10" fmla="*/ 94 w 94"/>
                  <a:gd name="T11" fmla="*/ 43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6">
                    <a:moveTo>
                      <a:pt x="94" y="43"/>
                    </a:moveTo>
                    <a:cubicBezTo>
                      <a:pt x="41" y="0"/>
                      <a:pt x="41" y="0"/>
                      <a:pt x="41" y="0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2"/>
                      <a:pt x="1" y="52"/>
                      <a:pt x="2" y="53"/>
                    </a:cubicBezTo>
                    <a:cubicBezTo>
                      <a:pt x="30" y="76"/>
                      <a:pt x="70" y="72"/>
                      <a:pt x="93" y="44"/>
                    </a:cubicBezTo>
                    <a:lnTo>
                      <a:pt x="94" y="43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Freeform 84"/>
              <p:cNvSpPr>
                <a:spLocks/>
              </p:cNvSpPr>
              <p:nvPr/>
            </p:nvSpPr>
            <p:spPr bwMode="auto">
              <a:xfrm>
                <a:off x="4172494" y="4232707"/>
                <a:ext cx="104500" cy="130365"/>
              </a:xfrm>
              <a:custGeom>
                <a:avLst/>
                <a:gdLst>
                  <a:gd name="T0" fmla="*/ 43 w 75"/>
                  <a:gd name="T1" fmla="*/ 0 h 94"/>
                  <a:gd name="T2" fmla="*/ 0 w 75"/>
                  <a:gd name="T3" fmla="*/ 52 h 94"/>
                  <a:gd name="T4" fmla="*/ 51 w 75"/>
                  <a:gd name="T5" fmla="*/ 94 h 94"/>
                  <a:gd name="T6" fmla="*/ 53 w 75"/>
                  <a:gd name="T7" fmla="*/ 91 h 94"/>
                  <a:gd name="T8" fmla="*/ 44 w 75"/>
                  <a:gd name="T9" fmla="*/ 0 h 94"/>
                  <a:gd name="T10" fmla="*/ 43 w 75"/>
                  <a:gd name="T11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43" y="0"/>
                    </a:moveTo>
                    <a:cubicBezTo>
                      <a:pt x="0" y="52"/>
                      <a:pt x="0" y="52"/>
                      <a:pt x="0" y="52"/>
                    </a:cubicBezTo>
                    <a:cubicBezTo>
                      <a:pt x="51" y="94"/>
                      <a:pt x="51" y="94"/>
                      <a:pt x="51" y="94"/>
                    </a:cubicBezTo>
                    <a:cubicBezTo>
                      <a:pt x="51" y="93"/>
                      <a:pt x="52" y="92"/>
                      <a:pt x="53" y="91"/>
                    </a:cubicBezTo>
                    <a:cubicBezTo>
                      <a:pt x="75" y="64"/>
                      <a:pt x="71" y="23"/>
                      <a:pt x="44" y="0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6" name="Freeform 85"/>
              <p:cNvSpPr>
                <a:spLocks/>
              </p:cNvSpPr>
              <p:nvPr/>
            </p:nvSpPr>
            <p:spPr bwMode="auto">
              <a:xfrm>
                <a:off x="4800524" y="4780035"/>
                <a:ext cx="131400" cy="105534"/>
              </a:xfrm>
              <a:custGeom>
                <a:avLst/>
                <a:gdLst>
                  <a:gd name="T0" fmla="*/ 0 w 94"/>
                  <a:gd name="T1" fmla="*/ 33 h 76"/>
                  <a:gd name="T2" fmla="*/ 53 w 94"/>
                  <a:gd name="T3" fmla="*/ 76 h 76"/>
                  <a:gd name="T4" fmla="*/ 94 w 94"/>
                  <a:gd name="T5" fmla="*/ 25 h 76"/>
                  <a:gd name="T6" fmla="*/ 92 w 94"/>
                  <a:gd name="T7" fmla="*/ 23 h 76"/>
                  <a:gd name="T8" fmla="*/ 1 w 94"/>
                  <a:gd name="T9" fmla="*/ 32 h 76"/>
                  <a:gd name="T10" fmla="*/ 0 w 94"/>
                  <a:gd name="T11" fmla="*/ 33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6">
                    <a:moveTo>
                      <a:pt x="0" y="33"/>
                    </a:moveTo>
                    <a:cubicBezTo>
                      <a:pt x="53" y="76"/>
                      <a:pt x="53" y="76"/>
                      <a:pt x="53" y="76"/>
                    </a:cubicBezTo>
                    <a:cubicBezTo>
                      <a:pt x="94" y="25"/>
                      <a:pt x="94" y="25"/>
                      <a:pt x="94" y="25"/>
                    </a:cubicBezTo>
                    <a:cubicBezTo>
                      <a:pt x="94" y="24"/>
                      <a:pt x="93" y="23"/>
                      <a:pt x="92" y="23"/>
                    </a:cubicBezTo>
                    <a:cubicBezTo>
                      <a:pt x="64" y="0"/>
                      <a:pt x="24" y="4"/>
                      <a:pt x="1" y="32"/>
                    </a:cubicBez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Freeform 86"/>
              <p:cNvSpPr>
                <a:spLocks/>
              </p:cNvSpPr>
              <p:nvPr/>
            </p:nvSpPr>
            <p:spPr bwMode="auto">
              <a:xfrm>
                <a:off x="4998141" y="4546205"/>
                <a:ext cx="104500" cy="131400"/>
              </a:xfrm>
              <a:custGeom>
                <a:avLst/>
                <a:gdLst>
                  <a:gd name="T0" fmla="*/ 32 w 75"/>
                  <a:gd name="T1" fmla="*/ 94 h 94"/>
                  <a:gd name="T2" fmla="*/ 75 w 75"/>
                  <a:gd name="T3" fmla="*/ 42 h 94"/>
                  <a:gd name="T4" fmla="*/ 24 w 75"/>
                  <a:gd name="T5" fmla="*/ 0 h 94"/>
                  <a:gd name="T6" fmla="*/ 22 w 75"/>
                  <a:gd name="T7" fmla="*/ 2 h 94"/>
                  <a:gd name="T8" fmla="*/ 31 w 75"/>
                  <a:gd name="T9" fmla="*/ 93 h 94"/>
                  <a:gd name="T10" fmla="*/ 32 w 75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32" y="94"/>
                    </a:moveTo>
                    <a:cubicBezTo>
                      <a:pt x="75" y="42"/>
                      <a:pt x="75" y="42"/>
                      <a:pt x="75" y="42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1"/>
                      <a:pt x="23" y="2"/>
                      <a:pt x="22" y="2"/>
                    </a:cubicBezTo>
                    <a:cubicBezTo>
                      <a:pt x="0" y="30"/>
                      <a:pt x="4" y="71"/>
                      <a:pt x="31" y="93"/>
                    </a:cubicBezTo>
                    <a:lnTo>
                      <a:pt x="32" y="94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Freeform 87"/>
              <p:cNvSpPr>
                <a:spLocks/>
              </p:cNvSpPr>
              <p:nvPr/>
            </p:nvSpPr>
            <p:spPr bwMode="auto">
              <a:xfrm>
                <a:off x="2969200" y="3298422"/>
                <a:ext cx="561813" cy="1039820"/>
              </a:xfrm>
              <a:custGeom>
                <a:avLst/>
                <a:gdLst>
                  <a:gd name="T0" fmla="*/ 20 w 403"/>
                  <a:gd name="T1" fmla="*/ 40 h 745"/>
                  <a:gd name="T2" fmla="*/ 1 w 403"/>
                  <a:gd name="T3" fmla="*/ 65 h 745"/>
                  <a:gd name="T4" fmla="*/ 96 w 403"/>
                  <a:gd name="T5" fmla="*/ 725 h 745"/>
                  <a:gd name="T6" fmla="*/ 121 w 403"/>
                  <a:gd name="T7" fmla="*/ 744 h 745"/>
                  <a:gd name="T8" fmla="*/ 383 w 403"/>
                  <a:gd name="T9" fmla="*/ 706 h 745"/>
                  <a:gd name="T10" fmla="*/ 401 w 403"/>
                  <a:gd name="T11" fmla="*/ 681 h 745"/>
                  <a:gd name="T12" fmla="*/ 307 w 403"/>
                  <a:gd name="T13" fmla="*/ 21 h 745"/>
                  <a:gd name="T14" fmla="*/ 282 w 403"/>
                  <a:gd name="T15" fmla="*/ 2 h 745"/>
                  <a:gd name="T16" fmla="*/ 20 w 403"/>
                  <a:gd name="T17" fmla="*/ 40 h 7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03" h="745">
                    <a:moveTo>
                      <a:pt x="20" y="40"/>
                    </a:moveTo>
                    <a:cubicBezTo>
                      <a:pt x="8" y="41"/>
                      <a:pt x="0" y="53"/>
                      <a:pt x="1" y="65"/>
                    </a:cubicBezTo>
                    <a:cubicBezTo>
                      <a:pt x="96" y="725"/>
                      <a:pt x="96" y="725"/>
                      <a:pt x="96" y="725"/>
                    </a:cubicBezTo>
                    <a:cubicBezTo>
                      <a:pt x="98" y="737"/>
                      <a:pt x="109" y="745"/>
                      <a:pt x="121" y="744"/>
                    </a:cubicBezTo>
                    <a:cubicBezTo>
                      <a:pt x="383" y="706"/>
                      <a:pt x="383" y="706"/>
                      <a:pt x="383" y="706"/>
                    </a:cubicBezTo>
                    <a:cubicBezTo>
                      <a:pt x="395" y="704"/>
                      <a:pt x="403" y="693"/>
                      <a:pt x="401" y="681"/>
                    </a:cubicBezTo>
                    <a:cubicBezTo>
                      <a:pt x="307" y="21"/>
                      <a:pt x="307" y="21"/>
                      <a:pt x="307" y="21"/>
                    </a:cubicBezTo>
                    <a:cubicBezTo>
                      <a:pt x="305" y="9"/>
                      <a:pt x="294" y="0"/>
                      <a:pt x="282" y="2"/>
                    </a:cubicBezTo>
                    <a:cubicBezTo>
                      <a:pt x="20" y="40"/>
                      <a:pt x="20" y="40"/>
                      <a:pt x="20" y="40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Freeform 88"/>
              <p:cNvSpPr>
                <a:spLocks/>
              </p:cNvSpPr>
              <p:nvPr/>
            </p:nvSpPr>
            <p:spPr bwMode="auto">
              <a:xfrm>
                <a:off x="3094392" y="3662618"/>
                <a:ext cx="311429" cy="312463"/>
              </a:xfrm>
              <a:custGeom>
                <a:avLst/>
                <a:gdLst>
                  <a:gd name="T0" fmla="*/ 96 w 223"/>
                  <a:gd name="T1" fmla="*/ 8 h 224"/>
                  <a:gd name="T2" fmla="*/ 8 w 223"/>
                  <a:gd name="T3" fmla="*/ 127 h 224"/>
                  <a:gd name="T4" fmla="*/ 126 w 223"/>
                  <a:gd name="T5" fmla="*/ 215 h 224"/>
                  <a:gd name="T6" fmla="*/ 215 w 223"/>
                  <a:gd name="T7" fmla="*/ 97 h 224"/>
                  <a:gd name="T8" fmla="*/ 96 w 223"/>
                  <a:gd name="T9" fmla="*/ 8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3" h="224">
                    <a:moveTo>
                      <a:pt x="96" y="8"/>
                    </a:moveTo>
                    <a:cubicBezTo>
                      <a:pt x="39" y="17"/>
                      <a:pt x="0" y="70"/>
                      <a:pt x="8" y="127"/>
                    </a:cubicBezTo>
                    <a:cubicBezTo>
                      <a:pt x="16" y="184"/>
                      <a:pt x="69" y="224"/>
                      <a:pt x="126" y="215"/>
                    </a:cubicBezTo>
                    <a:cubicBezTo>
                      <a:pt x="183" y="207"/>
                      <a:pt x="223" y="154"/>
                      <a:pt x="215" y="97"/>
                    </a:cubicBezTo>
                    <a:cubicBezTo>
                      <a:pt x="207" y="40"/>
                      <a:pt x="154" y="0"/>
                      <a:pt x="96" y="8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Freeform 89"/>
              <p:cNvSpPr>
                <a:spLocks noEditPoints="1"/>
              </p:cNvSpPr>
              <p:nvPr/>
            </p:nvSpPr>
            <p:spPr bwMode="auto">
              <a:xfrm>
                <a:off x="3206134" y="3742285"/>
                <a:ext cx="111742" cy="27936"/>
              </a:xfrm>
              <a:custGeom>
                <a:avLst/>
                <a:gdLst>
                  <a:gd name="T0" fmla="*/ 11 w 80"/>
                  <a:gd name="T1" fmla="*/ 7 h 20"/>
                  <a:gd name="T2" fmla="*/ 4 w 80"/>
                  <a:gd name="T3" fmla="*/ 8 h 20"/>
                  <a:gd name="T4" fmla="*/ 0 w 80"/>
                  <a:gd name="T5" fmla="*/ 8 h 20"/>
                  <a:gd name="T6" fmla="*/ 27 w 80"/>
                  <a:gd name="T7" fmla="*/ 12 h 20"/>
                  <a:gd name="T8" fmla="*/ 22 w 80"/>
                  <a:gd name="T9" fmla="*/ 9 h 20"/>
                  <a:gd name="T10" fmla="*/ 11 w 80"/>
                  <a:gd name="T11" fmla="*/ 7 h 20"/>
                  <a:gd name="T12" fmla="*/ 77 w 80"/>
                  <a:gd name="T13" fmla="*/ 0 h 20"/>
                  <a:gd name="T14" fmla="*/ 41 w 80"/>
                  <a:gd name="T15" fmla="*/ 6 h 20"/>
                  <a:gd name="T16" fmla="*/ 42 w 80"/>
                  <a:gd name="T17" fmla="*/ 14 h 20"/>
                  <a:gd name="T18" fmla="*/ 80 w 80"/>
                  <a:gd name="T19" fmla="*/ 20 h 20"/>
                  <a:gd name="T20" fmla="*/ 80 w 80"/>
                  <a:gd name="T21" fmla="*/ 20 h 20"/>
                  <a:gd name="T22" fmla="*/ 77 w 80"/>
                  <a:gd name="T2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0" h="20">
                    <a:moveTo>
                      <a:pt x="11" y="7"/>
                    </a:moveTo>
                    <a:cubicBezTo>
                      <a:pt x="9" y="7"/>
                      <a:pt x="7" y="7"/>
                      <a:pt x="4" y="8"/>
                    </a:cubicBezTo>
                    <a:cubicBezTo>
                      <a:pt x="3" y="8"/>
                      <a:pt x="2" y="8"/>
                      <a:pt x="0" y="8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25" y="11"/>
                      <a:pt x="23" y="10"/>
                      <a:pt x="22" y="9"/>
                    </a:cubicBezTo>
                    <a:cubicBezTo>
                      <a:pt x="19" y="8"/>
                      <a:pt x="15" y="7"/>
                      <a:pt x="11" y="7"/>
                    </a:cubicBezTo>
                    <a:moveTo>
                      <a:pt x="77" y="0"/>
                    </a:moveTo>
                    <a:cubicBezTo>
                      <a:pt x="41" y="6"/>
                      <a:pt x="41" y="6"/>
                      <a:pt x="41" y="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77" y="0"/>
                      <a:pt x="77" y="0"/>
                      <a:pt x="77" y="0"/>
                    </a:cubicBezTo>
                  </a:path>
                </a:pathLst>
              </a:custGeom>
              <a:solidFill>
                <a:srgbClr val="9E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Freeform 90"/>
              <p:cNvSpPr>
                <a:spLocks noEditPoints="1"/>
              </p:cNvSpPr>
              <p:nvPr/>
            </p:nvSpPr>
            <p:spPr bwMode="auto">
              <a:xfrm>
                <a:off x="2990928" y="3328427"/>
                <a:ext cx="511115" cy="980844"/>
              </a:xfrm>
              <a:custGeom>
                <a:avLst/>
                <a:gdLst>
                  <a:gd name="T0" fmla="*/ 366 w 494"/>
                  <a:gd name="T1" fmla="*/ 0 h 948"/>
                  <a:gd name="T2" fmla="*/ 494 w 494"/>
                  <a:gd name="T3" fmla="*/ 895 h 948"/>
                  <a:gd name="T4" fmla="*/ 128 w 494"/>
                  <a:gd name="T5" fmla="*/ 948 h 948"/>
                  <a:gd name="T6" fmla="*/ 0 w 494"/>
                  <a:gd name="T7" fmla="*/ 53 h 948"/>
                  <a:gd name="T8" fmla="*/ 366 w 494"/>
                  <a:gd name="T9" fmla="*/ 0 h 948"/>
                  <a:gd name="T10" fmla="*/ 470 w 494"/>
                  <a:gd name="T11" fmla="*/ 876 h 948"/>
                  <a:gd name="T12" fmla="*/ 347 w 494"/>
                  <a:gd name="T13" fmla="*/ 26 h 948"/>
                  <a:gd name="T14" fmla="*/ 26 w 494"/>
                  <a:gd name="T15" fmla="*/ 72 h 948"/>
                  <a:gd name="T16" fmla="*/ 147 w 494"/>
                  <a:gd name="T17" fmla="*/ 922 h 948"/>
                  <a:gd name="T18" fmla="*/ 470 w 494"/>
                  <a:gd name="T19" fmla="*/ 876 h 9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4" h="948">
                    <a:moveTo>
                      <a:pt x="366" y="0"/>
                    </a:moveTo>
                    <a:lnTo>
                      <a:pt x="494" y="895"/>
                    </a:lnTo>
                    <a:lnTo>
                      <a:pt x="128" y="948"/>
                    </a:lnTo>
                    <a:lnTo>
                      <a:pt x="0" y="53"/>
                    </a:lnTo>
                    <a:lnTo>
                      <a:pt x="366" y="0"/>
                    </a:lnTo>
                    <a:close/>
                    <a:moveTo>
                      <a:pt x="470" y="876"/>
                    </a:moveTo>
                    <a:lnTo>
                      <a:pt x="347" y="26"/>
                    </a:lnTo>
                    <a:lnTo>
                      <a:pt x="26" y="72"/>
                    </a:lnTo>
                    <a:lnTo>
                      <a:pt x="147" y="922"/>
                    </a:lnTo>
                    <a:lnTo>
                      <a:pt x="470" y="876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Freeform 91"/>
              <p:cNvSpPr>
                <a:spLocks noEditPoints="1"/>
              </p:cNvSpPr>
              <p:nvPr/>
            </p:nvSpPr>
            <p:spPr bwMode="auto">
              <a:xfrm>
                <a:off x="2990928" y="3328427"/>
                <a:ext cx="511115" cy="980844"/>
              </a:xfrm>
              <a:custGeom>
                <a:avLst/>
                <a:gdLst>
                  <a:gd name="T0" fmla="*/ 366 w 494"/>
                  <a:gd name="T1" fmla="*/ 0 h 948"/>
                  <a:gd name="T2" fmla="*/ 494 w 494"/>
                  <a:gd name="T3" fmla="*/ 895 h 948"/>
                  <a:gd name="T4" fmla="*/ 128 w 494"/>
                  <a:gd name="T5" fmla="*/ 948 h 948"/>
                  <a:gd name="T6" fmla="*/ 0 w 494"/>
                  <a:gd name="T7" fmla="*/ 53 h 948"/>
                  <a:gd name="T8" fmla="*/ 366 w 494"/>
                  <a:gd name="T9" fmla="*/ 0 h 948"/>
                  <a:gd name="T10" fmla="*/ 470 w 494"/>
                  <a:gd name="T11" fmla="*/ 876 h 948"/>
                  <a:gd name="T12" fmla="*/ 347 w 494"/>
                  <a:gd name="T13" fmla="*/ 26 h 948"/>
                  <a:gd name="T14" fmla="*/ 26 w 494"/>
                  <a:gd name="T15" fmla="*/ 72 h 948"/>
                  <a:gd name="T16" fmla="*/ 147 w 494"/>
                  <a:gd name="T17" fmla="*/ 922 h 948"/>
                  <a:gd name="T18" fmla="*/ 470 w 494"/>
                  <a:gd name="T19" fmla="*/ 876 h 9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4" h="948">
                    <a:moveTo>
                      <a:pt x="366" y="0"/>
                    </a:moveTo>
                    <a:lnTo>
                      <a:pt x="494" y="895"/>
                    </a:lnTo>
                    <a:lnTo>
                      <a:pt x="128" y="948"/>
                    </a:lnTo>
                    <a:lnTo>
                      <a:pt x="0" y="53"/>
                    </a:lnTo>
                    <a:lnTo>
                      <a:pt x="366" y="0"/>
                    </a:lnTo>
                    <a:moveTo>
                      <a:pt x="470" y="876"/>
                    </a:moveTo>
                    <a:lnTo>
                      <a:pt x="347" y="26"/>
                    </a:lnTo>
                    <a:lnTo>
                      <a:pt x="26" y="72"/>
                    </a:lnTo>
                    <a:lnTo>
                      <a:pt x="147" y="922"/>
                    </a:lnTo>
                    <a:lnTo>
                      <a:pt x="470" y="87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Freeform 92"/>
              <p:cNvSpPr>
                <a:spLocks/>
              </p:cNvSpPr>
              <p:nvPr/>
            </p:nvSpPr>
            <p:spPr bwMode="auto">
              <a:xfrm>
                <a:off x="3396509" y="4150970"/>
                <a:ext cx="97257" cy="106569"/>
              </a:xfrm>
              <a:custGeom>
                <a:avLst/>
                <a:gdLst>
                  <a:gd name="T0" fmla="*/ 61 w 70"/>
                  <a:gd name="T1" fmla="*/ 0 h 76"/>
                  <a:gd name="T2" fmla="*/ 70 w 70"/>
                  <a:gd name="T3" fmla="*/ 67 h 76"/>
                  <a:gd name="T4" fmla="*/ 5 w 70"/>
                  <a:gd name="T5" fmla="*/ 76 h 76"/>
                  <a:gd name="T6" fmla="*/ 5 w 70"/>
                  <a:gd name="T7" fmla="*/ 73 h 76"/>
                  <a:gd name="T8" fmla="*/ 60 w 70"/>
                  <a:gd name="T9" fmla="*/ 0 h 76"/>
                  <a:gd name="T10" fmla="*/ 61 w 70"/>
                  <a:gd name="T11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0" h="76">
                    <a:moveTo>
                      <a:pt x="61" y="0"/>
                    </a:moveTo>
                    <a:cubicBezTo>
                      <a:pt x="70" y="67"/>
                      <a:pt x="70" y="67"/>
                      <a:pt x="70" y="67"/>
                    </a:cubicBezTo>
                    <a:cubicBezTo>
                      <a:pt x="5" y="76"/>
                      <a:pt x="5" y="76"/>
                      <a:pt x="5" y="76"/>
                    </a:cubicBezTo>
                    <a:cubicBezTo>
                      <a:pt x="5" y="75"/>
                      <a:pt x="5" y="74"/>
                      <a:pt x="5" y="73"/>
                    </a:cubicBezTo>
                    <a:cubicBezTo>
                      <a:pt x="0" y="38"/>
                      <a:pt x="24" y="5"/>
                      <a:pt x="60" y="0"/>
                    </a:cubicBezTo>
                    <a:cubicBezTo>
                      <a:pt x="61" y="0"/>
                      <a:pt x="61" y="0"/>
                      <a:pt x="61" y="0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4" name="Freeform 93"/>
              <p:cNvSpPr>
                <a:spLocks/>
              </p:cNvSpPr>
              <p:nvPr/>
            </p:nvSpPr>
            <p:spPr bwMode="auto">
              <a:xfrm>
                <a:off x="3123363" y="4195460"/>
                <a:ext cx="106569" cy="98292"/>
              </a:xfrm>
              <a:custGeom>
                <a:avLst/>
                <a:gdLst>
                  <a:gd name="T0" fmla="*/ 76 w 76"/>
                  <a:gd name="T1" fmla="*/ 61 h 70"/>
                  <a:gd name="T2" fmla="*/ 9 w 76"/>
                  <a:gd name="T3" fmla="*/ 70 h 70"/>
                  <a:gd name="T4" fmla="*/ 0 w 76"/>
                  <a:gd name="T5" fmla="*/ 6 h 70"/>
                  <a:gd name="T6" fmla="*/ 3 w 76"/>
                  <a:gd name="T7" fmla="*/ 5 h 70"/>
                  <a:gd name="T8" fmla="*/ 76 w 76"/>
                  <a:gd name="T9" fmla="*/ 60 h 70"/>
                  <a:gd name="T10" fmla="*/ 76 w 76"/>
                  <a:gd name="T11" fmla="*/ 6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6" h="70">
                    <a:moveTo>
                      <a:pt x="76" y="61"/>
                    </a:moveTo>
                    <a:cubicBezTo>
                      <a:pt x="9" y="70"/>
                      <a:pt x="9" y="70"/>
                      <a:pt x="9" y="7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5"/>
                      <a:pt x="2" y="5"/>
                      <a:pt x="3" y="5"/>
                    </a:cubicBezTo>
                    <a:cubicBezTo>
                      <a:pt x="38" y="0"/>
                      <a:pt x="71" y="24"/>
                      <a:pt x="76" y="60"/>
                    </a:cubicBezTo>
                    <a:lnTo>
                      <a:pt x="76" y="61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5" name="Freeform 94"/>
              <p:cNvSpPr>
                <a:spLocks/>
              </p:cNvSpPr>
              <p:nvPr/>
            </p:nvSpPr>
            <p:spPr bwMode="auto">
              <a:xfrm>
                <a:off x="3003344" y="3380159"/>
                <a:ext cx="98292" cy="106569"/>
              </a:xfrm>
              <a:custGeom>
                <a:avLst/>
                <a:gdLst>
                  <a:gd name="T0" fmla="*/ 9 w 70"/>
                  <a:gd name="T1" fmla="*/ 76 h 76"/>
                  <a:gd name="T2" fmla="*/ 0 w 70"/>
                  <a:gd name="T3" fmla="*/ 9 h 76"/>
                  <a:gd name="T4" fmla="*/ 65 w 70"/>
                  <a:gd name="T5" fmla="*/ 0 h 76"/>
                  <a:gd name="T6" fmla="*/ 65 w 70"/>
                  <a:gd name="T7" fmla="*/ 3 h 76"/>
                  <a:gd name="T8" fmla="*/ 10 w 70"/>
                  <a:gd name="T9" fmla="*/ 76 h 76"/>
                  <a:gd name="T10" fmla="*/ 9 w 70"/>
                  <a:gd name="T11" fmla="*/ 7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0" h="76">
                    <a:moveTo>
                      <a:pt x="9" y="76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65" y="0"/>
                      <a:pt x="65" y="0"/>
                      <a:pt x="65" y="0"/>
                    </a:cubicBezTo>
                    <a:cubicBezTo>
                      <a:pt x="65" y="1"/>
                      <a:pt x="65" y="2"/>
                      <a:pt x="65" y="3"/>
                    </a:cubicBezTo>
                    <a:cubicBezTo>
                      <a:pt x="70" y="38"/>
                      <a:pt x="46" y="71"/>
                      <a:pt x="10" y="76"/>
                    </a:cubicBezTo>
                    <a:lnTo>
                      <a:pt x="9" y="76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6" name="Freeform 95"/>
              <p:cNvSpPr>
                <a:spLocks/>
              </p:cNvSpPr>
              <p:nvPr/>
            </p:nvSpPr>
            <p:spPr bwMode="auto">
              <a:xfrm>
                <a:off x="3267178" y="3342912"/>
                <a:ext cx="107603" cy="99326"/>
              </a:xfrm>
              <a:custGeom>
                <a:avLst/>
                <a:gdLst>
                  <a:gd name="T0" fmla="*/ 0 w 77"/>
                  <a:gd name="T1" fmla="*/ 10 h 71"/>
                  <a:gd name="T2" fmla="*/ 67 w 77"/>
                  <a:gd name="T3" fmla="*/ 0 h 71"/>
                  <a:gd name="T4" fmla="*/ 77 w 77"/>
                  <a:gd name="T5" fmla="*/ 65 h 71"/>
                  <a:gd name="T6" fmla="*/ 73 w 77"/>
                  <a:gd name="T7" fmla="*/ 66 h 71"/>
                  <a:gd name="T8" fmla="*/ 0 w 77"/>
                  <a:gd name="T9" fmla="*/ 11 h 71"/>
                  <a:gd name="T10" fmla="*/ 0 w 77"/>
                  <a:gd name="T11" fmla="*/ 1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71">
                    <a:moveTo>
                      <a:pt x="0" y="10"/>
                    </a:moveTo>
                    <a:cubicBezTo>
                      <a:pt x="67" y="0"/>
                      <a:pt x="67" y="0"/>
                      <a:pt x="67" y="0"/>
                    </a:cubicBezTo>
                    <a:cubicBezTo>
                      <a:pt x="77" y="65"/>
                      <a:pt x="77" y="65"/>
                      <a:pt x="77" y="65"/>
                    </a:cubicBezTo>
                    <a:cubicBezTo>
                      <a:pt x="75" y="66"/>
                      <a:pt x="74" y="66"/>
                      <a:pt x="73" y="66"/>
                    </a:cubicBezTo>
                    <a:cubicBezTo>
                      <a:pt x="38" y="71"/>
                      <a:pt x="5" y="46"/>
                      <a:pt x="0" y="11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Freeform 96"/>
              <p:cNvSpPr>
                <a:spLocks/>
              </p:cNvSpPr>
              <p:nvPr/>
            </p:nvSpPr>
            <p:spPr bwMode="auto">
              <a:xfrm>
                <a:off x="2307026" y="3635717"/>
                <a:ext cx="1038785" cy="562847"/>
              </a:xfrm>
              <a:custGeom>
                <a:avLst/>
                <a:gdLst>
                  <a:gd name="T0" fmla="*/ 1 w 744"/>
                  <a:gd name="T1" fmla="*/ 282 h 403"/>
                  <a:gd name="T2" fmla="*/ 20 w 744"/>
                  <a:gd name="T3" fmla="*/ 307 h 403"/>
                  <a:gd name="T4" fmla="*/ 681 w 744"/>
                  <a:gd name="T5" fmla="*/ 401 h 403"/>
                  <a:gd name="T6" fmla="*/ 705 w 744"/>
                  <a:gd name="T7" fmla="*/ 382 h 403"/>
                  <a:gd name="T8" fmla="*/ 743 w 744"/>
                  <a:gd name="T9" fmla="*/ 121 h 403"/>
                  <a:gd name="T10" fmla="*/ 724 w 744"/>
                  <a:gd name="T11" fmla="*/ 96 h 403"/>
                  <a:gd name="T12" fmla="*/ 63 w 744"/>
                  <a:gd name="T13" fmla="*/ 2 h 403"/>
                  <a:gd name="T14" fmla="*/ 38 w 744"/>
                  <a:gd name="T15" fmla="*/ 21 h 403"/>
                  <a:gd name="T16" fmla="*/ 1 w 744"/>
                  <a:gd name="T17" fmla="*/ 282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4" h="403">
                    <a:moveTo>
                      <a:pt x="1" y="282"/>
                    </a:moveTo>
                    <a:cubicBezTo>
                      <a:pt x="0" y="294"/>
                      <a:pt x="8" y="306"/>
                      <a:pt x="20" y="307"/>
                    </a:cubicBezTo>
                    <a:cubicBezTo>
                      <a:pt x="681" y="401"/>
                      <a:pt x="681" y="401"/>
                      <a:pt x="681" y="401"/>
                    </a:cubicBezTo>
                    <a:cubicBezTo>
                      <a:pt x="693" y="403"/>
                      <a:pt x="704" y="394"/>
                      <a:pt x="705" y="382"/>
                    </a:cubicBezTo>
                    <a:cubicBezTo>
                      <a:pt x="743" y="121"/>
                      <a:pt x="743" y="121"/>
                      <a:pt x="743" y="121"/>
                    </a:cubicBezTo>
                    <a:cubicBezTo>
                      <a:pt x="744" y="109"/>
                      <a:pt x="736" y="97"/>
                      <a:pt x="724" y="96"/>
                    </a:cubicBezTo>
                    <a:cubicBezTo>
                      <a:pt x="63" y="2"/>
                      <a:pt x="63" y="2"/>
                      <a:pt x="63" y="2"/>
                    </a:cubicBezTo>
                    <a:cubicBezTo>
                      <a:pt x="51" y="0"/>
                      <a:pt x="40" y="9"/>
                      <a:pt x="38" y="21"/>
                    </a:cubicBezTo>
                    <a:cubicBezTo>
                      <a:pt x="1" y="282"/>
                      <a:pt x="1" y="282"/>
                      <a:pt x="1" y="282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8" name="Freeform 97"/>
              <p:cNvSpPr>
                <a:spLocks/>
              </p:cNvSpPr>
              <p:nvPr/>
            </p:nvSpPr>
            <p:spPr bwMode="auto">
              <a:xfrm>
                <a:off x="2670188" y="3761944"/>
                <a:ext cx="312463" cy="311429"/>
              </a:xfrm>
              <a:custGeom>
                <a:avLst/>
                <a:gdLst>
                  <a:gd name="T0" fmla="*/ 8 w 224"/>
                  <a:gd name="T1" fmla="*/ 97 h 223"/>
                  <a:gd name="T2" fmla="*/ 97 w 224"/>
                  <a:gd name="T3" fmla="*/ 215 h 223"/>
                  <a:gd name="T4" fmla="*/ 215 w 224"/>
                  <a:gd name="T5" fmla="*/ 126 h 223"/>
                  <a:gd name="T6" fmla="*/ 127 w 224"/>
                  <a:gd name="T7" fmla="*/ 8 h 223"/>
                  <a:gd name="T8" fmla="*/ 8 w 224"/>
                  <a:gd name="T9" fmla="*/ 97 h 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4" h="223">
                    <a:moveTo>
                      <a:pt x="8" y="97"/>
                    </a:moveTo>
                    <a:cubicBezTo>
                      <a:pt x="0" y="154"/>
                      <a:pt x="40" y="207"/>
                      <a:pt x="97" y="215"/>
                    </a:cubicBezTo>
                    <a:cubicBezTo>
                      <a:pt x="154" y="223"/>
                      <a:pt x="207" y="183"/>
                      <a:pt x="215" y="126"/>
                    </a:cubicBezTo>
                    <a:cubicBezTo>
                      <a:pt x="224" y="69"/>
                      <a:pt x="184" y="16"/>
                      <a:pt x="127" y="8"/>
                    </a:cubicBezTo>
                    <a:cubicBezTo>
                      <a:pt x="69" y="0"/>
                      <a:pt x="17" y="40"/>
                      <a:pt x="8" y="97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Freeform 98"/>
              <p:cNvSpPr>
                <a:spLocks noEditPoints="1"/>
              </p:cNvSpPr>
              <p:nvPr/>
            </p:nvSpPr>
            <p:spPr bwMode="auto">
              <a:xfrm>
                <a:off x="2335997" y="3665721"/>
                <a:ext cx="980844" cy="509046"/>
              </a:xfrm>
              <a:custGeom>
                <a:avLst/>
                <a:gdLst>
                  <a:gd name="T0" fmla="*/ 52 w 948"/>
                  <a:gd name="T1" fmla="*/ 0 h 492"/>
                  <a:gd name="T2" fmla="*/ 948 w 948"/>
                  <a:gd name="T3" fmla="*/ 126 h 492"/>
                  <a:gd name="T4" fmla="*/ 895 w 948"/>
                  <a:gd name="T5" fmla="*/ 492 h 492"/>
                  <a:gd name="T6" fmla="*/ 0 w 948"/>
                  <a:gd name="T7" fmla="*/ 365 h 492"/>
                  <a:gd name="T8" fmla="*/ 52 w 948"/>
                  <a:gd name="T9" fmla="*/ 0 h 492"/>
                  <a:gd name="T10" fmla="*/ 922 w 948"/>
                  <a:gd name="T11" fmla="*/ 145 h 492"/>
                  <a:gd name="T12" fmla="*/ 70 w 948"/>
                  <a:gd name="T13" fmla="*/ 25 h 492"/>
                  <a:gd name="T14" fmla="*/ 25 w 948"/>
                  <a:gd name="T15" fmla="*/ 346 h 492"/>
                  <a:gd name="T16" fmla="*/ 876 w 948"/>
                  <a:gd name="T17" fmla="*/ 468 h 492"/>
                  <a:gd name="T18" fmla="*/ 922 w 948"/>
                  <a:gd name="T19" fmla="*/ 145 h 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48" h="492">
                    <a:moveTo>
                      <a:pt x="52" y="0"/>
                    </a:moveTo>
                    <a:lnTo>
                      <a:pt x="948" y="126"/>
                    </a:lnTo>
                    <a:lnTo>
                      <a:pt x="895" y="492"/>
                    </a:lnTo>
                    <a:lnTo>
                      <a:pt x="0" y="365"/>
                    </a:lnTo>
                    <a:lnTo>
                      <a:pt x="52" y="0"/>
                    </a:lnTo>
                    <a:close/>
                    <a:moveTo>
                      <a:pt x="922" y="145"/>
                    </a:moveTo>
                    <a:lnTo>
                      <a:pt x="70" y="25"/>
                    </a:lnTo>
                    <a:lnTo>
                      <a:pt x="25" y="346"/>
                    </a:lnTo>
                    <a:lnTo>
                      <a:pt x="876" y="468"/>
                    </a:lnTo>
                    <a:lnTo>
                      <a:pt x="922" y="145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0" name="Freeform 99"/>
              <p:cNvSpPr>
                <a:spLocks/>
              </p:cNvSpPr>
              <p:nvPr/>
            </p:nvSpPr>
            <p:spPr bwMode="auto">
              <a:xfrm>
                <a:off x="3201996" y="3787809"/>
                <a:ext cx="101395" cy="105534"/>
              </a:xfrm>
              <a:custGeom>
                <a:avLst/>
                <a:gdLst>
                  <a:gd name="T0" fmla="*/ 6 w 73"/>
                  <a:gd name="T1" fmla="*/ 0 h 75"/>
                  <a:gd name="T2" fmla="*/ 73 w 73"/>
                  <a:gd name="T3" fmla="*/ 10 h 75"/>
                  <a:gd name="T4" fmla="*/ 63 w 73"/>
                  <a:gd name="T5" fmla="*/ 75 h 75"/>
                  <a:gd name="T6" fmla="*/ 60 w 73"/>
                  <a:gd name="T7" fmla="*/ 74 h 75"/>
                  <a:gd name="T8" fmla="*/ 5 w 73"/>
                  <a:gd name="T9" fmla="*/ 1 h 75"/>
                  <a:gd name="T10" fmla="*/ 6 w 73"/>
                  <a:gd name="T1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75">
                    <a:moveTo>
                      <a:pt x="6" y="0"/>
                    </a:moveTo>
                    <a:cubicBezTo>
                      <a:pt x="73" y="10"/>
                      <a:pt x="73" y="10"/>
                      <a:pt x="73" y="10"/>
                    </a:cubicBezTo>
                    <a:cubicBezTo>
                      <a:pt x="63" y="75"/>
                      <a:pt x="63" y="75"/>
                      <a:pt x="63" y="75"/>
                    </a:cubicBezTo>
                    <a:cubicBezTo>
                      <a:pt x="62" y="75"/>
                      <a:pt x="61" y="75"/>
                      <a:pt x="60" y="74"/>
                    </a:cubicBezTo>
                    <a:cubicBezTo>
                      <a:pt x="25" y="69"/>
                      <a:pt x="0" y="37"/>
                      <a:pt x="5" y="1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1" name="Freeform 100"/>
              <p:cNvSpPr>
                <a:spLocks/>
              </p:cNvSpPr>
              <p:nvPr/>
            </p:nvSpPr>
            <p:spPr bwMode="auto">
              <a:xfrm>
                <a:off x="3159575" y="4058887"/>
                <a:ext cx="105534" cy="100361"/>
              </a:xfrm>
              <a:custGeom>
                <a:avLst/>
                <a:gdLst>
                  <a:gd name="T0" fmla="*/ 75 w 75"/>
                  <a:gd name="T1" fmla="*/ 5 h 72"/>
                  <a:gd name="T2" fmla="*/ 65 w 75"/>
                  <a:gd name="T3" fmla="*/ 72 h 72"/>
                  <a:gd name="T4" fmla="*/ 0 w 75"/>
                  <a:gd name="T5" fmla="*/ 63 h 72"/>
                  <a:gd name="T6" fmla="*/ 1 w 75"/>
                  <a:gd name="T7" fmla="*/ 60 h 72"/>
                  <a:gd name="T8" fmla="*/ 74 w 75"/>
                  <a:gd name="T9" fmla="*/ 5 h 72"/>
                  <a:gd name="T10" fmla="*/ 75 w 75"/>
                  <a:gd name="T11" fmla="*/ 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72">
                    <a:moveTo>
                      <a:pt x="75" y="5"/>
                    </a:moveTo>
                    <a:cubicBezTo>
                      <a:pt x="65" y="72"/>
                      <a:pt x="65" y="72"/>
                      <a:pt x="65" y="72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0" y="62"/>
                      <a:pt x="0" y="61"/>
                      <a:pt x="1" y="60"/>
                    </a:cubicBezTo>
                    <a:cubicBezTo>
                      <a:pt x="6" y="24"/>
                      <a:pt x="38" y="0"/>
                      <a:pt x="74" y="5"/>
                    </a:cubicBezTo>
                    <a:lnTo>
                      <a:pt x="75" y="5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Freeform 101"/>
              <p:cNvSpPr>
                <a:spLocks/>
              </p:cNvSpPr>
              <p:nvPr/>
            </p:nvSpPr>
            <p:spPr bwMode="auto">
              <a:xfrm>
                <a:off x="2348412" y="3945076"/>
                <a:ext cx="101395" cy="102430"/>
              </a:xfrm>
              <a:custGeom>
                <a:avLst/>
                <a:gdLst>
                  <a:gd name="T0" fmla="*/ 67 w 72"/>
                  <a:gd name="T1" fmla="*/ 74 h 74"/>
                  <a:gd name="T2" fmla="*/ 0 w 72"/>
                  <a:gd name="T3" fmla="*/ 65 h 74"/>
                  <a:gd name="T4" fmla="*/ 9 w 72"/>
                  <a:gd name="T5" fmla="*/ 0 h 74"/>
                  <a:gd name="T6" fmla="*/ 12 w 72"/>
                  <a:gd name="T7" fmla="*/ 0 h 74"/>
                  <a:gd name="T8" fmla="*/ 67 w 72"/>
                  <a:gd name="T9" fmla="*/ 73 h 74"/>
                  <a:gd name="T10" fmla="*/ 67 w 72"/>
                  <a:gd name="T11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74">
                    <a:moveTo>
                      <a:pt x="67" y="74"/>
                    </a:moveTo>
                    <a:cubicBezTo>
                      <a:pt x="0" y="65"/>
                      <a:pt x="0" y="65"/>
                      <a:pt x="0" y="65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0" y="0"/>
                      <a:pt x="11" y="0"/>
                      <a:pt x="12" y="0"/>
                    </a:cubicBezTo>
                    <a:cubicBezTo>
                      <a:pt x="48" y="5"/>
                      <a:pt x="72" y="38"/>
                      <a:pt x="67" y="73"/>
                    </a:cubicBezTo>
                    <a:lnTo>
                      <a:pt x="67" y="74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Freeform 102"/>
              <p:cNvSpPr>
                <a:spLocks/>
              </p:cNvSpPr>
              <p:nvPr/>
            </p:nvSpPr>
            <p:spPr bwMode="auto">
              <a:xfrm>
                <a:off x="2387729" y="3678137"/>
                <a:ext cx="103465" cy="100361"/>
              </a:xfrm>
              <a:custGeom>
                <a:avLst/>
                <a:gdLst>
                  <a:gd name="T0" fmla="*/ 0 w 74"/>
                  <a:gd name="T1" fmla="*/ 67 h 72"/>
                  <a:gd name="T2" fmla="*/ 9 w 74"/>
                  <a:gd name="T3" fmla="*/ 0 h 72"/>
                  <a:gd name="T4" fmla="*/ 74 w 74"/>
                  <a:gd name="T5" fmla="*/ 9 h 72"/>
                  <a:gd name="T6" fmla="*/ 74 w 74"/>
                  <a:gd name="T7" fmla="*/ 12 h 72"/>
                  <a:gd name="T8" fmla="*/ 1 w 74"/>
                  <a:gd name="T9" fmla="*/ 67 h 72"/>
                  <a:gd name="T10" fmla="*/ 0 w 74"/>
                  <a:gd name="T11" fmla="*/ 67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72">
                    <a:moveTo>
                      <a:pt x="0" y="67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74" y="9"/>
                      <a:pt x="74" y="9"/>
                      <a:pt x="74" y="9"/>
                    </a:cubicBezTo>
                    <a:cubicBezTo>
                      <a:pt x="74" y="10"/>
                      <a:pt x="74" y="11"/>
                      <a:pt x="74" y="12"/>
                    </a:cubicBezTo>
                    <a:cubicBezTo>
                      <a:pt x="69" y="47"/>
                      <a:pt x="36" y="72"/>
                      <a:pt x="1" y="67"/>
                    </a:cubicBez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4" name="Freeform 103"/>
              <p:cNvSpPr>
                <a:spLocks/>
              </p:cNvSpPr>
              <p:nvPr/>
            </p:nvSpPr>
            <p:spPr bwMode="auto">
              <a:xfrm>
                <a:off x="2086647" y="4041298"/>
                <a:ext cx="1059478" cy="646654"/>
              </a:xfrm>
              <a:custGeom>
                <a:avLst/>
                <a:gdLst>
                  <a:gd name="T0" fmla="*/ 65 w 759"/>
                  <a:gd name="T1" fmla="*/ 444 h 463"/>
                  <a:gd name="T2" fmla="*/ 92 w 759"/>
                  <a:gd name="T3" fmla="*/ 460 h 463"/>
                  <a:gd name="T4" fmla="*/ 740 w 759"/>
                  <a:gd name="T5" fmla="*/ 302 h 463"/>
                  <a:gd name="T6" fmla="*/ 756 w 759"/>
                  <a:gd name="T7" fmla="*/ 276 h 463"/>
                  <a:gd name="T8" fmla="*/ 694 w 759"/>
                  <a:gd name="T9" fmla="*/ 19 h 463"/>
                  <a:gd name="T10" fmla="*/ 667 w 759"/>
                  <a:gd name="T11" fmla="*/ 3 h 463"/>
                  <a:gd name="T12" fmla="*/ 19 w 759"/>
                  <a:gd name="T13" fmla="*/ 161 h 463"/>
                  <a:gd name="T14" fmla="*/ 3 w 759"/>
                  <a:gd name="T15" fmla="*/ 187 h 463"/>
                  <a:gd name="T16" fmla="*/ 65 w 759"/>
                  <a:gd name="T17" fmla="*/ 444 h 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9" h="463">
                    <a:moveTo>
                      <a:pt x="65" y="444"/>
                    </a:moveTo>
                    <a:cubicBezTo>
                      <a:pt x="68" y="456"/>
                      <a:pt x="80" y="463"/>
                      <a:pt x="92" y="460"/>
                    </a:cubicBezTo>
                    <a:cubicBezTo>
                      <a:pt x="740" y="302"/>
                      <a:pt x="740" y="302"/>
                      <a:pt x="740" y="302"/>
                    </a:cubicBezTo>
                    <a:cubicBezTo>
                      <a:pt x="752" y="299"/>
                      <a:pt x="759" y="288"/>
                      <a:pt x="756" y="276"/>
                    </a:cubicBezTo>
                    <a:cubicBezTo>
                      <a:pt x="694" y="19"/>
                      <a:pt x="694" y="19"/>
                      <a:pt x="694" y="19"/>
                    </a:cubicBezTo>
                    <a:cubicBezTo>
                      <a:pt x="691" y="7"/>
                      <a:pt x="679" y="0"/>
                      <a:pt x="667" y="3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7" y="164"/>
                      <a:pt x="0" y="176"/>
                      <a:pt x="3" y="187"/>
                    </a:cubicBezTo>
                    <a:cubicBezTo>
                      <a:pt x="65" y="444"/>
                      <a:pt x="65" y="444"/>
                      <a:pt x="65" y="444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Freeform 104"/>
              <p:cNvSpPr>
                <a:spLocks/>
              </p:cNvSpPr>
              <p:nvPr/>
            </p:nvSpPr>
            <p:spPr bwMode="auto">
              <a:xfrm>
                <a:off x="2454981" y="4202703"/>
                <a:ext cx="322810" cy="322810"/>
              </a:xfrm>
              <a:custGeom>
                <a:avLst/>
                <a:gdLst>
                  <a:gd name="T0" fmla="*/ 14 w 231"/>
                  <a:gd name="T1" fmla="*/ 140 h 231"/>
                  <a:gd name="T2" fmla="*/ 140 w 231"/>
                  <a:gd name="T3" fmla="*/ 217 h 231"/>
                  <a:gd name="T4" fmla="*/ 217 w 231"/>
                  <a:gd name="T5" fmla="*/ 91 h 231"/>
                  <a:gd name="T6" fmla="*/ 91 w 231"/>
                  <a:gd name="T7" fmla="*/ 14 h 231"/>
                  <a:gd name="T8" fmla="*/ 14 w 231"/>
                  <a:gd name="T9" fmla="*/ 140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1" h="231">
                    <a:moveTo>
                      <a:pt x="14" y="140"/>
                    </a:moveTo>
                    <a:cubicBezTo>
                      <a:pt x="28" y="196"/>
                      <a:pt x="84" y="231"/>
                      <a:pt x="140" y="217"/>
                    </a:cubicBezTo>
                    <a:cubicBezTo>
                      <a:pt x="196" y="204"/>
                      <a:pt x="231" y="147"/>
                      <a:pt x="217" y="91"/>
                    </a:cubicBezTo>
                    <a:cubicBezTo>
                      <a:pt x="203" y="35"/>
                      <a:pt x="147" y="0"/>
                      <a:pt x="91" y="14"/>
                    </a:cubicBezTo>
                    <a:cubicBezTo>
                      <a:pt x="35" y="28"/>
                      <a:pt x="0" y="84"/>
                      <a:pt x="14" y="140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6" name="Freeform 105"/>
              <p:cNvSpPr>
                <a:spLocks/>
              </p:cNvSpPr>
              <p:nvPr/>
            </p:nvSpPr>
            <p:spPr bwMode="auto">
              <a:xfrm>
                <a:off x="2534649" y="4266851"/>
                <a:ext cx="160370" cy="188306"/>
              </a:xfrm>
              <a:custGeom>
                <a:avLst/>
                <a:gdLst>
                  <a:gd name="T0" fmla="*/ 49 w 115"/>
                  <a:gd name="T1" fmla="*/ 0 h 135"/>
                  <a:gd name="T2" fmla="*/ 32 w 115"/>
                  <a:gd name="T3" fmla="*/ 5 h 135"/>
                  <a:gd name="T4" fmla="*/ 36 w 115"/>
                  <a:gd name="T5" fmla="*/ 21 h 135"/>
                  <a:gd name="T6" fmla="*/ 29 w 115"/>
                  <a:gd name="T7" fmla="*/ 26 h 135"/>
                  <a:gd name="T8" fmla="*/ 24 w 115"/>
                  <a:gd name="T9" fmla="*/ 30 h 135"/>
                  <a:gd name="T10" fmla="*/ 22 w 115"/>
                  <a:gd name="T11" fmla="*/ 24 h 135"/>
                  <a:gd name="T12" fmla="*/ 0 w 115"/>
                  <a:gd name="T13" fmla="*/ 29 h 135"/>
                  <a:gd name="T14" fmla="*/ 9 w 115"/>
                  <a:gd name="T15" fmla="*/ 65 h 135"/>
                  <a:gd name="T16" fmla="*/ 31 w 115"/>
                  <a:gd name="T17" fmla="*/ 60 h 135"/>
                  <a:gd name="T18" fmla="*/ 32 w 115"/>
                  <a:gd name="T19" fmla="*/ 53 h 135"/>
                  <a:gd name="T20" fmla="*/ 35 w 115"/>
                  <a:gd name="T21" fmla="*/ 46 h 135"/>
                  <a:gd name="T22" fmla="*/ 41 w 115"/>
                  <a:gd name="T23" fmla="*/ 42 h 135"/>
                  <a:gd name="T24" fmla="*/ 47 w 115"/>
                  <a:gd name="T25" fmla="*/ 39 h 135"/>
                  <a:gd name="T26" fmla="*/ 51 w 115"/>
                  <a:gd name="T27" fmla="*/ 38 h 135"/>
                  <a:gd name="T28" fmla="*/ 54 w 115"/>
                  <a:gd name="T29" fmla="*/ 39 h 135"/>
                  <a:gd name="T30" fmla="*/ 58 w 115"/>
                  <a:gd name="T31" fmla="*/ 43 h 135"/>
                  <a:gd name="T32" fmla="*/ 55 w 115"/>
                  <a:gd name="T33" fmla="*/ 49 h 135"/>
                  <a:gd name="T34" fmla="*/ 46 w 115"/>
                  <a:gd name="T35" fmla="*/ 55 h 135"/>
                  <a:gd name="T36" fmla="*/ 34 w 115"/>
                  <a:gd name="T37" fmla="*/ 62 h 135"/>
                  <a:gd name="T38" fmla="*/ 22 w 115"/>
                  <a:gd name="T39" fmla="*/ 71 h 135"/>
                  <a:gd name="T40" fmla="*/ 14 w 115"/>
                  <a:gd name="T41" fmla="*/ 84 h 135"/>
                  <a:gd name="T42" fmla="*/ 14 w 115"/>
                  <a:gd name="T43" fmla="*/ 101 h 135"/>
                  <a:gd name="T44" fmla="*/ 20 w 115"/>
                  <a:gd name="T45" fmla="*/ 113 h 135"/>
                  <a:gd name="T46" fmla="*/ 31 w 115"/>
                  <a:gd name="T47" fmla="*/ 120 h 135"/>
                  <a:gd name="T48" fmla="*/ 45 w 115"/>
                  <a:gd name="T49" fmla="*/ 123 h 135"/>
                  <a:gd name="T50" fmla="*/ 46 w 115"/>
                  <a:gd name="T51" fmla="*/ 123 h 135"/>
                  <a:gd name="T52" fmla="*/ 60 w 115"/>
                  <a:gd name="T53" fmla="*/ 121 h 135"/>
                  <a:gd name="T54" fmla="*/ 63 w 115"/>
                  <a:gd name="T55" fmla="*/ 135 h 135"/>
                  <a:gd name="T56" fmla="*/ 81 w 115"/>
                  <a:gd name="T57" fmla="*/ 131 h 135"/>
                  <a:gd name="T58" fmla="*/ 77 w 115"/>
                  <a:gd name="T59" fmla="*/ 116 h 135"/>
                  <a:gd name="T60" fmla="*/ 91 w 115"/>
                  <a:gd name="T61" fmla="*/ 106 h 135"/>
                  <a:gd name="T62" fmla="*/ 92 w 115"/>
                  <a:gd name="T63" fmla="*/ 112 h 135"/>
                  <a:gd name="T64" fmla="*/ 115 w 115"/>
                  <a:gd name="T65" fmla="*/ 106 h 135"/>
                  <a:gd name="T66" fmla="*/ 106 w 115"/>
                  <a:gd name="T67" fmla="*/ 69 h 135"/>
                  <a:gd name="T68" fmla="*/ 83 w 115"/>
                  <a:gd name="T69" fmla="*/ 75 h 135"/>
                  <a:gd name="T70" fmla="*/ 79 w 115"/>
                  <a:gd name="T71" fmla="*/ 89 h 135"/>
                  <a:gd name="T72" fmla="*/ 67 w 115"/>
                  <a:gd name="T73" fmla="*/ 97 h 135"/>
                  <a:gd name="T74" fmla="*/ 62 w 115"/>
                  <a:gd name="T75" fmla="*/ 98 h 135"/>
                  <a:gd name="T76" fmla="*/ 59 w 115"/>
                  <a:gd name="T77" fmla="*/ 97 h 135"/>
                  <a:gd name="T78" fmla="*/ 55 w 115"/>
                  <a:gd name="T79" fmla="*/ 93 h 135"/>
                  <a:gd name="T80" fmla="*/ 58 w 115"/>
                  <a:gd name="T81" fmla="*/ 87 h 135"/>
                  <a:gd name="T82" fmla="*/ 67 w 115"/>
                  <a:gd name="T83" fmla="*/ 81 h 135"/>
                  <a:gd name="T84" fmla="*/ 79 w 115"/>
                  <a:gd name="T85" fmla="*/ 74 h 135"/>
                  <a:gd name="T86" fmla="*/ 91 w 115"/>
                  <a:gd name="T87" fmla="*/ 65 h 135"/>
                  <a:gd name="T88" fmla="*/ 98 w 115"/>
                  <a:gd name="T89" fmla="*/ 53 h 135"/>
                  <a:gd name="T90" fmla="*/ 98 w 115"/>
                  <a:gd name="T91" fmla="*/ 36 h 135"/>
                  <a:gd name="T92" fmla="*/ 92 w 115"/>
                  <a:gd name="T93" fmla="*/ 23 h 135"/>
                  <a:gd name="T94" fmla="*/ 81 w 115"/>
                  <a:gd name="T95" fmla="*/ 16 h 135"/>
                  <a:gd name="T96" fmla="*/ 68 w 115"/>
                  <a:gd name="T97" fmla="*/ 13 h 135"/>
                  <a:gd name="T98" fmla="*/ 65 w 115"/>
                  <a:gd name="T99" fmla="*/ 13 h 135"/>
                  <a:gd name="T100" fmla="*/ 52 w 115"/>
                  <a:gd name="T101" fmla="*/ 15 h 135"/>
                  <a:gd name="T102" fmla="*/ 49 w 115"/>
                  <a:gd name="T103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15" h="135">
                    <a:moveTo>
                      <a:pt x="49" y="0"/>
                    </a:moveTo>
                    <a:cubicBezTo>
                      <a:pt x="32" y="5"/>
                      <a:pt x="32" y="5"/>
                      <a:pt x="32" y="5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33" y="23"/>
                      <a:pt x="31" y="24"/>
                      <a:pt x="29" y="26"/>
                    </a:cubicBezTo>
                    <a:cubicBezTo>
                      <a:pt x="27" y="27"/>
                      <a:pt x="25" y="29"/>
                      <a:pt x="24" y="30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9" y="65"/>
                      <a:pt x="9" y="65"/>
                      <a:pt x="9" y="65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57"/>
                      <a:pt x="31" y="55"/>
                      <a:pt x="32" y="53"/>
                    </a:cubicBezTo>
                    <a:cubicBezTo>
                      <a:pt x="33" y="50"/>
                      <a:pt x="34" y="48"/>
                      <a:pt x="35" y="46"/>
                    </a:cubicBezTo>
                    <a:cubicBezTo>
                      <a:pt x="37" y="45"/>
                      <a:pt x="39" y="43"/>
                      <a:pt x="41" y="42"/>
                    </a:cubicBezTo>
                    <a:cubicBezTo>
                      <a:pt x="43" y="40"/>
                      <a:pt x="45" y="39"/>
                      <a:pt x="47" y="39"/>
                    </a:cubicBezTo>
                    <a:cubicBezTo>
                      <a:pt x="48" y="38"/>
                      <a:pt x="50" y="38"/>
                      <a:pt x="51" y="38"/>
                    </a:cubicBezTo>
                    <a:cubicBezTo>
                      <a:pt x="52" y="38"/>
                      <a:pt x="53" y="38"/>
                      <a:pt x="54" y="39"/>
                    </a:cubicBezTo>
                    <a:cubicBezTo>
                      <a:pt x="56" y="39"/>
                      <a:pt x="58" y="41"/>
                      <a:pt x="58" y="43"/>
                    </a:cubicBezTo>
                    <a:cubicBezTo>
                      <a:pt x="59" y="45"/>
                      <a:pt x="58" y="47"/>
                      <a:pt x="55" y="49"/>
                    </a:cubicBezTo>
                    <a:cubicBezTo>
                      <a:pt x="53" y="51"/>
                      <a:pt x="50" y="53"/>
                      <a:pt x="46" y="55"/>
                    </a:cubicBezTo>
                    <a:cubicBezTo>
                      <a:pt x="42" y="57"/>
                      <a:pt x="38" y="60"/>
                      <a:pt x="34" y="62"/>
                    </a:cubicBezTo>
                    <a:cubicBezTo>
                      <a:pt x="29" y="65"/>
                      <a:pt x="25" y="68"/>
                      <a:pt x="22" y="71"/>
                    </a:cubicBezTo>
                    <a:cubicBezTo>
                      <a:pt x="19" y="75"/>
                      <a:pt x="16" y="79"/>
                      <a:pt x="14" y="84"/>
                    </a:cubicBezTo>
                    <a:cubicBezTo>
                      <a:pt x="13" y="88"/>
                      <a:pt x="13" y="94"/>
                      <a:pt x="14" y="101"/>
                    </a:cubicBezTo>
                    <a:cubicBezTo>
                      <a:pt x="15" y="106"/>
                      <a:pt x="18" y="110"/>
                      <a:pt x="20" y="113"/>
                    </a:cubicBezTo>
                    <a:cubicBezTo>
                      <a:pt x="23" y="116"/>
                      <a:pt x="27" y="119"/>
                      <a:pt x="31" y="120"/>
                    </a:cubicBezTo>
                    <a:cubicBezTo>
                      <a:pt x="35" y="122"/>
                      <a:pt x="40" y="123"/>
                      <a:pt x="45" y="123"/>
                    </a:cubicBezTo>
                    <a:cubicBezTo>
                      <a:pt x="45" y="123"/>
                      <a:pt x="46" y="123"/>
                      <a:pt x="46" y="123"/>
                    </a:cubicBezTo>
                    <a:cubicBezTo>
                      <a:pt x="51" y="123"/>
                      <a:pt x="55" y="122"/>
                      <a:pt x="60" y="121"/>
                    </a:cubicBezTo>
                    <a:cubicBezTo>
                      <a:pt x="63" y="135"/>
                      <a:pt x="63" y="135"/>
                      <a:pt x="63" y="135"/>
                    </a:cubicBezTo>
                    <a:cubicBezTo>
                      <a:pt x="81" y="131"/>
                      <a:pt x="81" y="131"/>
                      <a:pt x="81" y="131"/>
                    </a:cubicBezTo>
                    <a:cubicBezTo>
                      <a:pt x="77" y="116"/>
                      <a:pt x="77" y="116"/>
                      <a:pt x="77" y="116"/>
                    </a:cubicBezTo>
                    <a:cubicBezTo>
                      <a:pt x="82" y="113"/>
                      <a:pt x="86" y="110"/>
                      <a:pt x="91" y="106"/>
                    </a:cubicBezTo>
                    <a:cubicBezTo>
                      <a:pt x="92" y="112"/>
                      <a:pt x="92" y="112"/>
                      <a:pt x="92" y="112"/>
                    </a:cubicBezTo>
                    <a:cubicBezTo>
                      <a:pt x="115" y="106"/>
                      <a:pt x="115" y="106"/>
                      <a:pt x="115" y="106"/>
                    </a:cubicBezTo>
                    <a:cubicBezTo>
                      <a:pt x="106" y="69"/>
                      <a:pt x="106" y="69"/>
                      <a:pt x="106" y="69"/>
                    </a:cubicBezTo>
                    <a:cubicBezTo>
                      <a:pt x="83" y="75"/>
                      <a:pt x="83" y="75"/>
                      <a:pt x="83" y="75"/>
                    </a:cubicBezTo>
                    <a:cubicBezTo>
                      <a:pt x="83" y="81"/>
                      <a:pt x="82" y="85"/>
                      <a:pt x="79" y="89"/>
                    </a:cubicBezTo>
                    <a:cubicBezTo>
                      <a:pt x="76" y="93"/>
                      <a:pt x="72" y="96"/>
                      <a:pt x="67" y="97"/>
                    </a:cubicBezTo>
                    <a:cubicBezTo>
                      <a:pt x="65" y="97"/>
                      <a:pt x="64" y="98"/>
                      <a:pt x="62" y="98"/>
                    </a:cubicBezTo>
                    <a:cubicBezTo>
                      <a:pt x="61" y="98"/>
                      <a:pt x="60" y="97"/>
                      <a:pt x="59" y="97"/>
                    </a:cubicBezTo>
                    <a:cubicBezTo>
                      <a:pt x="57" y="96"/>
                      <a:pt x="56" y="95"/>
                      <a:pt x="55" y="93"/>
                    </a:cubicBezTo>
                    <a:cubicBezTo>
                      <a:pt x="55" y="91"/>
                      <a:pt x="56" y="89"/>
                      <a:pt x="58" y="87"/>
                    </a:cubicBezTo>
                    <a:cubicBezTo>
                      <a:pt x="60" y="85"/>
                      <a:pt x="63" y="83"/>
                      <a:pt x="67" y="81"/>
                    </a:cubicBezTo>
                    <a:cubicBezTo>
                      <a:pt x="71" y="79"/>
                      <a:pt x="75" y="76"/>
                      <a:pt x="79" y="74"/>
                    </a:cubicBezTo>
                    <a:cubicBezTo>
                      <a:pt x="83" y="71"/>
                      <a:pt x="87" y="68"/>
                      <a:pt x="91" y="65"/>
                    </a:cubicBezTo>
                    <a:cubicBezTo>
                      <a:pt x="94" y="62"/>
                      <a:pt x="97" y="57"/>
                      <a:pt x="98" y="53"/>
                    </a:cubicBezTo>
                    <a:cubicBezTo>
                      <a:pt x="100" y="48"/>
                      <a:pt x="100" y="42"/>
                      <a:pt x="98" y="36"/>
                    </a:cubicBezTo>
                    <a:cubicBezTo>
                      <a:pt x="97" y="31"/>
                      <a:pt x="95" y="27"/>
                      <a:pt x="92" y="23"/>
                    </a:cubicBezTo>
                    <a:cubicBezTo>
                      <a:pt x="89" y="20"/>
                      <a:pt x="85" y="18"/>
                      <a:pt x="81" y="16"/>
                    </a:cubicBezTo>
                    <a:cubicBezTo>
                      <a:pt x="77" y="14"/>
                      <a:pt x="73" y="13"/>
                      <a:pt x="68" y="13"/>
                    </a:cubicBezTo>
                    <a:cubicBezTo>
                      <a:pt x="67" y="13"/>
                      <a:pt x="66" y="13"/>
                      <a:pt x="65" y="13"/>
                    </a:cubicBezTo>
                    <a:cubicBezTo>
                      <a:pt x="61" y="13"/>
                      <a:pt x="57" y="14"/>
                      <a:pt x="52" y="15"/>
                    </a:cubicBezTo>
                    <a:cubicBezTo>
                      <a:pt x="49" y="0"/>
                      <a:pt x="49" y="0"/>
                      <a:pt x="49" y="0"/>
                    </a:cubicBezTo>
                  </a:path>
                </a:pathLst>
              </a:custGeom>
              <a:solidFill>
                <a:srgbClr val="9E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Freeform 106"/>
              <p:cNvSpPr>
                <a:spLocks noEditPoints="1"/>
              </p:cNvSpPr>
              <p:nvPr/>
            </p:nvSpPr>
            <p:spPr bwMode="auto">
              <a:xfrm>
                <a:off x="2116652" y="4070268"/>
                <a:ext cx="1000503" cy="593887"/>
              </a:xfrm>
              <a:custGeom>
                <a:avLst/>
                <a:gdLst>
                  <a:gd name="T0" fmla="*/ 0 w 967"/>
                  <a:gd name="T1" fmla="*/ 215 h 574"/>
                  <a:gd name="T2" fmla="*/ 879 w 967"/>
                  <a:gd name="T3" fmla="*/ 0 h 574"/>
                  <a:gd name="T4" fmla="*/ 967 w 967"/>
                  <a:gd name="T5" fmla="*/ 359 h 574"/>
                  <a:gd name="T6" fmla="*/ 88 w 967"/>
                  <a:gd name="T7" fmla="*/ 574 h 574"/>
                  <a:gd name="T8" fmla="*/ 0 w 967"/>
                  <a:gd name="T9" fmla="*/ 215 h 574"/>
                  <a:gd name="T10" fmla="*/ 863 w 967"/>
                  <a:gd name="T11" fmla="*/ 27 h 574"/>
                  <a:gd name="T12" fmla="*/ 27 w 967"/>
                  <a:gd name="T13" fmla="*/ 231 h 574"/>
                  <a:gd name="T14" fmla="*/ 104 w 967"/>
                  <a:gd name="T15" fmla="*/ 547 h 574"/>
                  <a:gd name="T16" fmla="*/ 940 w 967"/>
                  <a:gd name="T17" fmla="*/ 343 h 574"/>
                  <a:gd name="T18" fmla="*/ 863 w 967"/>
                  <a:gd name="T19" fmla="*/ 27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7" h="574">
                    <a:moveTo>
                      <a:pt x="0" y="215"/>
                    </a:moveTo>
                    <a:lnTo>
                      <a:pt x="879" y="0"/>
                    </a:lnTo>
                    <a:lnTo>
                      <a:pt x="967" y="359"/>
                    </a:lnTo>
                    <a:lnTo>
                      <a:pt x="88" y="574"/>
                    </a:lnTo>
                    <a:lnTo>
                      <a:pt x="0" y="215"/>
                    </a:lnTo>
                    <a:close/>
                    <a:moveTo>
                      <a:pt x="863" y="27"/>
                    </a:moveTo>
                    <a:lnTo>
                      <a:pt x="27" y="231"/>
                    </a:lnTo>
                    <a:lnTo>
                      <a:pt x="104" y="547"/>
                    </a:lnTo>
                    <a:lnTo>
                      <a:pt x="940" y="343"/>
                    </a:lnTo>
                    <a:lnTo>
                      <a:pt x="863" y="2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8" name="Freeform 107"/>
              <p:cNvSpPr>
                <a:spLocks/>
              </p:cNvSpPr>
              <p:nvPr/>
            </p:nvSpPr>
            <p:spPr bwMode="auto">
              <a:xfrm>
                <a:off x="2923676" y="4079580"/>
                <a:ext cx="114846" cy="102430"/>
              </a:xfrm>
              <a:custGeom>
                <a:avLst/>
                <a:gdLst>
                  <a:gd name="T0" fmla="*/ 0 w 82"/>
                  <a:gd name="T1" fmla="*/ 16 h 73"/>
                  <a:gd name="T2" fmla="*/ 66 w 82"/>
                  <a:gd name="T3" fmla="*/ 0 h 73"/>
                  <a:gd name="T4" fmla="*/ 82 w 82"/>
                  <a:gd name="T5" fmla="*/ 64 h 73"/>
                  <a:gd name="T6" fmla="*/ 79 w 82"/>
                  <a:gd name="T7" fmla="*/ 65 h 73"/>
                  <a:gd name="T8" fmla="*/ 1 w 82"/>
                  <a:gd name="T9" fmla="*/ 17 h 73"/>
                  <a:gd name="T10" fmla="*/ 0 w 82"/>
                  <a:gd name="T11" fmla="*/ 16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73">
                    <a:moveTo>
                      <a:pt x="0" y="16"/>
                    </a:moveTo>
                    <a:cubicBezTo>
                      <a:pt x="66" y="0"/>
                      <a:pt x="66" y="0"/>
                      <a:pt x="66" y="0"/>
                    </a:cubicBezTo>
                    <a:cubicBezTo>
                      <a:pt x="82" y="64"/>
                      <a:pt x="82" y="64"/>
                      <a:pt x="82" y="64"/>
                    </a:cubicBezTo>
                    <a:cubicBezTo>
                      <a:pt x="81" y="64"/>
                      <a:pt x="80" y="64"/>
                      <a:pt x="79" y="65"/>
                    </a:cubicBezTo>
                    <a:cubicBezTo>
                      <a:pt x="44" y="73"/>
                      <a:pt x="9" y="52"/>
                      <a:pt x="1" y="17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9" name="Freeform 108"/>
              <p:cNvSpPr>
                <a:spLocks/>
              </p:cNvSpPr>
              <p:nvPr/>
            </p:nvSpPr>
            <p:spPr bwMode="auto">
              <a:xfrm>
                <a:off x="2998170" y="4339276"/>
                <a:ext cx="101395" cy="113811"/>
              </a:xfrm>
              <a:custGeom>
                <a:avLst/>
                <a:gdLst>
                  <a:gd name="T0" fmla="*/ 57 w 73"/>
                  <a:gd name="T1" fmla="*/ 0 h 81"/>
                  <a:gd name="T2" fmla="*/ 73 w 73"/>
                  <a:gd name="T3" fmla="*/ 66 h 81"/>
                  <a:gd name="T4" fmla="*/ 10 w 73"/>
                  <a:gd name="T5" fmla="*/ 81 h 81"/>
                  <a:gd name="T6" fmla="*/ 9 w 73"/>
                  <a:gd name="T7" fmla="*/ 78 h 81"/>
                  <a:gd name="T8" fmla="*/ 56 w 73"/>
                  <a:gd name="T9" fmla="*/ 0 h 81"/>
                  <a:gd name="T10" fmla="*/ 57 w 73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81">
                    <a:moveTo>
                      <a:pt x="57" y="0"/>
                    </a:moveTo>
                    <a:cubicBezTo>
                      <a:pt x="73" y="66"/>
                      <a:pt x="73" y="66"/>
                      <a:pt x="73" y="66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9" y="80"/>
                      <a:pt x="9" y="79"/>
                      <a:pt x="9" y="78"/>
                    </a:cubicBezTo>
                    <a:cubicBezTo>
                      <a:pt x="0" y="44"/>
                      <a:pt x="22" y="9"/>
                      <a:pt x="56" y="0"/>
                    </a:cubicBez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0" name="Freeform 109"/>
              <p:cNvSpPr>
                <a:spLocks/>
              </p:cNvSpPr>
              <p:nvPr/>
            </p:nvSpPr>
            <p:spPr bwMode="auto">
              <a:xfrm>
                <a:off x="2195285" y="4549309"/>
                <a:ext cx="112777" cy="101395"/>
              </a:xfrm>
              <a:custGeom>
                <a:avLst/>
                <a:gdLst>
                  <a:gd name="T0" fmla="*/ 81 w 81"/>
                  <a:gd name="T1" fmla="*/ 57 h 73"/>
                  <a:gd name="T2" fmla="*/ 15 w 81"/>
                  <a:gd name="T3" fmla="*/ 73 h 73"/>
                  <a:gd name="T4" fmla="*/ 0 w 81"/>
                  <a:gd name="T5" fmla="*/ 9 h 73"/>
                  <a:gd name="T6" fmla="*/ 3 w 81"/>
                  <a:gd name="T7" fmla="*/ 8 h 73"/>
                  <a:gd name="T8" fmla="*/ 81 w 81"/>
                  <a:gd name="T9" fmla="*/ 56 h 73"/>
                  <a:gd name="T10" fmla="*/ 81 w 81"/>
                  <a:gd name="T11" fmla="*/ 5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1" h="73">
                    <a:moveTo>
                      <a:pt x="81" y="57"/>
                    </a:moveTo>
                    <a:cubicBezTo>
                      <a:pt x="15" y="73"/>
                      <a:pt x="15" y="73"/>
                      <a:pt x="15" y="7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" y="9"/>
                      <a:pt x="2" y="8"/>
                      <a:pt x="3" y="8"/>
                    </a:cubicBezTo>
                    <a:cubicBezTo>
                      <a:pt x="38" y="0"/>
                      <a:pt x="73" y="21"/>
                      <a:pt x="81" y="56"/>
                    </a:cubicBezTo>
                    <a:lnTo>
                      <a:pt x="81" y="5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1" name="Freeform 110"/>
              <p:cNvSpPr>
                <a:spLocks/>
              </p:cNvSpPr>
              <p:nvPr/>
            </p:nvSpPr>
            <p:spPr bwMode="auto">
              <a:xfrm>
                <a:off x="2132172" y="4277197"/>
                <a:ext cx="102430" cy="113811"/>
              </a:xfrm>
              <a:custGeom>
                <a:avLst/>
                <a:gdLst>
                  <a:gd name="T0" fmla="*/ 16 w 73"/>
                  <a:gd name="T1" fmla="*/ 82 h 82"/>
                  <a:gd name="T2" fmla="*/ 0 w 73"/>
                  <a:gd name="T3" fmla="*/ 16 h 82"/>
                  <a:gd name="T4" fmla="*/ 64 w 73"/>
                  <a:gd name="T5" fmla="*/ 0 h 82"/>
                  <a:gd name="T6" fmla="*/ 65 w 73"/>
                  <a:gd name="T7" fmla="*/ 3 h 82"/>
                  <a:gd name="T8" fmla="*/ 17 w 73"/>
                  <a:gd name="T9" fmla="*/ 82 h 82"/>
                  <a:gd name="T10" fmla="*/ 16 w 73"/>
                  <a:gd name="T11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82">
                    <a:moveTo>
                      <a:pt x="16" y="82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1"/>
                      <a:pt x="64" y="2"/>
                      <a:pt x="65" y="3"/>
                    </a:cubicBezTo>
                    <a:cubicBezTo>
                      <a:pt x="73" y="38"/>
                      <a:pt x="52" y="73"/>
                      <a:pt x="17" y="82"/>
                    </a:cubicBezTo>
                    <a:lnTo>
                      <a:pt x="16" y="82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2" name="Oval 111"/>
              <p:cNvSpPr>
                <a:spLocks noChangeArrowheads="1"/>
              </p:cNvSpPr>
              <p:nvPr/>
            </p:nvSpPr>
            <p:spPr bwMode="auto">
              <a:xfrm>
                <a:off x="4460125" y="3152537"/>
                <a:ext cx="296944" cy="295909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3" name="Oval 112"/>
              <p:cNvSpPr>
                <a:spLocks noChangeArrowheads="1"/>
              </p:cNvSpPr>
              <p:nvPr/>
            </p:nvSpPr>
            <p:spPr bwMode="auto">
              <a:xfrm>
                <a:off x="4492199" y="3183576"/>
                <a:ext cx="239004" cy="239004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4" name="Freeform 113"/>
              <p:cNvSpPr>
                <a:spLocks/>
              </p:cNvSpPr>
              <p:nvPr/>
            </p:nvSpPr>
            <p:spPr bwMode="auto">
              <a:xfrm>
                <a:off x="4559451" y="3228066"/>
                <a:ext cx="101395" cy="141747"/>
              </a:xfrm>
              <a:custGeom>
                <a:avLst/>
                <a:gdLst>
                  <a:gd name="T0" fmla="*/ 44 w 73"/>
                  <a:gd name="T1" fmla="*/ 0 h 101"/>
                  <a:gd name="T2" fmla="*/ 30 w 73"/>
                  <a:gd name="T3" fmla="*/ 0 h 101"/>
                  <a:gd name="T4" fmla="*/ 30 w 73"/>
                  <a:gd name="T5" fmla="*/ 11 h 101"/>
                  <a:gd name="T6" fmla="*/ 19 w 73"/>
                  <a:gd name="T7" fmla="*/ 12 h 101"/>
                  <a:gd name="T8" fmla="*/ 9 w 73"/>
                  <a:gd name="T9" fmla="*/ 17 h 101"/>
                  <a:gd name="T10" fmla="*/ 3 w 73"/>
                  <a:gd name="T11" fmla="*/ 24 h 101"/>
                  <a:gd name="T12" fmla="*/ 0 w 73"/>
                  <a:gd name="T13" fmla="*/ 34 h 101"/>
                  <a:gd name="T14" fmla="*/ 4 w 73"/>
                  <a:gd name="T15" fmla="*/ 47 h 101"/>
                  <a:gd name="T16" fmla="*/ 11 w 73"/>
                  <a:gd name="T17" fmla="*/ 54 h 101"/>
                  <a:gd name="T18" fmla="*/ 21 w 73"/>
                  <a:gd name="T19" fmla="*/ 59 h 101"/>
                  <a:gd name="T20" fmla="*/ 31 w 73"/>
                  <a:gd name="T21" fmla="*/ 61 h 101"/>
                  <a:gd name="T22" fmla="*/ 39 w 73"/>
                  <a:gd name="T23" fmla="*/ 64 h 101"/>
                  <a:gd name="T24" fmla="*/ 42 w 73"/>
                  <a:gd name="T25" fmla="*/ 69 h 101"/>
                  <a:gd name="T26" fmla="*/ 40 w 73"/>
                  <a:gd name="T27" fmla="*/ 72 h 101"/>
                  <a:gd name="T28" fmla="*/ 35 w 73"/>
                  <a:gd name="T29" fmla="*/ 73 h 101"/>
                  <a:gd name="T30" fmla="*/ 24 w 73"/>
                  <a:gd name="T31" fmla="*/ 70 h 101"/>
                  <a:gd name="T32" fmla="*/ 18 w 73"/>
                  <a:gd name="T33" fmla="*/ 60 h 101"/>
                  <a:gd name="T34" fmla="*/ 1 w 73"/>
                  <a:gd name="T35" fmla="*/ 60 h 101"/>
                  <a:gd name="T36" fmla="*/ 1 w 73"/>
                  <a:gd name="T37" fmla="*/ 89 h 101"/>
                  <a:gd name="T38" fmla="*/ 18 w 73"/>
                  <a:gd name="T39" fmla="*/ 89 h 101"/>
                  <a:gd name="T40" fmla="*/ 18 w 73"/>
                  <a:gd name="T41" fmla="*/ 84 h 101"/>
                  <a:gd name="T42" fmla="*/ 30 w 73"/>
                  <a:gd name="T43" fmla="*/ 89 h 101"/>
                  <a:gd name="T44" fmla="*/ 30 w 73"/>
                  <a:gd name="T45" fmla="*/ 101 h 101"/>
                  <a:gd name="T46" fmla="*/ 44 w 73"/>
                  <a:gd name="T47" fmla="*/ 101 h 101"/>
                  <a:gd name="T48" fmla="*/ 44 w 73"/>
                  <a:gd name="T49" fmla="*/ 90 h 101"/>
                  <a:gd name="T50" fmla="*/ 55 w 73"/>
                  <a:gd name="T51" fmla="*/ 88 h 101"/>
                  <a:gd name="T52" fmla="*/ 65 w 73"/>
                  <a:gd name="T53" fmla="*/ 84 h 101"/>
                  <a:gd name="T54" fmla="*/ 71 w 73"/>
                  <a:gd name="T55" fmla="*/ 77 h 101"/>
                  <a:gd name="T56" fmla="*/ 73 w 73"/>
                  <a:gd name="T57" fmla="*/ 67 h 101"/>
                  <a:gd name="T58" fmla="*/ 70 w 73"/>
                  <a:gd name="T59" fmla="*/ 54 h 101"/>
                  <a:gd name="T60" fmla="*/ 62 w 73"/>
                  <a:gd name="T61" fmla="*/ 46 h 101"/>
                  <a:gd name="T62" fmla="*/ 52 w 73"/>
                  <a:gd name="T63" fmla="*/ 42 h 101"/>
                  <a:gd name="T64" fmla="*/ 42 w 73"/>
                  <a:gd name="T65" fmla="*/ 39 h 101"/>
                  <a:gd name="T66" fmla="*/ 34 w 73"/>
                  <a:gd name="T67" fmla="*/ 36 h 101"/>
                  <a:gd name="T68" fmla="*/ 31 w 73"/>
                  <a:gd name="T69" fmla="*/ 32 h 101"/>
                  <a:gd name="T70" fmla="*/ 33 w 73"/>
                  <a:gd name="T71" fmla="*/ 29 h 101"/>
                  <a:gd name="T72" fmla="*/ 39 w 73"/>
                  <a:gd name="T73" fmla="*/ 27 h 101"/>
                  <a:gd name="T74" fmla="*/ 44 w 73"/>
                  <a:gd name="T75" fmla="*/ 28 h 101"/>
                  <a:gd name="T76" fmla="*/ 48 w 73"/>
                  <a:gd name="T77" fmla="*/ 31 h 101"/>
                  <a:gd name="T78" fmla="*/ 52 w 73"/>
                  <a:gd name="T79" fmla="*/ 35 h 101"/>
                  <a:gd name="T80" fmla="*/ 54 w 73"/>
                  <a:gd name="T81" fmla="*/ 40 h 101"/>
                  <a:gd name="T82" fmla="*/ 71 w 73"/>
                  <a:gd name="T83" fmla="*/ 40 h 101"/>
                  <a:gd name="T84" fmla="*/ 71 w 73"/>
                  <a:gd name="T85" fmla="*/ 12 h 101"/>
                  <a:gd name="T86" fmla="*/ 54 w 73"/>
                  <a:gd name="T87" fmla="*/ 12 h 101"/>
                  <a:gd name="T88" fmla="*/ 54 w 73"/>
                  <a:gd name="T89" fmla="*/ 17 h 101"/>
                  <a:gd name="T90" fmla="*/ 49 w 73"/>
                  <a:gd name="T91" fmla="*/ 15 h 101"/>
                  <a:gd name="T92" fmla="*/ 44 w 73"/>
                  <a:gd name="T93" fmla="*/ 12 h 101"/>
                  <a:gd name="T94" fmla="*/ 44 w 73"/>
                  <a:gd name="T9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101">
                    <a:moveTo>
                      <a:pt x="44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1"/>
                      <a:pt x="23" y="11"/>
                      <a:pt x="19" y="12"/>
                    </a:cubicBezTo>
                    <a:cubicBezTo>
                      <a:pt x="15" y="13"/>
                      <a:pt x="12" y="15"/>
                      <a:pt x="9" y="17"/>
                    </a:cubicBezTo>
                    <a:cubicBezTo>
                      <a:pt x="7" y="19"/>
                      <a:pt x="5" y="21"/>
                      <a:pt x="3" y="24"/>
                    </a:cubicBezTo>
                    <a:cubicBezTo>
                      <a:pt x="1" y="27"/>
                      <a:pt x="0" y="30"/>
                      <a:pt x="0" y="34"/>
                    </a:cubicBezTo>
                    <a:cubicBezTo>
                      <a:pt x="0" y="39"/>
                      <a:pt x="2" y="43"/>
                      <a:pt x="4" y="47"/>
                    </a:cubicBezTo>
                    <a:cubicBezTo>
                      <a:pt x="6" y="50"/>
                      <a:pt x="8" y="52"/>
                      <a:pt x="11" y="54"/>
                    </a:cubicBezTo>
                    <a:cubicBezTo>
                      <a:pt x="14" y="56"/>
                      <a:pt x="18" y="58"/>
                      <a:pt x="21" y="59"/>
                    </a:cubicBezTo>
                    <a:cubicBezTo>
                      <a:pt x="25" y="60"/>
                      <a:pt x="28" y="61"/>
                      <a:pt x="31" y="61"/>
                    </a:cubicBezTo>
                    <a:cubicBezTo>
                      <a:pt x="34" y="62"/>
                      <a:pt x="37" y="63"/>
                      <a:pt x="39" y="64"/>
                    </a:cubicBezTo>
                    <a:cubicBezTo>
                      <a:pt x="41" y="65"/>
                      <a:pt x="42" y="67"/>
                      <a:pt x="42" y="69"/>
                    </a:cubicBezTo>
                    <a:cubicBezTo>
                      <a:pt x="42" y="70"/>
                      <a:pt x="41" y="71"/>
                      <a:pt x="40" y="72"/>
                    </a:cubicBezTo>
                    <a:cubicBezTo>
                      <a:pt x="39" y="73"/>
                      <a:pt x="37" y="73"/>
                      <a:pt x="35" y="73"/>
                    </a:cubicBezTo>
                    <a:cubicBezTo>
                      <a:pt x="31" y="73"/>
                      <a:pt x="27" y="72"/>
                      <a:pt x="24" y="70"/>
                    </a:cubicBezTo>
                    <a:cubicBezTo>
                      <a:pt x="21" y="68"/>
                      <a:pt x="19" y="64"/>
                      <a:pt x="18" y="60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2" y="86"/>
                      <a:pt x="26" y="88"/>
                      <a:pt x="30" y="89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44" y="101"/>
                      <a:pt x="44" y="101"/>
                      <a:pt x="44" y="101"/>
                    </a:cubicBezTo>
                    <a:cubicBezTo>
                      <a:pt x="44" y="90"/>
                      <a:pt x="44" y="90"/>
                      <a:pt x="44" y="90"/>
                    </a:cubicBezTo>
                    <a:cubicBezTo>
                      <a:pt x="48" y="90"/>
                      <a:pt x="51" y="89"/>
                      <a:pt x="55" y="88"/>
                    </a:cubicBezTo>
                    <a:cubicBezTo>
                      <a:pt x="59" y="87"/>
                      <a:pt x="62" y="86"/>
                      <a:pt x="65" y="84"/>
                    </a:cubicBezTo>
                    <a:cubicBezTo>
                      <a:pt x="67" y="82"/>
                      <a:pt x="69" y="80"/>
                      <a:pt x="71" y="77"/>
                    </a:cubicBezTo>
                    <a:cubicBezTo>
                      <a:pt x="73" y="74"/>
                      <a:pt x="73" y="71"/>
                      <a:pt x="73" y="67"/>
                    </a:cubicBezTo>
                    <a:cubicBezTo>
                      <a:pt x="73" y="62"/>
                      <a:pt x="72" y="57"/>
                      <a:pt x="70" y="54"/>
                    </a:cubicBezTo>
                    <a:cubicBezTo>
                      <a:pt x="68" y="51"/>
                      <a:pt x="66" y="48"/>
                      <a:pt x="62" y="46"/>
                    </a:cubicBezTo>
                    <a:cubicBezTo>
                      <a:pt x="59" y="45"/>
                      <a:pt x="56" y="43"/>
                      <a:pt x="52" y="42"/>
                    </a:cubicBezTo>
                    <a:cubicBezTo>
                      <a:pt x="49" y="41"/>
                      <a:pt x="45" y="40"/>
                      <a:pt x="42" y="39"/>
                    </a:cubicBezTo>
                    <a:cubicBezTo>
                      <a:pt x="39" y="38"/>
                      <a:pt x="36" y="37"/>
                      <a:pt x="34" y="36"/>
                    </a:cubicBezTo>
                    <a:cubicBezTo>
                      <a:pt x="32" y="35"/>
                      <a:pt x="31" y="34"/>
                      <a:pt x="31" y="32"/>
                    </a:cubicBezTo>
                    <a:cubicBezTo>
                      <a:pt x="31" y="31"/>
                      <a:pt x="32" y="29"/>
                      <a:pt x="33" y="29"/>
                    </a:cubicBezTo>
                    <a:cubicBezTo>
                      <a:pt x="35" y="28"/>
                      <a:pt x="36" y="27"/>
                      <a:pt x="39" y="27"/>
                    </a:cubicBezTo>
                    <a:cubicBezTo>
                      <a:pt x="40" y="27"/>
                      <a:pt x="42" y="28"/>
                      <a:pt x="44" y="28"/>
                    </a:cubicBezTo>
                    <a:cubicBezTo>
                      <a:pt x="45" y="29"/>
                      <a:pt x="47" y="30"/>
                      <a:pt x="48" y="31"/>
                    </a:cubicBezTo>
                    <a:cubicBezTo>
                      <a:pt x="50" y="32"/>
                      <a:pt x="51" y="33"/>
                      <a:pt x="52" y="35"/>
                    </a:cubicBezTo>
                    <a:cubicBezTo>
                      <a:pt x="53" y="36"/>
                      <a:pt x="53" y="38"/>
                      <a:pt x="54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7"/>
                      <a:pt x="54" y="17"/>
                      <a:pt x="54" y="17"/>
                    </a:cubicBezTo>
                    <a:cubicBezTo>
                      <a:pt x="53" y="16"/>
                      <a:pt x="51" y="15"/>
                      <a:pt x="49" y="15"/>
                    </a:cubicBezTo>
                    <a:cubicBezTo>
                      <a:pt x="48" y="14"/>
                      <a:pt x="46" y="13"/>
                      <a:pt x="44" y="12"/>
                    </a:cubicBezTo>
                    <a:cubicBezTo>
                      <a:pt x="44" y="0"/>
                      <a:pt x="44" y="0"/>
                      <a:pt x="44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5" name="Oval 114"/>
              <p:cNvSpPr>
                <a:spLocks noChangeArrowheads="1"/>
              </p:cNvSpPr>
              <p:nvPr/>
            </p:nvSpPr>
            <p:spPr bwMode="auto">
              <a:xfrm>
                <a:off x="4161112" y="3384297"/>
                <a:ext cx="297978" cy="295909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6" name="Oval 115"/>
              <p:cNvSpPr>
                <a:spLocks noChangeArrowheads="1"/>
              </p:cNvSpPr>
              <p:nvPr/>
            </p:nvSpPr>
            <p:spPr bwMode="auto">
              <a:xfrm>
                <a:off x="4192152" y="3415337"/>
                <a:ext cx="240038" cy="239004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7" name="Freeform 116"/>
              <p:cNvSpPr>
                <a:spLocks/>
              </p:cNvSpPr>
              <p:nvPr/>
            </p:nvSpPr>
            <p:spPr bwMode="auto">
              <a:xfrm>
                <a:off x="4260438" y="3459827"/>
                <a:ext cx="101395" cy="141747"/>
              </a:xfrm>
              <a:custGeom>
                <a:avLst/>
                <a:gdLst>
                  <a:gd name="T0" fmla="*/ 43 w 73"/>
                  <a:gd name="T1" fmla="*/ 0 h 101"/>
                  <a:gd name="T2" fmla="*/ 30 w 73"/>
                  <a:gd name="T3" fmla="*/ 0 h 101"/>
                  <a:gd name="T4" fmla="*/ 30 w 73"/>
                  <a:gd name="T5" fmla="*/ 11 h 101"/>
                  <a:gd name="T6" fmla="*/ 19 w 73"/>
                  <a:gd name="T7" fmla="*/ 13 h 101"/>
                  <a:gd name="T8" fmla="*/ 9 w 73"/>
                  <a:gd name="T9" fmla="*/ 17 h 101"/>
                  <a:gd name="T10" fmla="*/ 3 w 73"/>
                  <a:gd name="T11" fmla="*/ 24 h 101"/>
                  <a:gd name="T12" fmla="*/ 0 w 73"/>
                  <a:gd name="T13" fmla="*/ 34 h 101"/>
                  <a:gd name="T14" fmla="*/ 3 w 73"/>
                  <a:gd name="T15" fmla="*/ 47 h 101"/>
                  <a:gd name="T16" fmla="*/ 11 w 73"/>
                  <a:gd name="T17" fmla="*/ 54 h 101"/>
                  <a:gd name="T18" fmla="*/ 21 w 73"/>
                  <a:gd name="T19" fmla="*/ 59 h 101"/>
                  <a:gd name="T20" fmla="*/ 31 w 73"/>
                  <a:gd name="T21" fmla="*/ 62 h 101"/>
                  <a:gd name="T22" fmla="*/ 39 w 73"/>
                  <a:gd name="T23" fmla="*/ 64 h 101"/>
                  <a:gd name="T24" fmla="*/ 42 w 73"/>
                  <a:gd name="T25" fmla="*/ 69 h 101"/>
                  <a:gd name="T26" fmla="*/ 40 w 73"/>
                  <a:gd name="T27" fmla="*/ 72 h 101"/>
                  <a:gd name="T28" fmla="*/ 34 w 73"/>
                  <a:gd name="T29" fmla="*/ 73 h 101"/>
                  <a:gd name="T30" fmla="*/ 24 w 73"/>
                  <a:gd name="T31" fmla="*/ 70 h 101"/>
                  <a:gd name="T32" fmla="*/ 18 w 73"/>
                  <a:gd name="T33" fmla="*/ 60 h 101"/>
                  <a:gd name="T34" fmla="*/ 1 w 73"/>
                  <a:gd name="T35" fmla="*/ 60 h 101"/>
                  <a:gd name="T36" fmla="*/ 1 w 73"/>
                  <a:gd name="T37" fmla="*/ 89 h 101"/>
                  <a:gd name="T38" fmla="*/ 18 w 73"/>
                  <a:gd name="T39" fmla="*/ 89 h 101"/>
                  <a:gd name="T40" fmla="*/ 18 w 73"/>
                  <a:gd name="T41" fmla="*/ 84 h 101"/>
                  <a:gd name="T42" fmla="*/ 30 w 73"/>
                  <a:gd name="T43" fmla="*/ 89 h 101"/>
                  <a:gd name="T44" fmla="*/ 30 w 73"/>
                  <a:gd name="T45" fmla="*/ 101 h 101"/>
                  <a:gd name="T46" fmla="*/ 43 w 73"/>
                  <a:gd name="T47" fmla="*/ 101 h 101"/>
                  <a:gd name="T48" fmla="*/ 43 w 73"/>
                  <a:gd name="T49" fmla="*/ 90 h 101"/>
                  <a:gd name="T50" fmla="*/ 55 w 73"/>
                  <a:gd name="T51" fmla="*/ 88 h 101"/>
                  <a:gd name="T52" fmla="*/ 64 w 73"/>
                  <a:gd name="T53" fmla="*/ 84 h 101"/>
                  <a:gd name="T54" fmla="*/ 71 w 73"/>
                  <a:gd name="T55" fmla="*/ 77 h 101"/>
                  <a:gd name="T56" fmla="*/ 73 w 73"/>
                  <a:gd name="T57" fmla="*/ 67 h 101"/>
                  <a:gd name="T58" fmla="*/ 70 w 73"/>
                  <a:gd name="T59" fmla="*/ 54 h 101"/>
                  <a:gd name="T60" fmla="*/ 62 w 73"/>
                  <a:gd name="T61" fmla="*/ 47 h 101"/>
                  <a:gd name="T62" fmla="*/ 52 w 73"/>
                  <a:gd name="T63" fmla="*/ 42 h 101"/>
                  <a:gd name="T64" fmla="*/ 42 w 73"/>
                  <a:gd name="T65" fmla="*/ 39 h 101"/>
                  <a:gd name="T66" fmla="*/ 34 w 73"/>
                  <a:gd name="T67" fmla="*/ 37 h 101"/>
                  <a:gd name="T68" fmla="*/ 31 w 73"/>
                  <a:gd name="T69" fmla="*/ 32 h 101"/>
                  <a:gd name="T70" fmla="*/ 33 w 73"/>
                  <a:gd name="T71" fmla="*/ 29 h 101"/>
                  <a:gd name="T72" fmla="*/ 38 w 73"/>
                  <a:gd name="T73" fmla="*/ 27 h 101"/>
                  <a:gd name="T74" fmla="*/ 43 w 73"/>
                  <a:gd name="T75" fmla="*/ 28 h 101"/>
                  <a:gd name="T76" fmla="*/ 48 w 73"/>
                  <a:gd name="T77" fmla="*/ 31 h 101"/>
                  <a:gd name="T78" fmla="*/ 52 w 73"/>
                  <a:gd name="T79" fmla="*/ 35 h 101"/>
                  <a:gd name="T80" fmla="*/ 54 w 73"/>
                  <a:gd name="T81" fmla="*/ 40 h 101"/>
                  <a:gd name="T82" fmla="*/ 71 w 73"/>
                  <a:gd name="T83" fmla="*/ 40 h 101"/>
                  <a:gd name="T84" fmla="*/ 71 w 73"/>
                  <a:gd name="T85" fmla="*/ 12 h 101"/>
                  <a:gd name="T86" fmla="*/ 54 w 73"/>
                  <a:gd name="T87" fmla="*/ 12 h 101"/>
                  <a:gd name="T88" fmla="*/ 54 w 73"/>
                  <a:gd name="T89" fmla="*/ 17 h 101"/>
                  <a:gd name="T90" fmla="*/ 49 w 73"/>
                  <a:gd name="T91" fmla="*/ 15 h 101"/>
                  <a:gd name="T92" fmla="*/ 43 w 73"/>
                  <a:gd name="T93" fmla="*/ 13 h 101"/>
                  <a:gd name="T94" fmla="*/ 43 w 73"/>
                  <a:gd name="T9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101">
                    <a:moveTo>
                      <a:pt x="43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1"/>
                      <a:pt x="22" y="11"/>
                      <a:pt x="19" y="13"/>
                    </a:cubicBezTo>
                    <a:cubicBezTo>
                      <a:pt x="15" y="14"/>
                      <a:pt x="12" y="15"/>
                      <a:pt x="9" y="17"/>
                    </a:cubicBezTo>
                    <a:cubicBezTo>
                      <a:pt x="7" y="19"/>
                      <a:pt x="4" y="21"/>
                      <a:pt x="3" y="24"/>
                    </a:cubicBezTo>
                    <a:cubicBezTo>
                      <a:pt x="1" y="27"/>
                      <a:pt x="0" y="31"/>
                      <a:pt x="0" y="34"/>
                    </a:cubicBezTo>
                    <a:cubicBezTo>
                      <a:pt x="0" y="39"/>
                      <a:pt x="1" y="44"/>
                      <a:pt x="3" y="47"/>
                    </a:cubicBezTo>
                    <a:cubicBezTo>
                      <a:pt x="5" y="50"/>
                      <a:pt x="8" y="52"/>
                      <a:pt x="11" y="54"/>
                    </a:cubicBezTo>
                    <a:cubicBezTo>
                      <a:pt x="14" y="56"/>
                      <a:pt x="17" y="58"/>
                      <a:pt x="21" y="59"/>
                    </a:cubicBezTo>
                    <a:cubicBezTo>
                      <a:pt x="25" y="60"/>
                      <a:pt x="28" y="61"/>
                      <a:pt x="31" y="62"/>
                    </a:cubicBezTo>
                    <a:cubicBezTo>
                      <a:pt x="34" y="62"/>
                      <a:pt x="37" y="63"/>
                      <a:pt x="39" y="64"/>
                    </a:cubicBezTo>
                    <a:cubicBezTo>
                      <a:pt x="41" y="65"/>
                      <a:pt x="42" y="67"/>
                      <a:pt x="42" y="69"/>
                    </a:cubicBezTo>
                    <a:cubicBezTo>
                      <a:pt x="42" y="70"/>
                      <a:pt x="41" y="71"/>
                      <a:pt x="40" y="72"/>
                    </a:cubicBezTo>
                    <a:cubicBezTo>
                      <a:pt x="39" y="73"/>
                      <a:pt x="37" y="73"/>
                      <a:pt x="34" y="73"/>
                    </a:cubicBezTo>
                    <a:cubicBezTo>
                      <a:pt x="31" y="73"/>
                      <a:pt x="27" y="72"/>
                      <a:pt x="24" y="70"/>
                    </a:cubicBezTo>
                    <a:cubicBezTo>
                      <a:pt x="21" y="68"/>
                      <a:pt x="19" y="64"/>
                      <a:pt x="18" y="60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2" y="86"/>
                      <a:pt x="26" y="88"/>
                      <a:pt x="30" y="89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43" y="101"/>
                      <a:pt x="43" y="101"/>
                      <a:pt x="43" y="101"/>
                    </a:cubicBezTo>
                    <a:cubicBezTo>
                      <a:pt x="43" y="90"/>
                      <a:pt x="43" y="90"/>
                      <a:pt x="43" y="90"/>
                    </a:cubicBezTo>
                    <a:cubicBezTo>
                      <a:pt x="47" y="90"/>
                      <a:pt x="51" y="89"/>
                      <a:pt x="55" y="88"/>
                    </a:cubicBezTo>
                    <a:cubicBezTo>
                      <a:pt x="58" y="87"/>
                      <a:pt x="62" y="86"/>
                      <a:pt x="64" y="84"/>
                    </a:cubicBezTo>
                    <a:cubicBezTo>
                      <a:pt x="67" y="82"/>
                      <a:pt x="69" y="80"/>
                      <a:pt x="71" y="77"/>
                    </a:cubicBezTo>
                    <a:cubicBezTo>
                      <a:pt x="72" y="74"/>
                      <a:pt x="73" y="71"/>
                      <a:pt x="73" y="67"/>
                    </a:cubicBezTo>
                    <a:cubicBezTo>
                      <a:pt x="73" y="62"/>
                      <a:pt x="72" y="58"/>
                      <a:pt x="70" y="54"/>
                    </a:cubicBezTo>
                    <a:cubicBezTo>
                      <a:pt x="68" y="51"/>
                      <a:pt x="65" y="49"/>
                      <a:pt x="62" y="47"/>
                    </a:cubicBezTo>
                    <a:cubicBezTo>
                      <a:pt x="59" y="45"/>
                      <a:pt x="56" y="43"/>
                      <a:pt x="52" y="42"/>
                    </a:cubicBezTo>
                    <a:cubicBezTo>
                      <a:pt x="48" y="41"/>
                      <a:pt x="45" y="40"/>
                      <a:pt x="42" y="39"/>
                    </a:cubicBezTo>
                    <a:cubicBezTo>
                      <a:pt x="39" y="38"/>
                      <a:pt x="36" y="38"/>
                      <a:pt x="34" y="37"/>
                    </a:cubicBezTo>
                    <a:cubicBezTo>
                      <a:pt x="32" y="36"/>
                      <a:pt x="31" y="34"/>
                      <a:pt x="31" y="32"/>
                    </a:cubicBezTo>
                    <a:cubicBezTo>
                      <a:pt x="31" y="31"/>
                      <a:pt x="32" y="30"/>
                      <a:pt x="33" y="29"/>
                    </a:cubicBezTo>
                    <a:cubicBezTo>
                      <a:pt x="34" y="28"/>
                      <a:pt x="36" y="27"/>
                      <a:pt x="38" y="27"/>
                    </a:cubicBezTo>
                    <a:cubicBezTo>
                      <a:pt x="40" y="27"/>
                      <a:pt x="42" y="28"/>
                      <a:pt x="43" y="28"/>
                    </a:cubicBezTo>
                    <a:cubicBezTo>
                      <a:pt x="45" y="29"/>
                      <a:pt x="47" y="30"/>
                      <a:pt x="48" y="31"/>
                    </a:cubicBezTo>
                    <a:cubicBezTo>
                      <a:pt x="49" y="32"/>
                      <a:pt x="51" y="33"/>
                      <a:pt x="52" y="35"/>
                    </a:cubicBezTo>
                    <a:cubicBezTo>
                      <a:pt x="53" y="36"/>
                      <a:pt x="53" y="38"/>
                      <a:pt x="54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7"/>
                      <a:pt x="54" y="17"/>
                      <a:pt x="54" y="17"/>
                    </a:cubicBezTo>
                    <a:cubicBezTo>
                      <a:pt x="52" y="16"/>
                      <a:pt x="51" y="15"/>
                      <a:pt x="49" y="15"/>
                    </a:cubicBezTo>
                    <a:cubicBezTo>
                      <a:pt x="48" y="14"/>
                      <a:pt x="46" y="13"/>
                      <a:pt x="43" y="13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8" name="Oval 117"/>
              <p:cNvSpPr>
                <a:spLocks noChangeArrowheads="1"/>
              </p:cNvSpPr>
              <p:nvPr/>
            </p:nvSpPr>
            <p:spPr bwMode="auto">
              <a:xfrm>
                <a:off x="4280097" y="2804896"/>
                <a:ext cx="296944" cy="297978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9" name="Oval 118"/>
              <p:cNvSpPr>
                <a:spLocks noChangeArrowheads="1"/>
              </p:cNvSpPr>
              <p:nvPr/>
            </p:nvSpPr>
            <p:spPr bwMode="auto">
              <a:xfrm>
                <a:off x="4311136" y="2835935"/>
                <a:ext cx="240038" cy="240038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0" name="Freeform 119"/>
              <p:cNvSpPr>
                <a:spLocks/>
              </p:cNvSpPr>
              <p:nvPr/>
            </p:nvSpPr>
            <p:spPr bwMode="auto">
              <a:xfrm>
                <a:off x="4379423" y="2880425"/>
                <a:ext cx="101395" cy="140712"/>
              </a:xfrm>
              <a:custGeom>
                <a:avLst/>
                <a:gdLst>
                  <a:gd name="T0" fmla="*/ 44 w 73"/>
                  <a:gd name="T1" fmla="*/ 0 h 101"/>
                  <a:gd name="T2" fmla="*/ 30 w 73"/>
                  <a:gd name="T3" fmla="*/ 0 h 101"/>
                  <a:gd name="T4" fmla="*/ 30 w 73"/>
                  <a:gd name="T5" fmla="*/ 11 h 101"/>
                  <a:gd name="T6" fmla="*/ 19 w 73"/>
                  <a:gd name="T7" fmla="*/ 13 h 101"/>
                  <a:gd name="T8" fmla="*/ 9 w 73"/>
                  <a:gd name="T9" fmla="*/ 17 h 101"/>
                  <a:gd name="T10" fmla="*/ 3 w 73"/>
                  <a:gd name="T11" fmla="*/ 25 h 101"/>
                  <a:gd name="T12" fmla="*/ 0 w 73"/>
                  <a:gd name="T13" fmla="*/ 34 h 101"/>
                  <a:gd name="T14" fmla="*/ 3 w 73"/>
                  <a:gd name="T15" fmla="*/ 47 h 101"/>
                  <a:gd name="T16" fmla="*/ 11 w 73"/>
                  <a:gd name="T17" fmla="*/ 55 h 101"/>
                  <a:gd name="T18" fmla="*/ 21 w 73"/>
                  <a:gd name="T19" fmla="*/ 59 h 101"/>
                  <a:gd name="T20" fmla="*/ 31 w 73"/>
                  <a:gd name="T21" fmla="*/ 62 h 101"/>
                  <a:gd name="T22" fmla="*/ 39 w 73"/>
                  <a:gd name="T23" fmla="*/ 65 h 101"/>
                  <a:gd name="T24" fmla="*/ 42 w 73"/>
                  <a:gd name="T25" fmla="*/ 69 h 101"/>
                  <a:gd name="T26" fmla="*/ 40 w 73"/>
                  <a:gd name="T27" fmla="*/ 72 h 101"/>
                  <a:gd name="T28" fmla="*/ 34 w 73"/>
                  <a:gd name="T29" fmla="*/ 74 h 101"/>
                  <a:gd name="T30" fmla="*/ 24 w 73"/>
                  <a:gd name="T31" fmla="*/ 70 h 101"/>
                  <a:gd name="T32" fmla="*/ 18 w 73"/>
                  <a:gd name="T33" fmla="*/ 60 h 101"/>
                  <a:gd name="T34" fmla="*/ 1 w 73"/>
                  <a:gd name="T35" fmla="*/ 60 h 101"/>
                  <a:gd name="T36" fmla="*/ 1 w 73"/>
                  <a:gd name="T37" fmla="*/ 89 h 101"/>
                  <a:gd name="T38" fmla="*/ 18 w 73"/>
                  <a:gd name="T39" fmla="*/ 89 h 101"/>
                  <a:gd name="T40" fmla="*/ 18 w 73"/>
                  <a:gd name="T41" fmla="*/ 84 h 101"/>
                  <a:gd name="T42" fmla="*/ 30 w 73"/>
                  <a:gd name="T43" fmla="*/ 89 h 101"/>
                  <a:gd name="T44" fmla="*/ 30 w 73"/>
                  <a:gd name="T45" fmla="*/ 101 h 101"/>
                  <a:gd name="T46" fmla="*/ 44 w 73"/>
                  <a:gd name="T47" fmla="*/ 101 h 101"/>
                  <a:gd name="T48" fmla="*/ 44 w 73"/>
                  <a:gd name="T49" fmla="*/ 90 h 101"/>
                  <a:gd name="T50" fmla="*/ 55 w 73"/>
                  <a:gd name="T51" fmla="*/ 89 h 101"/>
                  <a:gd name="T52" fmla="*/ 64 w 73"/>
                  <a:gd name="T53" fmla="*/ 84 h 101"/>
                  <a:gd name="T54" fmla="*/ 71 w 73"/>
                  <a:gd name="T55" fmla="*/ 77 h 101"/>
                  <a:gd name="T56" fmla="*/ 73 w 73"/>
                  <a:gd name="T57" fmla="*/ 67 h 101"/>
                  <a:gd name="T58" fmla="*/ 70 w 73"/>
                  <a:gd name="T59" fmla="*/ 54 h 101"/>
                  <a:gd name="T60" fmla="*/ 62 w 73"/>
                  <a:gd name="T61" fmla="*/ 47 h 101"/>
                  <a:gd name="T62" fmla="*/ 52 w 73"/>
                  <a:gd name="T63" fmla="*/ 42 h 101"/>
                  <a:gd name="T64" fmla="*/ 42 w 73"/>
                  <a:gd name="T65" fmla="*/ 39 h 101"/>
                  <a:gd name="T66" fmla="*/ 34 w 73"/>
                  <a:gd name="T67" fmla="*/ 37 h 101"/>
                  <a:gd name="T68" fmla="*/ 31 w 73"/>
                  <a:gd name="T69" fmla="*/ 32 h 101"/>
                  <a:gd name="T70" fmla="*/ 33 w 73"/>
                  <a:gd name="T71" fmla="*/ 29 h 101"/>
                  <a:gd name="T72" fmla="*/ 38 w 73"/>
                  <a:gd name="T73" fmla="*/ 28 h 101"/>
                  <a:gd name="T74" fmla="*/ 44 w 73"/>
                  <a:gd name="T75" fmla="*/ 29 h 101"/>
                  <a:gd name="T76" fmla="*/ 48 w 73"/>
                  <a:gd name="T77" fmla="*/ 31 h 101"/>
                  <a:gd name="T78" fmla="*/ 52 w 73"/>
                  <a:gd name="T79" fmla="*/ 35 h 101"/>
                  <a:gd name="T80" fmla="*/ 54 w 73"/>
                  <a:gd name="T81" fmla="*/ 40 h 101"/>
                  <a:gd name="T82" fmla="*/ 71 w 73"/>
                  <a:gd name="T83" fmla="*/ 40 h 101"/>
                  <a:gd name="T84" fmla="*/ 71 w 73"/>
                  <a:gd name="T85" fmla="*/ 12 h 101"/>
                  <a:gd name="T86" fmla="*/ 54 w 73"/>
                  <a:gd name="T87" fmla="*/ 12 h 101"/>
                  <a:gd name="T88" fmla="*/ 54 w 73"/>
                  <a:gd name="T89" fmla="*/ 17 h 101"/>
                  <a:gd name="T90" fmla="*/ 49 w 73"/>
                  <a:gd name="T91" fmla="*/ 15 h 101"/>
                  <a:gd name="T92" fmla="*/ 44 w 73"/>
                  <a:gd name="T93" fmla="*/ 13 h 101"/>
                  <a:gd name="T94" fmla="*/ 44 w 73"/>
                  <a:gd name="T9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101">
                    <a:moveTo>
                      <a:pt x="44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1"/>
                      <a:pt x="22" y="12"/>
                      <a:pt x="19" y="13"/>
                    </a:cubicBezTo>
                    <a:cubicBezTo>
                      <a:pt x="15" y="14"/>
                      <a:pt x="12" y="15"/>
                      <a:pt x="9" y="17"/>
                    </a:cubicBezTo>
                    <a:cubicBezTo>
                      <a:pt x="7" y="19"/>
                      <a:pt x="4" y="22"/>
                      <a:pt x="3" y="25"/>
                    </a:cubicBezTo>
                    <a:cubicBezTo>
                      <a:pt x="1" y="27"/>
                      <a:pt x="0" y="31"/>
                      <a:pt x="0" y="34"/>
                    </a:cubicBezTo>
                    <a:cubicBezTo>
                      <a:pt x="0" y="40"/>
                      <a:pt x="1" y="44"/>
                      <a:pt x="3" y="47"/>
                    </a:cubicBezTo>
                    <a:cubicBezTo>
                      <a:pt x="6" y="50"/>
                      <a:pt x="8" y="53"/>
                      <a:pt x="11" y="55"/>
                    </a:cubicBezTo>
                    <a:cubicBezTo>
                      <a:pt x="14" y="56"/>
                      <a:pt x="18" y="58"/>
                      <a:pt x="21" y="59"/>
                    </a:cubicBezTo>
                    <a:cubicBezTo>
                      <a:pt x="25" y="60"/>
                      <a:pt x="28" y="61"/>
                      <a:pt x="31" y="62"/>
                    </a:cubicBezTo>
                    <a:cubicBezTo>
                      <a:pt x="34" y="63"/>
                      <a:pt x="37" y="63"/>
                      <a:pt x="39" y="65"/>
                    </a:cubicBezTo>
                    <a:cubicBezTo>
                      <a:pt x="41" y="66"/>
                      <a:pt x="42" y="67"/>
                      <a:pt x="42" y="69"/>
                    </a:cubicBezTo>
                    <a:cubicBezTo>
                      <a:pt x="42" y="70"/>
                      <a:pt x="41" y="71"/>
                      <a:pt x="40" y="72"/>
                    </a:cubicBezTo>
                    <a:cubicBezTo>
                      <a:pt x="39" y="73"/>
                      <a:pt x="37" y="74"/>
                      <a:pt x="34" y="74"/>
                    </a:cubicBezTo>
                    <a:cubicBezTo>
                      <a:pt x="31" y="74"/>
                      <a:pt x="27" y="72"/>
                      <a:pt x="24" y="70"/>
                    </a:cubicBezTo>
                    <a:cubicBezTo>
                      <a:pt x="21" y="68"/>
                      <a:pt x="19" y="65"/>
                      <a:pt x="18" y="60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2" y="87"/>
                      <a:pt x="26" y="88"/>
                      <a:pt x="30" y="89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44" y="101"/>
                      <a:pt x="44" y="101"/>
                      <a:pt x="44" y="101"/>
                    </a:cubicBezTo>
                    <a:cubicBezTo>
                      <a:pt x="44" y="90"/>
                      <a:pt x="44" y="90"/>
                      <a:pt x="44" y="90"/>
                    </a:cubicBezTo>
                    <a:cubicBezTo>
                      <a:pt x="47" y="90"/>
                      <a:pt x="51" y="89"/>
                      <a:pt x="55" y="89"/>
                    </a:cubicBezTo>
                    <a:cubicBezTo>
                      <a:pt x="58" y="88"/>
                      <a:pt x="62" y="86"/>
                      <a:pt x="64" y="84"/>
                    </a:cubicBezTo>
                    <a:cubicBezTo>
                      <a:pt x="67" y="82"/>
                      <a:pt x="69" y="80"/>
                      <a:pt x="71" y="77"/>
                    </a:cubicBezTo>
                    <a:cubicBezTo>
                      <a:pt x="72" y="74"/>
                      <a:pt x="73" y="71"/>
                      <a:pt x="73" y="67"/>
                    </a:cubicBezTo>
                    <a:cubicBezTo>
                      <a:pt x="73" y="62"/>
                      <a:pt x="72" y="58"/>
                      <a:pt x="70" y="54"/>
                    </a:cubicBezTo>
                    <a:cubicBezTo>
                      <a:pt x="68" y="51"/>
                      <a:pt x="65" y="49"/>
                      <a:pt x="62" y="47"/>
                    </a:cubicBezTo>
                    <a:cubicBezTo>
                      <a:pt x="59" y="45"/>
                      <a:pt x="56" y="43"/>
                      <a:pt x="52" y="42"/>
                    </a:cubicBezTo>
                    <a:cubicBezTo>
                      <a:pt x="48" y="41"/>
                      <a:pt x="45" y="40"/>
                      <a:pt x="42" y="39"/>
                    </a:cubicBezTo>
                    <a:cubicBezTo>
                      <a:pt x="39" y="39"/>
                      <a:pt x="36" y="38"/>
                      <a:pt x="34" y="37"/>
                    </a:cubicBezTo>
                    <a:cubicBezTo>
                      <a:pt x="32" y="36"/>
                      <a:pt x="31" y="34"/>
                      <a:pt x="31" y="32"/>
                    </a:cubicBezTo>
                    <a:cubicBezTo>
                      <a:pt x="31" y="31"/>
                      <a:pt x="32" y="30"/>
                      <a:pt x="33" y="29"/>
                    </a:cubicBezTo>
                    <a:cubicBezTo>
                      <a:pt x="34" y="28"/>
                      <a:pt x="36" y="28"/>
                      <a:pt x="38" y="28"/>
                    </a:cubicBezTo>
                    <a:cubicBezTo>
                      <a:pt x="40" y="28"/>
                      <a:pt x="42" y="28"/>
                      <a:pt x="44" y="29"/>
                    </a:cubicBezTo>
                    <a:cubicBezTo>
                      <a:pt x="45" y="29"/>
                      <a:pt x="47" y="30"/>
                      <a:pt x="48" y="31"/>
                    </a:cubicBezTo>
                    <a:cubicBezTo>
                      <a:pt x="50" y="32"/>
                      <a:pt x="51" y="34"/>
                      <a:pt x="52" y="35"/>
                    </a:cubicBezTo>
                    <a:cubicBezTo>
                      <a:pt x="53" y="37"/>
                      <a:pt x="53" y="38"/>
                      <a:pt x="54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7"/>
                      <a:pt x="54" y="17"/>
                      <a:pt x="54" y="17"/>
                    </a:cubicBezTo>
                    <a:cubicBezTo>
                      <a:pt x="52" y="16"/>
                      <a:pt x="51" y="16"/>
                      <a:pt x="49" y="15"/>
                    </a:cubicBezTo>
                    <a:cubicBezTo>
                      <a:pt x="48" y="14"/>
                      <a:pt x="46" y="13"/>
                      <a:pt x="44" y="13"/>
                    </a:cubicBezTo>
                    <a:cubicBezTo>
                      <a:pt x="44" y="0"/>
                      <a:pt x="44" y="0"/>
                      <a:pt x="44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1" name="Oval 120"/>
              <p:cNvSpPr>
                <a:spLocks noChangeArrowheads="1"/>
              </p:cNvSpPr>
              <p:nvPr/>
            </p:nvSpPr>
            <p:spPr bwMode="auto">
              <a:xfrm>
                <a:off x="4636015" y="2823519"/>
                <a:ext cx="295909" cy="295909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2" name="Oval 121"/>
              <p:cNvSpPr>
                <a:spLocks noChangeArrowheads="1"/>
              </p:cNvSpPr>
              <p:nvPr/>
            </p:nvSpPr>
            <p:spPr bwMode="auto">
              <a:xfrm>
                <a:off x="4667054" y="2854559"/>
                <a:ext cx="237969" cy="240038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3" name="Freeform 122"/>
              <p:cNvSpPr>
                <a:spLocks/>
              </p:cNvSpPr>
              <p:nvPr/>
            </p:nvSpPr>
            <p:spPr bwMode="auto">
              <a:xfrm>
                <a:off x="4735341" y="2899049"/>
                <a:ext cx="101395" cy="140712"/>
              </a:xfrm>
              <a:custGeom>
                <a:avLst/>
                <a:gdLst>
                  <a:gd name="T0" fmla="*/ 43 w 73"/>
                  <a:gd name="T1" fmla="*/ 0 h 101"/>
                  <a:gd name="T2" fmla="*/ 30 w 73"/>
                  <a:gd name="T3" fmla="*/ 0 h 101"/>
                  <a:gd name="T4" fmla="*/ 30 w 73"/>
                  <a:gd name="T5" fmla="*/ 11 h 101"/>
                  <a:gd name="T6" fmla="*/ 18 w 73"/>
                  <a:gd name="T7" fmla="*/ 13 h 101"/>
                  <a:gd name="T8" fmla="*/ 9 w 73"/>
                  <a:gd name="T9" fmla="*/ 17 h 101"/>
                  <a:gd name="T10" fmla="*/ 2 w 73"/>
                  <a:gd name="T11" fmla="*/ 24 h 101"/>
                  <a:gd name="T12" fmla="*/ 0 w 73"/>
                  <a:gd name="T13" fmla="*/ 34 h 101"/>
                  <a:gd name="T14" fmla="*/ 3 w 73"/>
                  <a:gd name="T15" fmla="*/ 47 h 101"/>
                  <a:gd name="T16" fmla="*/ 11 w 73"/>
                  <a:gd name="T17" fmla="*/ 54 h 101"/>
                  <a:gd name="T18" fmla="*/ 21 w 73"/>
                  <a:gd name="T19" fmla="*/ 59 h 101"/>
                  <a:gd name="T20" fmla="*/ 31 w 73"/>
                  <a:gd name="T21" fmla="*/ 62 h 101"/>
                  <a:gd name="T22" fmla="*/ 38 w 73"/>
                  <a:gd name="T23" fmla="*/ 64 h 101"/>
                  <a:gd name="T24" fmla="*/ 42 w 73"/>
                  <a:gd name="T25" fmla="*/ 69 h 101"/>
                  <a:gd name="T26" fmla="*/ 40 w 73"/>
                  <a:gd name="T27" fmla="*/ 72 h 101"/>
                  <a:gd name="T28" fmla="*/ 34 w 73"/>
                  <a:gd name="T29" fmla="*/ 74 h 101"/>
                  <a:gd name="T30" fmla="*/ 24 w 73"/>
                  <a:gd name="T31" fmla="*/ 70 h 101"/>
                  <a:gd name="T32" fmla="*/ 18 w 73"/>
                  <a:gd name="T33" fmla="*/ 60 h 101"/>
                  <a:gd name="T34" fmla="*/ 1 w 73"/>
                  <a:gd name="T35" fmla="*/ 60 h 101"/>
                  <a:gd name="T36" fmla="*/ 1 w 73"/>
                  <a:gd name="T37" fmla="*/ 89 h 101"/>
                  <a:gd name="T38" fmla="*/ 18 w 73"/>
                  <a:gd name="T39" fmla="*/ 89 h 101"/>
                  <a:gd name="T40" fmla="*/ 18 w 73"/>
                  <a:gd name="T41" fmla="*/ 84 h 101"/>
                  <a:gd name="T42" fmla="*/ 30 w 73"/>
                  <a:gd name="T43" fmla="*/ 89 h 101"/>
                  <a:gd name="T44" fmla="*/ 30 w 73"/>
                  <a:gd name="T45" fmla="*/ 101 h 101"/>
                  <a:gd name="T46" fmla="*/ 43 w 73"/>
                  <a:gd name="T47" fmla="*/ 101 h 101"/>
                  <a:gd name="T48" fmla="*/ 43 w 73"/>
                  <a:gd name="T49" fmla="*/ 90 h 101"/>
                  <a:gd name="T50" fmla="*/ 55 w 73"/>
                  <a:gd name="T51" fmla="*/ 88 h 101"/>
                  <a:gd name="T52" fmla="*/ 64 w 73"/>
                  <a:gd name="T53" fmla="*/ 84 h 101"/>
                  <a:gd name="T54" fmla="*/ 71 w 73"/>
                  <a:gd name="T55" fmla="*/ 77 h 101"/>
                  <a:gd name="T56" fmla="*/ 73 w 73"/>
                  <a:gd name="T57" fmla="*/ 67 h 101"/>
                  <a:gd name="T58" fmla="*/ 70 w 73"/>
                  <a:gd name="T59" fmla="*/ 54 h 101"/>
                  <a:gd name="T60" fmla="*/ 62 w 73"/>
                  <a:gd name="T61" fmla="*/ 47 h 101"/>
                  <a:gd name="T62" fmla="*/ 52 w 73"/>
                  <a:gd name="T63" fmla="*/ 42 h 101"/>
                  <a:gd name="T64" fmla="*/ 42 w 73"/>
                  <a:gd name="T65" fmla="*/ 39 h 101"/>
                  <a:gd name="T66" fmla="*/ 34 w 73"/>
                  <a:gd name="T67" fmla="*/ 37 h 101"/>
                  <a:gd name="T68" fmla="*/ 31 w 73"/>
                  <a:gd name="T69" fmla="*/ 32 h 101"/>
                  <a:gd name="T70" fmla="*/ 33 w 73"/>
                  <a:gd name="T71" fmla="*/ 29 h 101"/>
                  <a:gd name="T72" fmla="*/ 38 w 73"/>
                  <a:gd name="T73" fmla="*/ 28 h 101"/>
                  <a:gd name="T74" fmla="*/ 43 w 73"/>
                  <a:gd name="T75" fmla="*/ 29 h 101"/>
                  <a:gd name="T76" fmla="*/ 48 w 73"/>
                  <a:gd name="T77" fmla="*/ 31 h 101"/>
                  <a:gd name="T78" fmla="*/ 51 w 73"/>
                  <a:gd name="T79" fmla="*/ 35 h 101"/>
                  <a:gd name="T80" fmla="*/ 53 w 73"/>
                  <a:gd name="T81" fmla="*/ 40 h 101"/>
                  <a:gd name="T82" fmla="*/ 71 w 73"/>
                  <a:gd name="T83" fmla="*/ 40 h 101"/>
                  <a:gd name="T84" fmla="*/ 71 w 73"/>
                  <a:gd name="T85" fmla="*/ 12 h 101"/>
                  <a:gd name="T86" fmla="*/ 53 w 73"/>
                  <a:gd name="T87" fmla="*/ 12 h 101"/>
                  <a:gd name="T88" fmla="*/ 53 w 73"/>
                  <a:gd name="T89" fmla="*/ 17 h 101"/>
                  <a:gd name="T90" fmla="*/ 49 w 73"/>
                  <a:gd name="T91" fmla="*/ 15 h 101"/>
                  <a:gd name="T92" fmla="*/ 43 w 73"/>
                  <a:gd name="T93" fmla="*/ 13 h 101"/>
                  <a:gd name="T94" fmla="*/ 43 w 73"/>
                  <a:gd name="T9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101">
                    <a:moveTo>
                      <a:pt x="43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1"/>
                      <a:pt x="22" y="12"/>
                      <a:pt x="18" y="13"/>
                    </a:cubicBezTo>
                    <a:cubicBezTo>
                      <a:pt x="15" y="14"/>
                      <a:pt x="12" y="15"/>
                      <a:pt x="9" y="17"/>
                    </a:cubicBezTo>
                    <a:cubicBezTo>
                      <a:pt x="6" y="19"/>
                      <a:pt x="4" y="22"/>
                      <a:pt x="2" y="24"/>
                    </a:cubicBezTo>
                    <a:cubicBezTo>
                      <a:pt x="1" y="27"/>
                      <a:pt x="0" y="31"/>
                      <a:pt x="0" y="34"/>
                    </a:cubicBezTo>
                    <a:cubicBezTo>
                      <a:pt x="0" y="40"/>
                      <a:pt x="1" y="44"/>
                      <a:pt x="3" y="47"/>
                    </a:cubicBezTo>
                    <a:cubicBezTo>
                      <a:pt x="5" y="50"/>
                      <a:pt x="8" y="53"/>
                      <a:pt x="11" y="54"/>
                    </a:cubicBezTo>
                    <a:cubicBezTo>
                      <a:pt x="14" y="56"/>
                      <a:pt x="17" y="58"/>
                      <a:pt x="21" y="59"/>
                    </a:cubicBezTo>
                    <a:cubicBezTo>
                      <a:pt x="24" y="60"/>
                      <a:pt x="28" y="61"/>
                      <a:pt x="31" y="62"/>
                    </a:cubicBezTo>
                    <a:cubicBezTo>
                      <a:pt x="34" y="63"/>
                      <a:pt x="36" y="63"/>
                      <a:pt x="38" y="64"/>
                    </a:cubicBezTo>
                    <a:cubicBezTo>
                      <a:pt x="40" y="66"/>
                      <a:pt x="42" y="67"/>
                      <a:pt x="42" y="69"/>
                    </a:cubicBezTo>
                    <a:cubicBezTo>
                      <a:pt x="42" y="70"/>
                      <a:pt x="41" y="71"/>
                      <a:pt x="40" y="72"/>
                    </a:cubicBezTo>
                    <a:cubicBezTo>
                      <a:pt x="39" y="73"/>
                      <a:pt x="37" y="74"/>
                      <a:pt x="34" y="74"/>
                    </a:cubicBezTo>
                    <a:cubicBezTo>
                      <a:pt x="30" y="74"/>
                      <a:pt x="27" y="72"/>
                      <a:pt x="24" y="70"/>
                    </a:cubicBezTo>
                    <a:cubicBezTo>
                      <a:pt x="21" y="68"/>
                      <a:pt x="19" y="65"/>
                      <a:pt x="18" y="60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2" y="87"/>
                      <a:pt x="26" y="88"/>
                      <a:pt x="30" y="89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43" y="101"/>
                      <a:pt x="43" y="101"/>
                      <a:pt x="43" y="101"/>
                    </a:cubicBezTo>
                    <a:cubicBezTo>
                      <a:pt x="43" y="90"/>
                      <a:pt x="43" y="90"/>
                      <a:pt x="43" y="90"/>
                    </a:cubicBezTo>
                    <a:cubicBezTo>
                      <a:pt x="47" y="90"/>
                      <a:pt x="51" y="89"/>
                      <a:pt x="55" y="88"/>
                    </a:cubicBezTo>
                    <a:cubicBezTo>
                      <a:pt x="58" y="88"/>
                      <a:pt x="61" y="86"/>
                      <a:pt x="64" y="84"/>
                    </a:cubicBezTo>
                    <a:cubicBezTo>
                      <a:pt x="67" y="82"/>
                      <a:pt x="69" y="80"/>
                      <a:pt x="71" y="77"/>
                    </a:cubicBezTo>
                    <a:cubicBezTo>
                      <a:pt x="72" y="74"/>
                      <a:pt x="73" y="71"/>
                      <a:pt x="73" y="67"/>
                    </a:cubicBezTo>
                    <a:cubicBezTo>
                      <a:pt x="73" y="62"/>
                      <a:pt x="72" y="58"/>
                      <a:pt x="70" y="54"/>
                    </a:cubicBezTo>
                    <a:cubicBezTo>
                      <a:pt x="68" y="51"/>
                      <a:pt x="65" y="49"/>
                      <a:pt x="62" y="47"/>
                    </a:cubicBezTo>
                    <a:cubicBezTo>
                      <a:pt x="59" y="45"/>
                      <a:pt x="55" y="43"/>
                      <a:pt x="52" y="42"/>
                    </a:cubicBezTo>
                    <a:cubicBezTo>
                      <a:pt x="48" y="41"/>
                      <a:pt x="45" y="40"/>
                      <a:pt x="42" y="39"/>
                    </a:cubicBezTo>
                    <a:cubicBezTo>
                      <a:pt x="39" y="39"/>
                      <a:pt x="36" y="38"/>
                      <a:pt x="34" y="37"/>
                    </a:cubicBezTo>
                    <a:cubicBezTo>
                      <a:pt x="32" y="36"/>
                      <a:pt x="31" y="34"/>
                      <a:pt x="31" y="32"/>
                    </a:cubicBezTo>
                    <a:cubicBezTo>
                      <a:pt x="31" y="31"/>
                      <a:pt x="31" y="30"/>
                      <a:pt x="33" y="29"/>
                    </a:cubicBezTo>
                    <a:cubicBezTo>
                      <a:pt x="34" y="28"/>
                      <a:pt x="36" y="28"/>
                      <a:pt x="38" y="28"/>
                    </a:cubicBezTo>
                    <a:cubicBezTo>
                      <a:pt x="40" y="28"/>
                      <a:pt x="41" y="28"/>
                      <a:pt x="43" y="29"/>
                    </a:cubicBezTo>
                    <a:cubicBezTo>
                      <a:pt x="45" y="29"/>
                      <a:pt x="46" y="30"/>
                      <a:pt x="48" y="31"/>
                    </a:cubicBezTo>
                    <a:cubicBezTo>
                      <a:pt x="49" y="32"/>
                      <a:pt x="50" y="34"/>
                      <a:pt x="51" y="35"/>
                    </a:cubicBezTo>
                    <a:cubicBezTo>
                      <a:pt x="52" y="37"/>
                      <a:pt x="53" y="38"/>
                      <a:pt x="53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53" y="12"/>
                      <a:pt x="53" y="12"/>
                      <a:pt x="53" y="12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2" y="16"/>
                      <a:pt x="51" y="16"/>
                      <a:pt x="49" y="15"/>
                    </a:cubicBezTo>
                    <a:cubicBezTo>
                      <a:pt x="47" y="14"/>
                      <a:pt x="45" y="13"/>
                      <a:pt x="43" y="13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4" name="Oval 123"/>
              <p:cNvSpPr>
                <a:spLocks noChangeArrowheads="1"/>
              </p:cNvSpPr>
              <p:nvPr/>
            </p:nvSpPr>
            <p:spPr bwMode="auto">
              <a:xfrm>
                <a:off x="2449808" y="2971474"/>
                <a:ext cx="330052" cy="331087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Oval 124"/>
              <p:cNvSpPr>
                <a:spLocks noChangeArrowheads="1"/>
              </p:cNvSpPr>
              <p:nvPr/>
            </p:nvSpPr>
            <p:spPr bwMode="auto">
              <a:xfrm>
                <a:off x="2478778" y="3000444"/>
                <a:ext cx="272112" cy="272112"/>
              </a:xfrm>
              <a:prstGeom prst="ellipse">
                <a:avLst/>
              </a:prstGeom>
              <a:solidFill>
                <a:srgbClr val="B49E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6" name="Oval 125"/>
              <p:cNvSpPr>
                <a:spLocks noChangeArrowheads="1"/>
              </p:cNvSpPr>
              <p:nvPr/>
            </p:nvSpPr>
            <p:spPr bwMode="auto">
              <a:xfrm>
                <a:off x="2478778" y="3000444"/>
                <a:ext cx="264869" cy="266939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7" name="Freeform 126"/>
              <p:cNvSpPr>
                <a:spLocks/>
              </p:cNvSpPr>
              <p:nvPr/>
            </p:nvSpPr>
            <p:spPr bwMode="auto">
              <a:xfrm>
                <a:off x="2559480" y="3055280"/>
                <a:ext cx="112777" cy="157266"/>
              </a:xfrm>
              <a:custGeom>
                <a:avLst/>
                <a:gdLst>
                  <a:gd name="T0" fmla="*/ 48 w 81"/>
                  <a:gd name="T1" fmla="*/ 0 h 113"/>
                  <a:gd name="T2" fmla="*/ 33 w 81"/>
                  <a:gd name="T3" fmla="*/ 0 h 113"/>
                  <a:gd name="T4" fmla="*/ 33 w 81"/>
                  <a:gd name="T5" fmla="*/ 13 h 113"/>
                  <a:gd name="T6" fmla="*/ 21 w 81"/>
                  <a:gd name="T7" fmla="*/ 15 h 113"/>
                  <a:gd name="T8" fmla="*/ 10 w 81"/>
                  <a:gd name="T9" fmla="*/ 20 h 113"/>
                  <a:gd name="T10" fmla="*/ 3 w 81"/>
                  <a:gd name="T11" fmla="*/ 28 h 113"/>
                  <a:gd name="T12" fmla="*/ 0 w 81"/>
                  <a:gd name="T13" fmla="*/ 39 h 113"/>
                  <a:gd name="T14" fmla="*/ 4 w 81"/>
                  <a:gd name="T15" fmla="*/ 53 h 113"/>
                  <a:gd name="T16" fmla="*/ 12 w 81"/>
                  <a:gd name="T17" fmla="*/ 61 h 113"/>
                  <a:gd name="T18" fmla="*/ 23 w 81"/>
                  <a:gd name="T19" fmla="*/ 66 h 113"/>
                  <a:gd name="T20" fmla="*/ 35 w 81"/>
                  <a:gd name="T21" fmla="*/ 69 h 113"/>
                  <a:gd name="T22" fmla="*/ 43 w 81"/>
                  <a:gd name="T23" fmla="*/ 72 h 113"/>
                  <a:gd name="T24" fmla="*/ 47 w 81"/>
                  <a:gd name="T25" fmla="*/ 77 h 113"/>
                  <a:gd name="T26" fmla="*/ 44 w 81"/>
                  <a:gd name="T27" fmla="*/ 81 h 113"/>
                  <a:gd name="T28" fmla="*/ 38 w 81"/>
                  <a:gd name="T29" fmla="*/ 82 h 113"/>
                  <a:gd name="T30" fmla="*/ 27 w 81"/>
                  <a:gd name="T31" fmla="*/ 78 h 113"/>
                  <a:gd name="T32" fmla="*/ 20 w 81"/>
                  <a:gd name="T33" fmla="*/ 68 h 113"/>
                  <a:gd name="T34" fmla="*/ 1 w 81"/>
                  <a:gd name="T35" fmla="*/ 68 h 113"/>
                  <a:gd name="T36" fmla="*/ 1 w 81"/>
                  <a:gd name="T37" fmla="*/ 99 h 113"/>
                  <a:gd name="T38" fmla="*/ 20 w 81"/>
                  <a:gd name="T39" fmla="*/ 99 h 113"/>
                  <a:gd name="T40" fmla="*/ 20 w 81"/>
                  <a:gd name="T41" fmla="*/ 94 h 113"/>
                  <a:gd name="T42" fmla="*/ 33 w 81"/>
                  <a:gd name="T43" fmla="*/ 100 h 113"/>
                  <a:gd name="T44" fmla="*/ 33 w 81"/>
                  <a:gd name="T45" fmla="*/ 113 h 113"/>
                  <a:gd name="T46" fmla="*/ 48 w 81"/>
                  <a:gd name="T47" fmla="*/ 113 h 113"/>
                  <a:gd name="T48" fmla="*/ 48 w 81"/>
                  <a:gd name="T49" fmla="*/ 101 h 113"/>
                  <a:gd name="T50" fmla="*/ 61 w 81"/>
                  <a:gd name="T51" fmla="*/ 99 h 113"/>
                  <a:gd name="T52" fmla="*/ 72 w 81"/>
                  <a:gd name="T53" fmla="*/ 94 h 113"/>
                  <a:gd name="T54" fmla="*/ 79 w 81"/>
                  <a:gd name="T55" fmla="*/ 86 h 113"/>
                  <a:gd name="T56" fmla="*/ 81 w 81"/>
                  <a:gd name="T57" fmla="*/ 75 h 113"/>
                  <a:gd name="T58" fmla="*/ 78 w 81"/>
                  <a:gd name="T59" fmla="*/ 61 h 113"/>
                  <a:gd name="T60" fmla="*/ 69 w 81"/>
                  <a:gd name="T61" fmla="*/ 52 h 113"/>
                  <a:gd name="T62" fmla="*/ 58 w 81"/>
                  <a:gd name="T63" fmla="*/ 47 h 113"/>
                  <a:gd name="T64" fmla="*/ 47 w 81"/>
                  <a:gd name="T65" fmla="*/ 44 h 113"/>
                  <a:gd name="T66" fmla="*/ 38 w 81"/>
                  <a:gd name="T67" fmla="*/ 41 h 113"/>
                  <a:gd name="T68" fmla="*/ 34 w 81"/>
                  <a:gd name="T69" fmla="*/ 36 h 113"/>
                  <a:gd name="T70" fmla="*/ 37 w 81"/>
                  <a:gd name="T71" fmla="*/ 33 h 113"/>
                  <a:gd name="T72" fmla="*/ 43 w 81"/>
                  <a:gd name="T73" fmla="*/ 31 h 113"/>
                  <a:gd name="T74" fmla="*/ 48 w 81"/>
                  <a:gd name="T75" fmla="*/ 32 h 113"/>
                  <a:gd name="T76" fmla="*/ 54 w 81"/>
                  <a:gd name="T77" fmla="*/ 35 h 113"/>
                  <a:gd name="T78" fmla="*/ 57 w 81"/>
                  <a:gd name="T79" fmla="*/ 39 h 113"/>
                  <a:gd name="T80" fmla="*/ 60 w 81"/>
                  <a:gd name="T81" fmla="*/ 45 h 113"/>
                  <a:gd name="T82" fmla="*/ 79 w 81"/>
                  <a:gd name="T83" fmla="*/ 45 h 113"/>
                  <a:gd name="T84" fmla="*/ 79 w 81"/>
                  <a:gd name="T85" fmla="*/ 14 h 113"/>
                  <a:gd name="T86" fmla="*/ 60 w 81"/>
                  <a:gd name="T87" fmla="*/ 14 h 113"/>
                  <a:gd name="T88" fmla="*/ 60 w 81"/>
                  <a:gd name="T89" fmla="*/ 19 h 113"/>
                  <a:gd name="T90" fmla="*/ 55 w 81"/>
                  <a:gd name="T91" fmla="*/ 17 h 113"/>
                  <a:gd name="T92" fmla="*/ 48 w 81"/>
                  <a:gd name="T93" fmla="*/ 15 h 113"/>
                  <a:gd name="T94" fmla="*/ 48 w 81"/>
                  <a:gd name="T95" fmla="*/ 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81" h="113">
                    <a:moveTo>
                      <a:pt x="48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33" y="13"/>
                      <a:pt x="33" y="13"/>
                      <a:pt x="33" y="13"/>
                    </a:cubicBezTo>
                    <a:cubicBezTo>
                      <a:pt x="29" y="13"/>
                      <a:pt x="25" y="13"/>
                      <a:pt x="21" y="15"/>
                    </a:cubicBezTo>
                    <a:cubicBezTo>
                      <a:pt x="17" y="16"/>
                      <a:pt x="13" y="17"/>
                      <a:pt x="10" y="20"/>
                    </a:cubicBezTo>
                    <a:cubicBezTo>
                      <a:pt x="7" y="22"/>
                      <a:pt x="5" y="24"/>
                      <a:pt x="3" y="28"/>
                    </a:cubicBezTo>
                    <a:cubicBezTo>
                      <a:pt x="1" y="31"/>
                      <a:pt x="0" y="35"/>
                      <a:pt x="0" y="39"/>
                    </a:cubicBezTo>
                    <a:cubicBezTo>
                      <a:pt x="0" y="45"/>
                      <a:pt x="1" y="49"/>
                      <a:pt x="4" y="53"/>
                    </a:cubicBezTo>
                    <a:cubicBezTo>
                      <a:pt x="6" y="56"/>
                      <a:pt x="9" y="59"/>
                      <a:pt x="12" y="61"/>
                    </a:cubicBezTo>
                    <a:cubicBezTo>
                      <a:pt x="16" y="63"/>
                      <a:pt x="19" y="65"/>
                      <a:pt x="23" y="66"/>
                    </a:cubicBezTo>
                    <a:cubicBezTo>
                      <a:pt x="27" y="67"/>
                      <a:pt x="31" y="68"/>
                      <a:pt x="35" y="69"/>
                    </a:cubicBezTo>
                    <a:cubicBezTo>
                      <a:pt x="38" y="70"/>
                      <a:pt x="41" y="71"/>
                      <a:pt x="43" y="72"/>
                    </a:cubicBezTo>
                    <a:cubicBezTo>
                      <a:pt x="45" y="73"/>
                      <a:pt x="47" y="75"/>
                      <a:pt x="47" y="77"/>
                    </a:cubicBezTo>
                    <a:cubicBezTo>
                      <a:pt x="47" y="78"/>
                      <a:pt x="46" y="80"/>
                      <a:pt x="44" y="81"/>
                    </a:cubicBezTo>
                    <a:cubicBezTo>
                      <a:pt x="43" y="82"/>
                      <a:pt x="41" y="82"/>
                      <a:pt x="38" y="82"/>
                    </a:cubicBezTo>
                    <a:cubicBezTo>
                      <a:pt x="34" y="82"/>
                      <a:pt x="30" y="81"/>
                      <a:pt x="27" y="78"/>
                    </a:cubicBezTo>
                    <a:cubicBezTo>
                      <a:pt x="23" y="76"/>
                      <a:pt x="21" y="72"/>
                      <a:pt x="20" y="68"/>
                    </a:cubicBezTo>
                    <a:cubicBezTo>
                      <a:pt x="1" y="68"/>
                      <a:pt x="1" y="68"/>
                      <a:pt x="1" y="68"/>
                    </a:cubicBezTo>
                    <a:cubicBezTo>
                      <a:pt x="1" y="99"/>
                      <a:pt x="1" y="99"/>
                      <a:pt x="1" y="99"/>
                    </a:cubicBezTo>
                    <a:cubicBezTo>
                      <a:pt x="20" y="99"/>
                      <a:pt x="20" y="99"/>
                      <a:pt x="20" y="99"/>
                    </a:cubicBezTo>
                    <a:cubicBezTo>
                      <a:pt x="20" y="94"/>
                      <a:pt x="20" y="94"/>
                      <a:pt x="20" y="94"/>
                    </a:cubicBezTo>
                    <a:cubicBezTo>
                      <a:pt x="25" y="97"/>
                      <a:pt x="29" y="99"/>
                      <a:pt x="33" y="100"/>
                    </a:cubicBezTo>
                    <a:cubicBezTo>
                      <a:pt x="33" y="113"/>
                      <a:pt x="33" y="113"/>
                      <a:pt x="33" y="113"/>
                    </a:cubicBezTo>
                    <a:cubicBezTo>
                      <a:pt x="48" y="113"/>
                      <a:pt x="48" y="113"/>
                      <a:pt x="48" y="113"/>
                    </a:cubicBezTo>
                    <a:cubicBezTo>
                      <a:pt x="48" y="101"/>
                      <a:pt x="48" y="101"/>
                      <a:pt x="48" y="101"/>
                    </a:cubicBezTo>
                    <a:cubicBezTo>
                      <a:pt x="53" y="101"/>
                      <a:pt x="57" y="100"/>
                      <a:pt x="61" y="99"/>
                    </a:cubicBezTo>
                    <a:cubicBezTo>
                      <a:pt x="65" y="98"/>
                      <a:pt x="68" y="96"/>
                      <a:pt x="72" y="94"/>
                    </a:cubicBezTo>
                    <a:cubicBezTo>
                      <a:pt x="75" y="92"/>
                      <a:pt x="77" y="89"/>
                      <a:pt x="79" y="86"/>
                    </a:cubicBezTo>
                    <a:cubicBezTo>
                      <a:pt x="81" y="83"/>
                      <a:pt x="81" y="79"/>
                      <a:pt x="81" y="75"/>
                    </a:cubicBezTo>
                    <a:cubicBezTo>
                      <a:pt x="81" y="69"/>
                      <a:pt x="80" y="65"/>
                      <a:pt x="78" y="61"/>
                    </a:cubicBezTo>
                    <a:cubicBezTo>
                      <a:pt x="76" y="57"/>
                      <a:pt x="73" y="55"/>
                      <a:pt x="69" y="52"/>
                    </a:cubicBezTo>
                    <a:cubicBezTo>
                      <a:pt x="66" y="50"/>
                      <a:pt x="62" y="49"/>
                      <a:pt x="58" y="47"/>
                    </a:cubicBezTo>
                    <a:cubicBezTo>
                      <a:pt x="54" y="46"/>
                      <a:pt x="50" y="45"/>
                      <a:pt x="47" y="44"/>
                    </a:cubicBezTo>
                    <a:cubicBezTo>
                      <a:pt x="43" y="43"/>
                      <a:pt x="40" y="42"/>
                      <a:pt x="38" y="41"/>
                    </a:cubicBezTo>
                    <a:cubicBezTo>
                      <a:pt x="36" y="40"/>
                      <a:pt x="34" y="39"/>
                      <a:pt x="34" y="36"/>
                    </a:cubicBezTo>
                    <a:cubicBezTo>
                      <a:pt x="34" y="35"/>
                      <a:pt x="35" y="33"/>
                      <a:pt x="37" y="33"/>
                    </a:cubicBezTo>
                    <a:cubicBezTo>
                      <a:pt x="38" y="32"/>
                      <a:pt x="40" y="31"/>
                      <a:pt x="43" y="31"/>
                    </a:cubicBezTo>
                    <a:cubicBezTo>
                      <a:pt x="45" y="31"/>
                      <a:pt x="46" y="32"/>
                      <a:pt x="48" y="32"/>
                    </a:cubicBezTo>
                    <a:cubicBezTo>
                      <a:pt x="50" y="33"/>
                      <a:pt x="52" y="34"/>
                      <a:pt x="54" y="35"/>
                    </a:cubicBezTo>
                    <a:cubicBezTo>
                      <a:pt x="55" y="36"/>
                      <a:pt x="56" y="38"/>
                      <a:pt x="57" y="39"/>
                    </a:cubicBezTo>
                    <a:cubicBezTo>
                      <a:pt x="59" y="41"/>
                      <a:pt x="59" y="43"/>
                      <a:pt x="60" y="45"/>
                    </a:cubicBezTo>
                    <a:cubicBezTo>
                      <a:pt x="79" y="45"/>
                      <a:pt x="79" y="45"/>
                      <a:pt x="79" y="45"/>
                    </a:cubicBezTo>
                    <a:cubicBezTo>
                      <a:pt x="79" y="14"/>
                      <a:pt x="79" y="14"/>
                      <a:pt x="79" y="14"/>
                    </a:cubicBezTo>
                    <a:cubicBezTo>
                      <a:pt x="60" y="14"/>
                      <a:pt x="60" y="14"/>
                      <a:pt x="60" y="14"/>
                    </a:cubicBezTo>
                    <a:cubicBezTo>
                      <a:pt x="60" y="19"/>
                      <a:pt x="60" y="19"/>
                      <a:pt x="60" y="19"/>
                    </a:cubicBezTo>
                    <a:cubicBezTo>
                      <a:pt x="58" y="19"/>
                      <a:pt x="57" y="18"/>
                      <a:pt x="55" y="17"/>
                    </a:cubicBezTo>
                    <a:cubicBezTo>
                      <a:pt x="53" y="16"/>
                      <a:pt x="51" y="15"/>
                      <a:pt x="48" y="15"/>
                    </a:cubicBezTo>
                    <a:cubicBezTo>
                      <a:pt x="48" y="0"/>
                      <a:pt x="48" y="0"/>
                      <a:pt x="48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8" name="Freeform 127"/>
              <p:cNvSpPr>
                <a:spLocks/>
              </p:cNvSpPr>
              <p:nvPr/>
            </p:nvSpPr>
            <p:spPr bwMode="auto">
              <a:xfrm>
                <a:off x="3485489" y="2268949"/>
                <a:ext cx="735634" cy="697351"/>
              </a:xfrm>
              <a:custGeom>
                <a:avLst/>
                <a:gdLst>
                  <a:gd name="T0" fmla="*/ 520 w 527"/>
                  <a:gd name="T1" fmla="*/ 187 h 499"/>
                  <a:gd name="T2" fmla="*/ 518 w 527"/>
                  <a:gd name="T3" fmla="*/ 214 h 499"/>
                  <a:gd name="T4" fmla="*/ 181 w 527"/>
                  <a:gd name="T5" fmla="*/ 492 h 499"/>
                  <a:gd name="T6" fmla="*/ 154 w 527"/>
                  <a:gd name="T7" fmla="*/ 489 h 499"/>
                  <a:gd name="T8" fmla="*/ 7 w 527"/>
                  <a:gd name="T9" fmla="*/ 311 h 499"/>
                  <a:gd name="T10" fmla="*/ 9 w 527"/>
                  <a:gd name="T11" fmla="*/ 284 h 499"/>
                  <a:gd name="T12" fmla="*/ 346 w 527"/>
                  <a:gd name="T13" fmla="*/ 6 h 499"/>
                  <a:gd name="T14" fmla="*/ 373 w 527"/>
                  <a:gd name="T15" fmla="*/ 9 h 499"/>
                  <a:gd name="T16" fmla="*/ 520 w 527"/>
                  <a:gd name="T17" fmla="*/ 187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7" h="499">
                    <a:moveTo>
                      <a:pt x="520" y="187"/>
                    </a:moveTo>
                    <a:cubicBezTo>
                      <a:pt x="527" y="195"/>
                      <a:pt x="526" y="207"/>
                      <a:pt x="518" y="214"/>
                    </a:cubicBezTo>
                    <a:cubicBezTo>
                      <a:pt x="181" y="492"/>
                      <a:pt x="181" y="492"/>
                      <a:pt x="181" y="492"/>
                    </a:cubicBezTo>
                    <a:cubicBezTo>
                      <a:pt x="173" y="499"/>
                      <a:pt x="161" y="498"/>
                      <a:pt x="154" y="489"/>
                    </a:cubicBezTo>
                    <a:cubicBezTo>
                      <a:pt x="7" y="311"/>
                      <a:pt x="7" y="311"/>
                      <a:pt x="7" y="311"/>
                    </a:cubicBezTo>
                    <a:cubicBezTo>
                      <a:pt x="0" y="303"/>
                      <a:pt x="1" y="291"/>
                      <a:pt x="9" y="284"/>
                    </a:cubicBezTo>
                    <a:cubicBezTo>
                      <a:pt x="346" y="6"/>
                      <a:pt x="346" y="6"/>
                      <a:pt x="346" y="6"/>
                    </a:cubicBezTo>
                    <a:cubicBezTo>
                      <a:pt x="354" y="0"/>
                      <a:pt x="367" y="1"/>
                      <a:pt x="373" y="9"/>
                    </a:cubicBezTo>
                    <a:cubicBezTo>
                      <a:pt x="520" y="187"/>
                      <a:pt x="520" y="187"/>
                      <a:pt x="520" y="187"/>
                    </a:cubicBezTo>
                  </a:path>
                </a:pathLst>
              </a:cu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9" name="Freeform 128"/>
              <p:cNvSpPr>
                <a:spLocks/>
              </p:cNvSpPr>
              <p:nvPr/>
            </p:nvSpPr>
            <p:spPr bwMode="auto">
              <a:xfrm>
                <a:off x="3528944" y="2321716"/>
                <a:ext cx="572160" cy="497665"/>
              </a:xfrm>
              <a:custGeom>
                <a:avLst/>
                <a:gdLst>
                  <a:gd name="T0" fmla="*/ 553 w 553"/>
                  <a:gd name="T1" fmla="*/ 72 h 481"/>
                  <a:gd name="T2" fmla="*/ 59 w 553"/>
                  <a:gd name="T3" fmla="*/ 481 h 481"/>
                  <a:gd name="T4" fmla="*/ 0 w 553"/>
                  <a:gd name="T5" fmla="*/ 409 h 481"/>
                  <a:gd name="T6" fmla="*/ 494 w 553"/>
                  <a:gd name="T7" fmla="*/ 0 h 481"/>
                  <a:gd name="T8" fmla="*/ 553 w 553"/>
                  <a:gd name="T9" fmla="*/ 72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3" h="481">
                    <a:moveTo>
                      <a:pt x="553" y="72"/>
                    </a:moveTo>
                    <a:lnTo>
                      <a:pt x="59" y="481"/>
                    </a:lnTo>
                    <a:lnTo>
                      <a:pt x="0" y="409"/>
                    </a:lnTo>
                    <a:lnTo>
                      <a:pt x="494" y="0"/>
                    </a:lnTo>
                    <a:lnTo>
                      <a:pt x="553" y="72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0" name="Freeform 129"/>
              <p:cNvSpPr>
                <a:spLocks/>
              </p:cNvSpPr>
              <p:nvPr/>
            </p:nvSpPr>
            <p:spPr bwMode="auto">
              <a:xfrm>
                <a:off x="3789675" y="2555546"/>
                <a:ext cx="199687" cy="168648"/>
              </a:xfrm>
              <a:custGeom>
                <a:avLst/>
                <a:gdLst>
                  <a:gd name="T0" fmla="*/ 193 w 193"/>
                  <a:gd name="T1" fmla="*/ 9 h 163"/>
                  <a:gd name="T2" fmla="*/ 7 w 193"/>
                  <a:gd name="T3" fmla="*/ 163 h 163"/>
                  <a:gd name="T4" fmla="*/ 0 w 193"/>
                  <a:gd name="T5" fmla="*/ 154 h 163"/>
                  <a:gd name="T6" fmla="*/ 185 w 193"/>
                  <a:gd name="T7" fmla="*/ 0 h 163"/>
                  <a:gd name="T8" fmla="*/ 193 w 193"/>
                  <a:gd name="T9" fmla="*/ 9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163">
                    <a:moveTo>
                      <a:pt x="193" y="9"/>
                    </a:moveTo>
                    <a:lnTo>
                      <a:pt x="7" y="163"/>
                    </a:lnTo>
                    <a:lnTo>
                      <a:pt x="0" y="154"/>
                    </a:lnTo>
                    <a:lnTo>
                      <a:pt x="185" y="0"/>
                    </a:lnTo>
                    <a:lnTo>
                      <a:pt x="193" y="9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1" name="Freeform 130"/>
              <p:cNvSpPr>
                <a:spLocks/>
              </p:cNvSpPr>
              <p:nvPr/>
            </p:nvSpPr>
            <p:spPr bwMode="auto">
              <a:xfrm>
                <a:off x="3813471" y="2585551"/>
                <a:ext cx="199687" cy="167613"/>
              </a:xfrm>
              <a:custGeom>
                <a:avLst/>
                <a:gdLst>
                  <a:gd name="T0" fmla="*/ 193 w 193"/>
                  <a:gd name="T1" fmla="*/ 9 h 162"/>
                  <a:gd name="T2" fmla="*/ 8 w 193"/>
                  <a:gd name="T3" fmla="*/ 162 h 162"/>
                  <a:gd name="T4" fmla="*/ 0 w 193"/>
                  <a:gd name="T5" fmla="*/ 153 h 162"/>
                  <a:gd name="T6" fmla="*/ 186 w 193"/>
                  <a:gd name="T7" fmla="*/ 0 h 162"/>
                  <a:gd name="T8" fmla="*/ 193 w 193"/>
                  <a:gd name="T9" fmla="*/ 9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162">
                    <a:moveTo>
                      <a:pt x="193" y="9"/>
                    </a:moveTo>
                    <a:lnTo>
                      <a:pt x="8" y="162"/>
                    </a:lnTo>
                    <a:lnTo>
                      <a:pt x="0" y="153"/>
                    </a:lnTo>
                    <a:lnTo>
                      <a:pt x="186" y="0"/>
                    </a:lnTo>
                    <a:lnTo>
                      <a:pt x="193" y="9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2" name="Freeform 131"/>
              <p:cNvSpPr>
                <a:spLocks/>
              </p:cNvSpPr>
              <p:nvPr/>
            </p:nvSpPr>
            <p:spPr bwMode="auto">
              <a:xfrm>
                <a:off x="3838303" y="2615556"/>
                <a:ext cx="199687" cy="167613"/>
              </a:xfrm>
              <a:custGeom>
                <a:avLst/>
                <a:gdLst>
                  <a:gd name="T0" fmla="*/ 193 w 193"/>
                  <a:gd name="T1" fmla="*/ 9 h 162"/>
                  <a:gd name="T2" fmla="*/ 7 w 193"/>
                  <a:gd name="T3" fmla="*/ 162 h 162"/>
                  <a:gd name="T4" fmla="*/ 0 w 193"/>
                  <a:gd name="T5" fmla="*/ 154 h 162"/>
                  <a:gd name="T6" fmla="*/ 187 w 193"/>
                  <a:gd name="T7" fmla="*/ 0 h 162"/>
                  <a:gd name="T8" fmla="*/ 193 w 193"/>
                  <a:gd name="T9" fmla="*/ 9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162">
                    <a:moveTo>
                      <a:pt x="193" y="9"/>
                    </a:moveTo>
                    <a:lnTo>
                      <a:pt x="7" y="162"/>
                    </a:lnTo>
                    <a:lnTo>
                      <a:pt x="0" y="154"/>
                    </a:lnTo>
                    <a:lnTo>
                      <a:pt x="187" y="0"/>
                    </a:lnTo>
                    <a:lnTo>
                      <a:pt x="193" y="9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3" name="Freeform 132"/>
              <p:cNvSpPr>
                <a:spLocks/>
              </p:cNvSpPr>
              <p:nvPr/>
            </p:nvSpPr>
            <p:spPr bwMode="auto">
              <a:xfrm>
                <a:off x="3636547" y="2720055"/>
                <a:ext cx="204860" cy="204860"/>
              </a:xfrm>
              <a:custGeom>
                <a:avLst/>
                <a:gdLst>
                  <a:gd name="T0" fmla="*/ 109 w 198"/>
                  <a:gd name="T1" fmla="*/ 0 h 198"/>
                  <a:gd name="T2" fmla="*/ 0 w 198"/>
                  <a:gd name="T3" fmla="*/ 89 h 198"/>
                  <a:gd name="T4" fmla="*/ 90 w 198"/>
                  <a:gd name="T5" fmla="*/ 198 h 198"/>
                  <a:gd name="T6" fmla="*/ 198 w 198"/>
                  <a:gd name="T7" fmla="*/ 108 h 198"/>
                  <a:gd name="T8" fmla="*/ 109 w 198"/>
                  <a:gd name="T9" fmla="*/ 0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8" h="198">
                    <a:moveTo>
                      <a:pt x="109" y="0"/>
                    </a:moveTo>
                    <a:lnTo>
                      <a:pt x="0" y="89"/>
                    </a:lnTo>
                    <a:lnTo>
                      <a:pt x="90" y="198"/>
                    </a:lnTo>
                    <a:lnTo>
                      <a:pt x="198" y="10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rgbClr val="F9F4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4" name="Freeform 133"/>
              <p:cNvSpPr>
                <a:spLocks/>
              </p:cNvSpPr>
              <p:nvPr/>
            </p:nvSpPr>
            <p:spPr bwMode="auto">
              <a:xfrm>
                <a:off x="3636547" y="2720055"/>
                <a:ext cx="204860" cy="204860"/>
              </a:xfrm>
              <a:custGeom>
                <a:avLst/>
                <a:gdLst>
                  <a:gd name="T0" fmla="*/ 109 w 198"/>
                  <a:gd name="T1" fmla="*/ 0 h 198"/>
                  <a:gd name="T2" fmla="*/ 0 w 198"/>
                  <a:gd name="T3" fmla="*/ 89 h 198"/>
                  <a:gd name="T4" fmla="*/ 90 w 198"/>
                  <a:gd name="T5" fmla="*/ 198 h 198"/>
                  <a:gd name="T6" fmla="*/ 198 w 198"/>
                  <a:gd name="T7" fmla="*/ 108 h 198"/>
                  <a:gd name="T8" fmla="*/ 109 w 198"/>
                  <a:gd name="T9" fmla="*/ 0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8" h="198">
                    <a:moveTo>
                      <a:pt x="109" y="0"/>
                    </a:moveTo>
                    <a:lnTo>
                      <a:pt x="0" y="89"/>
                    </a:lnTo>
                    <a:lnTo>
                      <a:pt x="90" y="198"/>
                    </a:lnTo>
                    <a:lnTo>
                      <a:pt x="198" y="108"/>
                    </a:lnTo>
                    <a:lnTo>
                      <a:pt x="10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Freeform 134"/>
              <p:cNvSpPr>
                <a:spLocks/>
              </p:cNvSpPr>
              <p:nvPr/>
            </p:nvSpPr>
            <p:spPr bwMode="auto">
              <a:xfrm>
                <a:off x="3677933" y="2757302"/>
                <a:ext cx="143816" cy="146920"/>
              </a:xfrm>
              <a:custGeom>
                <a:avLst/>
                <a:gdLst>
                  <a:gd name="T0" fmla="*/ 62 w 103"/>
                  <a:gd name="T1" fmla="*/ 52 h 105"/>
                  <a:gd name="T2" fmla="*/ 57 w 103"/>
                  <a:gd name="T3" fmla="*/ 49 h 105"/>
                  <a:gd name="T4" fmla="*/ 54 w 103"/>
                  <a:gd name="T5" fmla="*/ 33 h 105"/>
                  <a:gd name="T6" fmla="*/ 48 w 103"/>
                  <a:gd name="T7" fmla="*/ 22 h 105"/>
                  <a:gd name="T8" fmla="*/ 17 w 103"/>
                  <a:gd name="T9" fmla="*/ 14 h 105"/>
                  <a:gd name="T10" fmla="*/ 19 w 103"/>
                  <a:gd name="T11" fmla="*/ 46 h 105"/>
                  <a:gd name="T12" fmla="*/ 29 w 103"/>
                  <a:gd name="T13" fmla="*/ 53 h 105"/>
                  <a:gd name="T14" fmla="*/ 44 w 103"/>
                  <a:gd name="T15" fmla="*/ 60 h 105"/>
                  <a:gd name="T16" fmla="*/ 46 w 103"/>
                  <a:gd name="T17" fmla="*/ 66 h 105"/>
                  <a:gd name="T18" fmla="*/ 37 w 103"/>
                  <a:gd name="T19" fmla="*/ 105 h 105"/>
                  <a:gd name="T20" fmla="*/ 70 w 103"/>
                  <a:gd name="T21" fmla="*/ 78 h 105"/>
                  <a:gd name="T22" fmla="*/ 103 w 103"/>
                  <a:gd name="T23" fmla="*/ 51 h 105"/>
                  <a:gd name="T24" fmla="*/ 62 w 103"/>
                  <a:gd name="T25" fmla="*/ 52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3" h="105">
                    <a:moveTo>
                      <a:pt x="62" y="52"/>
                    </a:moveTo>
                    <a:cubicBezTo>
                      <a:pt x="61" y="53"/>
                      <a:pt x="57" y="49"/>
                      <a:pt x="57" y="49"/>
                    </a:cubicBezTo>
                    <a:cubicBezTo>
                      <a:pt x="57" y="49"/>
                      <a:pt x="58" y="40"/>
                      <a:pt x="54" y="33"/>
                    </a:cubicBezTo>
                    <a:cubicBezTo>
                      <a:pt x="56" y="31"/>
                      <a:pt x="52" y="22"/>
                      <a:pt x="48" y="22"/>
                    </a:cubicBezTo>
                    <a:cubicBezTo>
                      <a:pt x="46" y="20"/>
                      <a:pt x="35" y="0"/>
                      <a:pt x="17" y="14"/>
                    </a:cubicBezTo>
                    <a:cubicBezTo>
                      <a:pt x="0" y="29"/>
                      <a:pt x="17" y="43"/>
                      <a:pt x="19" y="46"/>
                    </a:cubicBezTo>
                    <a:cubicBezTo>
                      <a:pt x="19" y="50"/>
                      <a:pt x="26" y="56"/>
                      <a:pt x="29" y="53"/>
                    </a:cubicBezTo>
                    <a:cubicBezTo>
                      <a:pt x="35" y="59"/>
                      <a:pt x="44" y="60"/>
                      <a:pt x="44" y="60"/>
                    </a:cubicBezTo>
                    <a:cubicBezTo>
                      <a:pt x="44" y="60"/>
                      <a:pt x="48" y="64"/>
                      <a:pt x="46" y="66"/>
                    </a:cubicBezTo>
                    <a:cubicBezTo>
                      <a:pt x="42" y="71"/>
                      <a:pt x="29" y="96"/>
                      <a:pt x="37" y="105"/>
                    </a:cubicBezTo>
                    <a:cubicBezTo>
                      <a:pt x="70" y="78"/>
                      <a:pt x="70" y="78"/>
                      <a:pt x="70" y="78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95" y="41"/>
                      <a:pt x="68" y="49"/>
                      <a:pt x="62" y="52"/>
                    </a:cubicBez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6" name="Freeform 135"/>
              <p:cNvSpPr>
                <a:spLocks/>
              </p:cNvSpPr>
              <p:nvPr/>
            </p:nvSpPr>
            <p:spPr bwMode="auto">
              <a:xfrm>
                <a:off x="4042128" y="2436562"/>
                <a:ext cx="86910" cy="86910"/>
              </a:xfrm>
              <a:custGeom>
                <a:avLst/>
                <a:gdLst>
                  <a:gd name="T0" fmla="*/ 84 w 84"/>
                  <a:gd name="T1" fmla="*/ 46 h 84"/>
                  <a:gd name="T2" fmla="*/ 38 w 84"/>
                  <a:gd name="T3" fmla="*/ 84 h 84"/>
                  <a:gd name="T4" fmla="*/ 0 w 84"/>
                  <a:gd name="T5" fmla="*/ 38 h 84"/>
                  <a:gd name="T6" fmla="*/ 46 w 84"/>
                  <a:gd name="T7" fmla="*/ 0 h 84"/>
                  <a:gd name="T8" fmla="*/ 84 w 84"/>
                  <a:gd name="T9" fmla="*/ 4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84">
                    <a:moveTo>
                      <a:pt x="84" y="46"/>
                    </a:moveTo>
                    <a:lnTo>
                      <a:pt x="38" y="84"/>
                    </a:lnTo>
                    <a:lnTo>
                      <a:pt x="0" y="38"/>
                    </a:lnTo>
                    <a:lnTo>
                      <a:pt x="46" y="0"/>
                    </a:lnTo>
                    <a:lnTo>
                      <a:pt x="84" y="46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7" name="Freeform 136"/>
              <p:cNvSpPr>
                <a:spLocks/>
              </p:cNvSpPr>
              <p:nvPr/>
            </p:nvSpPr>
            <p:spPr bwMode="auto">
              <a:xfrm>
                <a:off x="4096964" y="2501745"/>
                <a:ext cx="86910" cy="86910"/>
              </a:xfrm>
              <a:custGeom>
                <a:avLst/>
                <a:gdLst>
                  <a:gd name="T0" fmla="*/ 84 w 84"/>
                  <a:gd name="T1" fmla="*/ 46 h 84"/>
                  <a:gd name="T2" fmla="*/ 38 w 84"/>
                  <a:gd name="T3" fmla="*/ 84 h 84"/>
                  <a:gd name="T4" fmla="*/ 0 w 84"/>
                  <a:gd name="T5" fmla="*/ 38 h 84"/>
                  <a:gd name="T6" fmla="*/ 46 w 84"/>
                  <a:gd name="T7" fmla="*/ 0 h 84"/>
                  <a:gd name="T8" fmla="*/ 84 w 84"/>
                  <a:gd name="T9" fmla="*/ 4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84">
                    <a:moveTo>
                      <a:pt x="84" y="46"/>
                    </a:moveTo>
                    <a:lnTo>
                      <a:pt x="38" y="84"/>
                    </a:lnTo>
                    <a:lnTo>
                      <a:pt x="0" y="38"/>
                    </a:lnTo>
                    <a:lnTo>
                      <a:pt x="46" y="0"/>
                    </a:lnTo>
                    <a:lnTo>
                      <a:pt x="84" y="46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8" name="Freeform 137"/>
              <p:cNvSpPr>
                <a:spLocks/>
              </p:cNvSpPr>
              <p:nvPr/>
            </p:nvSpPr>
            <p:spPr bwMode="auto">
              <a:xfrm>
                <a:off x="3758635" y="2920776"/>
                <a:ext cx="510081" cy="511115"/>
              </a:xfrm>
              <a:custGeom>
                <a:avLst/>
                <a:gdLst>
                  <a:gd name="T0" fmla="*/ 365 w 365"/>
                  <a:gd name="T1" fmla="*/ 183 h 366"/>
                  <a:gd name="T2" fmla="*/ 317 w 365"/>
                  <a:gd name="T3" fmla="*/ 239 h 366"/>
                  <a:gd name="T4" fmla="*/ 312 w 365"/>
                  <a:gd name="T5" fmla="*/ 312 h 366"/>
                  <a:gd name="T6" fmla="*/ 238 w 365"/>
                  <a:gd name="T7" fmla="*/ 318 h 366"/>
                  <a:gd name="T8" fmla="*/ 182 w 365"/>
                  <a:gd name="T9" fmla="*/ 366 h 366"/>
                  <a:gd name="T10" fmla="*/ 127 w 365"/>
                  <a:gd name="T11" fmla="*/ 318 h 366"/>
                  <a:gd name="T12" fmla="*/ 53 w 365"/>
                  <a:gd name="T13" fmla="*/ 312 h 366"/>
                  <a:gd name="T14" fmla="*/ 48 w 365"/>
                  <a:gd name="T15" fmla="*/ 239 h 366"/>
                  <a:gd name="T16" fmla="*/ 0 w 365"/>
                  <a:gd name="T17" fmla="*/ 183 h 366"/>
                  <a:gd name="T18" fmla="*/ 48 w 365"/>
                  <a:gd name="T19" fmla="*/ 127 h 366"/>
                  <a:gd name="T20" fmla="*/ 53 w 365"/>
                  <a:gd name="T21" fmla="*/ 54 h 366"/>
                  <a:gd name="T22" fmla="*/ 127 w 365"/>
                  <a:gd name="T23" fmla="*/ 48 h 366"/>
                  <a:gd name="T24" fmla="*/ 182 w 365"/>
                  <a:gd name="T25" fmla="*/ 0 h 366"/>
                  <a:gd name="T26" fmla="*/ 238 w 365"/>
                  <a:gd name="T27" fmla="*/ 48 h 366"/>
                  <a:gd name="T28" fmla="*/ 312 w 365"/>
                  <a:gd name="T29" fmla="*/ 54 h 366"/>
                  <a:gd name="T30" fmla="*/ 317 w 365"/>
                  <a:gd name="T31" fmla="*/ 127 h 366"/>
                  <a:gd name="T32" fmla="*/ 365 w 365"/>
                  <a:gd name="T33" fmla="*/ 183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65" h="366">
                    <a:moveTo>
                      <a:pt x="365" y="183"/>
                    </a:moveTo>
                    <a:cubicBezTo>
                      <a:pt x="365" y="205"/>
                      <a:pt x="325" y="220"/>
                      <a:pt x="317" y="239"/>
                    </a:cubicBezTo>
                    <a:cubicBezTo>
                      <a:pt x="309" y="259"/>
                      <a:pt x="327" y="297"/>
                      <a:pt x="312" y="312"/>
                    </a:cubicBezTo>
                    <a:cubicBezTo>
                      <a:pt x="297" y="328"/>
                      <a:pt x="258" y="310"/>
                      <a:pt x="238" y="318"/>
                    </a:cubicBezTo>
                    <a:cubicBezTo>
                      <a:pt x="219" y="326"/>
                      <a:pt x="205" y="366"/>
                      <a:pt x="182" y="366"/>
                    </a:cubicBezTo>
                    <a:cubicBezTo>
                      <a:pt x="160" y="366"/>
                      <a:pt x="146" y="326"/>
                      <a:pt x="127" y="318"/>
                    </a:cubicBezTo>
                    <a:cubicBezTo>
                      <a:pt x="107" y="310"/>
                      <a:pt x="68" y="328"/>
                      <a:pt x="53" y="312"/>
                    </a:cubicBezTo>
                    <a:cubicBezTo>
                      <a:pt x="38" y="297"/>
                      <a:pt x="56" y="259"/>
                      <a:pt x="48" y="239"/>
                    </a:cubicBezTo>
                    <a:cubicBezTo>
                      <a:pt x="40" y="220"/>
                      <a:pt x="0" y="205"/>
                      <a:pt x="0" y="183"/>
                    </a:cubicBezTo>
                    <a:cubicBezTo>
                      <a:pt x="0" y="161"/>
                      <a:pt x="40" y="147"/>
                      <a:pt x="48" y="127"/>
                    </a:cubicBezTo>
                    <a:cubicBezTo>
                      <a:pt x="56" y="107"/>
                      <a:pt x="38" y="69"/>
                      <a:pt x="53" y="54"/>
                    </a:cubicBezTo>
                    <a:cubicBezTo>
                      <a:pt x="68" y="39"/>
                      <a:pt x="107" y="57"/>
                      <a:pt x="127" y="48"/>
                    </a:cubicBezTo>
                    <a:cubicBezTo>
                      <a:pt x="146" y="40"/>
                      <a:pt x="160" y="0"/>
                      <a:pt x="182" y="0"/>
                    </a:cubicBezTo>
                    <a:cubicBezTo>
                      <a:pt x="205" y="0"/>
                      <a:pt x="219" y="40"/>
                      <a:pt x="238" y="48"/>
                    </a:cubicBezTo>
                    <a:cubicBezTo>
                      <a:pt x="258" y="57"/>
                      <a:pt x="297" y="39"/>
                      <a:pt x="312" y="54"/>
                    </a:cubicBezTo>
                    <a:cubicBezTo>
                      <a:pt x="327" y="69"/>
                      <a:pt x="309" y="107"/>
                      <a:pt x="317" y="127"/>
                    </a:cubicBezTo>
                    <a:cubicBezTo>
                      <a:pt x="325" y="147"/>
                      <a:pt x="365" y="161"/>
                      <a:pt x="365" y="183"/>
                    </a:cubicBez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9" name="Freeform 138"/>
              <p:cNvSpPr>
                <a:spLocks noEditPoints="1"/>
              </p:cNvSpPr>
              <p:nvPr/>
            </p:nvSpPr>
            <p:spPr bwMode="auto">
              <a:xfrm>
                <a:off x="3900381" y="3079077"/>
                <a:ext cx="227622" cy="196583"/>
              </a:xfrm>
              <a:custGeom>
                <a:avLst/>
                <a:gdLst>
                  <a:gd name="T0" fmla="*/ 3 w 163"/>
                  <a:gd name="T1" fmla="*/ 20 h 141"/>
                  <a:gd name="T2" fmla="*/ 22 w 163"/>
                  <a:gd name="T3" fmla="*/ 2 h 141"/>
                  <a:gd name="T4" fmla="*/ 51 w 163"/>
                  <a:gd name="T5" fmla="*/ 2 h 141"/>
                  <a:gd name="T6" fmla="*/ 70 w 163"/>
                  <a:gd name="T7" fmla="*/ 20 h 141"/>
                  <a:gd name="T8" fmla="*/ 70 w 163"/>
                  <a:gd name="T9" fmla="*/ 50 h 141"/>
                  <a:gd name="T10" fmla="*/ 51 w 163"/>
                  <a:gd name="T11" fmla="*/ 68 h 141"/>
                  <a:gd name="T12" fmla="*/ 22 w 163"/>
                  <a:gd name="T13" fmla="*/ 68 h 141"/>
                  <a:gd name="T14" fmla="*/ 3 w 163"/>
                  <a:gd name="T15" fmla="*/ 50 h 141"/>
                  <a:gd name="T16" fmla="*/ 118 w 163"/>
                  <a:gd name="T17" fmla="*/ 2 h 141"/>
                  <a:gd name="T18" fmla="*/ 44 w 163"/>
                  <a:gd name="T19" fmla="*/ 139 h 141"/>
                  <a:gd name="T20" fmla="*/ 118 w 163"/>
                  <a:gd name="T21" fmla="*/ 2 h 141"/>
                  <a:gd name="T22" fmla="*/ 29 w 163"/>
                  <a:gd name="T23" fmla="*/ 44 h 141"/>
                  <a:gd name="T24" fmla="*/ 32 w 163"/>
                  <a:gd name="T25" fmla="*/ 53 h 141"/>
                  <a:gd name="T26" fmla="*/ 40 w 163"/>
                  <a:gd name="T27" fmla="*/ 53 h 141"/>
                  <a:gd name="T28" fmla="*/ 43 w 163"/>
                  <a:gd name="T29" fmla="*/ 44 h 141"/>
                  <a:gd name="T30" fmla="*/ 42 w 163"/>
                  <a:gd name="T31" fmla="*/ 20 h 141"/>
                  <a:gd name="T32" fmla="*/ 30 w 163"/>
                  <a:gd name="T33" fmla="*/ 20 h 141"/>
                  <a:gd name="T34" fmla="*/ 90 w 163"/>
                  <a:gd name="T35" fmla="*/ 105 h 141"/>
                  <a:gd name="T36" fmla="*/ 101 w 163"/>
                  <a:gd name="T37" fmla="*/ 79 h 141"/>
                  <a:gd name="T38" fmla="*/ 127 w 163"/>
                  <a:gd name="T39" fmla="*/ 70 h 141"/>
                  <a:gd name="T40" fmla="*/ 153 w 163"/>
                  <a:gd name="T41" fmla="*/ 79 h 141"/>
                  <a:gd name="T42" fmla="*/ 163 w 163"/>
                  <a:gd name="T43" fmla="*/ 105 h 141"/>
                  <a:gd name="T44" fmla="*/ 153 w 163"/>
                  <a:gd name="T45" fmla="*/ 131 h 141"/>
                  <a:gd name="T46" fmla="*/ 127 w 163"/>
                  <a:gd name="T47" fmla="*/ 141 h 141"/>
                  <a:gd name="T48" fmla="*/ 101 w 163"/>
                  <a:gd name="T49" fmla="*/ 131 h 141"/>
                  <a:gd name="T50" fmla="*/ 90 w 163"/>
                  <a:gd name="T51" fmla="*/ 105 h 141"/>
                  <a:gd name="T52" fmla="*/ 119 w 163"/>
                  <a:gd name="T53" fmla="*/ 114 h 141"/>
                  <a:gd name="T54" fmla="*/ 123 w 163"/>
                  <a:gd name="T55" fmla="*/ 123 h 141"/>
                  <a:gd name="T56" fmla="*/ 130 w 163"/>
                  <a:gd name="T57" fmla="*/ 123 h 141"/>
                  <a:gd name="T58" fmla="*/ 134 w 163"/>
                  <a:gd name="T59" fmla="*/ 114 h 141"/>
                  <a:gd name="T60" fmla="*/ 133 w 163"/>
                  <a:gd name="T61" fmla="*/ 90 h 141"/>
                  <a:gd name="T62" fmla="*/ 121 w 163"/>
                  <a:gd name="T63" fmla="*/ 9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3" h="141">
                    <a:moveTo>
                      <a:pt x="0" y="35"/>
                    </a:moveTo>
                    <a:cubicBezTo>
                      <a:pt x="0" y="29"/>
                      <a:pt x="1" y="24"/>
                      <a:pt x="3" y="20"/>
                    </a:cubicBezTo>
                    <a:cubicBezTo>
                      <a:pt x="4" y="16"/>
                      <a:pt x="7" y="12"/>
                      <a:pt x="10" y="9"/>
                    </a:cubicBezTo>
                    <a:cubicBezTo>
                      <a:pt x="13" y="6"/>
                      <a:pt x="17" y="4"/>
                      <a:pt x="22" y="2"/>
                    </a:cubicBezTo>
                    <a:cubicBezTo>
                      <a:pt x="26" y="0"/>
                      <a:pt x="31" y="0"/>
                      <a:pt x="36" y="0"/>
                    </a:cubicBezTo>
                    <a:cubicBezTo>
                      <a:pt x="42" y="0"/>
                      <a:pt x="46" y="0"/>
                      <a:pt x="51" y="2"/>
                    </a:cubicBezTo>
                    <a:cubicBezTo>
                      <a:pt x="55" y="4"/>
                      <a:pt x="59" y="6"/>
                      <a:pt x="62" y="9"/>
                    </a:cubicBezTo>
                    <a:cubicBezTo>
                      <a:pt x="66" y="12"/>
                      <a:pt x="68" y="16"/>
                      <a:pt x="70" y="20"/>
                    </a:cubicBezTo>
                    <a:cubicBezTo>
                      <a:pt x="72" y="24"/>
                      <a:pt x="72" y="29"/>
                      <a:pt x="72" y="35"/>
                    </a:cubicBezTo>
                    <a:cubicBezTo>
                      <a:pt x="72" y="41"/>
                      <a:pt x="72" y="46"/>
                      <a:pt x="70" y="50"/>
                    </a:cubicBezTo>
                    <a:cubicBezTo>
                      <a:pt x="68" y="55"/>
                      <a:pt x="66" y="58"/>
                      <a:pt x="62" y="61"/>
                    </a:cubicBezTo>
                    <a:cubicBezTo>
                      <a:pt x="59" y="64"/>
                      <a:pt x="55" y="67"/>
                      <a:pt x="51" y="68"/>
                    </a:cubicBezTo>
                    <a:cubicBezTo>
                      <a:pt x="46" y="70"/>
                      <a:pt x="42" y="71"/>
                      <a:pt x="36" y="71"/>
                    </a:cubicBezTo>
                    <a:cubicBezTo>
                      <a:pt x="31" y="71"/>
                      <a:pt x="26" y="70"/>
                      <a:pt x="22" y="68"/>
                    </a:cubicBezTo>
                    <a:cubicBezTo>
                      <a:pt x="17" y="67"/>
                      <a:pt x="13" y="64"/>
                      <a:pt x="10" y="61"/>
                    </a:cubicBezTo>
                    <a:cubicBezTo>
                      <a:pt x="7" y="58"/>
                      <a:pt x="4" y="55"/>
                      <a:pt x="3" y="50"/>
                    </a:cubicBezTo>
                    <a:cubicBezTo>
                      <a:pt x="1" y="46"/>
                      <a:pt x="0" y="41"/>
                      <a:pt x="0" y="35"/>
                    </a:cubicBezTo>
                    <a:close/>
                    <a:moveTo>
                      <a:pt x="118" y="2"/>
                    </a:moveTo>
                    <a:cubicBezTo>
                      <a:pt x="145" y="2"/>
                      <a:pt x="145" y="2"/>
                      <a:pt x="145" y="2"/>
                    </a:cubicBezTo>
                    <a:cubicBezTo>
                      <a:pt x="44" y="139"/>
                      <a:pt x="44" y="139"/>
                      <a:pt x="44" y="139"/>
                    </a:cubicBezTo>
                    <a:cubicBezTo>
                      <a:pt x="18" y="139"/>
                      <a:pt x="18" y="139"/>
                      <a:pt x="18" y="139"/>
                    </a:cubicBezTo>
                    <a:lnTo>
                      <a:pt x="118" y="2"/>
                    </a:lnTo>
                    <a:close/>
                    <a:moveTo>
                      <a:pt x="29" y="35"/>
                    </a:moveTo>
                    <a:cubicBezTo>
                      <a:pt x="29" y="39"/>
                      <a:pt x="29" y="42"/>
                      <a:pt x="29" y="44"/>
                    </a:cubicBezTo>
                    <a:cubicBezTo>
                      <a:pt x="29" y="47"/>
                      <a:pt x="30" y="49"/>
                      <a:pt x="30" y="50"/>
                    </a:cubicBezTo>
                    <a:cubicBezTo>
                      <a:pt x="31" y="52"/>
                      <a:pt x="31" y="53"/>
                      <a:pt x="32" y="53"/>
                    </a:cubicBezTo>
                    <a:cubicBezTo>
                      <a:pt x="33" y="54"/>
                      <a:pt x="35" y="54"/>
                      <a:pt x="36" y="54"/>
                    </a:cubicBezTo>
                    <a:cubicBezTo>
                      <a:pt x="38" y="54"/>
                      <a:pt x="39" y="54"/>
                      <a:pt x="40" y="53"/>
                    </a:cubicBezTo>
                    <a:cubicBezTo>
                      <a:pt x="41" y="53"/>
                      <a:pt x="42" y="52"/>
                      <a:pt x="42" y="50"/>
                    </a:cubicBezTo>
                    <a:cubicBezTo>
                      <a:pt x="43" y="49"/>
                      <a:pt x="43" y="47"/>
                      <a:pt x="43" y="44"/>
                    </a:cubicBezTo>
                    <a:cubicBezTo>
                      <a:pt x="44" y="42"/>
                      <a:pt x="44" y="39"/>
                      <a:pt x="44" y="35"/>
                    </a:cubicBezTo>
                    <a:cubicBezTo>
                      <a:pt x="44" y="28"/>
                      <a:pt x="43" y="23"/>
                      <a:pt x="42" y="20"/>
                    </a:cubicBezTo>
                    <a:cubicBezTo>
                      <a:pt x="41" y="18"/>
                      <a:pt x="39" y="16"/>
                      <a:pt x="36" y="16"/>
                    </a:cubicBezTo>
                    <a:cubicBezTo>
                      <a:pt x="33" y="16"/>
                      <a:pt x="31" y="18"/>
                      <a:pt x="30" y="20"/>
                    </a:cubicBezTo>
                    <a:cubicBezTo>
                      <a:pt x="29" y="23"/>
                      <a:pt x="29" y="28"/>
                      <a:pt x="29" y="35"/>
                    </a:cubicBezTo>
                    <a:close/>
                    <a:moveTo>
                      <a:pt x="90" y="105"/>
                    </a:moveTo>
                    <a:cubicBezTo>
                      <a:pt x="90" y="99"/>
                      <a:pt x="91" y="94"/>
                      <a:pt x="93" y="90"/>
                    </a:cubicBezTo>
                    <a:cubicBezTo>
                      <a:pt x="95" y="86"/>
                      <a:pt x="97" y="82"/>
                      <a:pt x="101" y="79"/>
                    </a:cubicBezTo>
                    <a:cubicBezTo>
                      <a:pt x="104" y="76"/>
                      <a:pt x="108" y="74"/>
                      <a:pt x="112" y="72"/>
                    </a:cubicBezTo>
                    <a:cubicBezTo>
                      <a:pt x="116" y="70"/>
                      <a:pt x="121" y="70"/>
                      <a:pt x="127" y="70"/>
                    </a:cubicBezTo>
                    <a:cubicBezTo>
                      <a:pt x="132" y="70"/>
                      <a:pt x="137" y="70"/>
                      <a:pt x="141" y="72"/>
                    </a:cubicBezTo>
                    <a:cubicBezTo>
                      <a:pt x="146" y="74"/>
                      <a:pt x="150" y="76"/>
                      <a:pt x="153" y="79"/>
                    </a:cubicBezTo>
                    <a:cubicBezTo>
                      <a:pt x="156" y="82"/>
                      <a:pt x="158" y="86"/>
                      <a:pt x="160" y="90"/>
                    </a:cubicBezTo>
                    <a:cubicBezTo>
                      <a:pt x="162" y="94"/>
                      <a:pt x="163" y="99"/>
                      <a:pt x="163" y="105"/>
                    </a:cubicBezTo>
                    <a:cubicBezTo>
                      <a:pt x="163" y="111"/>
                      <a:pt x="162" y="116"/>
                      <a:pt x="160" y="120"/>
                    </a:cubicBezTo>
                    <a:cubicBezTo>
                      <a:pt x="158" y="125"/>
                      <a:pt x="156" y="128"/>
                      <a:pt x="153" y="131"/>
                    </a:cubicBezTo>
                    <a:cubicBezTo>
                      <a:pt x="150" y="134"/>
                      <a:pt x="146" y="137"/>
                      <a:pt x="141" y="138"/>
                    </a:cubicBezTo>
                    <a:cubicBezTo>
                      <a:pt x="137" y="140"/>
                      <a:pt x="132" y="141"/>
                      <a:pt x="127" y="141"/>
                    </a:cubicBezTo>
                    <a:cubicBezTo>
                      <a:pt x="121" y="141"/>
                      <a:pt x="116" y="140"/>
                      <a:pt x="112" y="138"/>
                    </a:cubicBezTo>
                    <a:cubicBezTo>
                      <a:pt x="108" y="137"/>
                      <a:pt x="104" y="134"/>
                      <a:pt x="101" y="131"/>
                    </a:cubicBezTo>
                    <a:cubicBezTo>
                      <a:pt x="97" y="128"/>
                      <a:pt x="95" y="125"/>
                      <a:pt x="93" y="120"/>
                    </a:cubicBezTo>
                    <a:cubicBezTo>
                      <a:pt x="91" y="116"/>
                      <a:pt x="90" y="111"/>
                      <a:pt x="90" y="105"/>
                    </a:cubicBezTo>
                    <a:close/>
                    <a:moveTo>
                      <a:pt x="119" y="105"/>
                    </a:moveTo>
                    <a:cubicBezTo>
                      <a:pt x="119" y="109"/>
                      <a:pt x="119" y="112"/>
                      <a:pt x="119" y="114"/>
                    </a:cubicBezTo>
                    <a:cubicBezTo>
                      <a:pt x="119" y="117"/>
                      <a:pt x="120" y="119"/>
                      <a:pt x="120" y="120"/>
                    </a:cubicBezTo>
                    <a:cubicBezTo>
                      <a:pt x="121" y="122"/>
                      <a:pt x="122" y="123"/>
                      <a:pt x="123" y="123"/>
                    </a:cubicBezTo>
                    <a:cubicBezTo>
                      <a:pt x="124" y="124"/>
                      <a:pt x="125" y="124"/>
                      <a:pt x="127" y="124"/>
                    </a:cubicBezTo>
                    <a:cubicBezTo>
                      <a:pt x="128" y="124"/>
                      <a:pt x="129" y="124"/>
                      <a:pt x="130" y="123"/>
                    </a:cubicBezTo>
                    <a:cubicBezTo>
                      <a:pt x="131" y="123"/>
                      <a:pt x="132" y="122"/>
                      <a:pt x="133" y="120"/>
                    </a:cubicBezTo>
                    <a:cubicBezTo>
                      <a:pt x="133" y="119"/>
                      <a:pt x="134" y="117"/>
                      <a:pt x="134" y="114"/>
                    </a:cubicBezTo>
                    <a:cubicBezTo>
                      <a:pt x="134" y="112"/>
                      <a:pt x="134" y="109"/>
                      <a:pt x="134" y="105"/>
                    </a:cubicBezTo>
                    <a:cubicBezTo>
                      <a:pt x="134" y="98"/>
                      <a:pt x="134" y="93"/>
                      <a:pt x="133" y="90"/>
                    </a:cubicBezTo>
                    <a:cubicBezTo>
                      <a:pt x="132" y="88"/>
                      <a:pt x="130" y="86"/>
                      <a:pt x="127" y="86"/>
                    </a:cubicBezTo>
                    <a:cubicBezTo>
                      <a:pt x="124" y="86"/>
                      <a:pt x="122" y="88"/>
                      <a:pt x="121" y="90"/>
                    </a:cubicBezTo>
                    <a:cubicBezTo>
                      <a:pt x="120" y="93"/>
                      <a:pt x="119" y="98"/>
                      <a:pt x="119" y="105"/>
                    </a:cubicBezTo>
                    <a:close/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0" name="Freeform 139"/>
              <p:cNvSpPr>
                <a:spLocks/>
              </p:cNvSpPr>
              <p:nvPr/>
            </p:nvSpPr>
            <p:spPr bwMode="auto">
              <a:xfrm>
                <a:off x="2969200" y="2617625"/>
                <a:ext cx="555605" cy="649758"/>
              </a:xfrm>
              <a:custGeom>
                <a:avLst/>
                <a:gdLst>
                  <a:gd name="T0" fmla="*/ 232 w 398"/>
                  <a:gd name="T1" fmla="*/ 75 h 465"/>
                  <a:gd name="T2" fmla="*/ 250 w 398"/>
                  <a:gd name="T3" fmla="*/ 4 h 465"/>
                  <a:gd name="T4" fmla="*/ 197 w 398"/>
                  <a:gd name="T5" fmla="*/ 28 h 465"/>
                  <a:gd name="T6" fmla="*/ 172 w 398"/>
                  <a:gd name="T7" fmla="*/ 25 h 465"/>
                  <a:gd name="T8" fmla="*/ 141 w 398"/>
                  <a:gd name="T9" fmla="*/ 22 h 465"/>
                  <a:gd name="T10" fmla="*/ 93 w 398"/>
                  <a:gd name="T11" fmla="*/ 45 h 465"/>
                  <a:gd name="T12" fmla="*/ 70 w 398"/>
                  <a:gd name="T13" fmla="*/ 43 h 465"/>
                  <a:gd name="T14" fmla="*/ 24 w 398"/>
                  <a:gd name="T15" fmla="*/ 50 h 465"/>
                  <a:gd name="T16" fmla="*/ 65 w 398"/>
                  <a:gd name="T17" fmla="*/ 107 h 465"/>
                  <a:gd name="T18" fmla="*/ 5 w 398"/>
                  <a:gd name="T19" fmla="*/ 282 h 465"/>
                  <a:gd name="T20" fmla="*/ 216 w 398"/>
                  <a:gd name="T21" fmla="*/ 438 h 465"/>
                  <a:gd name="T22" fmla="*/ 358 w 398"/>
                  <a:gd name="T23" fmla="*/ 218 h 465"/>
                  <a:gd name="T24" fmla="*/ 232 w 398"/>
                  <a:gd name="T25" fmla="*/ 75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8" h="465">
                    <a:moveTo>
                      <a:pt x="232" y="75"/>
                    </a:moveTo>
                    <a:cubicBezTo>
                      <a:pt x="232" y="75"/>
                      <a:pt x="284" y="9"/>
                      <a:pt x="250" y="4"/>
                    </a:cubicBezTo>
                    <a:cubicBezTo>
                      <a:pt x="216" y="0"/>
                      <a:pt x="214" y="25"/>
                      <a:pt x="197" y="28"/>
                    </a:cubicBezTo>
                    <a:cubicBezTo>
                      <a:pt x="188" y="30"/>
                      <a:pt x="181" y="27"/>
                      <a:pt x="172" y="25"/>
                    </a:cubicBezTo>
                    <a:cubicBezTo>
                      <a:pt x="163" y="22"/>
                      <a:pt x="153" y="19"/>
                      <a:pt x="141" y="22"/>
                    </a:cubicBezTo>
                    <a:cubicBezTo>
                      <a:pt x="109" y="28"/>
                      <a:pt x="108" y="44"/>
                      <a:pt x="93" y="45"/>
                    </a:cubicBezTo>
                    <a:cubicBezTo>
                      <a:pt x="85" y="45"/>
                      <a:pt x="78" y="44"/>
                      <a:pt x="70" y="43"/>
                    </a:cubicBezTo>
                    <a:cubicBezTo>
                      <a:pt x="55" y="41"/>
                      <a:pt x="39" y="39"/>
                      <a:pt x="24" y="50"/>
                    </a:cubicBezTo>
                    <a:cubicBezTo>
                      <a:pt x="1" y="67"/>
                      <a:pt x="65" y="107"/>
                      <a:pt x="65" y="107"/>
                    </a:cubicBezTo>
                    <a:cubicBezTo>
                      <a:pt x="65" y="107"/>
                      <a:pt x="0" y="183"/>
                      <a:pt x="5" y="282"/>
                    </a:cubicBezTo>
                    <a:cubicBezTo>
                      <a:pt x="10" y="381"/>
                      <a:pt x="66" y="465"/>
                      <a:pt x="216" y="438"/>
                    </a:cubicBezTo>
                    <a:cubicBezTo>
                      <a:pt x="366" y="410"/>
                      <a:pt x="398" y="324"/>
                      <a:pt x="358" y="218"/>
                    </a:cubicBezTo>
                    <a:cubicBezTo>
                      <a:pt x="318" y="112"/>
                      <a:pt x="232" y="75"/>
                      <a:pt x="232" y="75"/>
                    </a:cubicBezTo>
                  </a:path>
                </a:pathLst>
              </a:custGeom>
              <a:solidFill>
                <a:srgbClr val="4E7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1" name="Freeform 140"/>
              <p:cNvSpPr>
                <a:spLocks/>
              </p:cNvSpPr>
              <p:nvPr/>
            </p:nvSpPr>
            <p:spPr bwMode="auto">
              <a:xfrm>
                <a:off x="3133709" y="2848351"/>
                <a:ext cx="199687" cy="256592"/>
              </a:xfrm>
              <a:custGeom>
                <a:avLst/>
                <a:gdLst>
                  <a:gd name="T0" fmla="*/ 67 w 143"/>
                  <a:gd name="T1" fmla="*/ 0 h 184"/>
                  <a:gd name="T2" fmla="*/ 43 w 143"/>
                  <a:gd name="T3" fmla="*/ 4 h 184"/>
                  <a:gd name="T4" fmla="*/ 47 w 143"/>
                  <a:gd name="T5" fmla="*/ 24 h 184"/>
                  <a:gd name="T6" fmla="*/ 27 w 143"/>
                  <a:gd name="T7" fmla="*/ 30 h 184"/>
                  <a:gd name="T8" fmla="*/ 12 w 143"/>
                  <a:gd name="T9" fmla="*/ 42 h 184"/>
                  <a:gd name="T10" fmla="*/ 2 w 143"/>
                  <a:gd name="T11" fmla="*/ 57 h 184"/>
                  <a:gd name="T12" fmla="*/ 1 w 143"/>
                  <a:gd name="T13" fmla="*/ 75 h 184"/>
                  <a:gd name="T14" fmla="*/ 11 w 143"/>
                  <a:gd name="T15" fmla="*/ 96 h 184"/>
                  <a:gd name="T16" fmla="*/ 27 w 143"/>
                  <a:gd name="T17" fmla="*/ 107 h 184"/>
                  <a:gd name="T18" fmla="*/ 46 w 143"/>
                  <a:gd name="T19" fmla="*/ 112 h 184"/>
                  <a:gd name="T20" fmla="*/ 65 w 143"/>
                  <a:gd name="T21" fmla="*/ 113 h 184"/>
                  <a:gd name="T22" fmla="*/ 79 w 143"/>
                  <a:gd name="T23" fmla="*/ 116 h 184"/>
                  <a:gd name="T24" fmla="*/ 86 w 143"/>
                  <a:gd name="T25" fmla="*/ 123 h 184"/>
                  <a:gd name="T26" fmla="*/ 84 w 143"/>
                  <a:gd name="T27" fmla="*/ 129 h 184"/>
                  <a:gd name="T28" fmla="*/ 74 w 143"/>
                  <a:gd name="T29" fmla="*/ 134 h 184"/>
                  <a:gd name="T30" fmla="*/ 69 w 143"/>
                  <a:gd name="T31" fmla="*/ 134 h 184"/>
                  <a:gd name="T32" fmla="*/ 55 w 143"/>
                  <a:gd name="T33" fmla="*/ 131 h 184"/>
                  <a:gd name="T34" fmla="*/ 41 w 143"/>
                  <a:gd name="T35" fmla="*/ 115 h 184"/>
                  <a:gd name="T36" fmla="*/ 11 w 143"/>
                  <a:gd name="T37" fmla="*/ 121 h 184"/>
                  <a:gd name="T38" fmla="*/ 20 w 143"/>
                  <a:gd name="T39" fmla="*/ 172 h 184"/>
                  <a:gd name="T40" fmla="*/ 51 w 143"/>
                  <a:gd name="T41" fmla="*/ 166 h 184"/>
                  <a:gd name="T42" fmla="*/ 49 w 143"/>
                  <a:gd name="T43" fmla="*/ 158 h 184"/>
                  <a:gd name="T44" fmla="*/ 72 w 143"/>
                  <a:gd name="T45" fmla="*/ 163 h 184"/>
                  <a:gd name="T46" fmla="*/ 76 w 143"/>
                  <a:gd name="T47" fmla="*/ 184 h 184"/>
                  <a:gd name="T48" fmla="*/ 99 w 143"/>
                  <a:gd name="T49" fmla="*/ 179 h 184"/>
                  <a:gd name="T50" fmla="*/ 96 w 143"/>
                  <a:gd name="T51" fmla="*/ 160 h 184"/>
                  <a:gd name="T52" fmla="*/ 116 w 143"/>
                  <a:gd name="T53" fmla="*/ 153 h 184"/>
                  <a:gd name="T54" fmla="*/ 131 w 143"/>
                  <a:gd name="T55" fmla="*/ 143 h 184"/>
                  <a:gd name="T56" fmla="*/ 140 w 143"/>
                  <a:gd name="T57" fmla="*/ 128 h 184"/>
                  <a:gd name="T58" fmla="*/ 141 w 143"/>
                  <a:gd name="T59" fmla="*/ 109 h 184"/>
                  <a:gd name="T60" fmla="*/ 132 w 143"/>
                  <a:gd name="T61" fmla="*/ 88 h 184"/>
                  <a:gd name="T62" fmla="*/ 115 w 143"/>
                  <a:gd name="T63" fmla="*/ 77 h 184"/>
                  <a:gd name="T64" fmla="*/ 96 w 143"/>
                  <a:gd name="T65" fmla="*/ 72 h 184"/>
                  <a:gd name="T66" fmla="*/ 77 w 143"/>
                  <a:gd name="T67" fmla="*/ 71 h 184"/>
                  <a:gd name="T68" fmla="*/ 62 w 143"/>
                  <a:gd name="T69" fmla="*/ 68 h 184"/>
                  <a:gd name="T70" fmla="*/ 55 w 143"/>
                  <a:gd name="T71" fmla="*/ 62 h 184"/>
                  <a:gd name="T72" fmla="*/ 57 w 143"/>
                  <a:gd name="T73" fmla="*/ 55 h 184"/>
                  <a:gd name="T74" fmla="*/ 67 w 143"/>
                  <a:gd name="T75" fmla="*/ 51 h 184"/>
                  <a:gd name="T76" fmla="*/ 71 w 143"/>
                  <a:gd name="T77" fmla="*/ 50 h 184"/>
                  <a:gd name="T78" fmla="*/ 76 w 143"/>
                  <a:gd name="T79" fmla="*/ 51 h 184"/>
                  <a:gd name="T80" fmla="*/ 85 w 143"/>
                  <a:gd name="T81" fmla="*/ 54 h 184"/>
                  <a:gd name="T82" fmla="*/ 93 w 143"/>
                  <a:gd name="T83" fmla="*/ 60 h 184"/>
                  <a:gd name="T84" fmla="*/ 98 w 143"/>
                  <a:gd name="T85" fmla="*/ 68 h 184"/>
                  <a:gd name="T86" fmla="*/ 128 w 143"/>
                  <a:gd name="T87" fmla="*/ 62 h 184"/>
                  <a:gd name="T88" fmla="*/ 119 w 143"/>
                  <a:gd name="T89" fmla="*/ 13 h 184"/>
                  <a:gd name="T90" fmla="*/ 89 w 143"/>
                  <a:gd name="T91" fmla="*/ 18 h 184"/>
                  <a:gd name="T92" fmla="*/ 90 w 143"/>
                  <a:gd name="T93" fmla="*/ 27 h 184"/>
                  <a:gd name="T94" fmla="*/ 82 w 143"/>
                  <a:gd name="T95" fmla="*/ 24 h 184"/>
                  <a:gd name="T96" fmla="*/ 71 w 143"/>
                  <a:gd name="T97" fmla="*/ 22 h 184"/>
                  <a:gd name="T98" fmla="*/ 67 w 143"/>
                  <a:gd name="T99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43" h="184">
                    <a:moveTo>
                      <a:pt x="67" y="0"/>
                    </a:moveTo>
                    <a:cubicBezTo>
                      <a:pt x="43" y="4"/>
                      <a:pt x="43" y="4"/>
                      <a:pt x="43" y="4"/>
                    </a:cubicBezTo>
                    <a:cubicBezTo>
                      <a:pt x="47" y="24"/>
                      <a:pt x="47" y="24"/>
                      <a:pt x="47" y="24"/>
                    </a:cubicBezTo>
                    <a:cubicBezTo>
                      <a:pt x="40" y="25"/>
                      <a:pt x="33" y="27"/>
                      <a:pt x="27" y="30"/>
                    </a:cubicBezTo>
                    <a:cubicBezTo>
                      <a:pt x="21" y="34"/>
                      <a:pt x="16" y="37"/>
                      <a:pt x="12" y="42"/>
                    </a:cubicBezTo>
                    <a:cubicBezTo>
                      <a:pt x="7" y="46"/>
                      <a:pt x="4" y="51"/>
                      <a:pt x="2" y="57"/>
                    </a:cubicBezTo>
                    <a:cubicBezTo>
                      <a:pt x="0" y="62"/>
                      <a:pt x="0" y="69"/>
                      <a:pt x="1" y="75"/>
                    </a:cubicBezTo>
                    <a:cubicBezTo>
                      <a:pt x="3" y="84"/>
                      <a:pt x="6" y="91"/>
                      <a:pt x="11" y="96"/>
                    </a:cubicBezTo>
                    <a:cubicBezTo>
                      <a:pt x="16" y="101"/>
                      <a:pt x="21" y="105"/>
                      <a:pt x="27" y="107"/>
                    </a:cubicBezTo>
                    <a:cubicBezTo>
                      <a:pt x="33" y="110"/>
                      <a:pt x="39" y="111"/>
                      <a:pt x="46" y="112"/>
                    </a:cubicBezTo>
                    <a:cubicBezTo>
                      <a:pt x="53" y="112"/>
                      <a:pt x="59" y="113"/>
                      <a:pt x="65" y="113"/>
                    </a:cubicBezTo>
                    <a:cubicBezTo>
                      <a:pt x="70" y="114"/>
                      <a:pt x="75" y="115"/>
                      <a:pt x="79" y="116"/>
                    </a:cubicBezTo>
                    <a:cubicBezTo>
                      <a:pt x="83" y="117"/>
                      <a:pt x="86" y="120"/>
                      <a:pt x="86" y="123"/>
                    </a:cubicBezTo>
                    <a:cubicBezTo>
                      <a:pt x="87" y="125"/>
                      <a:pt x="86" y="127"/>
                      <a:pt x="84" y="129"/>
                    </a:cubicBezTo>
                    <a:cubicBezTo>
                      <a:pt x="82" y="131"/>
                      <a:pt x="79" y="133"/>
                      <a:pt x="74" y="134"/>
                    </a:cubicBezTo>
                    <a:cubicBezTo>
                      <a:pt x="72" y="134"/>
                      <a:pt x="71" y="134"/>
                      <a:pt x="69" y="134"/>
                    </a:cubicBezTo>
                    <a:cubicBezTo>
                      <a:pt x="64" y="134"/>
                      <a:pt x="59" y="133"/>
                      <a:pt x="55" y="131"/>
                    </a:cubicBezTo>
                    <a:cubicBezTo>
                      <a:pt x="49" y="128"/>
                      <a:pt x="44" y="122"/>
                      <a:pt x="41" y="115"/>
                    </a:cubicBezTo>
                    <a:cubicBezTo>
                      <a:pt x="11" y="121"/>
                      <a:pt x="11" y="121"/>
                      <a:pt x="11" y="121"/>
                    </a:cubicBezTo>
                    <a:cubicBezTo>
                      <a:pt x="20" y="172"/>
                      <a:pt x="20" y="172"/>
                      <a:pt x="20" y="172"/>
                    </a:cubicBezTo>
                    <a:cubicBezTo>
                      <a:pt x="51" y="166"/>
                      <a:pt x="51" y="166"/>
                      <a:pt x="51" y="166"/>
                    </a:cubicBezTo>
                    <a:cubicBezTo>
                      <a:pt x="49" y="158"/>
                      <a:pt x="49" y="158"/>
                      <a:pt x="49" y="158"/>
                    </a:cubicBezTo>
                    <a:cubicBezTo>
                      <a:pt x="57" y="161"/>
                      <a:pt x="65" y="162"/>
                      <a:pt x="72" y="163"/>
                    </a:cubicBezTo>
                    <a:cubicBezTo>
                      <a:pt x="76" y="184"/>
                      <a:pt x="76" y="184"/>
                      <a:pt x="76" y="184"/>
                    </a:cubicBezTo>
                    <a:cubicBezTo>
                      <a:pt x="99" y="179"/>
                      <a:pt x="99" y="179"/>
                      <a:pt x="99" y="179"/>
                    </a:cubicBezTo>
                    <a:cubicBezTo>
                      <a:pt x="96" y="160"/>
                      <a:pt x="96" y="160"/>
                      <a:pt x="96" y="160"/>
                    </a:cubicBezTo>
                    <a:cubicBezTo>
                      <a:pt x="103" y="158"/>
                      <a:pt x="109" y="156"/>
                      <a:pt x="116" y="153"/>
                    </a:cubicBezTo>
                    <a:cubicBezTo>
                      <a:pt x="122" y="151"/>
                      <a:pt x="127" y="147"/>
                      <a:pt x="131" y="143"/>
                    </a:cubicBezTo>
                    <a:cubicBezTo>
                      <a:pt x="135" y="139"/>
                      <a:pt x="138" y="134"/>
                      <a:pt x="140" y="128"/>
                    </a:cubicBezTo>
                    <a:cubicBezTo>
                      <a:pt x="142" y="123"/>
                      <a:pt x="143" y="116"/>
                      <a:pt x="141" y="109"/>
                    </a:cubicBezTo>
                    <a:cubicBezTo>
                      <a:pt x="140" y="100"/>
                      <a:pt x="136" y="93"/>
                      <a:pt x="132" y="88"/>
                    </a:cubicBezTo>
                    <a:cubicBezTo>
                      <a:pt x="127" y="83"/>
                      <a:pt x="121" y="79"/>
                      <a:pt x="115" y="77"/>
                    </a:cubicBezTo>
                    <a:cubicBezTo>
                      <a:pt x="109" y="74"/>
                      <a:pt x="103" y="73"/>
                      <a:pt x="96" y="72"/>
                    </a:cubicBezTo>
                    <a:cubicBezTo>
                      <a:pt x="89" y="72"/>
                      <a:pt x="83" y="71"/>
                      <a:pt x="77" y="71"/>
                    </a:cubicBezTo>
                    <a:cubicBezTo>
                      <a:pt x="71" y="70"/>
                      <a:pt x="66" y="69"/>
                      <a:pt x="62" y="68"/>
                    </a:cubicBezTo>
                    <a:cubicBezTo>
                      <a:pt x="58" y="67"/>
                      <a:pt x="55" y="65"/>
                      <a:pt x="55" y="62"/>
                    </a:cubicBezTo>
                    <a:cubicBezTo>
                      <a:pt x="54" y="59"/>
                      <a:pt x="55" y="56"/>
                      <a:pt x="57" y="55"/>
                    </a:cubicBezTo>
                    <a:cubicBezTo>
                      <a:pt x="60" y="53"/>
                      <a:pt x="63" y="51"/>
                      <a:pt x="67" y="51"/>
                    </a:cubicBezTo>
                    <a:cubicBezTo>
                      <a:pt x="68" y="50"/>
                      <a:pt x="70" y="50"/>
                      <a:pt x="71" y="50"/>
                    </a:cubicBezTo>
                    <a:cubicBezTo>
                      <a:pt x="73" y="50"/>
                      <a:pt x="74" y="50"/>
                      <a:pt x="76" y="51"/>
                    </a:cubicBezTo>
                    <a:cubicBezTo>
                      <a:pt x="79" y="51"/>
                      <a:pt x="82" y="52"/>
                      <a:pt x="85" y="54"/>
                    </a:cubicBezTo>
                    <a:cubicBezTo>
                      <a:pt x="88" y="55"/>
                      <a:pt x="90" y="57"/>
                      <a:pt x="93" y="60"/>
                    </a:cubicBezTo>
                    <a:cubicBezTo>
                      <a:pt x="95" y="62"/>
                      <a:pt x="97" y="65"/>
                      <a:pt x="98" y="68"/>
                    </a:cubicBezTo>
                    <a:cubicBezTo>
                      <a:pt x="128" y="62"/>
                      <a:pt x="128" y="62"/>
                      <a:pt x="128" y="6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89" y="18"/>
                      <a:pt x="89" y="18"/>
                      <a:pt x="89" y="18"/>
                    </a:cubicBezTo>
                    <a:cubicBezTo>
                      <a:pt x="90" y="27"/>
                      <a:pt x="90" y="27"/>
                      <a:pt x="90" y="27"/>
                    </a:cubicBezTo>
                    <a:cubicBezTo>
                      <a:pt x="88" y="26"/>
                      <a:pt x="85" y="25"/>
                      <a:pt x="82" y="24"/>
                    </a:cubicBezTo>
                    <a:cubicBezTo>
                      <a:pt x="78" y="23"/>
                      <a:pt x="75" y="23"/>
                      <a:pt x="71" y="22"/>
                    </a:cubicBezTo>
                    <a:cubicBezTo>
                      <a:pt x="67" y="0"/>
                      <a:pt x="67" y="0"/>
                      <a:pt x="67" y="0"/>
                    </a:cubicBezTo>
                  </a:path>
                </a:pathLst>
              </a:custGeom>
              <a:solidFill>
                <a:srgbClr val="A7BB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2" name="Freeform 141"/>
              <p:cNvSpPr>
                <a:spLocks/>
              </p:cNvSpPr>
              <p:nvPr/>
            </p:nvSpPr>
            <p:spPr bwMode="auto">
              <a:xfrm>
                <a:off x="3043694" y="2705570"/>
                <a:ext cx="265904" cy="77599"/>
              </a:xfrm>
              <a:custGeom>
                <a:avLst/>
                <a:gdLst>
                  <a:gd name="T0" fmla="*/ 89 w 190"/>
                  <a:gd name="T1" fmla="*/ 44 h 55"/>
                  <a:gd name="T2" fmla="*/ 12 w 190"/>
                  <a:gd name="T3" fmla="*/ 55 h 55"/>
                  <a:gd name="T4" fmla="*/ 0 w 190"/>
                  <a:gd name="T5" fmla="*/ 45 h 55"/>
                  <a:gd name="T6" fmla="*/ 10 w 190"/>
                  <a:gd name="T7" fmla="*/ 33 h 55"/>
                  <a:gd name="T8" fmla="*/ 175 w 190"/>
                  <a:gd name="T9" fmla="*/ 2 h 55"/>
                  <a:gd name="T10" fmla="*/ 188 w 190"/>
                  <a:gd name="T11" fmla="*/ 9 h 55"/>
                  <a:gd name="T12" fmla="*/ 181 w 190"/>
                  <a:gd name="T13" fmla="*/ 22 h 55"/>
                  <a:gd name="T14" fmla="*/ 89 w 190"/>
                  <a:gd name="T15" fmla="*/ 4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0" h="55">
                    <a:moveTo>
                      <a:pt x="89" y="44"/>
                    </a:moveTo>
                    <a:cubicBezTo>
                      <a:pt x="66" y="49"/>
                      <a:pt x="40" y="52"/>
                      <a:pt x="12" y="55"/>
                    </a:cubicBezTo>
                    <a:cubicBezTo>
                      <a:pt x="6" y="55"/>
                      <a:pt x="1" y="51"/>
                      <a:pt x="0" y="45"/>
                    </a:cubicBezTo>
                    <a:cubicBezTo>
                      <a:pt x="0" y="39"/>
                      <a:pt x="4" y="34"/>
                      <a:pt x="10" y="33"/>
                    </a:cubicBezTo>
                    <a:cubicBezTo>
                      <a:pt x="98" y="26"/>
                      <a:pt x="174" y="2"/>
                      <a:pt x="175" y="2"/>
                    </a:cubicBezTo>
                    <a:cubicBezTo>
                      <a:pt x="181" y="0"/>
                      <a:pt x="186" y="3"/>
                      <a:pt x="188" y="9"/>
                    </a:cubicBezTo>
                    <a:cubicBezTo>
                      <a:pt x="190" y="14"/>
                      <a:pt x="187" y="20"/>
                      <a:pt x="181" y="22"/>
                    </a:cubicBezTo>
                    <a:cubicBezTo>
                      <a:pt x="179" y="23"/>
                      <a:pt x="142" y="35"/>
                      <a:pt x="89" y="44"/>
                    </a:cubicBez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9" name="Freeform 148"/>
              <p:cNvSpPr>
                <a:spLocks/>
              </p:cNvSpPr>
              <p:nvPr/>
            </p:nvSpPr>
            <p:spPr bwMode="auto">
              <a:xfrm>
                <a:off x="4328725" y="2440700"/>
                <a:ext cx="207964" cy="191410"/>
              </a:xfrm>
              <a:custGeom>
                <a:avLst/>
                <a:gdLst>
                  <a:gd name="T0" fmla="*/ 74 w 149"/>
                  <a:gd name="T1" fmla="*/ 0 h 137"/>
                  <a:gd name="T2" fmla="*/ 67 w 149"/>
                  <a:gd name="T3" fmla="*/ 5 h 137"/>
                  <a:gd name="T4" fmla="*/ 56 w 149"/>
                  <a:gd name="T5" fmla="*/ 28 h 137"/>
                  <a:gd name="T6" fmla="*/ 35 w 149"/>
                  <a:gd name="T7" fmla="*/ 44 h 137"/>
                  <a:gd name="T8" fmla="*/ 10 w 149"/>
                  <a:gd name="T9" fmla="*/ 47 h 137"/>
                  <a:gd name="T10" fmla="*/ 5 w 149"/>
                  <a:gd name="T11" fmla="*/ 60 h 137"/>
                  <a:gd name="T12" fmla="*/ 24 w 149"/>
                  <a:gd name="T13" fmla="*/ 78 h 137"/>
                  <a:gd name="T14" fmla="*/ 32 w 149"/>
                  <a:gd name="T15" fmla="*/ 103 h 137"/>
                  <a:gd name="T16" fmla="*/ 28 w 149"/>
                  <a:gd name="T17" fmla="*/ 128 h 137"/>
                  <a:gd name="T18" fmla="*/ 33 w 149"/>
                  <a:gd name="T19" fmla="*/ 137 h 137"/>
                  <a:gd name="T20" fmla="*/ 38 w 149"/>
                  <a:gd name="T21" fmla="*/ 136 h 137"/>
                  <a:gd name="T22" fmla="*/ 61 w 149"/>
                  <a:gd name="T23" fmla="*/ 124 h 137"/>
                  <a:gd name="T24" fmla="*/ 74 w 149"/>
                  <a:gd name="T25" fmla="*/ 121 h 137"/>
                  <a:gd name="T26" fmla="*/ 87 w 149"/>
                  <a:gd name="T27" fmla="*/ 124 h 137"/>
                  <a:gd name="T28" fmla="*/ 110 w 149"/>
                  <a:gd name="T29" fmla="*/ 136 h 137"/>
                  <a:gd name="T30" fmla="*/ 115 w 149"/>
                  <a:gd name="T31" fmla="*/ 137 h 137"/>
                  <a:gd name="T32" fmla="*/ 121 w 149"/>
                  <a:gd name="T33" fmla="*/ 128 h 137"/>
                  <a:gd name="T34" fmla="*/ 116 w 149"/>
                  <a:gd name="T35" fmla="*/ 103 h 137"/>
                  <a:gd name="T36" fmla="*/ 125 w 149"/>
                  <a:gd name="T37" fmla="*/ 78 h 137"/>
                  <a:gd name="T38" fmla="*/ 143 w 149"/>
                  <a:gd name="T39" fmla="*/ 60 h 137"/>
                  <a:gd name="T40" fmla="*/ 139 w 149"/>
                  <a:gd name="T41" fmla="*/ 47 h 137"/>
                  <a:gd name="T42" fmla="*/ 113 w 149"/>
                  <a:gd name="T43" fmla="*/ 44 h 137"/>
                  <a:gd name="T44" fmla="*/ 92 w 149"/>
                  <a:gd name="T45" fmla="*/ 28 h 137"/>
                  <a:gd name="T46" fmla="*/ 81 w 149"/>
                  <a:gd name="T47" fmla="*/ 5 h 137"/>
                  <a:gd name="T48" fmla="*/ 74 w 149"/>
                  <a:gd name="T49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9" h="137">
                    <a:moveTo>
                      <a:pt x="74" y="0"/>
                    </a:moveTo>
                    <a:cubicBezTo>
                      <a:pt x="72" y="0"/>
                      <a:pt x="69" y="1"/>
                      <a:pt x="67" y="5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53" y="35"/>
                      <a:pt x="43" y="42"/>
                      <a:pt x="35" y="44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1" y="48"/>
                      <a:pt x="0" y="54"/>
                      <a:pt x="5" y="60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30" y="83"/>
                      <a:pt x="33" y="95"/>
                      <a:pt x="32" y="103"/>
                    </a:cubicBezTo>
                    <a:cubicBezTo>
                      <a:pt x="28" y="128"/>
                      <a:pt x="28" y="128"/>
                      <a:pt x="28" y="128"/>
                    </a:cubicBezTo>
                    <a:cubicBezTo>
                      <a:pt x="27" y="134"/>
                      <a:pt x="29" y="137"/>
                      <a:pt x="33" y="137"/>
                    </a:cubicBezTo>
                    <a:cubicBezTo>
                      <a:pt x="35" y="137"/>
                      <a:pt x="36" y="137"/>
                      <a:pt x="38" y="136"/>
                    </a:cubicBezTo>
                    <a:cubicBezTo>
                      <a:pt x="61" y="124"/>
                      <a:pt x="61" y="124"/>
                      <a:pt x="61" y="124"/>
                    </a:cubicBezTo>
                    <a:cubicBezTo>
                      <a:pt x="64" y="122"/>
                      <a:pt x="69" y="121"/>
                      <a:pt x="74" y="121"/>
                    </a:cubicBezTo>
                    <a:cubicBezTo>
                      <a:pt x="79" y="121"/>
                      <a:pt x="84" y="122"/>
                      <a:pt x="87" y="124"/>
                    </a:cubicBezTo>
                    <a:cubicBezTo>
                      <a:pt x="110" y="136"/>
                      <a:pt x="110" y="136"/>
                      <a:pt x="110" y="136"/>
                    </a:cubicBezTo>
                    <a:cubicBezTo>
                      <a:pt x="112" y="137"/>
                      <a:pt x="114" y="137"/>
                      <a:pt x="115" y="137"/>
                    </a:cubicBezTo>
                    <a:cubicBezTo>
                      <a:pt x="119" y="137"/>
                      <a:pt x="122" y="134"/>
                      <a:pt x="121" y="128"/>
                    </a:cubicBezTo>
                    <a:cubicBezTo>
                      <a:pt x="116" y="103"/>
                      <a:pt x="116" y="103"/>
                      <a:pt x="116" y="103"/>
                    </a:cubicBezTo>
                    <a:cubicBezTo>
                      <a:pt x="115" y="95"/>
                      <a:pt x="119" y="83"/>
                      <a:pt x="125" y="78"/>
                    </a:cubicBezTo>
                    <a:cubicBezTo>
                      <a:pt x="143" y="60"/>
                      <a:pt x="143" y="60"/>
                      <a:pt x="143" y="60"/>
                    </a:cubicBezTo>
                    <a:cubicBezTo>
                      <a:pt x="149" y="54"/>
                      <a:pt x="147" y="48"/>
                      <a:pt x="139" y="47"/>
                    </a:cubicBezTo>
                    <a:cubicBezTo>
                      <a:pt x="113" y="44"/>
                      <a:pt x="113" y="44"/>
                      <a:pt x="113" y="44"/>
                    </a:cubicBezTo>
                    <a:cubicBezTo>
                      <a:pt x="105" y="42"/>
                      <a:pt x="96" y="35"/>
                      <a:pt x="92" y="28"/>
                    </a:cubicBezTo>
                    <a:cubicBezTo>
                      <a:pt x="81" y="5"/>
                      <a:pt x="81" y="5"/>
                      <a:pt x="81" y="5"/>
                    </a:cubicBezTo>
                    <a:cubicBezTo>
                      <a:pt x="79" y="1"/>
                      <a:pt x="76" y="0"/>
                      <a:pt x="7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0" name="Freeform 149"/>
              <p:cNvSpPr>
                <a:spLocks/>
              </p:cNvSpPr>
              <p:nvPr/>
            </p:nvSpPr>
            <p:spPr bwMode="auto">
              <a:xfrm>
                <a:off x="3443068" y="3131844"/>
                <a:ext cx="208999" cy="191410"/>
              </a:xfrm>
              <a:custGeom>
                <a:avLst/>
                <a:gdLst>
                  <a:gd name="T0" fmla="*/ 74 w 149"/>
                  <a:gd name="T1" fmla="*/ 0 h 137"/>
                  <a:gd name="T2" fmla="*/ 68 w 149"/>
                  <a:gd name="T3" fmla="*/ 6 h 137"/>
                  <a:gd name="T4" fmla="*/ 57 w 149"/>
                  <a:gd name="T5" fmla="*/ 28 h 137"/>
                  <a:gd name="T6" fmla="*/ 35 w 149"/>
                  <a:gd name="T7" fmla="*/ 44 h 137"/>
                  <a:gd name="T8" fmla="*/ 10 w 149"/>
                  <a:gd name="T9" fmla="*/ 48 h 137"/>
                  <a:gd name="T10" fmla="*/ 6 w 149"/>
                  <a:gd name="T11" fmla="*/ 60 h 137"/>
                  <a:gd name="T12" fmla="*/ 24 w 149"/>
                  <a:gd name="T13" fmla="*/ 78 h 137"/>
                  <a:gd name="T14" fmla="*/ 32 w 149"/>
                  <a:gd name="T15" fmla="*/ 103 h 137"/>
                  <a:gd name="T16" fmla="*/ 28 w 149"/>
                  <a:gd name="T17" fmla="*/ 128 h 137"/>
                  <a:gd name="T18" fmla="*/ 33 w 149"/>
                  <a:gd name="T19" fmla="*/ 137 h 137"/>
                  <a:gd name="T20" fmla="*/ 39 w 149"/>
                  <a:gd name="T21" fmla="*/ 136 h 137"/>
                  <a:gd name="T22" fmla="*/ 61 w 149"/>
                  <a:gd name="T23" fmla="*/ 124 h 137"/>
                  <a:gd name="T24" fmla="*/ 74 w 149"/>
                  <a:gd name="T25" fmla="*/ 121 h 137"/>
                  <a:gd name="T26" fmla="*/ 88 w 149"/>
                  <a:gd name="T27" fmla="*/ 124 h 137"/>
                  <a:gd name="T28" fmla="*/ 110 w 149"/>
                  <a:gd name="T29" fmla="*/ 136 h 137"/>
                  <a:gd name="T30" fmla="*/ 116 w 149"/>
                  <a:gd name="T31" fmla="*/ 137 h 137"/>
                  <a:gd name="T32" fmla="*/ 121 w 149"/>
                  <a:gd name="T33" fmla="*/ 128 h 137"/>
                  <a:gd name="T34" fmla="*/ 117 w 149"/>
                  <a:gd name="T35" fmla="*/ 103 h 137"/>
                  <a:gd name="T36" fmla="*/ 125 w 149"/>
                  <a:gd name="T37" fmla="*/ 78 h 137"/>
                  <a:gd name="T38" fmla="*/ 143 w 149"/>
                  <a:gd name="T39" fmla="*/ 60 h 137"/>
                  <a:gd name="T40" fmla="*/ 139 w 149"/>
                  <a:gd name="T41" fmla="*/ 48 h 137"/>
                  <a:gd name="T42" fmla="*/ 114 w 149"/>
                  <a:gd name="T43" fmla="*/ 44 h 137"/>
                  <a:gd name="T44" fmla="*/ 92 w 149"/>
                  <a:gd name="T45" fmla="*/ 28 h 137"/>
                  <a:gd name="T46" fmla="*/ 81 w 149"/>
                  <a:gd name="T47" fmla="*/ 6 h 137"/>
                  <a:gd name="T48" fmla="*/ 74 w 149"/>
                  <a:gd name="T49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9" h="137">
                    <a:moveTo>
                      <a:pt x="74" y="0"/>
                    </a:moveTo>
                    <a:cubicBezTo>
                      <a:pt x="72" y="0"/>
                      <a:pt x="70" y="2"/>
                      <a:pt x="68" y="6"/>
                    </a:cubicBezTo>
                    <a:cubicBezTo>
                      <a:pt x="57" y="28"/>
                      <a:pt x="57" y="28"/>
                      <a:pt x="57" y="28"/>
                    </a:cubicBezTo>
                    <a:cubicBezTo>
                      <a:pt x="53" y="36"/>
                      <a:pt x="43" y="43"/>
                      <a:pt x="35" y="44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2" y="49"/>
                      <a:pt x="0" y="54"/>
                      <a:pt x="6" y="60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30" y="84"/>
                      <a:pt x="34" y="95"/>
                      <a:pt x="32" y="103"/>
                    </a:cubicBezTo>
                    <a:cubicBezTo>
                      <a:pt x="28" y="128"/>
                      <a:pt x="28" y="128"/>
                      <a:pt x="28" y="128"/>
                    </a:cubicBezTo>
                    <a:cubicBezTo>
                      <a:pt x="27" y="134"/>
                      <a:pt x="29" y="137"/>
                      <a:pt x="33" y="137"/>
                    </a:cubicBezTo>
                    <a:cubicBezTo>
                      <a:pt x="35" y="137"/>
                      <a:pt x="37" y="137"/>
                      <a:pt x="39" y="136"/>
                    </a:cubicBezTo>
                    <a:cubicBezTo>
                      <a:pt x="61" y="124"/>
                      <a:pt x="61" y="124"/>
                      <a:pt x="61" y="124"/>
                    </a:cubicBezTo>
                    <a:cubicBezTo>
                      <a:pt x="65" y="122"/>
                      <a:pt x="70" y="121"/>
                      <a:pt x="74" y="121"/>
                    </a:cubicBezTo>
                    <a:cubicBezTo>
                      <a:pt x="79" y="121"/>
                      <a:pt x="84" y="122"/>
                      <a:pt x="88" y="124"/>
                    </a:cubicBezTo>
                    <a:cubicBezTo>
                      <a:pt x="110" y="136"/>
                      <a:pt x="110" y="136"/>
                      <a:pt x="110" y="136"/>
                    </a:cubicBezTo>
                    <a:cubicBezTo>
                      <a:pt x="112" y="137"/>
                      <a:pt x="114" y="137"/>
                      <a:pt x="116" y="137"/>
                    </a:cubicBezTo>
                    <a:cubicBezTo>
                      <a:pt x="120" y="137"/>
                      <a:pt x="122" y="134"/>
                      <a:pt x="121" y="128"/>
                    </a:cubicBezTo>
                    <a:cubicBezTo>
                      <a:pt x="117" y="103"/>
                      <a:pt x="117" y="103"/>
                      <a:pt x="117" y="103"/>
                    </a:cubicBezTo>
                    <a:cubicBezTo>
                      <a:pt x="115" y="95"/>
                      <a:pt x="119" y="84"/>
                      <a:pt x="125" y="78"/>
                    </a:cubicBezTo>
                    <a:cubicBezTo>
                      <a:pt x="143" y="60"/>
                      <a:pt x="143" y="60"/>
                      <a:pt x="143" y="60"/>
                    </a:cubicBezTo>
                    <a:cubicBezTo>
                      <a:pt x="149" y="54"/>
                      <a:pt x="147" y="49"/>
                      <a:pt x="139" y="48"/>
                    </a:cubicBezTo>
                    <a:cubicBezTo>
                      <a:pt x="114" y="44"/>
                      <a:pt x="114" y="44"/>
                      <a:pt x="114" y="44"/>
                    </a:cubicBezTo>
                    <a:cubicBezTo>
                      <a:pt x="106" y="43"/>
                      <a:pt x="96" y="36"/>
                      <a:pt x="92" y="28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79" y="2"/>
                      <a:pt x="77" y="0"/>
                      <a:pt x="7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1" name="Freeform 150"/>
              <p:cNvSpPr>
                <a:spLocks/>
              </p:cNvSpPr>
              <p:nvPr/>
            </p:nvSpPr>
            <p:spPr bwMode="auto">
              <a:xfrm>
                <a:off x="2013187" y="3947145"/>
                <a:ext cx="208999" cy="192444"/>
              </a:xfrm>
              <a:custGeom>
                <a:avLst/>
                <a:gdLst>
                  <a:gd name="T0" fmla="*/ 74 w 149"/>
                  <a:gd name="T1" fmla="*/ 0 h 138"/>
                  <a:gd name="T2" fmla="*/ 68 w 149"/>
                  <a:gd name="T3" fmla="*/ 6 h 138"/>
                  <a:gd name="T4" fmla="*/ 56 w 149"/>
                  <a:gd name="T5" fmla="*/ 29 h 138"/>
                  <a:gd name="T6" fmla="*/ 35 w 149"/>
                  <a:gd name="T7" fmla="*/ 44 h 138"/>
                  <a:gd name="T8" fmla="*/ 10 w 149"/>
                  <a:gd name="T9" fmla="*/ 48 h 138"/>
                  <a:gd name="T10" fmla="*/ 6 w 149"/>
                  <a:gd name="T11" fmla="*/ 61 h 138"/>
                  <a:gd name="T12" fmla="*/ 24 w 149"/>
                  <a:gd name="T13" fmla="*/ 78 h 138"/>
                  <a:gd name="T14" fmla="*/ 32 w 149"/>
                  <a:gd name="T15" fmla="*/ 104 h 138"/>
                  <a:gd name="T16" fmla="*/ 28 w 149"/>
                  <a:gd name="T17" fmla="*/ 129 h 138"/>
                  <a:gd name="T18" fmla="*/ 33 w 149"/>
                  <a:gd name="T19" fmla="*/ 138 h 138"/>
                  <a:gd name="T20" fmla="*/ 38 w 149"/>
                  <a:gd name="T21" fmla="*/ 136 h 138"/>
                  <a:gd name="T22" fmla="*/ 61 w 149"/>
                  <a:gd name="T23" fmla="*/ 125 h 138"/>
                  <a:gd name="T24" fmla="*/ 74 w 149"/>
                  <a:gd name="T25" fmla="*/ 122 h 138"/>
                  <a:gd name="T26" fmla="*/ 88 w 149"/>
                  <a:gd name="T27" fmla="*/ 125 h 138"/>
                  <a:gd name="T28" fmla="*/ 110 w 149"/>
                  <a:gd name="T29" fmla="*/ 136 h 138"/>
                  <a:gd name="T30" fmla="*/ 115 w 149"/>
                  <a:gd name="T31" fmla="*/ 138 h 138"/>
                  <a:gd name="T32" fmla="*/ 121 w 149"/>
                  <a:gd name="T33" fmla="*/ 129 h 138"/>
                  <a:gd name="T34" fmla="*/ 116 w 149"/>
                  <a:gd name="T35" fmla="*/ 104 h 138"/>
                  <a:gd name="T36" fmla="*/ 125 w 149"/>
                  <a:gd name="T37" fmla="*/ 78 h 138"/>
                  <a:gd name="T38" fmla="*/ 143 w 149"/>
                  <a:gd name="T39" fmla="*/ 61 h 138"/>
                  <a:gd name="T40" fmla="*/ 139 w 149"/>
                  <a:gd name="T41" fmla="*/ 48 h 138"/>
                  <a:gd name="T42" fmla="*/ 114 w 149"/>
                  <a:gd name="T43" fmla="*/ 44 h 138"/>
                  <a:gd name="T44" fmla="*/ 92 w 149"/>
                  <a:gd name="T45" fmla="*/ 29 h 138"/>
                  <a:gd name="T46" fmla="*/ 81 w 149"/>
                  <a:gd name="T47" fmla="*/ 6 h 138"/>
                  <a:gd name="T48" fmla="*/ 74 w 149"/>
                  <a:gd name="T49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9" h="138">
                    <a:moveTo>
                      <a:pt x="74" y="0"/>
                    </a:moveTo>
                    <a:cubicBezTo>
                      <a:pt x="72" y="0"/>
                      <a:pt x="69" y="2"/>
                      <a:pt x="68" y="6"/>
                    </a:cubicBezTo>
                    <a:cubicBezTo>
                      <a:pt x="56" y="29"/>
                      <a:pt x="56" y="29"/>
                      <a:pt x="56" y="29"/>
                    </a:cubicBezTo>
                    <a:cubicBezTo>
                      <a:pt x="53" y="36"/>
                      <a:pt x="43" y="43"/>
                      <a:pt x="35" y="44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2" y="49"/>
                      <a:pt x="0" y="55"/>
                      <a:pt x="6" y="61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30" y="84"/>
                      <a:pt x="33" y="95"/>
                      <a:pt x="32" y="104"/>
                    </a:cubicBezTo>
                    <a:cubicBezTo>
                      <a:pt x="28" y="129"/>
                      <a:pt x="28" y="129"/>
                      <a:pt x="28" y="129"/>
                    </a:cubicBezTo>
                    <a:cubicBezTo>
                      <a:pt x="27" y="134"/>
                      <a:pt x="29" y="138"/>
                      <a:pt x="33" y="138"/>
                    </a:cubicBezTo>
                    <a:cubicBezTo>
                      <a:pt x="35" y="138"/>
                      <a:pt x="36" y="137"/>
                      <a:pt x="38" y="136"/>
                    </a:cubicBezTo>
                    <a:cubicBezTo>
                      <a:pt x="61" y="125"/>
                      <a:pt x="61" y="125"/>
                      <a:pt x="61" y="125"/>
                    </a:cubicBezTo>
                    <a:cubicBezTo>
                      <a:pt x="65" y="123"/>
                      <a:pt x="69" y="122"/>
                      <a:pt x="74" y="122"/>
                    </a:cubicBezTo>
                    <a:cubicBezTo>
                      <a:pt x="79" y="122"/>
                      <a:pt x="84" y="123"/>
                      <a:pt x="88" y="125"/>
                    </a:cubicBezTo>
                    <a:cubicBezTo>
                      <a:pt x="110" y="136"/>
                      <a:pt x="110" y="136"/>
                      <a:pt x="110" y="136"/>
                    </a:cubicBezTo>
                    <a:cubicBezTo>
                      <a:pt x="112" y="137"/>
                      <a:pt x="114" y="138"/>
                      <a:pt x="115" y="138"/>
                    </a:cubicBezTo>
                    <a:cubicBezTo>
                      <a:pt x="119" y="138"/>
                      <a:pt x="122" y="134"/>
                      <a:pt x="121" y="129"/>
                    </a:cubicBezTo>
                    <a:cubicBezTo>
                      <a:pt x="116" y="104"/>
                      <a:pt x="116" y="104"/>
                      <a:pt x="116" y="104"/>
                    </a:cubicBezTo>
                    <a:cubicBezTo>
                      <a:pt x="115" y="95"/>
                      <a:pt x="119" y="84"/>
                      <a:pt x="125" y="78"/>
                    </a:cubicBezTo>
                    <a:cubicBezTo>
                      <a:pt x="143" y="61"/>
                      <a:pt x="143" y="61"/>
                      <a:pt x="143" y="61"/>
                    </a:cubicBezTo>
                    <a:cubicBezTo>
                      <a:pt x="149" y="55"/>
                      <a:pt x="147" y="49"/>
                      <a:pt x="139" y="48"/>
                    </a:cubicBezTo>
                    <a:cubicBezTo>
                      <a:pt x="114" y="44"/>
                      <a:pt x="114" y="44"/>
                      <a:pt x="114" y="44"/>
                    </a:cubicBezTo>
                    <a:cubicBezTo>
                      <a:pt x="105" y="43"/>
                      <a:pt x="96" y="36"/>
                      <a:pt x="92" y="29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79" y="2"/>
                      <a:pt x="77" y="0"/>
                      <a:pt x="7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2" name="Freeform 151"/>
              <p:cNvSpPr>
                <a:spLocks/>
              </p:cNvSpPr>
              <p:nvPr/>
            </p:nvSpPr>
            <p:spPr bwMode="auto">
              <a:xfrm>
                <a:off x="5270253" y="3272556"/>
                <a:ext cx="207964" cy="193479"/>
              </a:xfrm>
              <a:custGeom>
                <a:avLst/>
                <a:gdLst>
                  <a:gd name="T0" fmla="*/ 75 w 149"/>
                  <a:gd name="T1" fmla="*/ 0 h 138"/>
                  <a:gd name="T2" fmla="*/ 68 w 149"/>
                  <a:gd name="T3" fmla="*/ 6 h 138"/>
                  <a:gd name="T4" fmla="*/ 57 w 149"/>
                  <a:gd name="T5" fmla="*/ 28 h 138"/>
                  <a:gd name="T6" fmla="*/ 36 w 149"/>
                  <a:gd name="T7" fmla="*/ 44 h 138"/>
                  <a:gd name="T8" fmla="*/ 10 w 149"/>
                  <a:gd name="T9" fmla="*/ 48 h 138"/>
                  <a:gd name="T10" fmla="*/ 6 w 149"/>
                  <a:gd name="T11" fmla="*/ 60 h 138"/>
                  <a:gd name="T12" fmla="*/ 24 w 149"/>
                  <a:gd name="T13" fmla="*/ 78 h 138"/>
                  <a:gd name="T14" fmla="*/ 33 w 149"/>
                  <a:gd name="T15" fmla="*/ 103 h 138"/>
                  <a:gd name="T16" fmla="*/ 28 w 149"/>
                  <a:gd name="T17" fmla="*/ 128 h 138"/>
                  <a:gd name="T18" fmla="*/ 34 w 149"/>
                  <a:gd name="T19" fmla="*/ 138 h 138"/>
                  <a:gd name="T20" fmla="*/ 39 w 149"/>
                  <a:gd name="T21" fmla="*/ 136 h 138"/>
                  <a:gd name="T22" fmla="*/ 62 w 149"/>
                  <a:gd name="T23" fmla="*/ 124 h 138"/>
                  <a:gd name="T24" fmla="*/ 75 w 149"/>
                  <a:gd name="T25" fmla="*/ 121 h 138"/>
                  <a:gd name="T26" fmla="*/ 88 w 149"/>
                  <a:gd name="T27" fmla="*/ 124 h 138"/>
                  <a:gd name="T28" fmla="*/ 111 w 149"/>
                  <a:gd name="T29" fmla="*/ 136 h 138"/>
                  <a:gd name="T30" fmla="*/ 116 w 149"/>
                  <a:gd name="T31" fmla="*/ 138 h 138"/>
                  <a:gd name="T32" fmla="*/ 121 w 149"/>
                  <a:gd name="T33" fmla="*/ 128 h 138"/>
                  <a:gd name="T34" fmla="*/ 117 w 149"/>
                  <a:gd name="T35" fmla="*/ 103 h 138"/>
                  <a:gd name="T36" fmla="*/ 125 w 149"/>
                  <a:gd name="T37" fmla="*/ 78 h 138"/>
                  <a:gd name="T38" fmla="*/ 143 w 149"/>
                  <a:gd name="T39" fmla="*/ 60 h 138"/>
                  <a:gd name="T40" fmla="*/ 139 w 149"/>
                  <a:gd name="T41" fmla="*/ 48 h 138"/>
                  <a:gd name="T42" fmla="*/ 114 w 149"/>
                  <a:gd name="T43" fmla="*/ 44 h 138"/>
                  <a:gd name="T44" fmla="*/ 93 w 149"/>
                  <a:gd name="T45" fmla="*/ 28 h 138"/>
                  <a:gd name="T46" fmla="*/ 82 w 149"/>
                  <a:gd name="T47" fmla="*/ 6 h 138"/>
                  <a:gd name="T48" fmla="*/ 75 w 149"/>
                  <a:gd name="T49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9" h="138">
                    <a:moveTo>
                      <a:pt x="75" y="0"/>
                    </a:moveTo>
                    <a:cubicBezTo>
                      <a:pt x="73" y="0"/>
                      <a:pt x="70" y="2"/>
                      <a:pt x="68" y="6"/>
                    </a:cubicBezTo>
                    <a:cubicBezTo>
                      <a:pt x="57" y="28"/>
                      <a:pt x="57" y="28"/>
                      <a:pt x="57" y="28"/>
                    </a:cubicBezTo>
                    <a:cubicBezTo>
                      <a:pt x="53" y="36"/>
                      <a:pt x="44" y="43"/>
                      <a:pt x="36" y="44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2" y="49"/>
                      <a:pt x="0" y="54"/>
                      <a:pt x="6" y="60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30" y="84"/>
                      <a:pt x="34" y="95"/>
                      <a:pt x="33" y="103"/>
                    </a:cubicBezTo>
                    <a:cubicBezTo>
                      <a:pt x="28" y="128"/>
                      <a:pt x="28" y="128"/>
                      <a:pt x="28" y="128"/>
                    </a:cubicBezTo>
                    <a:cubicBezTo>
                      <a:pt x="27" y="134"/>
                      <a:pt x="30" y="138"/>
                      <a:pt x="34" y="138"/>
                    </a:cubicBezTo>
                    <a:cubicBezTo>
                      <a:pt x="35" y="138"/>
                      <a:pt x="37" y="137"/>
                      <a:pt x="39" y="136"/>
                    </a:cubicBezTo>
                    <a:cubicBezTo>
                      <a:pt x="62" y="124"/>
                      <a:pt x="62" y="124"/>
                      <a:pt x="62" y="124"/>
                    </a:cubicBezTo>
                    <a:cubicBezTo>
                      <a:pt x="65" y="122"/>
                      <a:pt x="70" y="121"/>
                      <a:pt x="75" y="121"/>
                    </a:cubicBezTo>
                    <a:cubicBezTo>
                      <a:pt x="80" y="121"/>
                      <a:pt x="85" y="122"/>
                      <a:pt x="88" y="124"/>
                    </a:cubicBezTo>
                    <a:cubicBezTo>
                      <a:pt x="111" y="136"/>
                      <a:pt x="111" y="136"/>
                      <a:pt x="111" y="136"/>
                    </a:cubicBezTo>
                    <a:cubicBezTo>
                      <a:pt x="113" y="137"/>
                      <a:pt x="114" y="138"/>
                      <a:pt x="116" y="138"/>
                    </a:cubicBezTo>
                    <a:cubicBezTo>
                      <a:pt x="120" y="138"/>
                      <a:pt x="122" y="134"/>
                      <a:pt x="121" y="128"/>
                    </a:cubicBezTo>
                    <a:cubicBezTo>
                      <a:pt x="117" y="103"/>
                      <a:pt x="117" y="103"/>
                      <a:pt x="117" y="103"/>
                    </a:cubicBezTo>
                    <a:cubicBezTo>
                      <a:pt x="116" y="95"/>
                      <a:pt x="119" y="84"/>
                      <a:pt x="125" y="78"/>
                    </a:cubicBezTo>
                    <a:cubicBezTo>
                      <a:pt x="143" y="60"/>
                      <a:pt x="143" y="60"/>
                      <a:pt x="143" y="60"/>
                    </a:cubicBezTo>
                    <a:cubicBezTo>
                      <a:pt x="149" y="54"/>
                      <a:pt x="148" y="49"/>
                      <a:pt x="139" y="48"/>
                    </a:cubicBezTo>
                    <a:cubicBezTo>
                      <a:pt x="114" y="44"/>
                      <a:pt x="114" y="44"/>
                      <a:pt x="114" y="44"/>
                    </a:cubicBezTo>
                    <a:cubicBezTo>
                      <a:pt x="106" y="43"/>
                      <a:pt x="96" y="36"/>
                      <a:pt x="93" y="28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0" y="2"/>
                      <a:pt x="77" y="0"/>
                      <a:pt x="75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3" name="Freeform 152"/>
              <p:cNvSpPr>
                <a:spLocks/>
              </p:cNvSpPr>
              <p:nvPr/>
            </p:nvSpPr>
            <p:spPr bwMode="auto">
              <a:xfrm>
                <a:off x="4208706" y="2643491"/>
                <a:ext cx="121054" cy="111742"/>
              </a:xfrm>
              <a:custGeom>
                <a:avLst/>
                <a:gdLst>
                  <a:gd name="T0" fmla="*/ 43 w 87"/>
                  <a:gd name="T1" fmla="*/ 0 h 80"/>
                  <a:gd name="T2" fmla="*/ 39 w 87"/>
                  <a:gd name="T3" fmla="*/ 3 h 80"/>
                  <a:gd name="T4" fmla="*/ 33 w 87"/>
                  <a:gd name="T5" fmla="*/ 17 h 80"/>
                  <a:gd name="T6" fmla="*/ 20 w 87"/>
                  <a:gd name="T7" fmla="*/ 26 h 80"/>
                  <a:gd name="T8" fmla="*/ 6 w 87"/>
                  <a:gd name="T9" fmla="*/ 28 h 80"/>
                  <a:gd name="T10" fmla="*/ 3 w 87"/>
                  <a:gd name="T11" fmla="*/ 35 h 80"/>
                  <a:gd name="T12" fmla="*/ 14 w 87"/>
                  <a:gd name="T13" fmla="*/ 46 h 80"/>
                  <a:gd name="T14" fmla="*/ 19 w 87"/>
                  <a:gd name="T15" fmla="*/ 60 h 80"/>
                  <a:gd name="T16" fmla="*/ 16 w 87"/>
                  <a:gd name="T17" fmla="*/ 75 h 80"/>
                  <a:gd name="T18" fmla="*/ 19 w 87"/>
                  <a:gd name="T19" fmla="*/ 80 h 80"/>
                  <a:gd name="T20" fmla="*/ 22 w 87"/>
                  <a:gd name="T21" fmla="*/ 79 h 80"/>
                  <a:gd name="T22" fmla="*/ 35 w 87"/>
                  <a:gd name="T23" fmla="*/ 72 h 80"/>
                  <a:gd name="T24" fmla="*/ 43 w 87"/>
                  <a:gd name="T25" fmla="*/ 71 h 80"/>
                  <a:gd name="T26" fmla="*/ 51 w 87"/>
                  <a:gd name="T27" fmla="*/ 72 h 80"/>
                  <a:gd name="T28" fmla="*/ 64 w 87"/>
                  <a:gd name="T29" fmla="*/ 79 h 80"/>
                  <a:gd name="T30" fmla="*/ 67 w 87"/>
                  <a:gd name="T31" fmla="*/ 80 h 80"/>
                  <a:gd name="T32" fmla="*/ 70 w 87"/>
                  <a:gd name="T33" fmla="*/ 75 h 80"/>
                  <a:gd name="T34" fmla="*/ 68 w 87"/>
                  <a:gd name="T35" fmla="*/ 60 h 80"/>
                  <a:gd name="T36" fmla="*/ 73 w 87"/>
                  <a:gd name="T37" fmla="*/ 46 h 80"/>
                  <a:gd name="T38" fmla="*/ 83 w 87"/>
                  <a:gd name="T39" fmla="*/ 35 h 80"/>
                  <a:gd name="T40" fmla="*/ 81 w 87"/>
                  <a:gd name="T41" fmla="*/ 28 h 80"/>
                  <a:gd name="T42" fmla="*/ 66 w 87"/>
                  <a:gd name="T43" fmla="*/ 26 h 80"/>
                  <a:gd name="T44" fmla="*/ 54 w 87"/>
                  <a:gd name="T45" fmla="*/ 17 h 80"/>
                  <a:gd name="T46" fmla="*/ 47 w 87"/>
                  <a:gd name="T47" fmla="*/ 3 h 80"/>
                  <a:gd name="T48" fmla="*/ 43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3" y="0"/>
                    </a:moveTo>
                    <a:cubicBezTo>
                      <a:pt x="42" y="0"/>
                      <a:pt x="40" y="1"/>
                      <a:pt x="39" y="3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21"/>
                      <a:pt x="25" y="25"/>
                      <a:pt x="20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9"/>
                      <a:pt x="0" y="32"/>
                      <a:pt x="3" y="35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7" y="49"/>
                      <a:pt x="19" y="56"/>
                      <a:pt x="19" y="60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8"/>
                      <a:pt x="17" y="80"/>
                      <a:pt x="19" y="80"/>
                    </a:cubicBezTo>
                    <a:cubicBezTo>
                      <a:pt x="20" y="80"/>
                      <a:pt x="21" y="80"/>
                      <a:pt x="22" y="79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8" y="71"/>
                      <a:pt x="40" y="71"/>
                      <a:pt x="43" y="71"/>
                    </a:cubicBezTo>
                    <a:cubicBezTo>
                      <a:pt x="46" y="71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5" y="80"/>
                      <a:pt x="66" y="80"/>
                      <a:pt x="67" y="80"/>
                    </a:cubicBezTo>
                    <a:cubicBezTo>
                      <a:pt x="70" y="80"/>
                      <a:pt x="71" y="78"/>
                      <a:pt x="70" y="75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6"/>
                      <a:pt x="69" y="49"/>
                      <a:pt x="73" y="46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7" y="32"/>
                      <a:pt x="86" y="29"/>
                      <a:pt x="81" y="28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1" y="25"/>
                      <a:pt x="56" y="21"/>
                      <a:pt x="54" y="17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5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4" name="Freeform 153"/>
              <p:cNvSpPr>
                <a:spLocks/>
              </p:cNvSpPr>
              <p:nvPr/>
            </p:nvSpPr>
            <p:spPr bwMode="auto">
              <a:xfrm>
                <a:off x="2763306" y="2774891"/>
                <a:ext cx="122088" cy="111742"/>
              </a:xfrm>
              <a:custGeom>
                <a:avLst/>
                <a:gdLst>
                  <a:gd name="T0" fmla="*/ 43 w 87"/>
                  <a:gd name="T1" fmla="*/ 0 h 80"/>
                  <a:gd name="T2" fmla="*/ 39 w 87"/>
                  <a:gd name="T3" fmla="*/ 4 h 80"/>
                  <a:gd name="T4" fmla="*/ 33 w 87"/>
                  <a:gd name="T5" fmla="*/ 17 h 80"/>
                  <a:gd name="T6" fmla="*/ 20 w 87"/>
                  <a:gd name="T7" fmla="*/ 26 h 80"/>
                  <a:gd name="T8" fmla="*/ 6 w 87"/>
                  <a:gd name="T9" fmla="*/ 28 h 80"/>
                  <a:gd name="T10" fmla="*/ 3 w 87"/>
                  <a:gd name="T11" fmla="*/ 35 h 80"/>
                  <a:gd name="T12" fmla="*/ 14 w 87"/>
                  <a:gd name="T13" fmla="*/ 46 h 80"/>
                  <a:gd name="T14" fmla="*/ 19 w 87"/>
                  <a:gd name="T15" fmla="*/ 60 h 80"/>
                  <a:gd name="T16" fmla="*/ 16 w 87"/>
                  <a:gd name="T17" fmla="*/ 75 h 80"/>
                  <a:gd name="T18" fmla="*/ 19 w 87"/>
                  <a:gd name="T19" fmla="*/ 80 h 80"/>
                  <a:gd name="T20" fmla="*/ 22 w 87"/>
                  <a:gd name="T21" fmla="*/ 80 h 80"/>
                  <a:gd name="T22" fmla="*/ 36 w 87"/>
                  <a:gd name="T23" fmla="*/ 73 h 80"/>
                  <a:gd name="T24" fmla="*/ 43 w 87"/>
                  <a:gd name="T25" fmla="*/ 71 h 80"/>
                  <a:gd name="T26" fmla="*/ 51 w 87"/>
                  <a:gd name="T27" fmla="*/ 73 h 80"/>
                  <a:gd name="T28" fmla="*/ 64 w 87"/>
                  <a:gd name="T29" fmla="*/ 80 h 80"/>
                  <a:gd name="T30" fmla="*/ 67 w 87"/>
                  <a:gd name="T31" fmla="*/ 80 h 80"/>
                  <a:gd name="T32" fmla="*/ 70 w 87"/>
                  <a:gd name="T33" fmla="*/ 75 h 80"/>
                  <a:gd name="T34" fmla="*/ 68 w 87"/>
                  <a:gd name="T35" fmla="*/ 60 h 80"/>
                  <a:gd name="T36" fmla="*/ 73 w 87"/>
                  <a:gd name="T37" fmla="*/ 46 h 80"/>
                  <a:gd name="T38" fmla="*/ 83 w 87"/>
                  <a:gd name="T39" fmla="*/ 35 h 80"/>
                  <a:gd name="T40" fmla="*/ 81 w 87"/>
                  <a:gd name="T41" fmla="*/ 28 h 80"/>
                  <a:gd name="T42" fmla="*/ 66 w 87"/>
                  <a:gd name="T43" fmla="*/ 26 h 80"/>
                  <a:gd name="T44" fmla="*/ 54 w 87"/>
                  <a:gd name="T45" fmla="*/ 17 h 80"/>
                  <a:gd name="T46" fmla="*/ 47 w 87"/>
                  <a:gd name="T47" fmla="*/ 4 h 80"/>
                  <a:gd name="T48" fmla="*/ 43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3" y="0"/>
                    </a:moveTo>
                    <a:cubicBezTo>
                      <a:pt x="42" y="0"/>
                      <a:pt x="40" y="1"/>
                      <a:pt x="39" y="4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21"/>
                      <a:pt x="25" y="25"/>
                      <a:pt x="20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9"/>
                      <a:pt x="0" y="32"/>
                      <a:pt x="3" y="35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7" y="49"/>
                      <a:pt x="20" y="56"/>
                      <a:pt x="19" y="60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8"/>
                      <a:pt x="17" y="80"/>
                      <a:pt x="19" y="80"/>
                    </a:cubicBezTo>
                    <a:cubicBezTo>
                      <a:pt x="20" y="80"/>
                      <a:pt x="21" y="80"/>
                      <a:pt x="22" y="80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8" y="72"/>
                      <a:pt x="40" y="71"/>
                      <a:pt x="43" y="71"/>
                    </a:cubicBezTo>
                    <a:cubicBezTo>
                      <a:pt x="46" y="71"/>
                      <a:pt x="49" y="72"/>
                      <a:pt x="51" y="73"/>
                    </a:cubicBezTo>
                    <a:cubicBezTo>
                      <a:pt x="64" y="80"/>
                      <a:pt x="64" y="80"/>
                      <a:pt x="64" y="80"/>
                    </a:cubicBezTo>
                    <a:cubicBezTo>
                      <a:pt x="65" y="80"/>
                      <a:pt x="66" y="80"/>
                      <a:pt x="67" y="80"/>
                    </a:cubicBezTo>
                    <a:cubicBezTo>
                      <a:pt x="70" y="80"/>
                      <a:pt x="71" y="78"/>
                      <a:pt x="70" y="75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6"/>
                      <a:pt x="69" y="49"/>
                      <a:pt x="73" y="46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7" y="32"/>
                      <a:pt x="86" y="29"/>
                      <a:pt x="81" y="28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1" y="25"/>
                      <a:pt x="56" y="21"/>
                      <a:pt x="54" y="17"/>
                    </a:cubicBezTo>
                    <a:cubicBezTo>
                      <a:pt x="47" y="4"/>
                      <a:pt x="47" y="4"/>
                      <a:pt x="47" y="4"/>
                    </a:cubicBezTo>
                    <a:cubicBezTo>
                      <a:pt x="46" y="1"/>
                      <a:pt x="45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5" name="Freeform 154"/>
              <p:cNvSpPr>
                <a:spLocks/>
              </p:cNvSpPr>
              <p:nvPr/>
            </p:nvSpPr>
            <p:spPr bwMode="auto">
              <a:xfrm>
                <a:off x="2288403" y="3418441"/>
                <a:ext cx="120019" cy="111742"/>
              </a:xfrm>
              <a:custGeom>
                <a:avLst/>
                <a:gdLst>
                  <a:gd name="T0" fmla="*/ 43 w 86"/>
                  <a:gd name="T1" fmla="*/ 0 h 80"/>
                  <a:gd name="T2" fmla="*/ 39 w 86"/>
                  <a:gd name="T3" fmla="*/ 3 h 80"/>
                  <a:gd name="T4" fmla="*/ 33 w 86"/>
                  <a:gd name="T5" fmla="*/ 16 h 80"/>
                  <a:gd name="T6" fmla="*/ 20 w 86"/>
                  <a:gd name="T7" fmla="*/ 25 h 80"/>
                  <a:gd name="T8" fmla="*/ 5 w 86"/>
                  <a:gd name="T9" fmla="*/ 27 h 80"/>
                  <a:gd name="T10" fmla="*/ 3 w 86"/>
                  <a:gd name="T11" fmla="*/ 35 h 80"/>
                  <a:gd name="T12" fmla="*/ 14 w 86"/>
                  <a:gd name="T13" fmla="*/ 45 h 80"/>
                  <a:gd name="T14" fmla="*/ 18 w 86"/>
                  <a:gd name="T15" fmla="*/ 60 h 80"/>
                  <a:gd name="T16" fmla="*/ 16 w 86"/>
                  <a:gd name="T17" fmla="*/ 74 h 80"/>
                  <a:gd name="T18" fmla="*/ 19 w 86"/>
                  <a:gd name="T19" fmla="*/ 80 h 80"/>
                  <a:gd name="T20" fmla="*/ 22 w 86"/>
                  <a:gd name="T21" fmla="*/ 79 h 80"/>
                  <a:gd name="T22" fmla="*/ 35 w 86"/>
                  <a:gd name="T23" fmla="*/ 72 h 80"/>
                  <a:gd name="T24" fmla="*/ 43 w 86"/>
                  <a:gd name="T25" fmla="*/ 70 h 80"/>
                  <a:gd name="T26" fmla="*/ 51 w 86"/>
                  <a:gd name="T27" fmla="*/ 72 h 80"/>
                  <a:gd name="T28" fmla="*/ 64 w 86"/>
                  <a:gd name="T29" fmla="*/ 79 h 80"/>
                  <a:gd name="T30" fmla="*/ 67 w 86"/>
                  <a:gd name="T31" fmla="*/ 80 h 80"/>
                  <a:gd name="T32" fmla="*/ 70 w 86"/>
                  <a:gd name="T33" fmla="*/ 74 h 80"/>
                  <a:gd name="T34" fmla="*/ 68 w 86"/>
                  <a:gd name="T35" fmla="*/ 60 h 80"/>
                  <a:gd name="T36" fmla="*/ 72 w 86"/>
                  <a:gd name="T37" fmla="*/ 45 h 80"/>
                  <a:gd name="T38" fmla="*/ 83 w 86"/>
                  <a:gd name="T39" fmla="*/ 35 h 80"/>
                  <a:gd name="T40" fmla="*/ 81 w 86"/>
                  <a:gd name="T41" fmla="*/ 27 h 80"/>
                  <a:gd name="T42" fmla="*/ 66 w 86"/>
                  <a:gd name="T43" fmla="*/ 25 h 80"/>
                  <a:gd name="T44" fmla="*/ 53 w 86"/>
                  <a:gd name="T45" fmla="*/ 16 h 80"/>
                  <a:gd name="T46" fmla="*/ 47 w 86"/>
                  <a:gd name="T47" fmla="*/ 3 h 80"/>
                  <a:gd name="T48" fmla="*/ 43 w 86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6" h="80">
                    <a:moveTo>
                      <a:pt x="43" y="0"/>
                    </a:moveTo>
                    <a:cubicBezTo>
                      <a:pt x="42" y="0"/>
                      <a:pt x="40" y="1"/>
                      <a:pt x="39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0"/>
                      <a:pt x="25" y="24"/>
                      <a:pt x="20" y="25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8"/>
                      <a:pt x="0" y="31"/>
                      <a:pt x="3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7" y="48"/>
                      <a:pt x="19" y="55"/>
                      <a:pt x="18" y="60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8"/>
                      <a:pt x="17" y="80"/>
                      <a:pt x="19" y="80"/>
                    </a:cubicBezTo>
                    <a:cubicBezTo>
                      <a:pt x="20" y="80"/>
                      <a:pt x="21" y="79"/>
                      <a:pt x="22" y="79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7" y="71"/>
                      <a:pt x="40" y="70"/>
                      <a:pt x="43" y="70"/>
                    </a:cubicBezTo>
                    <a:cubicBezTo>
                      <a:pt x="46" y="70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5" y="79"/>
                      <a:pt x="66" y="80"/>
                      <a:pt x="67" y="80"/>
                    </a:cubicBezTo>
                    <a:cubicBezTo>
                      <a:pt x="69" y="80"/>
                      <a:pt x="71" y="78"/>
                      <a:pt x="70" y="74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5"/>
                      <a:pt x="69" y="48"/>
                      <a:pt x="72" y="45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6" y="31"/>
                      <a:pt x="85" y="28"/>
                      <a:pt x="81" y="27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61" y="24"/>
                      <a:pt x="56" y="20"/>
                      <a:pt x="53" y="1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4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6" name="Freeform 155"/>
              <p:cNvSpPr>
                <a:spLocks/>
              </p:cNvSpPr>
              <p:nvPr/>
            </p:nvSpPr>
            <p:spPr bwMode="auto">
              <a:xfrm>
                <a:off x="2274953" y="3180472"/>
                <a:ext cx="121054" cy="111742"/>
              </a:xfrm>
              <a:custGeom>
                <a:avLst/>
                <a:gdLst>
                  <a:gd name="T0" fmla="*/ 44 w 87"/>
                  <a:gd name="T1" fmla="*/ 0 h 80"/>
                  <a:gd name="T2" fmla="*/ 40 w 87"/>
                  <a:gd name="T3" fmla="*/ 3 h 80"/>
                  <a:gd name="T4" fmla="*/ 33 w 87"/>
                  <a:gd name="T5" fmla="*/ 16 h 80"/>
                  <a:gd name="T6" fmla="*/ 21 w 87"/>
                  <a:gd name="T7" fmla="*/ 25 h 80"/>
                  <a:gd name="T8" fmla="*/ 6 w 87"/>
                  <a:gd name="T9" fmla="*/ 28 h 80"/>
                  <a:gd name="T10" fmla="*/ 4 w 87"/>
                  <a:gd name="T11" fmla="*/ 35 h 80"/>
                  <a:gd name="T12" fmla="*/ 14 w 87"/>
                  <a:gd name="T13" fmla="*/ 45 h 80"/>
                  <a:gd name="T14" fmla="*/ 19 w 87"/>
                  <a:gd name="T15" fmla="*/ 60 h 80"/>
                  <a:gd name="T16" fmla="*/ 17 w 87"/>
                  <a:gd name="T17" fmla="*/ 75 h 80"/>
                  <a:gd name="T18" fmla="*/ 20 w 87"/>
                  <a:gd name="T19" fmla="*/ 80 h 80"/>
                  <a:gd name="T20" fmla="*/ 23 w 87"/>
                  <a:gd name="T21" fmla="*/ 79 h 80"/>
                  <a:gd name="T22" fmla="*/ 36 w 87"/>
                  <a:gd name="T23" fmla="*/ 72 h 80"/>
                  <a:gd name="T24" fmla="*/ 44 w 87"/>
                  <a:gd name="T25" fmla="*/ 71 h 80"/>
                  <a:gd name="T26" fmla="*/ 52 w 87"/>
                  <a:gd name="T27" fmla="*/ 72 h 80"/>
                  <a:gd name="T28" fmla="*/ 65 w 87"/>
                  <a:gd name="T29" fmla="*/ 79 h 80"/>
                  <a:gd name="T30" fmla="*/ 68 w 87"/>
                  <a:gd name="T31" fmla="*/ 80 h 80"/>
                  <a:gd name="T32" fmla="*/ 71 w 87"/>
                  <a:gd name="T33" fmla="*/ 75 h 80"/>
                  <a:gd name="T34" fmla="*/ 68 w 87"/>
                  <a:gd name="T35" fmla="*/ 60 h 80"/>
                  <a:gd name="T36" fmla="*/ 73 w 87"/>
                  <a:gd name="T37" fmla="*/ 45 h 80"/>
                  <a:gd name="T38" fmla="*/ 84 w 87"/>
                  <a:gd name="T39" fmla="*/ 35 h 80"/>
                  <a:gd name="T40" fmla="*/ 81 w 87"/>
                  <a:gd name="T41" fmla="*/ 28 h 80"/>
                  <a:gd name="T42" fmla="*/ 67 w 87"/>
                  <a:gd name="T43" fmla="*/ 25 h 80"/>
                  <a:gd name="T44" fmla="*/ 54 w 87"/>
                  <a:gd name="T45" fmla="*/ 16 h 80"/>
                  <a:gd name="T46" fmla="*/ 48 w 87"/>
                  <a:gd name="T47" fmla="*/ 3 h 80"/>
                  <a:gd name="T48" fmla="*/ 44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4" y="0"/>
                    </a:moveTo>
                    <a:cubicBezTo>
                      <a:pt x="42" y="0"/>
                      <a:pt x="41" y="1"/>
                      <a:pt x="40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1"/>
                      <a:pt x="26" y="25"/>
                      <a:pt x="21" y="25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8"/>
                      <a:pt x="0" y="32"/>
                      <a:pt x="4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8" y="49"/>
                      <a:pt x="20" y="55"/>
                      <a:pt x="19" y="60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8"/>
                      <a:pt x="17" y="80"/>
                      <a:pt x="20" y="80"/>
                    </a:cubicBezTo>
                    <a:cubicBezTo>
                      <a:pt x="21" y="80"/>
                      <a:pt x="22" y="80"/>
                      <a:pt x="23" y="79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38" y="71"/>
                      <a:pt x="41" y="71"/>
                      <a:pt x="44" y="71"/>
                    </a:cubicBezTo>
                    <a:cubicBezTo>
                      <a:pt x="47" y="71"/>
                      <a:pt x="49" y="71"/>
                      <a:pt x="52" y="72"/>
                    </a:cubicBezTo>
                    <a:cubicBezTo>
                      <a:pt x="65" y="79"/>
                      <a:pt x="65" y="79"/>
                      <a:pt x="65" y="79"/>
                    </a:cubicBezTo>
                    <a:cubicBezTo>
                      <a:pt x="66" y="80"/>
                      <a:pt x="67" y="80"/>
                      <a:pt x="68" y="80"/>
                    </a:cubicBezTo>
                    <a:cubicBezTo>
                      <a:pt x="70" y="80"/>
                      <a:pt x="72" y="78"/>
                      <a:pt x="71" y="75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8" y="55"/>
                      <a:pt x="70" y="49"/>
                      <a:pt x="73" y="45"/>
                    </a:cubicBezTo>
                    <a:cubicBezTo>
                      <a:pt x="84" y="35"/>
                      <a:pt x="84" y="35"/>
                      <a:pt x="84" y="35"/>
                    </a:cubicBezTo>
                    <a:cubicBezTo>
                      <a:pt x="87" y="32"/>
                      <a:pt x="86" y="28"/>
                      <a:pt x="81" y="28"/>
                    </a:cubicBezTo>
                    <a:cubicBezTo>
                      <a:pt x="67" y="25"/>
                      <a:pt x="67" y="25"/>
                      <a:pt x="67" y="25"/>
                    </a:cubicBezTo>
                    <a:cubicBezTo>
                      <a:pt x="62" y="25"/>
                      <a:pt x="56" y="21"/>
                      <a:pt x="54" y="16"/>
                    </a:cubicBezTo>
                    <a:cubicBezTo>
                      <a:pt x="48" y="3"/>
                      <a:pt x="48" y="3"/>
                      <a:pt x="48" y="3"/>
                    </a:cubicBezTo>
                    <a:cubicBezTo>
                      <a:pt x="47" y="1"/>
                      <a:pt x="45" y="0"/>
                      <a:pt x="4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7" name="Freeform 156"/>
              <p:cNvSpPr>
                <a:spLocks/>
              </p:cNvSpPr>
              <p:nvPr/>
            </p:nvSpPr>
            <p:spPr bwMode="auto">
              <a:xfrm>
                <a:off x="3428583" y="2445874"/>
                <a:ext cx="121054" cy="111742"/>
              </a:xfrm>
              <a:custGeom>
                <a:avLst/>
                <a:gdLst>
                  <a:gd name="T0" fmla="*/ 43 w 87"/>
                  <a:gd name="T1" fmla="*/ 0 h 80"/>
                  <a:gd name="T2" fmla="*/ 40 w 87"/>
                  <a:gd name="T3" fmla="*/ 3 h 80"/>
                  <a:gd name="T4" fmla="*/ 33 w 87"/>
                  <a:gd name="T5" fmla="*/ 16 h 80"/>
                  <a:gd name="T6" fmla="*/ 21 w 87"/>
                  <a:gd name="T7" fmla="*/ 26 h 80"/>
                  <a:gd name="T8" fmla="*/ 6 w 87"/>
                  <a:gd name="T9" fmla="*/ 28 h 80"/>
                  <a:gd name="T10" fmla="*/ 4 w 87"/>
                  <a:gd name="T11" fmla="*/ 35 h 80"/>
                  <a:gd name="T12" fmla="*/ 14 w 87"/>
                  <a:gd name="T13" fmla="*/ 45 h 80"/>
                  <a:gd name="T14" fmla="*/ 19 w 87"/>
                  <a:gd name="T15" fmla="*/ 60 h 80"/>
                  <a:gd name="T16" fmla="*/ 16 w 87"/>
                  <a:gd name="T17" fmla="*/ 75 h 80"/>
                  <a:gd name="T18" fmla="*/ 20 w 87"/>
                  <a:gd name="T19" fmla="*/ 80 h 80"/>
                  <a:gd name="T20" fmla="*/ 23 w 87"/>
                  <a:gd name="T21" fmla="*/ 79 h 80"/>
                  <a:gd name="T22" fmla="*/ 36 w 87"/>
                  <a:gd name="T23" fmla="*/ 72 h 80"/>
                  <a:gd name="T24" fmla="*/ 43 w 87"/>
                  <a:gd name="T25" fmla="*/ 71 h 80"/>
                  <a:gd name="T26" fmla="*/ 51 w 87"/>
                  <a:gd name="T27" fmla="*/ 72 h 80"/>
                  <a:gd name="T28" fmla="*/ 64 w 87"/>
                  <a:gd name="T29" fmla="*/ 79 h 80"/>
                  <a:gd name="T30" fmla="*/ 67 w 87"/>
                  <a:gd name="T31" fmla="*/ 80 h 80"/>
                  <a:gd name="T32" fmla="*/ 71 w 87"/>
                  <a:gd name="T33" fmla="*/ 75 h 80"/>
                  <a:gd name="T34" fmla="*/ 68 w 87"/>
                  <a:gd name="T35" fmla="*/ 60 h 80"/>
                  <a:gd name="T36" fmla="*/ 73 w 87"/>
                  <a:gd name="T37" fmla="*/ 45 h 80"/>
                  <a:gd name="T38" fmla="*/ 83 w 87"/>
                  <a:gd name="T39" fmla="*/ 35 h 80"/>
                  <a:gd name="T40" fmla="*/ 81 w 87"/>
                  <a:gd name="T41" fmla="*/ 28 h 80"/>
                  <a:gd name="T42" fmla="*/ 66 w 87"/>
                  <a:gd name="T43" fmla="*/ 26 h 80"/>
                  <a:gd name="T44" fmla="*/ 54 w 87"/>
                  <a:gd name="T45" fmla="*/ 16 h 80"/>
                  <a:gd name="T46" fmla="*/ 47 w 87"/>
                  <a:gd name="T47" fmla="*/ 3 h 80"/>
                  <a:gd name="T48" fmla="*/ 43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3" y="0"/>
                    </a:moveTo>
                    <a:cubicBezTo>
                      <a:pt x="42" y="0"/>
                      <a:pt x="41" y="1"/>
                      <a:pt x="40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1"/>
                      <a:pt x="25" y="25"/>
                      <a:pt x="21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8"/>
                      <a:pt x="0" y="32"/>
                      <a:pt x="4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8" y="49"/>
                      <a:pt x="20" y="55"/>
                      <a:pt x="19" y="60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8"/>
                      <a:pt x="17" y="80"/>
                      <a:pt x="20" y="80"/>
                    </a:cubicBezTo>
                    <a:cubicBezTo>
                      <a:pt x="20" y="80"/>
                      <a:pt x="21" y="80"/>
                      <a:pt x="23" y="79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38" y="71"/>
                      <a:pt x="41" y="71"/>
                      <a:pt x="43" y="71"/>
                    </a:cubicBezTo>
                    <a:cubicBezTo>
                      <a:pt x="46" y="71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5" y="80"/>
                      <a:pt x="67" y="80"/>
                      <a:pt x="67" y="80"/>
                    </a:cubicBezTo>
                    <a:cubicBezTo>
                      <a:pt x="70" y="80"/>
                      <a:pt x="71" y="78"/>
                      <a:pt x="71" y="75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5"/>
                      <a:pt x="69" y="49"/>
                      <a:pt x="73" y="45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7" y="32"/>
                      <a:pt x="86" y="28"/>
                      <a:pt x="81" y="28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2" y="25"/>
                      <a:pt x="56" y="21"/>
                      <a:pt x="54" y="1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5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8" name="Freeform 157"/>
              <p:cNvSpPr>
                <a:spLocks/>
              </p:cNvSpPr>
              <p:nvPr/>
            </p:nvSpPr>
            <p:spPr bwMode="auto">
              <a:xfrm>
                <a:off x="4788108" y="3172195"/>
                <a:ext cx="121054" cy="111742"/>
              </a:xfrm>
              <a:custGeom>
                <a:avLst/>
                <a:gdLst>
                  <a:gd name="T0" fmla="*/ 44 w 87"/>
                  <a:gd name="T1" fmla="*/ 0 h 80"/>
                  <a:gd name="T2" fmla="*/ 40 w 87"/>
                  <a:gd name="T3" fmla="*/ 3 h 80"/>
                  <a:gd name="T4" fmla="*/ 33 w 87"/>
                  <a:gd name="T5" fmla="*/ 16 h 80"/>
                  <a:gd name="T6" fmla="*/ 21 w 87"/>
                  <a:gd name="T7" fmla="*/ 25 h 80"/>
                  <a:gd name="T8" fmla="*/ 6 w 87"/>
                  <a:gd name="T9" fmla="*/ 27 h 80"/>
                  <a:gd name="T10" fmla="*/ 4 w 87"/>
                  <a:gd name="T11" fmla="*/ 35 h 80"/>
                  <a:gd name="T12" fmla="*/ 14 w 87"/>
                  <a:gd name="T13" fmla="*/ 45 h 80"/>
                  <a:gd name="T14" fmla="*/ 19 w 87"/>
                  <a:gd name="T15" fmla="*/ 60 h 80"/>
                  <a:gd name="T16" fmla="*/ 17 w 87"/>
                  <a:gd name="T17" fmla="*/ 74 h 80"/>
                  <a:gd name="T18" fmla="*/ 20 w 87"/>
                  <a:gd name="T19" fmla="*/ 80 h 80"/>
                  <a:gd name="T20" fmla="*/ 23 w 87"/>
                  <a:gd name="T21" fmla="*/ 79 h 80"/>
                  <a:gd name="T22" fmla="*/ 36 w 87"/>
                  <a:gd name="T23" fmla="*/ 72 h 80"/>
                  <a:gd name="T24" fmla="*/ 44 w 87"/>
                  <a:gd name="T25" fmla="*/ 70 h 80"/>
                  <a:gd name="T26" fmla="*/ 51 w 87"/>
                  <a:gd name="T27" fmla="*/ 72 h 80"/>
                  <a:gd name="T28" fmla="*/ 64 w 87"/>
                  <a:gd name="T29" fmla="*/ 79 h 80"/>
                  <a:gd name="T30" fmla="*/ 68 w 87"/>
                  <a:gd name="T31" fmla="*/ 80 h 80"/>
                  <a:gd name="T32" fmla="*/ 71 w 87"/>
                  <a:gd name="T33" fmla="*/ 74 h 80"/>
                  <a:gd name="T34" fmla="*/ 68 w 87"/>
                  <a:gd name="T35" fmla="*/ 60 h 80"/>
                  <a:gd name="T36" fmla="*/ 73 w 87"/>
                  <a:gd name="T37" fmla="*/ 45 h 80"/>
                  <a:gd name="T38" fmla="*/ 84 w 87"/>
                  <a:gd name="T39" fmla="*/ 35 h 80"/>
                  <a:gd name="T40" fmla="*/ 81 w 87"/>
                  <a:gd name="T41" fmla="*/ 27 h 80"/>
                  <a:gd name="T42" fmla="*/ 67 w 87"/>
                  <a:gd name="T43" fmla="*/ 25 h 80"/>
                  <a:gd name="T44" fmla="*/ 54 w 87"/>
                  <a:gd name="T45" fmla="*/ 16 h 80"/>
                  <a:gd name="T46" fmla="*/ 47 w 87"/>
                  <a:gd name="T47" fmla="*/ 3 h 80"/>
                  <a:gd name="T48" fmla="*/ 44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4" y="0"/>
                    </a:moveTo>
                    <a:cubicBezTo>
                      <a:pt x="42" y="0"/>
                      <a:pt x="41" y="1"/>
                      <a:pt x="40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0"/>
                      <a:pt x="25" y="25"/>
                      <a:pt x="21" y="25"/>
                    </a:cubicBezTo>
                    <a:cubicBezTo>
                      <a:pt x="6" y="27"/>
                      <a:pt x="6" y="27"/>
                      <a:pt x="6" y="27"/>
                    </a:cubicBezTo>
                    <a:cubicBezTo>
                      <a:pt x="1" y="28"/>
                      <a:pt x="0" y="31"/>
                      <a:pt x="4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8" y="48"/>
                      <a:pt x="20" y="55"/>
                      <a:pt x="19" y="60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6" y="78"/>
                      <a:pt x="17" y="80"/>
                      <a:pt x="20" y="80"/>
                    </a:cubicBezTo>
                    <a:cubicBezTo>
                      <a:pt x="21" y="80"/>
                      <a:pt x="22" y="80"/>
                      <a:pt x="23" y="79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38" y="71"/>
                      <a:pt x="41" y="70"/>
                      <a:pt x="44" y="70"/>
                    </a:cubicBezTo>
                    <a:cubicBezTo>
                      <a:pt x="46" y="70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6" y="80"/>
                      <a:pt x="67" y="80"/>
                      <a:pt x="68" y="80"/>
                    </a:cubicBezTo>
                    <a:cubicBezTo>
                      <a:pt x="70" y="80"/>
                      <a:pt x="71" y="78"/>
                      <a:pt x="71" y="74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5"/>
                      <a:pt x="70" y="48"/>
                      <a:pt x="73" y="45"/>
                    </a:cubicBezTo>
                    <a:cubicBezTo>
                      <a:pt x="84" y="35"/>
                      <a:pt x="84" y="35"/>
                      <a:pt x="84" y="35"/>
                    </a:cubicBezTo>
                    <a:cubicBezTo>
                      <a:pt x="87" y="31"/>
                      <a:pt x="86" y="28"/>
                      <a:pt x="81" y="27"/>
                    </a:cubicBezTo>
                    <a:cubicBezTo>
                      <a:pt x="67" y="25"/>
                      <a:pt x="67" y="25"/>
                      <a:pt x="67" y="25"/>
                    </a:cubicBezTo>
                    <a:cubicBezTo>
                      <a:pt x="62" y="25"/>
                      <a:pt x="56" y="20"/>
                      <a:pt x="54" y="1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5" y="0"/>
                      <a:pt x="4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9" name="Freeform 158"/>
              <p:cNvSpPr>
                <a:spLocks/>
              </p:cNvSpPr>
              <p:nvPr/>
            </p:nvSpPr>
            <p:spPr bwMode="auto">
              <a:xfrm>
                <a:off x="5231971" y="3530183"/>
                <a:ext cx="122088" cy="111742"/>
              </a:xfrm>
              <a:custGeom>
                <a:avLst/>
                <a:gdLst>
                  <a:gd name="T0" fmla="*/ 43 w 87"/>
                  <a:gd name="T1" fmla="*/ 0 h 80"/>
                  <a:gd name="T2" fmla="*/ 39 w 87"/>
                  <a:gd name="T3" fmla="*/ 3 h 80"/>
                  <a:gd name="T4" fmla="*/ 33 w 87"/>
                  <a:gd name="T5" fmla="*/ 16 h 80"/>
                  <a:gd name="T6" fmla="*/ 20 w 87"/>
                  <a:gd name="T7" fmla="*/ 25 h 80"/>
                  <a:gd name="T8" fmla="*/ 6 w 87"/>
                  <a:gd name="T9" fmla="*/ 27 h 80"/>
                  <a:gd name="T10" fmla="*/ 3 w 87"/>
                  <a:gd name="T11" fmla="*/ 35 h 80"/>
                  <a:gd name="T12" fmla="*/ 14 w 87"/>
                  <a:gd name="T13" fmla="*/ 45 h 80"/>
                  <a:gd name="T14" fmla="*/ 19 w 87"/>
                  <a:gd name="T15" fmla="*/ 60 h 80"/>
                  <a:gd name="T16" fmla="*/ 16 w 87"/>
                  <a:gd name="T17" fmla="*/ 74 h 80"/>
                  <a:gd name="T18" fmla="*/ 19 w 87"/>
                  <a:gd name="T19" fmla="*/ 80 h 80"/>
                  <a:gd name="T20" fmla="*/ 22 w 87"/>
                  <a:gd name="T21" fmla="*/ 79 h 80"/>
                  <a:gd name="T22" fmla="*/ 35 w 87"/>
                  <a:gd name="T23" fmla="*/ 72 h 80"/>
                  <a:gd name="T24" fmla="*/ 43 w 87"/>
                  <a:gd name="T25" fmla="*/ 70 h 80"/>
                  <a:gd name="T26" fmla="*/ 51 w 87"/>
                  <a:gd name="T27" fmla="*/ 72 h 80"/>
                  <a:gd name="T28" fmla="*/ 64 w 87"/>
                  <a:gd name="T29" fmla="*/ 79 h 80"/>
                  <a:gd name="T30" fmla="*/ 67 w 87"/>
                  <a:gd name="T31" fmla="*/ 80 h 80"/>
                  <a:gd name="T32" fmla="*/ 70 w 87"/>
                  <a:gd name="T33" fmla="*/ 74 h 80"/>
                  <a:gd name="T34" fmla="*/ 68 w 87"/>
                  <a:gd name="T35" fmla="*/ 60 h 80"/>
                  <a:gd name="T36" fmla="*/ 73 w 87"/>
                  <a:gd name="T37" fmla="*/ 45 h 80"/>
                  <a:gd name="T38" fmla="*/ 83 w 87"/>
                  <a:gd name="T39" fmla="*/ 35 h 80"/>
                  <a:gd name="T40" fmla="*/ 81 w 87"/>
                  <a:gd name="T41" fmla="*/ 27 h 80"/>
                  <a:gd name="T42" fmla="*/ 66 w 87"/>
                  <a:gd name="T43" fmla="*/ 25 h 80"/>
                  <a:gd name="T44" fmla="*/ 54 w 87"/>
                  <a:gd name="T45" fmla="*/ 16 h 80"/>
                  <a:gd name="T46" fmla="*/ 47 w 87"/>
                  <a:gd name="T47" fmla="*/ 3 h 80"/>
                  <a:gd name="T48" fmla="*/ 43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3" y="0"/>
                    </a:moveTo>
                    <a:cubicBezTo>
                      <a:pt x="42" y="0"/>
                      <a:pt x="40" y="1"/>
                      <a:pt x="39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0"/>
                      <a:pt x="25" y="25"/>
                      <a:pt x="20" y="25"/>
                    </a:cubicBezTo>
                    <a:cubicBezTo>
                      <a:pt x="6" y="27"/>
                      <a:pt x="6" y="27"/>
                      <a:pt x="6" y="27"/>
                    </a:cubicBezTo>
                    <a:cubicBezTo>
                      <a:pt x="1" y="28"/>
                      <a:pt x="0" y="31"/>
                      <a:pt x="3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7" y="48"/>
                      <a:pt x="19" y="55"/>
                      <a:pt x="19" y="60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8"/>
                      <a:pt x="17" y="80"/>
                      <a:pt x="19" y="80"/>
                    </a:cubicBezTo>
                    <a:cubicBezTo>
                      <a:pt x="20" y="80"/>
                      <a:pt x="21" y="80"/>
                      <a:pt x="22" y="79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8" y="71"/>
                      <a:pt x="40" y="70"/>
                      <a:pt x="43" y="70"/>
                    </a:cubicBezTo>
                    <a:cubicBezTo>
                      <a:pt x="46" y="70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5" y="80"/>
                      <a:pt x="66" y="80"/>
                      <a:pt x="67" y="80"/>
                    </a:cubicBezTo>
                    <a:cubicBezTo>
                      <a:pt x="70" y="80"/>
                      <a:pt x="71" y="78"/>
                      <a:pt x="70" y="74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5"/>
                      <a:pt x="69" y="48"/>
                      <a:pt x="73" y="45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7" y="31"/>
                      <a:pt x="86" y="28"/>
                      <a:pt x="81" y="27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61" y="25"/>
                      <a:pt x="56" y="20"/>
                      <a:pt x="54" y="1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5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36" name="Group 435"/>
            <p:cNvGrpSpPr/>
            <p:nvPr/>
          </p:nvGrpSpPr>
          <p:grpSpPr>
            <a:xfrm>
              <a:off x="2974519" y="2313347"/>
              <a:ext cx="2552945" cy="2606411"/>
              <a:chOff x="1066800" y="917575"/>
              <a:chExt cx="909638" cy="928688"/>
            </a:xfrm>
          </p:grpSpPr>
          <p:sp>
            <p:nvSpPr>
              <p:cNvPr id="437" name="Rectangle 6"/>
              <p:cNvSpPr>
                <a:spLocks noChangeArrowheads="1"/>
              </p:cNvSpPr>
              <p:nvPr/>
            </p:nvSpPr>
            <p:spPr bwMode="auto">
              <a:xfrm>
                <a:off x="1370013" y="995363"/>
                <a:ext cx="17463" cy="65088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8" name="Rectangle 7"/>
              <p:cNvSpPr>
                <a:spLocks noChangeArrowheads="1"/>
              </p:cNvSpPr>
              <p:nvPr/>
            </p:nvSpPr>
            <p:spPr bwMode="auto">
              <a:xfrm>
                <a:off x="1457325" y="935038"/>
                <a:ext cx="20638" cy="80963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9" name="Rectangle 8"/>
              <p:cNvSpPr>
                <a:spLocks noChangeArrowheads="1"/>
              </p:cNvSpPr>
              <p:nvPr/>
            </p:nvSpPr>
            <p:spPr bwMode="auto">
              <a:xfrm>
                <a:off x="1098550" y="1747838"/>
                <a:ext cx="846138" cy="60325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0" name="Rectangle 9"/>
              <p:cNvSpPr>
                <a:spLocks noChangeArrowheads="1"/>
              </p:cNvSpPr>
              <p:nvPr/>
            </p:nvSpPr>
            <p:spPr bwMode="auto">
              <a:xfrm>
                <a:off x="1082675" y="1766888"/>
                <a:ext cx="877888" cy="60325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1" name="Rectangle 10"/>
              <p:cNvSpPr>
                <a:spLocks noChangeArrowheads="1"/>
              </p:cNvSpPr>
              <p:nvPr/>
            </p:nvSpPr>
            <p:spPr bwMode="auto">
              <a:xfrm>
                <a:off x="1066800" y="1785938"/>
                <a:ext cx="909638" cy="60325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2" name="Freeform 11"/>
              <p:cNvSpPr>
                <a:spLocks/>
              </p:cNvSpPr>
              <p:nvPr/>
            </p:nvSpPr>
            <p:spPr bwMode="auto">
              <a:xfrm>
                <a:off x="1233488" y="920750"/>
                <a:ext cx="376238" cy="276225"/>
              </a:xfrm>
              <a:custGeom>
                <a:avLst/>
                <a:gdLst>
                  <a:gd name="T0" fmla="*/ 0 w 947"/>
                  <a:gd name="T1" fmla="*/ 692 h 692"/>
                  <a:gd name="T2" fmla="*/ 0 w 947"/>
                  <a:gd name="T3" fmla="*/ 481 h 692"/>
                  <a:gd name="T4" fmla="*/ 947 w 947"/>
                  <a:gd name="T5" fmla="*/ 0 h 692"/>
                  <a:gd name="T6" fmla="*/ 934 w 947"/>
                  <a:gd name="T7" fmla="*/ 264 h 692"/>
                  <a:gd name="T8" fmla="*/ 0 w 947"/>
                  <a:gd name="T9" fmla="*/ 692 h 6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7" h="692">
                    <a:moveTo>
                      <a:pt x="0" y="692"/>
                    </a:moveTo>
                    <a:lnTo>
                      <a:pt x="0" y="481"/>
                    </a:lnTo>
                    <a:lnTo>
                      <a:pt x="947" y="0"/>
                    </a:lnTo>
                    <a:lnTo>
                      <a:pt x="934" y="264"/>
                    </a:lnTo>
                    <a:lnTo>
                      <a:pt x="0" y="69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3" name="Freeform 12"/>
              <p:cNvSpPr>
                <a:spLocks/>
              </p:cNvSpPr>
              <p:nvPr/>
            </p:nvSpPr>
            <p:spPr bwMode="auto">
              <a:xfrm>
                <a:off x="1603375" y="917575"/>
                <a:ext cx="249238" cy="284163"/>
              </a:xfrm>
              <a:custGeom>
                <a:avLst/>
                <a:gdLst>
                  <a:gd name="T0" fmla="*/ 626 w 626"/>
                  <a:gd name="T1" fmla="*/ 718 h 718"/>
                  <a:gd name="T2" fmla="*/ 626 w 626"/>
                  <a:gd name="T3" fmla="*/ 506 h 718"/>
                  <a:gd name="T4" fmla="*/ 6 w 626"/>
                  <a:gd name="T5" fmla="*/ 0 h 718"/>
                  <a:gd name="T6" fmla="*/ 0 w 626"/>
                  <a:gd name="T7" fmla="*/ 274 h 718"/>
                  <a:gd name="T8" fmla="*/ 626 w 626"/>
                  <a:gd name="T9" fmla="*/ 718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6" h="718">
                    <a:moveTo>
                      <a:pt x="626" y="718"/>
                    </a:moveTo>
                    <a:lnTo>
                      <a:pt x="626" y="506"/>
                    </a:lnTo>
                    <a:lnTo>
                      <a:pt x="6" y="0"/>
                    </a:lnTo>
                    <a:lnTo>
                      <a:pt x="0" y="274"/>
                    </a:lnTo>
                    <a:lnTo>
                      <a:pt x="626" y="718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4" name="Freeform 13"/>
              <p:cNvSpPr>
                <a:spLocks/>
              </p:cNvSpPr>
              <p:nvPr/>
            </p:nvSpPr>
            <p:spPr bwMode="auto">
              <a:xfrm>
                <a:off x="1123950" y="977900"/>
                <a:ext cx="519113" cy="811213"/>
              </a:xfrm>
              <a:custGeom>
                <a:avLst/>
                <a:gdLst>
                  <a:gd name="T0" fmla="*/ 0 w 1304"/>
                  <a:gd name="T1" fmla="*/ 582 h 2044"/>
                  <a:gd name="T2" fmla="*/ 1304 w 1304"/>
                  <a:gd name="T3" fmla="*/ 0 h 2044"/>
                  <a:gd name="T4" fmla="*/ 1304 w 1304"/>
                  <a:gd name="T5" fmla="*/ 2044 h 2044"/>
                  <a:gd name="T6" fmla="*/ 0 w 1304"/>
                  <a:gd name="T7" fmla="*/ 2044 h 2044"/>
                  <a:gd name="T8" fmla="*/ 0 w 1304"/>
                  <a:gd name="T9" fmla="*/ 582 h 20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4" h="2044">
                    <a:moveTo>
                      <a:pt x="0" y="582"/>
                    </a:moveTo>
                    <a:lnTo>
                      <a:pt x="1304" y="0"/>
                    </a:lnTo>
                    <a:lnTo>
                      <a:pt x="1304" y="2044"/>
                    </a:lnTo>
                    <a:lnTo>
                      <a:pt x="0" y="2044"/>
                    </a:lnTo>
                    <a:lnTo>
                      <a:pt x="0" y="58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5" name="Freeform 14"/>
              <p:cNvSpPr>
                <a:spLocks/>
              </p:cNvSpPr>
              <p:nvPr/>
            </p:nvSpPr>
            <p:spPr bwMode="auto">
              <a:xfrm>
                <a:off x="1643063" y="977900"/>
                <a:ext cx="265113" cy="811213"/>
              </a:xfrm>
              <a:custGeom>
                <a:avLst/>
                <a:gdLst>
                  <a:gd name="T0" fmla="*/ 670 w 670"/>
                  <a:gd name="T1" fmla="*/ 582 h 2044"/>
                  <a:gd name="T2" fmla="*/ 509 w 670"/>
                  <a:gd name="T3" fmla="*/ 486 h 2044"/>
                  <a:gd name="T4" fmla="*/ 477 w 670"/>
                  <a:gd name="T5" fmla="*/ 378 h 2044"/>
                  <a:gd name="T6" fmla="*/ 0 w 670"/>
                  <a:gd name="T7" fmla="*/ 0 h 2044"/>
                  <a:gd name="T8" fmla="*/ 0 w 670"/>
                  <a:gd name="T9" fmla="*/ 2044 h 2044"/>
                  <a:gd name="T10" fmla="*/ 670 w 670"/>
                  <a:gd name="T11" fmla="*/ 2044 h 2044"/>
                  <a:gd name="T12" fmla="*/ 670 w 670"/>
                  <a:gd name="T13" fmla="*/ 582 h 20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70" h="2044">
                    <a:moveTo>
                      <a:pt x="670" y="582"/>
                    </a:moveTo>
                    <a:lnTo>
                      <a:pt x="509" y="486"/>
                    </a:lnTo>
                    <a:lnTo>
                      <a:pt x="477" y="378"/>
                    </a:lnTo>
                    <a:lnTo>
                      <a:pt x="0" y="0"/>
                    </a:lnTo>
                    <a:lnTo>
                      <a:pt x="0" y="2044"/>
                    </a:lnTo>
                    <a:lnTo>
                      <a:pt x="670" y="2044"/>
                    </a:lnTo>
                    <a:lnTo>
                      <a:pt x="670" y="58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6" name="Freeform 15"/>
              <p:cNvSpPr>
                <a:spLocks noEditPoints="1"/>
              </p:cNvSpPr>
              <p:nvPr/>
            </p:nvSpPr>
            <p:spPr bwMode="auto">
              <a:xfrm>
                <a:off x="1157288" y="1073150"/>
                <a:ext cx="433388" cy="677863"/>
              </a:xfrm>
              <a:custGeom>
                <a:avLst/>
                <a:gdLst>
                  <a:gd name="T0" fmla="*/ 0 w 1089"/>
                  <a:gd name="T1" fmla="*/ 1589 h 1709"/>
                  <a:gd name="T2" fmla="*/ 238 w 1089"/>
                  <a:gd name="T3" fmla="*/ 1573 h 1709"/>
                  <a:gd name="T4" fmla="*/ 238 w 1089"/>
                  <a:gd name="T5" fmla="*/ 1697 h 1709"/>
                  <a:gd name="T6" fmla="*/ 0 w 1089"/>
                  <a:gd name="T7" fmla="*/ 1709 h 1709"/>
                  <a:gd name="T8" fmla="*/ 0 w 1089"/>
                  <a:gd name="T9" fmla="*/ 1589 h 1709"/>
                  <a:gd name="T10" fmla="*/ 296 w 1089"/>
                  <a:gd name="T11" fmla="*/ 1568 h 1709"/>
                  <a:gd name="T12" fmla="*/ 626 w 1089"/>
                  <a:gd name="T13" fmla="*/ 1546 h 1709"/>
                  <a:gd name="T14" fmla="*/ 626 w 1089"/>
                  <a:gd name="T15" fmla="*/ 1678 h 1709"/>
                  <a:gd name="T16" fmla="*/ 296 w 1089"/>
                  <a:gd name="T17" fmla="*/ 1694 h 1709"/>
                  <a:gd name="T18" fmla="*/ 296 w 1089"/>
                  <a:gd name="T19" fmla="*/ 1568 h 1709"/>
                  <a:gd name="T20" fmla="*/ 684 w 1089"/>
                  <a:gd name="T21" fmla="*/ 1542 h 1709"/>
                  <a:gd name="T22" fmla="*/ 1089 w 1089"/>
                  <a:gd name="T23" fmla="*/ 1515 h 1709"/>
                  <a:gd name="T24" fmla="*/ 1089 w 1089"/>
                  <a:gd name="T25" fmla="*/ 1655 h 1709"/>
                  <a:gd name="T26" fmla="*/ 684 w 1089"/>
                  <a:gd name="T27" fmla="*/ 1675 h 1709"/>
                  <a:gd name="T28" fmla="*/ 684 w 1089"/>
                  <a:gd name="T29" fmla="*/ 1542 h 1709"/>
                  <a:gd name="T30" fmla="*/ 0 w 1089"/>
                  <a:gd name="T31" fmla="*/ 441 h 1709"/>
                  <a:gd name="T32" fmla="*/ 1089 w 1089"/>
                  <a:gd name="T33" fmla="*/ 0 h 1709"/>
                  <a:gd name="T34" fmla="*/ 1089 w 1089"/>
                  <a:gd name="T35" fmla="*/ 142 h 1709"/>
                  <a:gd name="T36" fmla="*/ 0 w 1089"/>
                  <a:gd name="T37" fmla="*/ 583 h 1709"/>
                  <a:gd name="T38" fmla="*/ 0 w 1089"/>
                  <a:gd name="T39" fmla="*/ 441 h 1709"/>
                  <a:gd name="T40" fmla="*/ 0 w 1089"/>
                  <a:gd name="T41" fmla="*/ 748 h 1709"/>
                  <a:gd name="T42" fmla="*/ 1089 w 1089"/>
                  <a:gd name="T43" fmla="*/ 394 h 1709"/>
                  <a:gd name="T44" fmla="*/ 1089 w 1089"/>
                  <a:gd name="T45" fmla="*/ 535 h 1709"/>
                  <a:gd name="T46" fmla="*/ 0 w 1089"/>
                  <a:gd name="T47" fmla="*/ 889 h 1709"/>
                  <a:gd name="T48" fmla="*/ 0 w 1089"/>
                  <a:gd name="T49" fmla="*/ 748 h 1709"/>
                  <a:gd name="T50" fmla="*/ 0 w 1089"/>
                  <a:gd name="T51" fmla="*/ 1036 h 1709"/>
                  <a:gd name="T52" fmla="*/ 1089 w 1089"/>
                  <a:gd name="T53" fmla="*/ 771 h 1709"/>
                  <a:gd name="T54" fmla="*/ 1089 w 1089"/>
                  <a:gd name="T55" fmla="*/ 911 h 1709"/>
                  <a:gd name="T56" fmla="*/ 0 w 1089"/>
                  <a:gd name="T57" fmla="*/ 1178 h 1709"/>
                  <a:gd name="T58" fmla="*/ 0 w 1089"/>
                  <a:gd name="T59" fmla="*/ 1036 h 1709"/>
                  <a:gd name="T60" fmla="*/ 0 w 1089"/>
                  <a:gd name="T61" fmla="*/ 1317 h 1709"/>
                  <a:gd name="T62" fmla="*/ 1089 w 1089"/>
                  <a:gd name="T63" fmla="*/ 1147 h 1709"/>
                  <a:gd name="T64" fmla="*/ 1089 w 1089"/>
                  <a:gd name="T65" fmla="*/ 1288 h 1709"/>
                  <a:gd name="T66" fmla="*/ 0 w 1089"/>
                  <a:gd name="T67" fmla="*/ 1457 h 1709"/>
                  <a:gd name="T68" fmla="*/ 0 w 1089"/>
                  <a:gd name="T69" fmla="*/ 1317 h 1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89" h="1709">
                    <a:moveTo>
                      <a:pt x="0" y="1589"/>
                    </a:moveTo>
                    <a:lnTo>
                      <a:pt x="238" y="1573"/>
                    </a:lnTo>
                    <a:lnTo>
                      <a:pt x="238" y="1697"/>
                    </a:lnTo>
                    <a:lnTo>
                      <a:pt x="0" y="1709"/>
                    </a:lnTo>
                    <a:lnTo>
                      <a:pt x="0" y="1589"/>
                    </a:lnTo>
                    <a:close/>
                    <a:moveTo>
                      <a:pt x="296" y="1568"/>
                    </a:moveTo>
                    <a:lnTo>
                      <a:pt x="626" y="1546"/>
                    </a:lnTo>
                    <a:lnTo>
                      <a:pt x="626" y="1678"/>
                    </a:lnTo>
                    <a:lnTo>
                      <a:pt x="296" y="1694"/>
                    </a:lnTo>
                    <a:lnTo>
                      <a:pt x="296" y="1568"/>
                    </a:lnTo>
                    <a:close/>
                    <a:moveTo>
                      <a:pt x="684" y="1542"/>
                    </a:moveTo>
                    <a:lnTo>
                      <a:pt x="1089" y="1515"/>
                    </a:lnTo>
                    <a:lnTo>
                      <a:pt x="1089" y="1655"/>
                    </a:lnTo>
                    <a:lnTo>
                      <a:pt x="684" y="1675"/>
                    </a:lnTo>
                    <a:lnTo>
                      <a:pt x="684" y="1542"/>
                    </a:lnTo>
                    <a:close/>
                    <a:moveTo>
                      <a:pt x="0" y="441"/>
                    </a:moveTo>
                    <a:lnTo>
                      <a:pt x="1089" y="0"/>
                    </a:lnTo>
                    <a:lnTo>
                      <a:pt x="1089" y="142"/>
                    </a:lnTo>
                    <a:lnTo>
                      <a:pt x="0" y="583"/>
                    </a:lnTo>
                    <a:lnTo>
                      <a:pt x="0" y="441"/>
                    </a:lnTo>
                    <a:close/>
                    <a:moveTo>
                      <a:pt x="0" y="748"/>
                    </a:moveTo>
                    <a:lnTo>
                      <a:pt x="1089" y="394"/>
                    </a:lnTo>
                    <a:lnTo>
                      <a:pt x="1089" y="535"/>
                    </a:lnTo>
                    <a:lnTo>
                      <a:pt x="0" y="889"/>
                    </a:lnTo>
                    <a:lnTo>
                      <a:pt x="0" y="748"/>
                    </a:lnTo>
                    <a:close/>
                    <a:moveTo>
                      <a:pt x="0" y="1036"/>
                    </a:moveTo>
                    <a:lnTo>
                      <a:pt x="1089" y="771"/>
                    </a:lnTo>
                    <a:lnTo>
                      <a:pt x="1089" y="911"/>
                    </a:lnTo>
                    <a:lnTo>
                      <a:pt x="0" y="1178"/>
                    </a:lnTo>
                    <a:lnTo>
                      <a:pt x="0" y="1036"/>
                    </a:lnTo>
                    <a:close/>
                    <a:moveTo>
                      <a:pt x="0" y="1317"/>
                    </a:moveTo>
                    <a:lnTo>
                      <a:pt x="1089" y="1147"/>
                    </a:lnTo>
                    <a:lnTo>
                      <a:pt x="1089" y="1288"/>
                    </a:lnTo>
                    <a:lnTo>
                      <a:pt x="0" y="1457"/>
                    </a:lnTo>
                    <a:lnTo>
                      <a:pt x="0" y="1317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26</a:t>
            </a:fld>
            <a:endParaRPr lang="en-US"/>
          </a:p>
        </p:txBody>
      </p:sp>
      <p:sp>
        <p:nvSpPr>
          <p:cNvPr id="142" name="Rectangle 141"/>
          <p:cNvSpPr/>
          <p:nvPr>
            <p:custDataLst>
              <p:tags r:id="rId1"/>
            </p:custDataLst>
          </p:nvPr>
        </p:nvSpPr>
        <p:spPr>
          <a:xfrm>
            <a:off x="1969641" y="544343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Cost </a:t>
            </a:r>
            <a:r>
              <a:rPr lang="en-US" sz="3600" b="1" spc="-150" dirty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of </a:t>
            </a:r>
            <a:r>
              <a:rPr lang="en-US" sz="36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Brickwork and Mortar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4" name="Picture 143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  <p:sp>
        <p:nvSpPr>
          <p:cNvPr id="140" name="Text Placeholder 3"/>
          <p:cNvSpPr txBox="1">
            <a:spLocks/>
          </p:cNvSpPr>
          <p:nvPr/>
        </p:nvSpPr>
        <p:spPr>
          <a:xfrm>
            <a:off x="700335" y="3593745"/>
            <a:ext cx="3194427" cy="1015663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6600" kern="0">
                <a:solidFill>
                  <a:schemeClr val="tx1">
                    <a:lumMod val="75000"/>
                    <a:lumOff val="25000"/>
                  </a:schemeClr>
                </a:solidFill>
                <a:latin typeface="Dense" panose="02000000000000000000" pitchFamily="50" charset="0"/>
                <a:ea typeface="Open Sans" panose="020B0606030504020204" pitchFamily="34" charset="0"/>
                <a:cs typeface="Lato Light" panose="020F0402020204030203" pitchFamily="34" charset="0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9pPr>
          </a:lstStyle>
          <a:p>
            <a:pPr algn="l"/>
            <a:r>
              <a:rPr lang="en-US" sz="44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6,29,450 </a:t>
            </a:r>
            <a:r>
              <a:rPr lang="en-US" sz="32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PKR</a:t>
            </a:r>
            <a:endParaRPr lang="en-US" sz="3200" b="1" dirty="0">
              <a:solidFill>
                <a:schemeClr val="bg1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1" name="Title 1"/>
          <p:cNvSpPr txBox="1">
            <a:spLocks/>
          </p:cNvSpPr>
          <p:nvPr/>
        </p:nvSpPr>
        <p:spPr>
          <a:xfrm>
            <a:off x="700335" y="2924678"/>
            <a:ext cx="1140345" cy="875842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itchFamily="-109" charset="0"/>
                <a:sym typeface="Calibri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pPr algn="l"/>
            <a:r>
              <a:rPr lang="en-US" sz="2800" dirty="0" smtClean="0">
                <a:solidFill>
                  <a:schemeClr val="bg1"/>
                </a:solidFill>
                <a:latin typeface="Montserrat SemiBold" panose="000007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Total Bricks and</a:t>
            </a:r>
          </a:p>
          <a:p>
            <a:pPr algn="l"/>
            <a:r>
              <a:rPr lang="en-US" sz="2800" dirty="0" smtClean="0">
                <a:solidFill>
                  <a:schemeClr val="bg1"/>
                </a:solidFill>
                <a:latin typeface="Montserrat SemiBold" panose="000007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mortar Cost</a:t>
            </a:r>
            <a:endParaRPr lang="en-US" sz="2800" dirty="0">
              <a:solidFill>
                <a:schemeClr val="bg1"/>
              </a:solidFill>
              <a:latin typeface="Montserrat SemiBold" panose="000007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1534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ny-engineers.com/hubfs/brickmasonry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30491" y="0"/>
            <a:ext cx="1527393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Isosceles Triangle 83"/>
          <p:cNvSpPr/>
          <p:nvPr/>
        </p:nvSpPr>
        <p:spPr>
          <a:xfrm rot="5400000" flipH="1">
            <a:off x="4102579" y="-1382277"/>
            <a:ext cx="1216948" cy="9422103"/>
          </a:xfrm>
          <a:custGeom>
            <a:avLst/>
            <a:gdLst/>
            <a:ahLst/>
            <a:cxnLst/>
            <a:rect l="l" t="t" r="r" b="b"/>
            <a:pathLst>
              <a:path w="914401" h="7066578">
                <a:moveTo>
                  <a:pt x="914401" y="266705"/>
                </a:moveTo>
                <a:lnTo>
                  <a:pt x="914401" y="1751636"/>
                </a:lnTo>
                <a:lnTo>
                  <a:pt x="914401" y="5581647"/>
                </a:lnTo>
                <a:lnTo>
                  <a:pt x="914401" y="7066578"/>
                </a:lnTo>
                <a:lnTo>
                  <a:pt x="0" y="7066578"/>
                </a:lnTo>
                <a:lnTo>
                  <a:pt x="0" y="5581647"/>
                </a:lnTo>
                <a:lnTo>
                  <a:pt x="0" y="1484931"/>
                </a:lnTo>
                <a:lnTo>
                  <a:pt x="0" y="0"/>
                </a:lnTo>
                <a:lnTo>
                  <a:pt x="2" y="0"/>
                </a:lnTo>
                <a:lnTo>
                  <a:pt x="2" y="640556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84"/>
          <p:cNvSpPr/>
          <p:nvPr/>
        </p:nvSpPr>
        <p:spPr>
          <a:xfrm>
            <a:off x="1666047" y="-10061"/>
            <a:ext cx="10119741" cy="6858000"/>
          </a:xfrm>
          <a:custGeom>
            <a:avLst/>
            <a:gdLst/>
            <a:ahLst/>
            <a:cxnLst/>
            <a:rect l="l" t="t" r="r" b="b"/>
            <a:pathLst>
              <a:path w="7589806" h="5153025">
                <a:moveTo>
                  <a:pt x="0" y="0"/>
                </a:moveTo>
                <a:lnTo>
                  <a:pt x="5445248" y="6791"/>
                </a:lnTo>
                <a:lnTo>
                  <a:pt x="7589806" y="5153025"/>
                </a:lnTo>
                <a:lnTo>
                  <a:pt x="2117881" y="5153025"/>
                </a:lnTo>
                <a:close/>
              </a:path>
            </a:pathLst>
          </a:custGeom>
          <a:solidFill>
            <a:schemeClr val="accent1">
              <a:alpha val="7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83"/>
          <p:cNvSpPr/>
          <p:nvPr/>
        </p:nvSpPr>
        <p:spPr>
          <a:xfrm rot="16200000">
            <a:off x="6872474" y="-1382277"/>
            <a:ext cx="1216948" cy="9422103"/>
          </a:xfrm>
          <a:custGeom>
            <a:avLst/>
            <a:gdLst/>
            <a:ahLst/>
            <a:cxnLst/>
            <a:rect l="l" t="t" r="r" b="b"/>
            <a:pathLst>
              <a:path w="914401" h="7066578">
                <a:moveTo>
                  <a:pt x="914401" y="266705"/>
                </a:moveTo>
                <a:lnTo>
                  <a:pt x="914401" y="1751636"/>
                </a:lnTo>
                <a:lnTo>
                  <a:pt x="914401" y="5581647"/>
                </a:lnTo>
                <a:lnTo>
                  <a:pt x="914401" y="7066578"/>
                </a:lnTo>
                <a:lnTo>
                  <a:pt x="0" y="7066578"/>
                </a:lnTo>
                <a:lnTo>
                  <a:pt x="0" y="5581647"/>
                </a:lnTo>
                <a:lnTo>
                  <a:pt x="0" y="1484931"/>
                </a:lnTo>
                <a:lnTo>
                  <a:pt x="0" y="0"/>
                </a:lnTo>
                <a:lnTo>
                  <a:pt x="2" y="0"/>
                </a:lnTo>
                <a:lnTo>
                  <a:pt x="2" y="6405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156285" y="2964612"/>
            <a:ext cx="5754554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Open Sans" panose="020B0606030504020204" pitchFamily="34" charset="0"/>
                <a:cs typeface="Lato" panose="020F0502020204030203" pitchFamily="34" charset="0"/>
              </a:rPr>
              <a:t>Skirting </a:t>
            </a:r>
            <a:r>
              <a:rPr lang="en-US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Open Sans" panose="020B0606030504020204" pitchFamily="34" charset="0"/>
                <a:cs typeface="Lato" panose="020F0502020204030203" pitchFamily="34" charset="0"/>
              </a:rPr>
              <a:t>Estimate</a:t>
            </a:r>
            <a:endParaRPr 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ea typeface="Open Sans" panose="020B0606030504020204" pitchFamily="34" charset="0"/>
              <a:cs typeface="Lato" panose="020F0502020204030203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27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2" y="301234"/>
            <a:ext cx="834528" cy="63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77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2041568" y="1822056"/>
            <a:ext cx="4634888" cy="1800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Estimate for Skirting: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Height 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= </a:t>
            </a: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4“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Length(Running) 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= </a:t>
            </a: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235.6842’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Area = </a:t>
            </a: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78.5614 sq ft</a:t>
            </a:r>
            <a:endParaRPr lang="en-US" noProof="1">
              <a:solidFill>
                <a:schemeClr val="bg1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28</a:t>
            </a:fld>
            <a:endParaRPr lang="en-US"/>
          </a:p>
        </p:txBody>
      </p:sp>
      <p:sp>
        <p:nvSpPr>
          <p:cNvPr id="24" name="Rectangle 23"/>
          <p:cNvSpPr/>
          <p:nvPr>
            <p:custDataLst>
              <p:tags r:id="rId1"/>
            </p:custDataLst>
          </p:nvPr>
        </p:nvSpPr>
        <p:spPr>
          <a:xfrm>
            <a:off x="1976011" y="549299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Skirting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  <p:pic>
        <p:nvPicPr>
          <p:cNvPr id="7" name="Picture Placeholder 6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03" t="135" r="25389" b="-135"/>
          <a:stretch/>
        </p:blipFill>
        <p:spPr>
          <a:xfrm>
            <a:off x="7731889" y="0"/>
            <a:ext cx="4265756" cy="6267635"/>
          </a:xfrm>
        </p:spPr>
      </p:pic>
    </p:spTree>
    <p:extLst>
      <p:ext uri="{BB962C8B-B14F-4D97-AF65-F5344CB8AC3E}">
        <p14:creationId xmlns:p14="http://schemas.microsoft.com/office/powerpoint/2010/main" val="1898758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353606" y="2195102"/>
            <a:ext cx="3878327" cy="2973887"/>
            <a:chOff x="2121623" y="1952034"/>
            <a:chExt cx="3878327" cy="2973887"/>
          </a:xfrm>
        </p:grpSpPr>
        <p:grpSp>
          <p:nvGrpSpPr>
            <p:cNvPr id="2" name="Group 1"/>
            <p:cNvGrpSpPr/>
            <p:nvPr/>
          </p:nvGrpSpPr>
          <p:grpSpPr>
            <a:xfrm>
              <a:off x="2121623" y="1952034"/>
              <a:ext cx="3878327" cy="2973887"/>
              <a:chOff x="2013187" y="2268949"/>
              <a:chExt cx="3465030" cy="2656972"/>
            </a:xfrm>
          </p:grpSpPr>
          <p:sp>
            <p:nvSpPr>
              <p:cNvPr id="5" name="Freeform 36"/>
              <p:cNvSpPr>
                <a:spLocks/>
              </p:cNvSpPr>
              <p:nvPr/>
            </p:nvSpPr>
            <p:spPr bwMode="auto">
              <a:xfrm>
                <a:off x="4165251" y="3341877"/>
                <a:ext cx="1046027" cy="903246"/>
              </a:xfrm>
              <a:custGeom>
                <a:avLst/>
                <a:gdLst>
                  <a:gd name="T0" fmla="*/ 742 w 749"/>
                  <a:gd name="T1" fmla="*/ 230 h 647"/>
                  <a:gd name="T2" fmla="*/ 737 w 749"/>
                  <a:gd name="T3" fmla="*/ 260 h 647"/>
                  <a:gd name="T4" fmla="*/ 188 w 749"/>
                  <a:gd name="T5" fmla="*/ 640 h 647"/>
                  <a:gd name="T6" fmla="*/ 158 w 749"/>
                  <a:gd name="T7" fmla="*/ 635 h 647"/>
                  <a:gd name="T8" fmla="*/ 7 w 749"/>
                  <a:gd name="T9" fmla="*/ 418 h 647"/>
                  <a:gd name="T10" fmla="*/ 13 w 749"/>
                  <a:gd name="T11" fmla="*/ 387 h 647"/>
                  <a:gd name="T12" fmla="*/ 561 w 749"/>
                  <a:gd name="T13" fmla="*/ 7 h 647"/>
                  <a:gd name="T14" fmla="*/ 592 w 749"/>
                  <a:gd name="T15" fmla="*/ 13 h 647"/>
                  <a:gd name="T16" fmla="*/ 742 w 749"/>
                  <a:gd name="T17" fmla="*/ 230 h 6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9" h="647">
                    <a:moveTo>
                      <a:pt x="742" y="230"/>
                    </a:moveTo>
                    <a:cubicBezTo>
                      <a:pt x="749" y="240"/>
                      <a:pt x="747" y="254"/>
                      <a:pt x="737" y="260"/>
                    </a:cubicBezTo>
                    <a:cubicBezTo>
                      <a:pt x="188" y="640"/>
                      <a:pt x="188" y="640"/>
                      <a:pt x="188" y="640"/>
                    </a:cubicBezTo>
                    <a:cubicBezTo>
                      <a:pt x="178" y="647"/>
                      <a:pt x="165" y="645"/>
                      <a:pt x="158" y="635"/>
                    </a:cubicBezTo>
                    <a:cubicBezTo>
                      <a:pt x="7" y="418"/>
                      <a:pt x="7" y="418"/>
                      <a:pt x="7" y="418"/>
                    </a:cubicBezTo>
                    <a:cubicBezTo>
                      <a:pt x="0" y="408"/>
                      <a:pt x="3" y="394"/>
                      <a:pt x="13" y="387"/>
                    </a:cubicBezTo>
                    <a:cubicBezTo>
                      <a:pt x="561" y="7"/>
                      <a:pt x="561" y="7"/>
                      <a:pt x="561" y="7"/>
                    </a:cubicBezTo>
                    <a:cubicBezTo>
                      <a:pt x="571" y="0"/>
                      <a:pt x="585" y="3"/>
                      <a:pt x="592" y="13"/>
                    </a:cubicBezTo>
                    <a:cubicBezTo>
                      <a:pt x="742" y="230"/>
                      <a:pt x="742" y="230"/>
                      <a:pt x="742" y="230"/>
                    </a:cubicBezTo>
                  </a:path>
                </a:pathLst>
              </a:custGeom>
              <a:solidFill>
                <a:srgbClr val="4E7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Freeform 37"/>
              <p:cNvSpPr>
                <a:spLocks/>
              </p:cNvSpPr>
              <p:nvPr/>
            </p:nvSpPr>
            <p:spPr bwMode="auto">
              <a:xfrm>
                <a:off x="4523238" y="3627440"/>
                <a:ext cx="331087" cy="332122"/>
              </a:xfrm>
              <a:custGeom>
                <a:avLst/>
                <a:gdLst>
                  <a:gd name="T0" fmla="*/ 205 w 237"/>
                  <a:gd name="T1" fmla="*/ 59 h 238"/>
                  <a:gd name="T2" fmla="*/ 178 w 237"/>
                  <a:gd name="T3" fmla="*/ 205 h 238"/>
                  <a:gd name="T4" fmla="*/ 33 w 237"/>
                  <a:gd name="T5" fmla="*/ 178 h 238"/>
                  <a:gd name="T6" fmla="*/ 59 w 237"/>
                  <a:gd name="T7" fmla="*/ 33 h 238"/>
                  <a:gd name="T8" fmla="*/ 205 w 237"/>
                  <a:gd name="T9" fmla="*/ 59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7" h="238">
                    <a:moveTo>
                      <a:pt x="205" y="59"/>
                    </a:moveTo>
                    <a:cubicBezTo>
                      <a:pt x="237" y="107"/>
                      <a:pt x="226" y="172"/>
                      <a:pt x="178" y="205"/>
                    </a:cubicBezTo>
                    <a:cubicBezTo>
                      <a:pt x="131" y="238"/>
                      <a:pt x="66" y="226"/>
                      <a:pt x="33" y="178"/>
                    </a:cubicBezTo>
                    <a:cubicBezTo>
                      <a:pt x="0" y="131"/>
                      <a:pt x="12" y="66"/>
                      <a:pt x="59" y="33"/>
                    </a:cubicBezTo>
                    <a:cubicBezTo>
                      <a:pt x="107" y="0"/>
                      <a:pt x="172" y="12"/>
                      <a:pt x="205" y="59"/>
                    </a:cubicBezTo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" name="Freeform 38"/>
              <p:cNvSpPr>
                <a:spLocks/>
              </p:cNvSpPr>
              <p:nvPr/>
            </p:nvSpPr>
            <p:spPr bwMode="auto">
              <a:xfrm>
                <a:off x="4609114" y="3694691"/>
                <a:ext cx="142781" cy="82772"/>
              </a:xfrm>
              <a:custGeom>
                <a:avLst/>
                <a:gdLst>
                  <a:gd name="T0" fmla="*/ 65 w 102"/>
                  <a:gd name="T1" fmla="*/ 0 h 59"/>
                  <a:gd name="T2" fmla="*/ 46 w 102"/>
                  <a:gd name="T3" fmla="*/ 13 h 59"/>
                  <a:gd name="T4" fmla="*/ 50 w 102"/>
                  <a:gd name="T5" fmla="*/ 18 h 59"/>
                  <a:gd name="T6" fmla="*/ 44 w 102"/>
                  <a:gd name="T7" fmla="*/ 19 h 59"/>
                  <a:gd name="T8" fmla="*/ 36 w 102"/>
                  <a:gd name="T9" fmla="*/ 21 h 59"/>
                  <a:gd name="T10" fmla="*/ 26 w 102"/>
                  <a:gd name="T11" fmla="*/ 7 h 59"/>
                  <a:gd name="T12" fmla="*/ 11 w 102"/>
                  <a:gd name="T13" fmla="*/ 18 h 59"/>
                  <a:gd name="T14" fmla="*/ 20 w 102"/>
                  <a:gd name="T15" fmla="*/ 30 h 59"/>
                  <a:gd name="T16" fmla="*/ 9 w 102"/>
                  <a:gd name="T17" fmla="*/ 40 h 59"/>
                  <a:gd name="T18" fmla="*/ 2 w 102"/>
                  <a:gd name="T19" fmla="*/ 52 h 59"/>
                  <a:gd name="T20" fmla="*/ 0 w 102"/>
                  <a:gd name="T21" fmla="*/ 59 h 59"/>
                  <a:gd name="T22" fmla="*/ 40 w 102"/>
                  <a:gd name="T23" fmla="*/ 59 h 59"/>
                  <a:gd name="T24" fmla="*/ 102 w 102"/>
                  <a:gd name="T25" fmla="*/ 50 h 59"/>
                  <a:gd name="T26" fmla="*/ 96 w 102"/>
                  <a:gd name="T27" fmla="*/ 47 h 59"/>
                  <a:gd name="T28" fmla="*/ 84 w 102"/>
                  <a:gd name="T29" fmla="*/ 44 h 59"/>
                  <a:gd name="T30" fmla="*/ 82 w 102"/>
                  <a:gd name="T31" fmla="*/ 44 h 59"/>
                  <a:gd name="T32" fmla="*/ 68 w 102"/>
                  <a:gd name="T33" fmla="*/ 47 h 59"/>
                  <a:gd name="T34" fmla="*/ 54 w 102"/>
                  <a:gd name="T35" fmla="*/ 52 h 59"/>
                  <a:gd name="T36" fmla="*/ 44 w 102"/>
                  <a:gd name="T37" fmla="*/ 55 h 59"/>
                  <a:gd name="T38" fmla="*/ 42 w 102"/>
                  <a:gd name="T39" fmla="*/ 55 h 59"/>
                  <a:gd name="T40" fmla="*/ 37 w 102"/>
                  <a:gd name="T41" fmla="*/ 52 h 59"/>
                  <a:gd name="T42" fmla="*/ 36 w 102"/>
                  <a:gd name="T43" fmla="*/ 47 h 59"/>
                  <a:gd name="T44" fmla="*/ 41 w 102"/>
                  <a:gd name="T45" fmla="*/ 42 h 59"/>
                  <a:gd name="T46" fmla="*/ 48 w 102"/>
                  <a:gd name="T47" fmla="*/ 39 h 59"/>
                  <a:gd name="T48" fmla="*/ 53 w 102"/>
                  <a:gd name="T49" fmla="*/ 38 h 59"/>
                  <a:gd name="T50" fmla="*/ 55 w 102"/>
                  <a:gd name="T51" fmla="*/ 38 h 59"/>
                  <a:gd name="T52" fmla="*/ 62 w 102"/>
                  <a:gd name="T53" fmla="*/ 40 h 59"/>
                  <a:gd name="T54" fmla="*/ 67 w 102"/>
                  <a:gd name="T55" fmla="*/ 44 h 59"/>
                  <a:gd name="T56" fmla="*/ 86 w 102"/>
                  <a:gd name="T57" fmla="*/ 30 h 59"/>
                  <a:gd name="T58" fmla="*/ 65 w 102"/>
                  <a:gd name="T59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02" h="59">
                    <a:moveTo>
                      <a:pt x="65" y="0"/>
                    </a:moveTo>
                    <a:cubicBezTo>
                      <a:pt x="46" y="13"/>
                      <a:pt x="46" y="13"/>
                      <a:pt x="46" y="13"/>
                    </a:cubicBezTo>
                    <a:cubicBezTo>
                      <a:pt x="50" y="18"/>
                      <a:pt x="50" y="18"/>
                      <a:pt x="50" y="18"/>
                    </a:cubicBezTo>
                    <a:cubicBezTo>
                      <a:pt x="48" y="18"/>
                      <a:pt x="46" y="19"/>
                      <a:pt x="44" y="19"/>
                    </a:cubicBezTo>
                    <a:cubicBezTo>
                      <a:pt x="41" y="20"/>
                      <a:pt x="38" y="20"/>
                      <a:pt x="36" y="21"/>
                    </a:cubicBezTo>
                    <a:cubicBezTo>
                      <a:pt x="26" y="7"/>
                      <a:pt x="26" y="7"/>
                      <a:pt x="26" y="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20" y="30"/>
                      <a:pt x="20" y="30"/>
                      <a:pt x="20" y="30"/>
                    </a:cubicBezTo>
                    <a:cubicBezTo>
                      <a:pt x="15" y="33"/>
                      <a:pt x="12" y="36"/>
                      <a:pt x="9" y="40"/>
                    </a:cubicBezTo>
                    <a:cubicBezTo>
                      <a:pt x="5" y="44"/>
                      <a:pt x="3" y="48"/>
                      <a:pt x="2" y="52"/>
                    </a:cubicBezTo>
                    <a:cubicBezTo>
                      <a:pt x="1" y="55"/>
                      <a:pt x="0" y="57"/>
                      <a:pt x="0" y="59"/>
                    </a:cubicBezTo>
                    <a:cubicBezTo>
                      <a:pt x="40" y="59"/>
                      <a:pt x="40" y="59"/>
                      <a:pt x="40" y="59"/>
                    </a:cubicBezTo>
                    <a:cubicBezTo>
                      <a:pt x="102" y="50"/>
                      <a:pt x="102" y="50"/>
                      <a:pt x="102" y="50"/>
                    </a:cubicBezTo>
                    <a:cubicBezTo>
                      <a:pt x="100" y="49"/>
                      <a:pt x="98" y="48"/>
                      <a:pt x="96" y="47"/>
                    </a:cubicBezTo>
                    <a:cubicBezTo>
                      <a:pt x="92" y="45"/>
                      <a:pt x="88" y="44"/>
                      <a:pt x="84" y="44"/>
                    </a:cubicBezTo>
                    <a:cubicBezTo>
                      <a:pt x="83" y="44"/>
                      <a:pt x="83" y="44"/>
                      <a:pt x="82" y="44"/>
                    </a:cubicBezTo>
                    <a:cubicBezTo>
                      <a:pt x="77" y="45"/>
                      <a:pt x="72" y="46"/>
                      <a:pt x="68" y="47"/>
                    </a:cubicBezTo>
                    <a:cubicBezTo>
                      <a:pt x="63" y="49"/>
                      <a:pt x="58" y="50"/>
                      <a:pt x="54" y="52"/>
                    </a:cubicBezTo>
                    <a:cubicBezTo>
                      <a:pt x="50" y="53"/>
                      <a:pt x="47" y="54"/>
                      <a:pt x="44" y="55"/>
                    </a:cubicBezTo>
                    <a:cubicBezTo>
                      <a:pt x="43" y="55"/>
                      <a:pt x="42" y="55"/>
                      <a:pt x="42" y="55"/>
                    </a:cubicBezTo>
                    <a:cubicBezTo>
                      <a:pt x="40" y="55"/>
                      <a:pt x="38" y="54"/>
                      <a:pt x="37" y="52"/>
                    </a:cubicBezTo>
                    <a:cubicBezTo>
                      <a:pt x="36" y="51"/>
                      <a:pt x="35" y="49"/>
                      <a:pt x="36" y="47"/>
                    </a:cubicBezTo>
                    <a:cubicBezTo>
                      <a:pt x="37" y="45"/>
                      <a:pt x="39" y="43"/>
                      <a:pt x="41" y="42"/>
                    </a:cubicBezTo>
                    <a:cubicBezTo>
                      <a:pt x="43" y="40"/>
                      <a:pt x="45" y="39"/>
                      <a:pt x="48" y="39"/>
                    </a:cubicBezTo>
                    <a:cubicBezTo>
                      <a:pt x="50" y="38"/>
                      <a:pt x="52" y="38"/>
                      <a:pt x="53" y="38"/>
                    </a:cubicBezTo>
                    <a:cubicBezTo>
                      <a:pt x="54" y="38"/>
                      <a:pt x="54" y="38"/>
                      <a:pt x="55" y="38"/>
                    </a:cubicBezTo>
                    <a:cubicBezTo>
                      <a:pt x="57" y="38"/>
                      <a:pt x="59" y="39"/>
                      <a:pt x="62" y="40"/>
                    </a:cubicBezTo>
                    <a:cubicBezTo>
                      <a:pt x="64" y="40"/>
                      <a:pt x="66" y="42"/>
                      <a:pt x="67" y="44"/>
                    </a:cubicBezTo>
                    <a:cubicBezTo>
                      <a:pt x="86" y="30"/>
                      <a:pt x="86" y="30"/>
                      <a:pt x="86" y="30"/>
                    </a:cubicBez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solidFill>
                <a:srgbClr val="91A2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Freeform 39"/>
              <p:cNvSpPr>
                <a:spLocks noEditPoints="1"/>
              </p:cNvSpPr>
              <p:nvPr/>
            </p:nvSpPr>
            <p:spPr bwMode="auto">
              <a:xfrm>
                <a:off x="4196290" y="3371882"/>
                <a:ext cx="987052" cy="847375"/>
              </a:xfrm>
              <a:custGeom>
                <a:avLst/>
                <a:gdLst>
                  <a:gd name="T0" fmla="*/ 954 w 954"/>
                  <a:gd name="T1" fmla="*/ 304 h 819"/>
                  <a:gd name="T2" fmla="*/ 212 w 954"/>
                  <a:gd name="T3" fmla="*/ 819 h 819"/>
                  <a:gd name="T4" fmla="*/ 0 w 954"/>
                  <a:gd name="T5" fmla="*/ 516 h 819"/>
                  <a:gd name="T6" fmla="*/ 743 w 954"/>
                  <a:gd name="T7" fmla="*/ 0 h 819"/>
                  <a:gd name="T8" fmla="*/ 954 w 954"/>
                  <a:gd name="T9" fmla="*/ 304 h 819"/>
                  <a:gd name="T10" fmla="*/ 217 w 954"/>
                  <a:gd name="T11" fmla="*/ 788 h 819"/>
                  <a:gd name="T12" fmla="*/ 923 w 954"/>
                  <a:gd name="T13" fmla="*/ 298 h 819"/>
                  <a:gd name="T14" fmla="*/ 738 w 954"/>
                  <a:gd name="T15" fmla="*/ 31 h 819"/>
                  <a:gd name="T16" fmla="*/ 31 w 954"/>
                  <a:gd name="T17" fmla="*/ 521 h 819"/>
                  <a:gd name="T18" fmla="*/ 217 w 954"/>
                  <a:gd name="T19" fmla="*/ 788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4" h="819">
                    <a:moveTo>
                      <a:pt x="954" y="304"/>
                    </a:moveTo>
                    <a:lnTo>
                      <a:pt x="212" y="819"/>
                    </a:lnTo>
                    <a:lnTo>
                      <a:pt x="0" y="516"/>
                    </a:lnTo>
                    <a:lnTo>
                      <a:pt x="743" y="0"/>
                    </a:lnTo>
                    <a:lnTo>
                      <a:pt x="954" y="304"/>
                    </a:lnTo>
                    <a:close/>
                    <a:moveTo>
                      <a:pt x="217" y="788"/>
                    </a:moveTo>
                    <a:lnTo>
                      <a:pt x="923" y="298"/>
                    </a:lnTo>
                    <a:lnTo>
                      <a:pt x="738" y="31"/>
                    </a:lnTo>
                    <a:lnTo>
                      <a:pt x="31" y="521"/>
                    </a:lnTo>
                    <a:lnTo>
                      <a:pt x="217" y="788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Freeform 40"/>
              <p:cNvSpPr>
                <a:spLocks noEditPoints="1"/>
              </p:cNvSpPr>
              <p:nvPr/>
            </p:nvSpPr>
            <p:spPr bwMode="auto">
              <a:xfrm>
                <a:off x="4196290" y="3371882"/>
                <a:ext cx="987052" cy="847375"/>
              </a:xfrm>
              <a:custGeom>
                <a:avLst/>
                <a:gdLst>
                  <a:gd name="T0" fmla="*/ 954 w 954"/>
                  <a:gd name="T1" fmla="*/ 304 h 819"/>
                  <a:gd name="T2" fmla="*/ 212 w 954"/>
                  <a:gd name="T3" fmla="*/ 819 h 819"/>
                  <a:gd name="T4" fmla="*/ 0 w 954"/>
                  <a:gd name="T5" fmla="*/ 516 h 819"/>
                  <a:gd name="T6" fmla="*/ 743 w 954"/>
                  <a:gd name="T7" fmla="*/ 0 h 819"/>
                  <a:gd name="T8" fmla="*/ 954 w 954"/>
                  <a:gd name="T9" fmla="*/ 304 h 819"/>
                  <a:gd name="T10" fmla="*/ 217 w 954"/>
                  <a:gd name="T11" fmla="*/ 788 h 819"/>
                  <a:gd name="T12" fmla="*/ 923 w 954"/>
                  <a:gd name="T13" fmla="*/ 298 h 819"/>
                  <a:gd name="T14" fmla="*/ 738 w 954"/>
                  <a:gd name="T15" fmla="*/ 31 h 819"/>
                  <a:gd name="T16" fmla="*/ 31 w 954"/>
                  <a:gd name="T17" fmla="*/ 521 h 819"/>
                  <a:gd name="T18" fmla="*/ 217 w 954"/>
                  <a:gd name="T19" fmla="*/ 788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4" h="819">
                    <a:moveTo>
                      <a:pt x="954" y="304"/>
                    </a:moveTo>
                    <a:lnTo>
                      <a:pt x="212" y="819"/>
                    </a:lnTo>
                    <a:lnTo>
                      <a:pt x="0" y="516"/>
                    </a:lnTo>
                    <a:lnTo>
                      <a:pt x="743" y="0"/>
                    </a:lnTo>
                    <a:lnTo>
                      <a:pt x="954" y="304"/>
                    </a:lnTo>
                    <a:moveTo>
                      <a:pt x="217" y="788"/>
                    </a:moveTo>
                    <a:lnTo>
                      <a:pt x="923" y="298"/>
                    </a:lnTo>
                    <a:lnTo>
                      <a:pt x="738" y="31"/>
                    </a:lnTo>
                    <a:lnTo>
                      <a:pt x="31" y="521"/>
                    </a:lnTo>
                    <a:lnTo>
                      <a:pt x="217" y="78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Freeform 41"/>
              <p:cNvSpPr>
                <a:spLocks/>
              </p:cNvSpPr>
              <p:nvPr/>
            </p:nvSpPr>
            <p:spPr bwMode="auto">
              <a:xfrm>
                <a:off x="4209741" y="3849888"/>
                <a:ext cx="107603" cy="129331"/>
              </a:xfrm>
              <a:custGeom>
                <a:avLst/>
                <a:gdLst>
                  <a:gd name="T0" fmla="*/ 56 w 77"/>
                  <a:gd name="T1" fmla="*/ 0 h 93"/>
                  <a:gd name="T2" fmla="*/ 0 w 77"/>
                  <a:gd name="T3" fmla="*/ 39 h 93"/>
                  <a:gd name="T4" fmla="*/ 37 w 77"/>
                  <a:gd name="T5" fmla="*/ 93 h 93"/>
                  <a:gd name="T6" fmla="*/ 40 w 77"/>
                  <a:gd name="T7" fmla="*/ 91 h 93"/>
                  <a:gd name="T8" fmla="*/ 56 w 77"/>
                  <a:gd name="T9" fmla="*/ 1 h 93"/>
                  <a:gd name="T10" fmla="*/ 56 w 77"/>
                  <a:gd name="T11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93">
                    <a:moveTo>
                      <a:pt x="56" y="0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37" y="93"/>
                      <a:pt x="37" y="93"/>
                      <a:pt x="37" y="93"/>
                    </a:cubicBezTo>
                    <a:cubicBezTo>
                      <a:pt x="38" y="92"/>
                      <a:pt x="39" y="92"/>
                      <a:pt x="40" y="91"/>
                    </a:cubicBezTo>
                    <a:cubicBezTo>
                      <a:pt x="69" y="71"/>
                      <a:pt x="77" y="31"/>
                      <a:pt x="56" y="1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Freeform 42"/>
              <p:cNvSpPr>
                <a:spLocks/>
              </p:cNvSpPr>
              <p:nvPr/>
            </p:nvSpPr>
            <p:spPr bwMode="auto">
              <a:xfrm>
                <a:off x="4363903" y="4094065"/>
                <a:ext cx="128296" cy="106569"/>
              </a:xfrm>
              <a:custGeom>
                <a:avLst/>
                <a:gdLst>
                  <a:gd name="T0" fmla="*/ 0 w 92"/>
                  <a:gd name="T1" fmla="*/ 20 h 76"/>
                  <a:gd name="T2" fmla="*/ 38 w 92"/>
                  <a:gd name="T3" fmla="*/ 76 h 76"/>
                  <a:gd name="T4" fmla="*/ 92 w 92"/>
                  <a:gd name="T5" fmla="*/ 39 h 76"/>
                  <a:gd name="T6" fmla="*/ 91 w 92"/>
                  <a:gd name="T7" fmla="*/ 36 h 76"/>
                  <a:gd name="T8" fmla="*/ 1 w 92"/>
                  <a:gd name="T9" fmla="*/ 20 h 76"/>
                  <a:gd name="T10" fmla="*/ 0 w 92"/>
                  <a:gd name="T11" fmla="*/ 2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2" h="76">
                    <a:moveTo>
                      <a:pt x="0" y="20"/>
                    </a:moveTo>
                    <a:cubicBezTo>
                      <a:pt x="38" y="76"/>
                      <a:pt x="38" y="76"/>
                      <a:pt x="38" y="76"/>
                    </a:cubicBezTo>
                    <a:cubicBezTo>
                      <a:pt x="92" y="39"/>
                      <a:pt x="92" y="39"/>
                      <a:pt x="92" y="39"/>
                    </a:cubicBezTo>
                    <a:cubicBezTo>
                      <a:pt x="92" y="38"/>
                      <a:pt x="91" y="37"/>
                      <a:pt x="91" y="36"/>
                    </a:cubicBezTo>
                    <a:cubicBezTo>
                      <a:pt x="70" y="7"/>
                      <a:pt x="30" y="0"/>
                      <a:pt x="1" y="20"/>
                    </a:cubicBez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Freeform 43"/>
              <p:cNvSpPr>
                <a:spLocks/>
              </p:cNvSpPr>
              <p:nvPr/>
            </p:nvSpPr>
            <p:spPr bwMode="auto">
              <a:xfrm>
                <a:off x="5060220" y="3609850"/>
                <a:ext cx="107603" cy="128296"/>
              </a:xfrm>
              <a:custGeom>
                <a:avLst/>
                <a:gdLst>
                  <a:gd name="T0" fmla="*/ 21 w 77"/>
                  <a:gd name="T1" fmla="*/ 92 h 92"/>
                  <a:gd name="T2" fmla="*/ 77 w 77"/>
                  <a:gd name="T3" fmla="*/ 54 h 92"/>
                  <a:gd name="T4" fmla="*/ 40 w 77"/>
                  <a:gd name="T5" fmla="*/ 0 h 92"/>
                  <a:gd name="T6" fmla="*/ 37 w 77"/>
                  <a:gd name="T7" fmla="*/ 1 h 92"/>
                  <a:gd name="T8" fmla="*/ 21 w 77"/>
                  <a:gd name="T9" fmla="*/ 92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" h="92">
                    <a:moveTo>
                      <a:pt x="21" y="92"/>
                    </a:moveTo>
                    <a:cubicBezTo>
                      <a:pt x="77" y="54"/>
                      <a:pt x="77" y="54"/>
                      <a:pt x="77" y="54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38" y="1"/>
                      <a:pt x="37" y="1"/>
                    </a:cubicBezTo>
                    <a:cubicBezTo>
                      <a:pt x="8" y="22"/>
                      <a:pt x="0" y="62"/>
                      <a:pt x="21" y="92"/>
                    </a:cubicBez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Freeform 44"/>
              <p:cNvSpPr>
                <a:spLocks/>
              </p:cNvSpPr>
              <p:nvPr/>
            </p:nvSpPr>
            <p:spPr bwMode="auto">
              <a:xfrm>
                <a:off x="4886399" y="3388436"/>
                <a:ext cx="128296" cy="106569"/>
              </a:xfrm>
              <a:custGeom>
                <a:avLst/>
                <a:gdLst>
                  <a:gd name="T0" fmla="*/ 92 w 92"/>
                  <a:gd name="T1" fmla="*/ 55 h 76"/>
                  <a:gd name="T2" fmla="*/ 54 w 92"/>
                  <a:gd name="T3" fmla="*/ 0 h 76"/>
                  <a:gd name="T4" fmla="*/ 0 w 92"/>
                  <a:gd name="T5" fmla="*/ 37 h 76"/>
                  <a:gd name="T6" fmla="*/ 1 w 92"/>
                  <a:gd name="T7" fmla="*/ 40 h 76"/>
                  <a:gd name="T8" fmla="*/ 91 w 92"/>
                  <a:gd name="T9" fmla="*/ 56 h 76"/>
                  <a:gd name="T10" fmla="*/ 92 w 92"/>
                  <a:gd name="T11" fmla="*/ 55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2" h="76">
                    <a:moveTo>
                      <a:pt x="92" y="55"/>
                    </a:moveTo>
                    <a:cubicBezTo>
                      <a:pt x="54" y="0"/>
                      <a:pt x="54" y="0"/>
                      <a:pt x="54" y="0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38"/>
                      <a:pt x="1" y="39"/>
                      <a:pt x="1" y="40"/>
                    </a:cubicBezTo>
                    <a:cubicBezTo>
                      <a:pt x="22" y="69"/>
                      <a:pt x="62" y="76"/>
                      <a:pt x="91" y="56"/>
                    </a:cubicBezTo>
                    <a:lnTo>
                      <a:pt x="92" y="55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Freeform 45"/>
              <p:cNvSpPr>
                <a:spLocks/>
              </p:cNvSpPr>
              <p:nvPr/>
            </p:nvSpPr>
            <p:spPr bwMode="auto">
              <a:xfrm>
                <a:off x="2481882" y="3274625"/>
                <a:ext cx="936355" cy="1027404"/>
              </a:xfrm>
              <a:custGeom>
                <a:avLst/>
                <a:gdLst>
                  <a:gd name="T0" fmla="*/ 11 w 671"/>
                  <a:gd name="T1" fmla="*/ 172 h 736"/>
                  <a:gd name="T2" fmla="*/ 7 w 671"/>
                  <a:gd name="T3" fmla="*/ 203 h 736"/>
                  <a:gd name="T4" fmla="*/ 423 w 671"/>
                  <a:gd name="T5" fmla="*/ 725 h 736"/>
                  <a:gd name="T6" fmla="*/ 453 w 671"/>
                  <a:gd name="T7" fmla="*/ 729 h 736"/>
                  <a:gd name="T8" fmla="*/ 660 w 671"/>
                  <a:gd name="T9" fmla="*/ 564 h 736"/>
                  <a:gd name="T10" fmla="*/ 664 w 671"/>
                  <a:gd name="T11" fmla="*/ 533 h 736"/>
                  <a:gd name="T12" fmla="*/ 248 w 671"/>
                  <a:gd name="T13" fmla="*/ 11 h 736"/>
                  <a:gd name="T14" fmla="*/ 217 w 671"/>
                  <a:gd name="T15" fmla="*/ 8 h 736"/>
                  <a:gd name="T16" fmla="*/ 11 w 671"/>
                  <a:gd name="T17" fmla="*/ 172 h 7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71" h="736">
                    <a:moveTo>
                      <a:pt x="11" y="172"/>
                    </a:moveTo>
                    <a:cubicBezTo>
                      <a:pt x="1" y="180"/>
                      <a:pt x="0" y="194"/>
                      <a:pt x="7" y="203"/>
                    </a:cubicBezTo>
                    <a:cubicBezTo>
                      <a:pt x="423" y="725"/>
                      <a:pt x="423" y="725"/>
                      <a:pt x="423" y="725"/>
                    </a:cubicBezTo>
                    <a:cubicBezTo>
                      <a:pt x="430" y="735"/>
                      <a:pt x="444" y="736"/>
                      <a:pt x="453" y="729"/>
                    </a:cubicBezTo>
                    <a:cubicBezTo>
                      <a:pt x="660" y="564"/>
                      <a:pt x="660" y="564"/>
                      <a:pt x="660" y="564"/>
                    </a:cubicBezTo>
                    <a:cubicBezTo>
                      <a:pt x="670" y="557"/>
                      <a:pt x="671" y="543"/>
                      <a:pt x="664" y="533"/>
                    </a:cubicBezTo>
                    <a:cubicBezTo>
                      <a:pt x="248" y="11"/>
                      <a:pt x="248" y="11"/>
                      <a:pt x="248" y="11"/>
                    </a:cubicBezTo>
                    <a:cubicBezTo>
                      <a:pt x="241" y="2"/>
                      <a:pt x="227" y="0"/>
                      <a:pt x="217" y="8"/>
                    </a:cubicBezTo>
                    <a:cubicBezTo>
                      <a:pt x="11" y="172"/>
                      <a:pt x="11" y="172"/>
                      <a:pt x="11" y="172"/>
                    </a:cubicBezTo>
                  </a:path>
                </a:pathLst>
              </a:custGeom>
              <a:solidFill>
                <a:srgbClr val="4E7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Freeform 46"/>
              <p:cNvSpPr>
                <a:spLocks/>
              </p:cNvSpPr>
              <p:nvPr/>
            </p:nvSpPr>
            <p:spPr bwMode="auto">
              <a:xfrm>
                <a:off x="2786068" y="3623301"/>
                <a:ext cx="327983" cy="330052"/>
              </a:xfrm>
              <a:custGeom>
                <a:avLst/>
                <a:gdLst>
                  <a:gd name="T0" fmla="*/ 52 w 235"/>
                  <a:gd name="T1" fmla="*/ 36 h 236"/>
                  <a:gd name="T2" fmla="*/ 36 w 235"/>
                  <a:gd name="T3" fmla="*/ 183 h 236"/>
                  <a:gd name="T4" fmla="*/ 183 w 235"/>
                  <a:gd name="T5" fmla="*/ 200 h 236"/>
                  <a:gd name="T6" fmla="*/ 199 w 235"/>
                  <a:gd name="T7" fmla="*/ 53 h 236"/>
                  <a:gd name="T8" fmla="*/ 52 w 235"/>
                  <a:gd name="T9" fmla="*/ 36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5" h="236">
                    <a:moveTo>
                      <a:pt x="52" y="36"/>
                    </a:moveTo>
                    <a:cubicBezTo>
                      <a:pt x="7" y="72"/>
                      <a:pt x="0" y="138"/>
                      <a:pt x="36" y="183"/>
                    </a:cubicBezTo>
                    <a:cubicBezTo>
                      <a:pt x="72" y="229"/>
                      <a:pt x="137" y="236"/>
                      <a:pt x="183" y="200"/>
                    </a:cubicBezTo>
                    <a:cubicBezTo>
                      <a:pt x="228" y="164"/>
                      <a:pt x="235" y="98"/>
                      <a:pt x="199" y="53"/>
                    </a:cubicBezTo>
                    <a:cubicBezTo>
                      <a:pt x="163" y="8"/>
                      <a:pt x="97" y="0"/>
                      <a:pt x="52" y="36"/>
                    </a:cubicBezTo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Freeform 47"/>
              <p:cNvSpPr>
                <a:spLocks noEditPoints="1"/>
              </p:cNvSpPr>
              <p:nvPr/>
            </p:nvSpPr>
            <p:spPr bwMode="auto">
              <a:xfrm>
                <a:off x="2935057" y="3690553"/>
                <a:ext cx="83807" cy="36213"/>
              </a:xfrm>
              <a:custGeom>
                <a:avLst/>
                <a:gdLst>
                  <a:gd name="T0" fmla="*/ 58 w 60"/>
                  <a:gd name="T1" fmla="*/ 18 h 26"/>
                  <a:gd name="T2" fmla="*/ 50 w 60"/>
                  <a:gd name="T3" fmla="*/ 25 h 26"/>
                  <a:gd name="T4" fmla="*/ 60 w 60"/>
                  <a:gd name="T5" fmla="*/ 26 h 26"/>
                  <a:gd name="T6" fmla="*/ 59 w 60"/>
                  <a:gd name="T7" fmla="*/ 20 h 26"/>
                  <a:gd name="T8" fmla="*/ 58 w 60"/>
                  <a:gd name="T9" fmla="*/ 18 h 26"/>
                  <a:gd name="T10" fmla="*/ 23 w 60"/>
                  <a:gd name="T11" fmla="*/ 0 h 26"/>
                  <a:gd name="T12" fmla="*/ 0 w 60"/>
                  <a:gd name="T13" fmla="*/ 18 h 26"/>
                  <a:gd name="T14" fmla="*/ 33 w 60"/>
                  <a:gd name="T15" fmla="*/ 23 h 26"/>
                  <a:gd name="T16" fmla="*/ 32 w 60"/>
                  <a:gd name="T17" fmla="*/ 22 h 26"/>
                  <a:gd name="T18" fmla="*/ 37 w 60"/>
                  <a:gd name="T19" fmla="*/ 18 h 26"/>
                  <a:gd name="T20" fmla="*/ 23 w 60"/>
                  <a:gd name="T21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0" h="26">
                    <a:moveTo>
                      <a:pt x="58" y="18"/>
                    </a:moveTo>
                    <a:cubicBezTo>
                      <a:pt x="50" y="25"/>
                      <a:pt x="50" y="25"/>
                      <a:pt x="50" y="25"/>
                    </a:cubicBezTo>
                    <a:cubicBezTo>
                      <a:pt x="60" y="26"/>
                      <a:pt x="60" y="26"/>
                      <a:pt x="60" y="26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8" y="18"/>
                      <a:pt x="58" y="18"/>
                      <a:pt x="58" y="18"/>
                    </a:cubicBezTo>
                    <a:moveTo>
                      <a:pt x="23" y="0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2"/>
                      <a:pt x="32" y="22"/>
                      <a:pt x="32" y="22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23" y="0"/>
                      <a:pt x="23" y="0"/>
                      <a:pt x="23" y="0"/>
                    </a:cubicBezTo>
                  </a:path>
                </a:pathLst>
              </a:custGeom>
              <a:solidFill>
                <a:srgbClr val="91A2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Freeform 48"/>
              <p:cNvSpPr>
                <a:spLocks noEditPoints="1"/>
              </p:cNvSpPr>
              <p:nvPr/>
            </p:nvSpPr>
            <p:spPr bwMode="auto">
              <a:xfrm>
                <a:off x="2506713" y="3304630"/>
                <a:ext cx="882553" cy="970498"/>
              </a:xfrm>
              <a:custGeom>
                <a:avLst/>
                <a:gdLst>
                  <a:gd name="T0" fmla="*/ 289 w 853"/>
                  <a:gd name="T1" fmla="*/ 0 h 938"/>
                  <a:gd name="T2" fmla="*/ 853 w 853"/>
                  <a:gd name="T3" fmla="*/ 708 h 938"/>
                  <a:gd name="T4" fmla="*/ 563 w 853"/>
                  <a:gd name="T5" fmla="*/ 938 h 938"/>
                  <a:gd name="T6" fmla="*/ 0 w 853"/>
                  <a:gd name="T7" fmla="*/ 231 h 938"/>
                  <a:gd name="T8" fmla="*/ 289 w 853"/>
                  <a:gd name="T9" fmla="*/ 0 h 938"/>
                  <a:gd name="T10" fmla="*/ 820 w 853"/>
                  <a:gd name="T11" fmla="*/ 705 h 938"/>
                  <a:gd name="T12" fmla="*/ 286 w 853"/>
                  <a:gd name="T13" fmla="*/ 31 h 938"/>
                  <a:gd name="T14" fmla="*/ 31 w 853"/>
                  <a:gd name="T15" fmla="*/ 234 h 938"/>
                  <a:gd name="T16" fmla="*/ 567 w 853"/>
                  <a:gd name="T17" fmla="*/ 907 h 938"/>
                  <a:gd name="T18" fmla="*/ 820 w 853"/>
                  <a:gd name="T19" fmla="*/ 705 h 9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53" h="938">
                    <a:moveTo>
                      <a:pt x="289" y="0"/>
                    </a:moveTo>
                    <a:lnTo>
                      <a:pt x="853" y="708"/>
                    </a:lnTo>
                    <a:lnTo>
                      <a:pt x="563" y="938"/>
                    </a:lnTo>
                    <a:lnTo>
                      <a:pt x="0" y="231"/>
                    </a:lnTo>
                    <a:lnTo>
                      <a:pt x="289" y="0"/>
                    </a:lnTo>
                    <a:close/>
                    <a:moveTo>
                      <a:pt x="820" y="705"/>
                    </a:moveTo>
                    <a:lnTo>
                      <a:pt x="286" y="31"/>
                    </a:lnTo>
                    <a:lnTo>
                      <a:pt x="31" y="234"/>
                    </a:lnTo>
                    <a:lnTo>
                      <a:pt x="567" y="907"/>
                    </a:lnTo>
                    <a:lnTo>
                      <a:pt x="820" y="705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Freeform 49"/>
              <p:cNvSpPr>
                <a:spLocks noEditPoints="1"/>
              </p:cNvSpPr>
              <p:nvPr/>
            </p:nvSpPr>
            <p:spPr bwMode="auto">
              <a:xfrm>
                <a:off x="2506713" y="3304630"/>
                <a:ext cx="882553" cy="970498"/>
              </a:xfrm>
              <a:custGeom>
                <a:avLst/>
                <a:gdLst>
                  <a:gd name="T0" fmla="*/ 289 w 853"/>
                  <a:gd name="T1" fmla="*/ 0 h 938"/>
                  <a:gd name="T2" fmla="*/ 853 w 853"/>
                  <a:gd name="T3" fmla="*/ 708 h 938"/>
                  <a:gd name="T4" fmla="*/ 563 w 853"/>
                  <a:gd name="T5" fmla="*/ 938 h 938"/>
                  <a:gd name="T6" fmla="*/ 0 w 853"/>
                  <a:gd name="T7" fmla="*/ 231 h 938"/>
                  <a:gd name="T8" fmla="*/ 289 w 853"/>
                  <a:gd name="T9" fmla="*/ 0 h 938"/>
                  <a:gd name="T10" fmla="*/ 820 w 853"/>
                  <a:gd name="T11" fmla="*/ 705 h 938"/>
                  <a:gd name="T12" fmla="*/ 286 w 853"/>
                  <a:gd name="T13" fmla="*/ 31 h 938"/>
                  <a:gd name="T14" fmla="*/ 31 w 853"/>
                  <a:gd name="T15" fmla="*/ 234 h 938"/>
                  <a:gd name="T16" fmla="*/ 567 w 853"/>
                  <a:gd name="T17" fmla="*/ 907 h 938"/>
                  <a:gd name="T18" fmla="*/ 820 w 853"/>
                  <a:gd name="T19" fmla="*/ 705 h 9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53" h="938">
                    <a:moveTo>
                      <a:pt x="289" y="0"/>
                    </a:moveTo>
                    <a:lnTo>
                      <a:pt x="853" y="708"/>
                    </a:lnTo>
                    <a:lnTo>
                      <a:pt x="563" y="938"/>
                    </a:lnTo>
                    <a:lnTo>
                      <a:pt x="0" y="231"/>
                    </a:lnTo>
                    <a:lnTo>
                      <a:pt x="289" y="0"/>
                    </a:lnTo>
                    <a:moveTo>
                      <a:pt x="820" y="705"/>
                    </a:moveTo>
                    <a:lnTo>
                      <a:pt x="286" y="31"/>
                    </a:lnTo>
                    <a:lnTo>
                      <a:pt x="31" y="234"/>
                    </a:lnTo>
                    <a:lnTo>
                      <a:pt x="567" y="907"/>
                    </a:lnTo>
                    <a:lnTo>
                      <a:pt x="820" y="705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Freeform 50"/>
              <p:cNvSpPr>
                <a:spLocks/>
              </p:cNvSpPr>
              <p:nvPr/>
            </p:nvSpPr>
            <p:spPr bwMode="auto">
              <a:xfrm>
                <a:off x="3270282" y="3958526"/>
                <a:ext cx="104500" cy="131400"/>
              </a:xfrm>
              <a:custGeom>
                <a:avLst/>
                <a:gdLst>
                  <a:gd name="T0" fmla="*/ 33 w 75"/>
                  <a:gd name="T1" fmla="*/ 0 h 94"/>
                  <a:gd name="T2" fmla="*/ 75 w 75"/>
                  <a:gd name="T3" fmla="*/ 53 h 94"/>
                  <a:gd name="T4" fmla="*/ 24 w 75"/>
                  <a:gd name="T5" fmla="*/ 94 h 94"/>
                  <a:gd name="T6" fmla="*/ 22 w 75"/>
                  <a:gd name="T7" fmla="*/ 91 h 94"/>
                  <a:gd name="T8" fmla="*/ 32 w 75"/>
                  <a:gd name="T9" fmla="*/ 1 h 94"/>
                  <a:gd name="T10" fmla="*/ 33 w 75"/>
                  <a:gd name="T11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33" y="0"/>
                    </a:moveTo>
                    <a:cubicBezTo>
                      <a:pt x="75" y="53"/>
                      <a:pt x="75" y="53"/>
                      <a:pt x="75" y="53"/>
                    </a:cubicBezTo>
                    <a:cubicBezTo>
                      <a:pt x="24" y="94"/>
                      <a:pt x="24" y="94"/>
                      <a:pt x="24" y="94"/>
                    </a:cubicBezTo>
                    <a:cubicBezTo>
                      <a:pt x="23" y="93"/>
                      <a:pt x="23" y="92"/>
                      <a:pt x="22" y="91"/>
                    </a:cubicBezTo>
                    <a:cubicBezTo>
                      <a:pt x="0" y="63"/>
                      <a:pt x="4" y="23"/>
                      <a:pt x="32" y="1"/>
                    </a:cubicBez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Freeform 51"/>
              <p:cNvSpPr>
                <a:spLocks/>
              </p:cNvSpPr>
              <p:nvPr/>
            </p:nvSpPr>
            <p:spPr bwMode="auto">
              <a:xfrm>
                <a:off x="3034383" y="4150970"/>
                <a:ext cx="131400" cy="105534"/>
              </a:xfrm>
              <a:custGeom>
                <a:avLst/>
                <a:gdLst>
                  <a:gd name="T0" fmla="*/ 94 w 94"/>
                  <a:gd name="T1" fmla="*/ 33 h 75"/>
                  <a:gd name="T2" fmla="*/ 41 w 94"/>
                  <a:gd name="T3" fmla="*/ 75 h 75"/>
                  <a:gd name="T4" fmla="*/ 0 w 94"/>
                  <a:gd name="T5" fmla="*/ 24 h 75"/>
                  <a:gd name="T6" fmla="*/ 3 w 94"/>
                  <a:gd name="T7" fmla="*/ 22 h 75"/>
                  <a:gd name="T8" fmla="*/ 94 w 94"/>
                  <a:gd name="T9" fmla="*/ 32 h 75"/>
                  <a:gd name="T10" fmla="*/ 94 w 94"/>
                  <a:gd name="T11" fmla="*/ 3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5">
                    <a:moveTo>
                      <a:pt x="94" y="33"/>
                    </a:moveTo>
                    <a:cubicBezTo>
                      <a:pt x="41" y="75"/>
                      <a:pt x="41" y="75"/>
                      <a:pt x="41" y="75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3"/>
                      <a:pt x="2" y="23"/>
                      <a:pt x="3" y="22"/>
                    </a:cubicBezTo>
                    <a:cubicBezTo>
                      <a:pt x="31" y="0"/>
                      <a:pt x="71" y="4"/>
                      <a:pt x="94" y="32"/>
                    </a:cubicBezTo>
                    <a:lnTo>
                      <a:pt x="94" y="33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Freeform 52"/>
              <p:cNvSpPr>
                <a:spLocks/>
              </p:cNvSpPr>
              <p:nvPr/>
            </p:nvSpPr>
            <p:spPr bwMode="auto">
              <a:xfrm>
                <a:off x="2522233" y="3489831"/>
                <a:ext cx="105534" cy="130365"/>
              </a:xfrm>
              <a:custGeom>
                <a:avLst/>
                <a:gdLst>
                  <a:gd name="T0" fmla="*/ 42 w 76"/>
                  <a:gd name="T1" fmla="*/ 94 h 94"/>
                  <a:gd name="T2" fmla="*/ 0 w 76"/>
                  <a:gd name="T3" fmla="*/ 41 h 94"/>
                  <a:gd name="T4" fmla="*/ 51 w 76"/>
                  <a:gd name="T5" fmla="*/ 0 h 94"/>
                  <a:gd name="T6" fmla="*/ 53 w 76"/>
                  <a:gd name="T7" fmla="*/ 2 h 94"/>
                  <a:gd name="T8" fmla="*/ 43 w 76"/>
                  <a:gd name="T9" fmla="*/ 93 h 94"/>
                  <a:gd name="T10" fmla="*/ 42 w 76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6" h="94">
                    <a:moveTo>
                      <a:pt x="42" y="94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2" y="0"/>
                      <a:pt x="53" y="1"/>
                      <a:pt x="53" y="2"/>
                    </a:cubicBezTo>
                    <a:cubicBezTo>
                      <a:pt x="76" y="30"/>
                      <a:pt x="71" y="71"/>
                      <a:pt x="43" y="93"/>
                    </a:cubicBezTo>
                    <a:lnTo>
                      <a:pt x="42" y="94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Freeform 53"/>
              <p:cNvSpPr>
                <a:spLocks/>
              </p:cNvSpPr>
              <p:nvPr/>
            </p:nvSpPr>
            <p:spPr bwMode="auto">
              <a:xfrm>
                <a:off x="2731231" y="3322219"/>
                <a:ext cx="131400" cy="105534"/>
              </a:xfrm>
              <a:custGeom>
                <a:avLst/>
                <a:gdLst>
                  <a:gd name="T0" fmla="*/ 0 w 94"/>
                  <a:gd name="T1" fmla="*/ 42 h 76"/>
                  <a:gd name="T2" fmla="*/ 53 w 94"/>
                  <a:gd name="T3" fmla="*/ 0 h 76"/>
                  <a:gd name="T4" fmla="*/ 94 w 94"/>
                  <a:gd name="T5" fmla="*/ 51 h 76"/>
                  <a:gd name="T6" fmla="*/ 92 w 94"/>
                  <a:gd name="T7" fmla="*/ 54 h 76"/>
                  <a:gd name="T8" fmla="*/ 1 w 94"/>
                  <a:gd name="T9" fmla="*/ 43 h 76"/>
                  <a:gd name="T10" fmla="*/ 0 w 94"/>
                  <a:gd name="T11" fmla="*/ 42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6">
                    <a:moveTo>
                      <a:pt x="0" y="42"/>
                    </a:moveTo>
                    <a:cubicBezTo>
                      <a:pt x="53" y="0"/>
                      <a:pt x="53" y="0"/>
                      <a:pt x="53" y="0"/>
                    </a:cubicBezTo>
                    <a:cubicBezTo>
                      <a:pt x="94" y="51"/>
                      <a:pt x="94" y="51"/>
                      <a:pt x="94" y="51"/>
                    </a:cubicBezTo>
                    <a:cubicBezTo>
                      <a:pt x="93" y="52"/>
                      <a:pt x="93" y="53"/>
                      <a:pt x="92" y="54"/>
                    </a:cubicBezTo>
                    <a:cubicBezTo>
                      <a:pt x="64" y="76"/>
                      <a:pt x="23" y="71"/>
                      <a:pt x="1" y="43"/>
                    </a:cubicBez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Freeform 54"/>
              <p:cNvSpPr>
                <a:spLocks/>
              </p:cNvSpPr>
              <p:nvPr/>
            </p:nvSpPr>
            <p:spPr bwMode="auto">
              <a:xfrm>
                <a:off x="2426011" y="3979219"/>
                <a:ext cx="1023265" cy="945666"/>
              </a:xfrm>
              <a:custGeom>
                <a:avLst/>
                <a:gdLst>
                  <a:gd name="T0" fmla="*/ 175 w 733"/>
                  <a:gd name="T1" fmla="*/ 666 h 677"/>
                  <a:gd name="T2" fmla="*/ 206 w 733"/>
                  <a:gd name="T3" fmla="*/ 669 h 677"/>
                  <a:gd name="T4" fmla="*/ 722 w 733"/>
                  <a:gd name="T5" fmla="*/ 246 h 677"/>
                  <a:gd name="T6" fmla="*/ 725 w 733"/>
                  <a:gd name="T7" fmla="*/ 215 h 677"/>
                  <a:gd name="T8" fmla="*/ 558 w 733"/>
                  <a:gd name="T9" fmla="*/ 11 h 677"/>
                  <a:gd name="T10" fmla="*/ 527 w 733"/>
                  <a:gd name="T11" fmla="*/ 8 h 677"/>
                  <a:gd name="T12" fmla="*/ 11 w 733"/>
                  <a:gd name="T13" fmla="*/ 431 h 677"/>
                  <a:gd name="T14" fmla="*/ 8 w 733"/>
                  <a:gd name="T15" fmla="*/ 462 h 677"/>
                  <a:gd name="T16" fmla="*/ 175 w 733"/>
                  <a:gd name="T17" fmla="*/ 666 h 6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33" h="677">
                    <a:moveTo>
                      <a:pt x="175" y="666"/>
                    </a:moveTo>
                    <a:cubicBezTo>
                      <a:pt x="183" y="675"/>
                      <a:pt x="197" y="677"/>
                      <a:pt x="206" y="669"/>
                    </a:cubicBezTo>
                    <a:cubicBezTo>
                      <a:pt x="722" y="246"/>
                      <a:pt x="722" y="246"/>
                      <a:pt x="722" y="246"/>
                    </a:cubicBezTo>
                    <a:cubicBezTo>
                      <a:pt x="732" y="239"/>
                      <a:pt x="733" y="225"/>
                      <a:pt x="725" y="215"/>
                    </a:cubicBezTo>
                    <a:cubicBezTo>
                      <a:pt x="558" y="11"/>
                      <a:pt x="558" y="11"/>
                      <a:pt x="558" y="11"/>
                    </a:cubicBezTo>
                    <a:cubicBezTo>
                      <a:pt x="550" y="1"/>
                      <a:pt x="536" y="0"/>
                      <a:pt x="527" y="8"/>
                    </a:cubicBezTo>
                    <a:cubicBezTo>
                      <a:pt x="11" y="431"/>
                      <a:pt x="11" y="431"/>
                      <a:pt x="11" y="431"/>
                    </a:cubicBezTo>
                    <a:cubicBezTo>
                      <a:pt x="1" y="438"/>
                      <a:pt x="0" y="452"/>
                      <a:pt x="8" y="462"/>
                    </a:cubicBezTo>
                    <a:cubicBezTo>
                      <a:pt x="175" y="666"/>
                      <a:pt x="175" y="666"/>
                      <a:pt x="175" y="666"/>
                    </a:cubicBezTo>
                  </a:path>
                </a:pathLst>
              </a:custGeom>
              <a:solidFill>
                <a:srgbClr val="4E7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Freeform 55"/>
              <p:cNvSpPr>
                <a:spLocks/>
              </p:cNvSpPr>
              <p:nvPr/>
            </p:nvSpPr>
            <p:spPr bwMode="auto">
              <a:xfrm>
                <a:off x="2773652" y="4288578"/>
                <a:ext cx="327983" cy="327983"/>
              </a:xfrm>
              <a:custGeom>
                <a:avLst/>
                <a:gdLst>
                  <a:gd name="T0" fmla="*/ 37 w 235"/>
                  <a:gd name="T1" fmla="*/ 184 h 235"/>
                  <a:gd name="T2" fmla="*/ 184 w 235"/>
                  <a:gd name="T3" fmla="*/ 198 h 235"/>
                  <a:gd name="T4" fmla="*/ 198 w 235"/>
                  <a:gd name="T5" fmla="*/ 51 h 235"/>
                  <a:gd name="T6" fmla="*/ 51 w 235"/>
                  <a:gd name="T7" fmla="*/ 36 h 235"/>
                  <a:gd name="T8" fmla="*/ 37 w 235"/>
                  <a:gd name="T9" fmla="*/ 184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5" h="235">
                    <a:moveTo>
                      <a:pt x="37" y="184"/>
                    </a:moveTo>
                    <a:cubicBezTo>
                      <a:pt x="73" y="228"/>
                      <a:pt x="139" y="235"/>
                      <a:pt x="184" y="198"/>
                    </a:cubicBezTo>
                    <a:cubicBezTo>
                      <a:pt x="228" y="162"/>
                      <a:pt x="235" y="96"/>
                      <a:pt x="198" y="51"/>
                    </a:cubicBezTo>
                    <a:cubicBezTo>
                      <a:pt x="162" y="6"/>
                      <a:pt x="96" y="0"/>
                      <a:pt x="51" y="36"/>
                    </a:cubicBezTo>
                    <a:cubicBezTo>
                      <a:pt x="7" y="73"/>
                      <a:pt x="0" y="139"/>
                      <a:pt x="37" y="184"/>
                    </a:cubicBezTo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Freeform 56"/>
              <p:cNvSpPr>
                <a:spLocks noEditPoints="1"/>
              </p:cNvSpPr>
              <p:nvPr/>
            </p:nvSpPr>
            <p:spPr bwMode="auto">
              <a:xfrm>
                <a:off x="2456016" y="4010259"/>
                <a:ext cx="966359" cy="887726"/>
              </a:xfrm>
              <a:custGeom>
                <a:avLst/>
                <a:gdLst>
                  <a:gd name="T0" fmla="*/ 0 w 934"/>
                  <a:gd name="T1" fmla="*/ 572 h 858"/>
                  <a:gd name="T2" fmla="*/ 699 w 934"/>
                  <a:gd name="T3" fmla="*/ 0 h 858"/>
                  <a:gd name="T4" fmla="*/ 934 w 934"/>
                  <a:gd name="T5" fmla="*/ 286 h 858"/>
                  <a:gd name="T6" fmla="*/ 235 w 934"/>
                  <a:gd name="T7" fmla="*/ 858 h 858"/>
                  <a:gd name="T8" fmla="*/ 0 w 934"/>
                  <a:gd name="T9" fmla="*/ 572 h 858"/>
                  <a:gd name="T10" fmla="*/ 697 w 934"/>
                  <a:gd name="T11" fmla="*/ 31 h 858"/>
                  <a:gd name="T12" fmla="*/ 31 w 934"/>
                  <a:gd name="T13" fmla="*/ 576 h 858"/>
                  <a:gd name="T14" fmla="*/ 238 w 934"/>
                  <a:gd name="T15" fmla="*/ 827 h 858"/>
                  <a:gd name="T16" fmla="*/ 902 w 934"/>
                  <a:gd name="T17" fmla="*/ 282 h 858"/>
                  <a:gd name="T18" fmla="*/ 697 w 934"/>
                  <a:gd name="T19" fmla="*/ 31 h 8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4" h="858">
                    <a:moveTo>
                      <a:pt x="0" y="572"/>
                    </a:moveTo>
                    <a:lnTo>
                      <a:pt x="699" y="0"/>
                    </a:lnTo>
                    <a:lnTo>
                      <a:pt x="934" y="286"/>
                    </a:lnTo>
                    <a:lnTo>
                      <a:pt x="235" y="858"/>
                    </a:lnTo>
                    <a:lnTo>
                      <a:pt x="0" y="572"/>
                    </a:lnTo>
                    <a:close/>
                    <a:moveTo>
                      <a:pt x="697" y="31"/>
                    </a:moveTo>
                    <a:lnTo>
                      <a:pt x="31" y="576"/>
                    </a:lnTo>
                    <a:lnTo>
                      <a:pt x="238" y="827"/>
                    </a:lnTo>
                    <a:lnTo>
                      <a:pt x="902" y="282"/>
                    </a:lnTo>
                    <a:lnTo>
                      <a:pt x="697" y="31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Freeform 57"/>
              <p:cNvSpPr>
                <a:spLocks noEditPoints="1"/>
              </p:cNvSpPr>
              <p:nvPr/>
            </p:nvSpPr>
            <p:spPr bwMode="auto">
              <a:xfrm>
                <a:off x="2456016" y="4010259"/>
                <a:ext cx="966359" cy="887726"/>
              </a:xfrm>
              <a:custGeom>
                <a:avLst/>
                <a:gdLst>
                  <a:gd name="T0" fmla="*/ 0 w 934"/>
                  <a:gd name="T1" fmla="*/ 572 h 858"/>
                  <a:gd name="T2" fmla="*/ 699 w 934"/>
                  <a:gd name="T3" fmla="*/ 0 h 858"/>
                  <a:gd name="T4" fmla="*/ 934 w 934"/>
                  <a:gd name="T5" fmla="*/ 286 h 858"/>
                  <a:gd name="T6" fmla="*/ 235 w 934"/>
                  <a:gd name="T7" fmla="*/ 858 h 858"/>
                  <a:gd name="T8" fmla="*/ 0 w 934"/>
                  <a:gd name="T9" fmla="*/ 572 h 858"/>
                  <a:gd name="T10" fmla="*/ 697 w 934"/>
                  <a:gd name="T11" fmla="*/ 31 h 858"/>
                  <a:gd name="T12" fmla="*/ 31 w 934"/>
                  <a:gd name="T13" fmla="*/ 576 h 858"/>
                  <a:gd name="T14" fmla="*/ 238 w 934"/>
                  <a:gd name="T15" fmla="*/ 827 h 858"/>
                  <a:gd name="T16" fmla="*/ 902 w 934"/>
                  <a:gd name="T17" fmla="*/ 282 h 858"/>
                  <a:gd name="T18" fmla="*/ 697 w 934"/>
                  <a:gd name="T19" fmla="*/ 31 h 8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4" h="858">
                    <a:moveTo>
                      <a:pt x="0" y="572"/>
                    </a:moveTo>
                    <a:lnTo>
                      <a:pt x="699" y="0"/>
                    </a:lnTo>
                    <a:lnTo>
                      <a:pt x="934" y="286"/>
                    </a:lnTo>
                    <a:lnTo>
                      <a:pt x="235" y="858"/>
                    </a:lnTo>
                    <a:lnTo>
                      <a:pt x="0" y="572"/>
                    </a:lnTo>
                    <a:moveTo>
                      <a:pt x="697" y="31"/>
                    </a:moveTo>
                    <a:lnTo>
                      <a:pt x="31" y="576"/>
                    </a:lnTo>
                    <a:lnTo>
                      <a:pt x="238" y="827"/>
                    </a:lnTo>
                    <a:lnTo>
                      <a:pt x="902" y="282"/>
                    </a:lnTo>
                    <a:lnTo>
                      <a:pt x="697" y="3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Freeform 58"/>
              <p:cNvSpPr>
                <a:spLocks/>
              </p:cNvSpPr>
              <p:nvPr/>
            </p:nvSpPr>
            <p:spPr bwMode="auto">
              <a:xfrm>
                <a:off x="3101635" y="4022674"/>
                <a:ext cx="131400" cy="104500"/>
              </a:xfrm>
              <a:custGeom>
                <a:avLst/>
                <a:gdLst>
                  <a:gd name="T0" fmla="*/ 0 w 94"/>
                  <a:gd name="T1" fmla="*/ 43 h 75"/>
                  <a:gd name="T2" fmla="*/ 53 w 94"/>
                  <a:gd name="T3" fmla="*/ 0 h 75"/>
                  <a:gd name="T4" fmla="*/ 94 w 94"/>
                  <a:gd name="T5" fmla="*/ 51 h 75"/>
                  <a:gd name="T6" fmla="*/ 92 w 94"/>
                  <a:gd name="T7" fmla="*/ 53 h 75"/>
                  <a:gd name="T8" fmla="*/ 1 w 94"/>
                  <a:gd name="T9" fmla="*/ 44 h 75"/>
                  <a:gd name="T10" fmla="*/ 0 w 94"/>
                  <a:gd name="T11" fmla="*/ 4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5">
                    <a:moveTo>
                      <a:pt x="0" y="43"/>
                    </a:moveTo>
                    <a:cubicBezTo>
                      <a:pt x="53" y="0"/>
                      <a:pt x="53" y="0"/>
                      <a:pt x="53" y="0"/>
                    </a:cubicBezTo>
                    <a:cubicBezTo>
                      <a:pt x="94" y="51"/>
                      <a:pt x="94" y="51"/>
                      <a:pt x="94" y="51"/>
                    </a:cubicBezTo>
                    <a:cubicBezTo>
                      <a:pt x="94" y="51"/>
                      <a:pt x="93" y="52"/>
                      <a:pt x="92" y="53"/>
                    </a:cubicBezTo>
                    <a:cubicBezTo>
                      <a:pt x="64" y="75"/>
                      <a:pt x="24" y="71"/>
                      <a:pt x="1" y="44"/>
                    </a:cubicBez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Freeform 59"/>
              <p:cNvSpPr>
                <a:spLocks/>
              </p:cNvSpPr>
              <p:nvPr/>
            </p:nvSpPr>
            <p:spPr bwMode="auto">
              <a:xfrm>
                <a:off x="3298217" y="4229604"/>
                <a:ext cx="104500" cy="131400"/>
              </a:xfrm>
              <a:custGeom>
                <a:avLst/>
                <a:gdLst>
                  <a:gd name="T0" fmla="*/ 32 w 75"/>
                  <a:gd name="T1" fmla="*/ 0 h 94"/>
                  <a:gd name="T2" fmla="*/ 75 w 75"/>
                  <a:gd name="T3" fmla="*/ 53 h 94"/>
                  <a:gd name="T4" fmla="*/ 24 w 75"/>
                  <a:gd name="T5" fmla="*/ 94 h 94"/>
                  <a:gd name="T6" fmla="*/ 22 w 75"/>
                  <a:gd name="T7" fmla="*/ 92 h 94"/>
                  <a:gd name="T8" fmla="*/ 31 w 75"/>
                  <a:gd name="T9" fmla="*/ 1 h 94"/>
                  <a:gd name="T10" fmla="*/ 32 w 75"/>
                  <a:gd name="T11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32" y="0"/>
                    </a:moveTo>
                    <a:cubicBezTo>
                      <a:pt x="75" y="53"/>
                      <a:pt x="75" y="53"/>
                      <a:pt x="75" y="53"/>
                    </a:cubicBezTo>
                    <a:cubicBezTo>
                      <a:pt x="24" y="94"/>
                      <a:pt x="24" y="94"/>
                      <a:pt x="24" y="94"/>
                    </a:cubicBezTo>
                    <a:cubicBezTo>
                      <a:pt x="24" y="94"/>
                      <a:pt x="23" y="93"/>
                      <a:pt x="22" y="92"/>
                    </a:cubicBezTo>
                    <a:cubicBezTo>
                      <a:pt x="0" y="64"/>
                      <a:pt x="4" y="24"/>
                      <a:pt x="31" y="1"/>
                    </a:cubicBezTo>
                    <a:cubicBezTo>
                      <a:pt x="32" y="0"/>
                      <a:pt x="32" y="0"/>
                      <a:pt x="32" y="0"/>
                    </a:cubicBezTo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Freeform 60"/>
              <p:cNvSpPr>
                <a:spLocks/>
              </p:cNvSpPr>
              <p:nvPr/>
            </p:nvSpPr>
            <p:spPr bwMode="auto">
              <a:xfrm>
                <a:off x="2643287" y="4777966"/>
                <a:ext cx="131400" cy="104500"/>
              </a:xfrm>
              <a:custGeom>
                <a:avLst/>
                <a:gdLst>
                  <a:gd name="T0" fmla="*/ 94 w 94"/>
                  <a:gd name="T1" fmla="*/ 32 h 75"/>
                  <a:gd name="T2" fmla="*/ 41 w 94"/>
                  <a:gd name="T3" fmla="*/ 75 h 75"/>
                  <a:gd name="T4" fmla="*/ 0 w 94"/>
                  <a:gd name="T5" fmla="*/ 24 h 75"/>
                  <a:gd name="T6" fmla="*/ 2 w 94"/>
                  <a:gd name="T7" fmla="*/ 22 h 75"/>
                  <a:gd name="T8" fmla="*/ 93 w 94"/>
                  <a:gd name="T9" fmla="*/ 31 h 75"/>
                  <a:gd name="T10" fmla="*/ 94 w 94"/>
                  <a:gd name="T11" fmla="*/ 3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5">
                    <a:moveTo>
                      <a:pt x="94" y="32"/>
                    </a:moveTo>
                    <a:cubicBezTo>
                      <a:pt x="41" y="75"/>
                      <a:pt x="41" y="75"/>
                      <a:pt x="41" y="75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ubicBezTo>
                      <a:pt x="30" y="0"/>
                      <a:pt x="70" y="4"/>
                      <a:pt x="93" y="31"/>
                    </a:cubicBezTo>
                    <a:lnTo>
                      <a:pt x="94" y="32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Freeform 61"/>
              <p:cNvSpPr>
                <a:spLocks/>
              </p:cNvSpPr>
              <p:nvPr/>
            </p:nvSpPr>
            <p:spPr bwMode="auto">
              <a:xfrm>
                <a:off x="2473605" y="4545170"/>
                <a:ext cx="104500" cy="131400"/>
              </a:xfrm>
              <a:custGeom>
                <a:avLst/>
                <a:gdLst>
                  <a:gd name="T0" fmla="*/ 43 w 75"/>
                  <a:gd name="T1" fmla="*/ 94 h 94"/>
                  <a:gd name="T2" fmla="*/ 0 w 75"/>
                  <a:gd name="T3" fmla="*/ 41 h 94"/>
                  <a:gd name="T4" fmla="*/ 51 w 75"/>
                  <a:gd name="T5" fmla="*/ 0 h 94"/>
                  <a:gd name="T6" fmla="*/ 53 w 75"/>
                  <a:gd name="T7" fmla="*/ 2 h 94"/>
                  <a:gd name="T8" fmla="*/ 44 w 75"/>
                  <a:gd name="T9" fmla="*/ 93 h 94"/>
                  <a:gd name="T10" fmla="*/ 43 w 75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43" y="94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1" y="0"/>
                      <a:pt x="52" y="1"/>
                      <a:pt x="53" y="2"/>
                    </a:cubicBezTo>
                    <a:cubicBezTo>
                      <a:pt x="75" y="30"/>
                      <a:pt x="71" y="70"/>
                      <a:pt x="44" y="93"/>
                    </a:cubicBezTo>
                    <a:lnTo>
                      <a:pt x="43" y="94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Freeform 62"/>
              <p:cNvSpPr>
                <a:spLocks/>
              </p:cNvSpPr>
              <p:nvPr/>
            </p:nvSpPr>
            <p:spPr bwMode="auto">
              <a:xfrm>
                <a:off x="4255265" y="3698830"/>
                <a:ext cx="1039820" cy="561813"/>
              </a:xfrm>
              <a:custGeom>
                <a:avLst/>
                <a:gdLst>
                  <a:gd name="T0" fmla="*/ 743 w 745"/>
                  <a:gd name="T1" fmla="*/ 282 h 402"/>
                  <a:gd name="T2" fmla="*/ 724 w 745"/>
                  <a:gd name="T3" fmla="*/ 307 h 402"/>
                  <a:gd name="T4" fmla="*/ 64 w 745"/>
                  <a:gd name="T5" fmla="*/ 400 h 402"/>
                  <a:gd name="T6" fmla="*/ 39 w 745"/>
                  <a:gd name="T7" fmla="*/ 382 h 402"/>
                  <a:gd name="T8" fmla="*/ 2 w 745"/>
                  <a:gd name="T9" fmla="*/ 120 h 402"/>
                  <a:gd name="T10" fmla="*/ 21 w 745"/>
                  <a:gd name="T11" fmla="*/ 95 h 402"/>
                  <a:gd name="T12" fmla="*/ 681 w 745"/>
                  <a:gd name="T13" fmla="*/ 1 h 402"/>
                  <a:gd name="T14" fmla="*/ 706 w 745"/>
                  <a:gd name="T15" fmla="*/ 20 h 402"/>
                  <a:gd name="T16" fmla="*/ 743 w 745"/>
                  <a:gd name="T17" fmla="*/ 282 h 4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5" h="402">
                    <a:moveTo>
                      <a:pt x="743" y="282"/>
                    </a:moveTo>
                    <a:cubicBezTo>
                      <a:pt x="745" y="294"/>
                      <a:pt x="736" y="305"/>
                      <a:pt x="724" y="307"/>
                    </a:cubicBezTo>
                    <a:cubicBezTo>
                      <a:pt x="64" y="400"/>
                      <a:pt x="64" y="400"/>
                      <a:pt x="64" y="400"/>
                    </a:cubicBezTo>
                    <a:cubicBezTo>
                      <a:pt x="52" y="402"/>
                      <a:pt x="41" y="394"/>
                      <a:pt x="39" y="382"/>
                    </a:cubicBezTo>
                    <a:cubicBezTo>
                      <a:pt x="2" y="120"/>
                      <a:pt x="2" y="120"/>
                      <a:pt x="2" y="120"/>
                    </a:cubicBezTo>
                    <a:cubicBezTo>
                      <a:pt x="0" y="108"/>
                      <a:pt x="9" y="97"/>
                      <a:pt x="21" y="95"/>
                    </a:cubicBezTo>
                    <a:cubicBezTo>
                      <a:pt x="681" y="1"/>
                      <a:pt x="681" y="1"/>
                      <a:pt x="681" y="1"/>
                    </a:cubicBezTo>
                    <a:cubicBezTo>
                      <a:pt x="693" y="0"/>
                      <a:pt x="704" y="8"/>
                      <a:pt x="706" y="20"/>
                    </a:cubicBezTo>
                    <a:cubicBezTo>
                      <a:pt x="743" y="282"/>
                      <a:pt x="743" y="282"/>
                      <a:pt x="743" y="282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Freeform 63"/>
              <p:cNvSpPr>
                <a:spLocks/>
              </p:cNvSpPr>
              <p:nvPr/>
            </p:nvSpPr>
            <p:spPr bwMode="auto">
              <a:xfrm>
                <a:off x="4619461" y="3822987"/>
                <a:ext cx="311429" cy="312463"/>
              </a:xfrm>
              <a:custGeom>
                <a:avLst/>
                <a:gdLst>
                  <a:gd name="T0" fmla="*/ 215 w 223"/>
                  <a:gd name="T1" fmla="*/ 97 h 224"/>
                  <a:gd name="T2" fmla="*/ 126 w 223"/>
                  <a:gd name="T3" fmla="*/ 215 h 224"/>
                  <a:gd name="T4" fmla="*/ 8 w 223"/>
                  <a:gd name="T5" fmla="*/ 127 h 224"/>
                  <a:gd name="T6" fmla="*/ 97 w 223"/>
                  <a:gd name="T7" fmla="*/ 8 h 224"/>
                  <a:gd name="T8" fmla="*/ 215 w 223"/>
                  <a:gd name="T9" fmla="*/ 97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3" h="224">
                    <a:moveTo>
                      <a:pt x="215" y="97"/>
                    </a:moveTo>
                    <a:cubicBezTo>
                      <a:pt x="223" y="154"/>
                      <a:pt x="183" y="207"/>
                      <a:pt x="126" y="215"/>
                    </a:cubicBezTo>
                    <a:cubicBezTo>
                      <a:pt x="69" y="224"/>
                      <a:pt x="16" y="184"/>
                      <a:pt x="8" y="127"/>
                    </a:cubicBezTo>
                    <a:cubicBezTo>
                      <a:pt x="0" y="69"/>
                      <a:pt x="40" y="16"/>
                      <a:pt x="97" y="8"/>
                    </a:cubicBezTo>
                    <a:cubicBezTo>
                      <a:pt x="154" y="0"/>
                      <a:pt x="207" y="40"/>
                      <a:pt x="215" y="97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Freeform 64"/>
              <p:cNvSpPr>
                <a:spLocks noEditPoints="1"/>
              </p:cNvSpPr>
              <p:nvPr/>
            </p:nvSpPr>
            <p:spPr bwMode="auto">
              <a:xfrm>
                <a:off x="4828459" y="3897482"/>
                <a:ext cx="20693" cy="139678"/>
              </a:xfrm>
              <a:custGeom>
                <a:avLst/>
                <a:gdLst>
                  <a:gd name="T0" fmla="*/ 0 w 15"/>
                  <a:gd name="T1" fmla="*/ 49 h 100"/>
                  <a:gd name="T2" fmla="*/ 0 w 15"/>
                  <a:gd name="T3" fmla="*/ 100 h 100"/>
                  <a:gd name="T4" fmla="*/ 6 w 15"/>
                  <a:gd name="T5" fmla="*/ 96 h 100"/>
                  <a:gd name="T6" fmla="*/ 13 w 15"/>
                  <a:gd name="T7" fmla="*/ 85 h 100"/>
                  <a:gd name="T8" fmla="*/ 14 w 15"/>
                  <a:gd name="T9" fmla="*/ 72 h 100"/>
                  <a:gd name="T10" fmla="*/ 8 w 15"/>
                  <a:gd name="T11" fmla="*/ 55 h 100"/>
                  <a:gd name="T12" fmla="*/ 0 w 15"/>
                  <a:gd name="T13" fmla="*/ 49 h 100"/>
                  <a:gd name="T14" fmla="*/ 1 w 15"/>
                  <a:gd name="T15" fmla="*/ 0 h 100"/>
                  <a:gd name="T16" fmla="*/ 0 w 15"/>
                  <a:gd name="T17" fmla="*/ 0 h 100"/>
                  <a:gd name="T18" fmla="*/ 0 w 15"/>
                  <a:gd name="T19" fmla="*/ 37 h 100"/>
                  <a:gd name="T20" fmla="*/ 6 w 15"/>
                  <a:gd name="T21" fmla="*/ 36 h 100"/>
                  <a:gd name="T22" fmla="*/ 1 w 15"/>
                  <a:gd name="T23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" h="100">
                    <a:moveTo>
                      <a:pt x="0" y="49"/>
                    </a:moveTo>
                    <a:cubicBezTo>
                      <a:pt x="0" y="100"/>
                      <a:pt x="0" y="100"/>
                      <a:pt x="0" y="100"/>
                    </a:cubicBezTo>
                    <a:cubicBezTo>
                      <a:pt x="2" y="99"/>
                      <a:pt x="4" y="97"/>
                      <a:pt x="6" y="96"/>
                    </a:cubicBezTo>
                    <a:cubicBezTo>
                      <a:pt x="9" y="93"/>
                      <a:pt x="11" y="89"/>
                      <a:pt x="13" y="85"/>
                    </a:cubicBezTo>
                    <a:cubicBezTo>
                      <a:pt x="15" y="81"/>
                      <a:pt x="15" y="77"/>
                      <a:pt x="14" y="72"/>
                    </a:cubicBezTo>
                    <a:cubicBezTo>
                      <a:pt x="13" y="65"/>
                      <a:pt x="11" y="59"/>
                      <a:pt x="8" y="55"/>
                    </a:cubicBezTo>
                    <a:cubicBezTo>
                      <a:pt x="5" y="53"/>
                      <a:pt x="3" y="51"/>
                      <a:pt x="0" y="49"/>
                    </a:cubicBezTo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9E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Freeform 65"/>
              <p:cNvSpPr>
                <a:spLocks noEditPoints="1"/>
              </p:cNvSpPr>
              <p:nvPr/>
            </p:nvSpPr>
            <p:spPr bwMode="auto">
              <a:xfrm>
                <a:off x="4285270" y="3726766"/>
                <a:ext cx="980844" cy="511115"/>
              </a:xfrm>
              <a:custGeom>
                <a:avLst/>
                <a:gdLst>
                  <a:gd name="T0" fmla="*/ 948 w 948"/>
                  <a:gd name="T1" fmla="*/ 367 h 494"/>
                  <a:gd name="T2" fmla="*/ 52 w 948"/>
                  <a:gd name="T3" fmla="*/ 494 h 494"/>
                  <a:gd name="T4" fmla="*/ 0 w 948"/>
                  <a:gd name="T5" fmla="*/ 127 h 494"/>
                  <a:gd name="T6" fmla="*/ 895 w 948"/>
                  <a:gd name="T7" fmla="*/ 0 h 494"/>
                  <a:gd name="T8" fmla="*/ 948 w 948"/>
                  <a:gd name="T9" fmla="*/ 367 h 494"/>
                  <a:gd name="T10" fmla="*/ 70 w 948"/>
                  <a:gd name="T11" fmla="*/ 468 h 494"/>
                  <a:gd name="T12" fmla="*/ 922 w 948"/>
                  <a:gd name="T13" fmla="*/ 348 h 494"/>
                  <a:gd name="T14" fmla="*/ 876 w 948"/>
                  <a:gd name="T15" fmla="*/ 26 h 494"/>
                  <a:gd name="T16" fmla="*/ 26 w 948"/>
                  <a:gd name="T17" fmla="*/ 146 h 494"/>
                  <a:gd name="T18" fmla="*/ 70 w 948"/>
                  <a:gd name="T19" fmla="*/ 468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48" h="494">
                    <a:moveTo>
                      <a:pt x="948" y="367"/>
                    </a:moveTo>
                    <a:lnTo>
                      <a:pt x="52" y="494"/>
                    </a:lnTo>
                    <a:lnTo>
                      <a:pt x="0" y="127"/>
                    </a:lnTo>
                    <a:lnTo>
                      <a:pt x="895" y="0"/>
                    </a:lnTo>
                    <a:lnTo>
                      <a:pt x="948" y="367"/>
                    </a:lnTo>
                    <a:close/>
                    <a:moveTo>
                      <a:pt x="70" y="468"/>
                    </a:moveTo>
                    <a:lnTo>
                      <a:pt x="922" y="348"/>
                    </a:lnTo>
                    <a:lnTo>
                      <a:pt x="876" y="26"/>
                    </a:lnTo>
                    <a:lnTo>
                      <a:pt x="26" y="146"/>
                    </a:lnTo>
                    <a:lnTo>
                      <a:pt x="70" y="468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Freeform 66"/>
              <p:cNvSpPr>
                <a:spLocks/>
              </p:cNvSpPr>
              <p:nvPr/>
            </p:nvSpPr>
            <p:spPr bwMode="auto">
              <a:xfrm>
                <a:off x="4297686" y="3850923"/>
                <a:ext cx="101395" cy="103465"/>
              </a:xfrm>
              <a:custGeom>
                <a:avLst/>
                <a:gdLst>
                  <a:gd name="T0" fmla="*/ 67 w 72"/>
                  <a:gd name="T1" fmla="*/ 0 h 74"/>
                  <a:gd name="T2" fmla="*/ 0 w 72"/>
                  <a:gd name="T3" fmla="*/ 9 h 74"/>
                  <a:gd name="T4" fmla="*/ 9 w 72"/>
                  <a:gd name="T5" fmla="*/ 74 h 74"/>
                  <a:gd name="T6" fmla="*/ 12 w 72"/>
                  <a:gd name="T7" fmla="*/ 74 h 74"/>
                  <a:gd name="T8" fmla="*/ 67 w 72"/>
                  <a:gd name="T9" fmla="*/ 1 h 74"/>
                  <a:gd name="T10" fmla="*/ 67 w 72"/>
                  <a:gd name="T11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74">
                    <a:moveTo>
                      <a:pt x="67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9" y="74"/>
                      <a:pt x="9" y="74"/>
                      <a:pt x="9" y="74"/>
                    </a:cubicBezTo>
                    <a:cubicBezTo>
                      <a:pt x="10" y="74"/>
                      <a:pt x="11" y="74"/>
                      <a:pt x="12" y="74"/>
                    </a:cubicBezTo>
                    <a:cubicBezTo>
                      <a:pt x="47" y="69"/>
                      <a:pt x="72" y="36"/>
                      <a:pt x="67" y="1"/>
                    </a:cubicBez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Freeform 67"/>
              <p:cNvSpPr>
                <a:spLocks/>
              </p:cNvSpPr>
              <p:nvPr/>
            </p:nvSpPr>
            <p:spPr bwMode="auto">
              <a:xfrm>
                <a:off x="4337002" y="4120965"/>
                <a:ext cx="103465" cy="100361"/>
              </a:xfrm>
              <a:custGeom>
                <a:avLst/>
                <a:gdLst>
                  <a:gd name="T0" fmla="*/ 0 w 74"/>
                  <a:gd name="T1" fmla="*/ 5 h 72"/>
                  <a:gd name="T2" fmla="*/ 9 w 74"/>
                  <a:gd name="T3" fmla="*/ 72 h 72"/>
                  <a:gd name="T4" fmla="*/ 74 w 74"/>
                  <a:gd name="T5" fmla="*/ 63 h 72"/>
                  <a:gd name="T6" fmla="*/ 74 w 74"/>
                  <a:gd name="T7" fmla="*/ 60 h 72"/>
                  <a:gd name="T8" fmla="*/ 1 w 74"/>
                  <a:gd name="T9" fmla="*/ 5 h 72"/>
                  <a:gd name="T10" fmla="*/ 0 w 74"/>
                  <a:gd name="T11" fmla="*/ 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72">
                    <a:moveTo>
                      <a:pt x="0" y="5"/>
                    </a:moveTo>
                    <a:cubicBezTo>
                      <a:pt x="9" y="72"/>
                      <a:pt x="9" y="72"/>
                      <a:pt x="9" y="72"/>
                    </a:cubicBezTo>
                    <a:cubicBezTo>
                      <a:pt x="74" y="63"/>
                      <a:pt x="74" y="63"/>
                      <a:pt x="74" y="63"/>
                    </a:cubicBezTo>
                    <a:cubicBezTo>
                      <a:pt x="74" y="62"/>
                      <a:pt x="74" y="61"/>
                      <a:pt x="74" y="60"/>
                    </a:cubicBezTo>
                    <a:cubicBezTo>
                      <a:pt x="69" y="25"/>
                      <a:pt x="36" y="0"/>
                      <a:pt x="1" y="5"/>
                    </a:cubicBez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Freeform 68"/>
              <p:cNvSpPr>
                <a:spLocks/>
              </p:cNvSpPr>
              <p:nvPr/>
            </p:nvSpPr>
            <p:spPr bwMode="auto">
              <a:xfrm>
                <a:off x="5151269" y="4006120"/>
                <a:ext cx="100361" cy="104500"/>
              </a:xfrm>
              <a:custGeom>
                <a:avLst/>
                <a:gdLst>
                  <a:gd name="T0" fmla="*/ 5 w 72"/>
                  <a:gd name="T1" fmla="*/ 75 h 75"/>
                  <a:gd name="T2" fmla="*/ 72 w 72"/>
                  <a:gd name="T3" fmla="*/ 65 h 75"/>
                  <a:gd name="T4" fmla="*/ 63 w 72"/>
                  <a:gd name="T5" fmla="*/ 0 h 75"/>
                  <a:gd name="T6" fmla="*/ 60 w 72"/>
                  <a:gd name="T7" fmla="*/ 1 h 75"/>
                  <a:gd name="T8" fmla="*/ 5 w 72"/>
                  <a:gd name="T9" fmla="*/ 74 h 75"/>
                  <a:gd name="T10" fmla="*/ 5 w 72"/>
                  <a:gd name="T11" fmla="*/ 7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75">
                    <a:moveTo>
                      <a:pt x="5" y="75"/>
                    </a:moveTo>
                    <a:cubicBezTo>
                      <a:pt x="72" y="65"/>
                      <a:pt x="72" y="65"/>
                      <a:pt x="72" y="65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62" y="0"/>
                      <a:pt x="61" y="0"/>
                      <a:pt x="60" y="1"/>
                    </a:cubicBezTo>
                    <a:cubicBezTo>
                      <a:pt x="25" y="6"/>
                      <a:pt x="0" y="38"/>
                      <a:pt x="5" y="74"/>
                    </a:cubicBezTo>
                    <a:lnTo>
                      <a:pt x="5" y="75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Freeform 69"/>
              <p:cNvSpPr>
                <a:spLocks/>
              </p:cNvSpPr>
              <p:nvPr/>
            </p:nvSpPr>
            <p:spPr bwMode="auto">
              <a:xfrm>
                <a:off x="5108848" y="3739181"/>
                <a:ext cx="103465" cy="100361"/>
              </a:xfrm>
              <a:custGeom>
                <a:avLst/>
                <a:gdLst>
                  <a:gd name="T0" fmla="*/ 74 w 74"/>
                  <a:gd name="T1" fmla="*/ 67 h 72"/>
                  <a:gd name="T2" fmla="*/ 65 w 74"/>
                  <a:gd name="T3" fmla="*/ 0 h 72"/>
                  <a:gd name="T4" fmla="*/ 0 w 74"/>
                  <a:gd name="T5" fmla="*/ 9 h 72"/>
                  <a:gd name="T6" fmla="*/ 0 w 74"/>
                  <a:gd name="T7" fmla="*/ 12 h 72"/>
                  <a:gd name="T8" fmla="*/ 73 w 74"/>
                  <a:gd name="T9" fmla="*/ 67 h 72"/>
                  <a:gd name="T10" fmla="*/ 74 w 74"/>
                  <a:gd name="T11" fmla="*/ 67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72">
                    <a:moveTo>
                      <a:pt x="74" y="67"/>
                    </a:moveTo>
                    <a:cubicBezTo>
                      <a:pt x="65" y="0"/>
                      <a:pt x="65" y="0"/>
                      <a:pt x="65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0"/>
                      <a:pt x="0" y="11"/>
                      <a:pt x="0" y="12"/>
                    </a:cubicBezTo>
                    <a:cubicBezTo>
                      <a:pt x="5" y="48"/>
                      <a:pt x="38" y="72"/>
                      <a:pt x="73" y="67"/>
                    </a:cubicBezTo>
                    <a:lnTo>
                      <a:pt x="74" y="6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Freeform 70"/>
              <p:cNvSpPr>
                <a:spLocks/>
              </p:cNvSpPr>
              <p:nvPr/>
            </p:nvSpPr>
            <p:spPr bwMode="auto">
              <a:xfrm>
                <a:off x="4360799" y="4075441"/>
                <a:ext cx="1059478" cy="646654"/>
              </a:xfrm>
              <a:custGeom>
                <a:avLst/>
                <a:gdLst>
                  <a:gd name="T0" fmla="*/ 694 w 759"/>
                  <a:gd name="T1" fmla="*/ 444 h 463"/>
                  <a:gd name="T2" fmla="*/ 667 w 759"/>
                  <a:gd name="T3" fmla="*/ 460 h 463"/>
                  <a:gd name="T4" fmla="*/ 19 w 759"/>
                  <a:gd name="T5" fmla="*/ 302 h 463"/>
                  <a:gd name="T6" fmla="*/ 3 w 759"/>
                  <a:gd name="T7" fmla="*/ 276 h 463"/>
                  <a:gd name="T8" fmla="*/ 65 w 759"/>
                  <a:gd name="T9" fmla="*/ 19 h 463"/>
                  <a:gd name="T10" fmla="*/ 92 w 759"/>
                  <a:gd name="T11" fmla="*/ 3 h 463"/>
                  <a:gd name="T12" fmla="*/ 740 w 759"/>
                  <a:gd name="T13" fmla="*/ 161 h 463"/>
                  <a:gd name="T14" fmla="*/ 756 w 759"/>
                  <a:gd name="T15" fmla="*/ 187 h 463"/>
                  <a:gd name="T16" fmla="*/ 694 w 759"/>
                  <a:gd name="T17" fmla="*/ 444 h 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9" h="463">
                    <a:moveTo>
                      <a:pt x="694" y="444"/>
                    </a:moveTo>
                    <a:cubicBezTo>
                      <a:pt x="691" y="456"/>
                      <a:pt x="679" y="463"/>
                      <a:pt x="667" y="460"/>
                    </a:cubicBezTo>
                    <a:cubicBezTo>
                      <a:pt x="19" y="302"/>
                      <a:pt x="19" y="302"/>
                      <a:pt x="19" y="302"/>
                    </a:cubicBezTo>
                    <a:cubicBezTo>
                      <a:pt x="7" y="299"/>
                      <a:pt x="0" y="287"/>
                      <a:pt x="3" y="276"/>
                    </a:cubicBezTo>
                    <a:cubicBezTo>
                      <a:pt x="65" y="19"/>
                      <a:pt x="65" y="19"/>
                      <a:pt x="65" y="19"/>
                    </a:cubicBezTo>
                    <a:cubicBezTo>
                      <a:pt x="68" y="7"/>
                      <a:pt x="80" y="0"/>
                      <a:pt x="92" y="3"/>
                    </a:cubicBezTo>
                    <a:cubicBezTo>
                      <a:pt x="740" y="161"/>
                      <a:pt x="740" y="161"/>
                      <a:pt x="740" y="161"/>
                    </a:cubicBezTo>
                    <a:cubicBezTo>
                      <a:pt x="752" y="163"/>
                      <a:pt x="759" y="175"/>
                      <a:pt x="756" y="187"/>
                    </a:cubicBezTo>
                    <a:cubicBezTo>
                      <a:pt x="694" y="444"/>
                      <a:pt x="694" y="444"/>
                      <a:pt x="694" y="444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Freeform 71"/>
              <p:cNvSpPr>
                <a:spLocks/>
              </p:cNvSpPr>
              <p:nvPr/>
            </p:nvSpPr>
            <p:spPr bwMode="auto">
              <a:xfrm>
                <a:off x="4729133" y="4237881"/>
                <a:ext cx="322810" cy="322810"/>
              </a:xfrm>
              <a:custGeom>
                <a:avLst/>
                <a:gdLst>
                  <a:gd name="T0" fmla="*/ 217 w 231"/>
                  <a:gd name="T1" fmla="*/ 140 h 231"/>
                  <a:gd name="T2" fmla="*/ 91 w 231"/>
                  <a:gd name="T3" fmla="*/ 217 h 231"/>
                  <a:gd name="T4" fmla="*/ 14 w 231"/>
                  <a:gd name="T5" fmla="*/ 91 h 231"/>
                  <a:gd name="T6" fmla="*/ 140 w 231"/>
                  <a:gd name="T7" fmla="*/ 14 h 231"/>
                  <a:gd name="T8" fmla="*/ 217 w 231"/>
                  <a:gd name="T9" fmla="*/ 140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1" h="231">
                    <a:moveTo>
                      <a:pt x="217" y="140"/>
                    </a:moveTo>
                    <a:cubicBezTo>
                      <a:pt x="203" y="196"/>
                      <a:pt x="147" y="231"/>
                      <a:pt x="91" y="217"/>
                    </a:cubicBezTo>
                    <a:cubicBezTo>
                      <a:pt x="35" y="203"/>
                      <a:pt x="0" y="147"/>
                      <a:pt x="14" y="91"/>
                    </a:cubicBezTo>
                    <a:cubicBezTo>
                      <a:pt x="27" y="34"/>
                      <a:pt x="84" y="0"/>
                      <a:pt x="140" y="14"/>
                    </a:cubicBezTo>
                    <a:cubicBezTo>
                      <a:pt x="196" y="27"/>
                      <a:pt x="231" y="84"/>
                      <a:pt x="217" y="140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Freeform 72"/>
              <p:cNvSpPr>
                <a:spLocks/>
              </p:cNvSpPr>
              <p:nvPr/>
            </p:nvSpPr>
            <p:spPr bwMode="auto">
              <a:xfrm>
                <a:off x="4839840" y="4302029"/>
                <a:ext cx="132435" cy="132435"/>
              </a:xfrm>
              <a:custGeom>
                <a:avLst/>
                <a:gdLst>
                  <a:gd name="T0" fmla="*/ 46 w 95"/>
                  <a:gd name="T1" fmla="*/ 0 h 95"/>
                  <a:gd name="T2" fmla="*/ 43 w 95"/>
                  <a:gd name="T3" fmla="*/ 14 h 95"/>
                  <a:gd name="T4" fmla="*/ 30 w 95"/>
                  <a:gd name="T5" fmla="*/ 13 h 95"/>
                  <a:gd name="T6" fmla="*/ 27 w 95"/>
                  <a:gd name="T7" fmla="*/ 13 h 95"/>
                  <a:gd name="T8" fmla="*/ 14 w 95"/>
                  <a:gd name="T9" fmla="*/ 16 h 95"/>
                  <a:gd name="T10" fmla="*/ 3 w 95"/>
                  <a:gd name="T11" fmla="*/ 23 h 95"/>
                  <a:gd name="T12" fmla="*/ 0 w 95"/>
                  <a:gd name="T13" fmla="*/ 28 h 95"/>
                  <a:gd name="T14" fmla="*/ 82 w 95"/>
                  <a:gd name="T15" fmla="*/ 95 h 95"/>
                  <a:gd name="T16" fmla="*/ 81 w 95"/>
                  <a:gd name="T17" fmla="*/ 83 h 95"/>
                  <a:gd name="T18" fmla="*/ 73 w 95"/>
                  <a:gd name="T19" fmla="*/ 71 h 95"/>
                  <a:gd name="T20" fmla="*/ 61 w 95"/>
                  <a:gd name="T21" fmla="*/ 62 h 95"/>
                  <a:gd name="T22" fmla="*/ 49 w 95"/>
                  <a:gd name="T23" fmla="*/ 55 h 95"/>
                  <a:gd name="T24" fmla="*/ 40 w 95"/>
                  <a:gd name="T25" fmla="*/ 49 h 95"/>
                  <a:gd name="T26" fmla="*/ 37 w 95"/>
                  <a:gd name="T27" fmla="*/ 42 h 95"/>
                  <a:gd name="T28" fmla="*/ 41 w 95"/>
                  <a:gd name="T29" fmla="*/ 38 h 95"/>
                  <a:gd name="T30" fmla="*/ 44 w 95"/>
                  <a:gd name="T31" fmla="*/ 38 h 95"/>
                  <a:gd name="T32" fmla="*/ 48 w 95"/>
                  <a:gd name="T33" fmla="*/ 39 h 95"/>
                  <a:gd name="T34" fmla="*/ 54 w 95"/>
                  <a:gd name="T35" fmla="*/ 41 h 95"/>
                  <a:gd name="T36" fmla="*/ 60 w 95"/>
                  <a:gd name="T37" fmla="*/ 46 h 95"/>
                  <a:gd name="T38" fmla="*/ 63 w 95"/>
                  <a:gd name="T39" fmla="*/ 52 h 95"/>
                  <a:gd name="T40" fmla="*/ 64 w 95"/>
                  <a:gd name="T41" fmla="*/ 59 h 95"/>
                  <a:gd name="T42" fmla="*/ 86 w 95"/>
                  <a:gd name="T43" fmla="*/ 65 h 95"/>
                  <a:gd name="T44" fmla="*/ 95 w 95"/>
                  <a:gd name="T45" fmla="*/ 29 h 95"/>
                  <a:gd name="T46" fmla="*/ 73 w 95"/>
                  <a:gd name="T47" fmla="*/ 23 h 95"/>
                  <a:gd name="T48" fmla="*/ 71 w 95"/>
                  <a:gd name="T49" fmla="*/ 30 h 95"/>
                  <a:gd name="T50" fmla="*/ 66 w 95"/>
                  <a:gd name="T51" fmla="*/ 25 h 95"/>
                  <a:gd name="T52" fmla="*/ 59 w 95"/>
                  <a:gd name="T53" fmla="*/ 21 h 95"/>
                  <a:gd name="T54" fmla="*/ 63 w 95"/>
                  <a:gd name="T55" fmla="*/ 4 h 95"/>
                  <a:gd name="T56" fmla="*/ 46 w 95"/>
                  <a:gd name="T57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95" h="95">
                    <a:moveTo>
                      <a:pt x="46" y="0"/>
                    </a:moveTo>
                    <a:cubicBezTo>
                      <a:pt x="43" y="14"/>
                      <a:pt x="43" y="14"/>
                      <a:pt x="43" y="14"/>
                    </a:cubicBezTo>
                    <a:cubicBezTo>
                      <a:pt x="38" y="13"/>
                      <a:pt x="34" y="13"/>
                      <a:pt x="30" y="13"/>
                    </a:cubicBezTo>
                    <a:cubicBezTo>
                      <a:pt x="29" y="13"/>
                      <a:pt x="28" y="13"/>
                      <a:pt x="27" y="13"/>
                    </a:cubicBezTo>
                    <a:cubicBezTo>
                      <a:pt x="22" y="13"/>
                      <a:pt x="18" y="14"/>
                      <a:pt x="14" y="16"/>
                    </a:cubicBezTo>
                    <a:cubicBezTo>
                      <a:pt x="10" y="18"/>
                      <a:pt x="6" y="20"/>
                      <a:pt x="3" y="23"/>
                    </a:cubicBezTo>
                    <a:cubicBezTo>
                      <a:pt x="2" y="25"/>
                      <a:pt x="1" y="26"/>
                      <a:pt x="0" y="28"/>
                    </a:cubicBezTo>
                    <a:cubicBezTo>
                      <a:pt x="82" y="95"/>
                      <a:pt x="82" y="95"/>
                      <a:pt x="82" y="95"/>
                    </a:cubicBezTo>
                    <a:cubicBezTo>
                      <a:pt x="82" y="91"/>
                      <a:pt x="82" y="87"/>
                      <a:pt x="81" y="83"/>
                    </a:cubicBezTo>
                    <a:cubicBezTo>
                      <a:pt x="79" y="78"/>
                      <a:pt x="76" y="74"/>
                      <a:pt x="73" y="71"/>
                    </a:cubicBezTo>
                    <a:cubicBezTo>
                      <a:pt x="70" y="67"/>
                      <a:pt x="66" y="64"/>
                      <a:pt x="61" y="62"/>
                    </a:cubicBezTo>
                    <a:cubicBezTo>
                      <a:pt x="57" y="59"/>
                      <a:pt x="53" y="57"/>
                      <a:pt x="49" y="55"/>
                    </a:cubicBezTo>
                    <a:cubicBezTo>
                      <a:pt x="45" y="53"/>
                      <a:pt x="42" y="51"/>
                      <a:pt x="40" y="49"/>
                    </a:cubicBezTo>
                    <a:cubicBezTo>
                      <a:pt x="37" y="47"/>
                      <a:pt x="36" y="45"/>
                      <a:pt x="37" y="42"/>
                    </a:cubicBezTo>
                    <a:cubicBezTo>
                      <a:pt x="37" y="40"/>
                      <a:pt x="39" y="39"/>
                      <a:pt x="41" y="38"/>
                    </a:cubicBezTo>
                    <a:cubicBezTo>
                      <a:pt x="42" y="38"/>
                      <a:pt x="43" y="38"/>
                      <a:pt x="44" y="38"/>
                    </a:cubicBezTo>
                    <a:cubicBezTo>
                      <a:pt x="45" y="38"/>
                      <a:pt x="47" y="38"/>
                      <a:pt x="48" y="39"/>
                    </a:cubicBezTo>
                    <a:cubicBezTo>
                      <a:pt x="50" y="39"/>
                      <a:pt x="52" y="40"/>
                      <a:pt x="54" y="41"/>
                    </a:cubicBezTo>
                    <a:cubicBezTo>
                      <a:pt x="56" y="43"/>
                      <a:pt x="58" y="44"/>
                      <a:pt x="60" y="46"/>
                    </a:cubicBezTo>
                    <a:cubicBezTo>
                      <a:pt x="61" y="48"/>
                      <a:pt x="62" y="50"/>
                      <a:pt x="63" y="52"/>
                    </a:cubicBezTo>
                    <a:cubicBezTo>
                      <a:pt x="64" y="55"/>
                      <a:pt x="64" y="57"/>
                      <a:pt x="64" y="59"/>
                    </a:cubicBezTo>
                    <a:cubicBezTo>
                      <a:pt x="86" y="65"/>
                      <a:pt x="86" y="65"/>
                      <a:pt x="86" y="65"/>
                    </a:cubicBezTo>
                    <a:cubicBezTo>
                      <a:pt x="95" y="29"/>
                      <a:pt x="95" y="29"/>
                      <a:pt x="95" y="29"/>
                    </a:cubicBezTo>
                    <a:cubicBezTo>
                      <a:pt x="73" y="23"/>
                      <a:pt x="73" y="23"/>
                      <a:pt x="73" y="23"/>
                    </a:cubicBezTo>
                    <a:cubicBezTo>
                      <a:pt x="71" y="30"/>
                      <a:pt x="71" y="30"/>
                      <a:pt x="71" y="30"/>
                    </a:cubicBezTo>
                    <a:cubicBezTo>
                      <a:pt x="70" y="28"/>
                      <a:pt x="68" y="27"/>
                      <a:pt x="66" y="25"/>
                    </a:cubicBezTo>
                    <a:cubicBezTo>
                      <a:pt x="64" y="24"/>
                      <a:pt x="62" y="22"/>
                      <a:pt x="59" y="21"/>
                    </a:cubicBezTo>
                    <a:cubicBezTo>
                      <a:pt x="63" y="4"/>
                      <a:pt x="63" y="4"/>
                      <a:pt x="63" y="4"/>
                    </a:cubicBezTo>
                    <a:cubicBezTo>
                      <a:pt x="46" y="0"/>
                      <a:pt x="46" y="0"/>
                      <a:pt x="46" y="0"/>
                    </a:cubicBezTo>
                  </a:path>
                </a:pathLst>
              </a:custGeom>
              <a:solidFill>
                <a:srgbClr val="9E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" name="Freeform 73"/>
              <p:cNvSpPr>
                <a:spLocks noEditPoints="1"/>
              </p:cNvSpPr>
              <p:nvPr/>
            </p:nvSpPr>
            <p:spPr bwMode="auto">
              <a:xfrm>
                <a:off x="4389769" y="4105446"/>
                <a:ext cx="1000503" cy="592853"/>
              </a:xfrm>
              <a:custGeom>
                <a:avLst/>
                <a:gdLst>
                  <a:gd name="T0" fmla="*/ 879 w 967"/>
                  <a:gd name="T1" fmla="*/ 573 h 573"/>
                  <a:gd name="T2" fmla="*/ 0 w 967"/>
                  <a:gd name="T3" fmla="*/ 359 h 573"/>
                  <a:gd name="T4" fmla="*/ 88 w 967"/>
                  <a:gd name="T5" fmla="*/ 0 h 573"/>
                  <a:gd name="T6" fmla="*/ 967 w 967"/>
                  <a:gd name="T7" fmla="*/ 214 h 573"/>
                  <a:gd name="T8" fmla="*/ 879 w 967"/>
                  <a:gd name="T9" fmla="*/ 573 h 573"/>
                  <a:gd name="T10" fmla="*/ 27 w 967"/>
                  <a:gd name="T11" fmla="*/ 343 h 573"/>
                  <a:gd name="T12" fmla="*/ 863 w 967"/>
                  <a:gd name="T13" fmla="*/ 546 h 573"/>
                  <a:gd name="T14" fmla="*/ 940 w 967"/>
                  <a:gd name="T15" fmla="*/ 231 h 573"/>
                  <a:gd name="T16" fmla="*/ 104 w 967"/>
                  <a:gd name="T17" fmla="*/ 27 h 573"/>
                  <a:gd name="T18" fmla="*/ 27 w 967"/>
                  <a:gd name="T19" fmla="*/ 343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7" h="573">
                    <a:moveTo>
                      <a:pt x="879" y="573"/>
                    </a:moveTo>
                    <a:lnTo>
                      <a:pt x="0" y="359"/>
                    </a:lnTo>
                    <a:lnTo>
                      <a:pt x="88" y="0"/>
                    </a:lnTo>
                    <a:lnTo>
                      <a:pt x="967" y="214"/>
                    </a:lnTo>
                    <a:lnTo>
                      <a:pt x="879" y="573"/>
                    </a:lnTo>
                    <a:close/>
                    <a:moveTo>
                      <a:pt x="27" y="343"/>
                    </a:moveTo>
                    <a:lnTo>
                      <a:pt x="863" y="546"/>
                    </a:lnTo>
                    <a:lnTo>
                      <a:pt x="940" y="231"/>
                    </a:lnTo>
                    <a:lnTo>
                      <a:pt x="104" y="27"/>
                    </a:lnTo>
                    <a:lnTo>
                      <a:pt x="27" y="343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Freeform 74"/>
              <p:cNvSpPr>
                <a:spLocks noEditPoints="1"/>
              </p:cNvSpPr>
              <p:nvPr/>
            </p:nvSpPr>
            <p:spPr bwMode="auto">
              <a:xfrm>
                <a:off x="4389769" y="4105446"/>
                <a:ext cx="1000503" cy="592853"/>
              </a:xfrm>
              <a:custGeom>
                <a:avLst/>
                <a:gdLst>
                  <a:gd name="T0" fmla="*/ 879 w 967"/>
                  <a:gd name="T1" fmla="*/ 573 h 573"/>
                  <a:gd name="T2" fmla="*/ 0 w 967"/>
                  <a:gd name="T3" fmla="*/ 359 h 573"/>
                  <a:gd name="T4" fmla="*/ 88 w 967"/>
                  <a:gd name="T5" fmla="*/ 0 h 573"/>
                  <a:gd name="T6" fmla="*/ 967 w 967"/>
                  <a:gd name="T7" fmla="*/ 214 h 573"/>
                  <a:gd name="T8" fmla="*/ 879 w 967"/>
                  <a:gd name="T9" fmla="*/ 573 h 573"/>
                  <a:gd name="T10" fmla="*/ 27 w 967"/>
                  <a:gd name="T11" fmla="*/ 343 h 573"/>
                  <a:gd name="T12" fmla="*/ 863 w 967"/>
                  <a:gd name="T13" fmla="*/ 546 h 573"/>
                  <a:gd name="T14" fmla="*/ 940 w 967"/>
                  <a:gd name="T15" fmla="*/ 231 h 573"/>
                  <a:gd name="T16" fmla="*/ 104 w 967"/>
                  <a:gd name="T17" fmla="*/ 27 h 573"/>
                  <a:gd name="T18" fmla="*/ 27 w 967"/>
                  <a:gd name="T19" fmla="*/ 343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7" h="573">
                    <a:moveTo>
                      <a:pt x="879" y="573"/>
                    </a:moveTo>
                    <a:lnTo>
                      <a:pt x="0" y="359"/>
                    </a:lnTo>
                    <a:lnTo>
                      <a:pt x="88" y="0"/>
                    </a:lnTo>
                    <a:lnTo>
                      <a:pt x="967" y="214"/>
                    </a:lnTo>
                    <a:lnTo>
                      <a:pt x="879" y="573"/>
                    </a:lnTo>
                    <a:moveTo>
                      <a:pt x="27" y="343"/>
                    </a:moveTo>
                    <a:lnTo>
                      <a:pt x="863" y="546"/>
                    </a:lnTo>
                    <a:lnTo>
                      <a:pt x="940" y="231"/>
                    </a:lnTo>
                    <a:lnTo>
                      <a:pt x="104" y="27"/>
                    </a:lnTo>
                    <a:lnTo>
                      <a:pt x="27" y="343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Freeform 75"/>
              <p:cNvSpPr>
                <a:spLocks/>
              </p:cNvSpPr>
              <p:nvPr/>
            </p:nvSpPr>
            <p:spPr bwMode="auto">
              <a:xfrm>
                <a:off x="4468402" y="4114758"/>
                <a:ext cx="114846" cy="102430"/>
              </a:xfrm>
              <a:custGeom>
                <a:avLst/>
                <a:gdLst>
                  <a:gd name="T0" fmla="*/ 82 w 82"/>
                  <a:gd name="T1" fmla="*/ 16 h 73"/>
                  <a:gd name="T2" fmla="*/ 16 w 82"/>
                  <a:gd name="T3" fmla="*/ 0 h 73"/>
                  <a:gd name="T4" fmla="*/ 0 w 82"/>
                  <a:gd name="T5" fmla="*/ 63 h 73"/>
                  <a:gd name="T6" fmla="*/ 3 w 82"/>
                  <a:gd name="T7" fmla="*/ 64 h 73"/>
                  <a:gd name="T8" fmla="*/ 81 w 82"/>
                  <a:gd name="T9" fmla="*/ 17 h 73"/>
                  <a:gd name="T10" fmla="*/ 82 w 82"/>
                  <a:gd name="T11" fmla="*/ 16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73">
                    <a:moveTo>
                      <a:pt x="82" y="16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1" y="64"/>
                      <a:pt x="2" y="64"/>
                      <a:pt x="3" y="64"/>
                    </a:cubicBezTo>
                    <a:cubicBezTo>
                      <a:pt x="38" y="73"/>
                      <a:pt x="73" y="52"/>
                      <a:pt x="81" y="17"/>
                    </a:cubicBezTo>
                    <a:lnTo>
                      <a:pt x="82" y="16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Freeform 76"/>
              <p:cNvSpPr>
                <a:spLocks/>
              </p:cNvSpPr>
              <p:nvPr/>
            </p:nvSpPr>
            <p:spPr bwMode="auto">
              <a:xfrm>
                <a:off x="4405289" y="4374454"/>
                <a:ext cx="103465" cy="113811"/>
              </a:xfrm>
              <a:custGeom>
                <a:avLst/>
                <a:gdLst>
                  <a:gd name="T0" fmla="*/ 17 w 74"/>
                  <a:gd name="T1" fmla="*/ 0 h 81"/>
                  <a:gd name="T2" fmla="*/ 0 w 74"/>
                  <a:gd name="T3" fmla="*/ 66 h 81"/>
                  <a:gd name="T4" fmla="*/ 64 w 74"/>
                  <a:gd name="T5" fmla="*/ 81 h 81"/>
                  <a:gd name="T6" fmla="*/ 65 w 74"/>
                  <a:gd name="T7" fmla="*/ 78 h 81"/>
                  <a:gd name="T8" fmla="*/ 18 w 74"/>
                  <a:gd name="T9" fmla="*/ 0 h 81"/>
                  <a:gd name="T10" fmla="*/ 17 w 74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81">
                    <a:moveTo>
                      <a:pt x="17" y="0"/>
                    </a:moveTo>
                    <a:cubicBezTo>
                      <a:pt x="0" y="66"/>
                      <a:pt x="0" y="66"/>
                      <a:pt x="0" y="66"/>
                    </a:cubicBezTo>
                    <a:cubicBezTo>
                      <a:pt x="64" y="81"/>
                      <a:pt x="64" y="81"/>
                      <a:pt x="64" y="81"/>
                    </a:cubicBezTo>
                    <a:cubicBezTo>
                      <a:pt x="64" y="80"/>
                      <a:pt x="65" y="79"/>
                      <a:pt x="65" y="78"/>
                    </a:cubicBezTo>
                    <a:cubicBezTo>
                      <a:pt x="74" y="43"/>
                      <a:pt x="52" y="8"/>
                      <a:pt x="18" y="0"/>
                    </a:cubicBez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Freeform 77"/>
              <p:cNvSpPr>
                <a:spLocks/>
              </p:cNvSpPr>
              <p:nvPr/>
            </p:nvSpPr>
            <p:spPr bwMode="auto">
              <a:xfrm>
                <a:off x="5198863" y="4582418"/>
                <a:ext cx="112777" cy="102430"/>
              </a:xfrm>
              <a:custGeom>
                <a:avLst/>
                <a:gdLst>
                  <a:gd name="T0" fmla="*/ 0 w 81"/>
                  <a:gd name="T1" fmla="*/ 57 h 73"/>
                  <a:gd name="T2" fmla="*/ 66 w 81"/>
                  <a:gd name="T3" fmla="*/ 73 h 73"/>
                  <a:gd name="T4" fmla="*/ 81 w 81"/>
                  <a:gd name="T5" fmla="*/ 10 h 73"/>
                  <a:gd name="T6" fmla="*/ 78 w 81"/>
                  <a:gd name="T7" fmla="*/ 9 h 73"/>
                  <a:gd name="T8" fmla="*/ 0 w 81"/>
                  <a:gd name="T9" fmla="*/ 56 h 73"/>
                  <a:gd name="T10" fmla="*/ 0 w 81"/>
                  <a:gd name="T11" fmla="*/ 5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1" h="73">
                    <a:moveTo>
                      <a:pt x="0" y="57"/>
                    </a:moveTo>
                    <a:cubicBezTo>
                      <a:pt x="66" y="73"/>
                      <a:pt x="66" y="73"/>
                      <a:pt x="66" y="73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0" y="9"/>
                      <a:pt x="79" y="9"/>
                      <a:pt x="78" y="9"/>
                    </a:cubicBezTo>
                    <a:cubicBezTo>
                      <a:pt x="43" y="0"/>
                      <a:pt x="8" y="22"/>
                      <a:pt x="0" y="56"/>
                    </a:cubicBez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Freeform 78"/>
              <p:cNvSpPr>
                <a:spLocks/>
              </p:cNvSpPr>
              <p:nvPr/>
            </p:nvSpPr>
            <p:spPr bwMode="auto">
              <a:xfrm>
                <a:off x="5272322" y="4311340"/>
                <a:ext cx="102430" cy="114846"/>
              </a:xfrm>
              <a:custGeom>
                <a:avLst/>
                <a:gdLst>
                  <a:gd name="T0" fmla="*/ 57 w 73"/>
                  <a:gd name="T1" fmla="*/ 82 h 82"/>
                  <a:gd name="T2" fmla="*/ 73 w 73"/>
                  <a:gd name="T3" fmla="*/ 16 h 82"/>
                  <a:gd name="T4" fmla="*/ 9 w 73"/>
                  <a:gd name="T5" fmla="*/ 0 h 82"/>
                  <a:gd name="T6" fmla="*/ 8 w 73"/>
                  <a:gd name="T7" fmla="*/ 3 h 82"/>
                  <a:gd name="T8" fmla="*/ 56 w 73"/>
                  <a:gd name="T9" fmla="*/ 81 h 82"/>
                  <a:gd name="T10" fmla="*/ 57 w 73"/>
                  <a:gd name="T11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82">
                    <a:moveTo>
                      <a:pt x="57" y="82"/>
                    </a:moveTo>
                    <a:cubicBezTo>
                      <a:pt x="73" y="16"/>
                      <a:pt x="73" y="16"/>
                      <a:pt x="73" y="16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1"/>
                      <a:pt x="9" y="2"/>
                      <a:pt x="8" y="3"/>
                    </a:cubicBezTo>
                    <a:cubicBezTo>
                      <a:pt x="0" y="38"/>
                      <a:pt x="21" y="73"/>
                      <a:pt x="56" y="81"/>
                    </a:cubicBezTo>
                    <a:lnTo>
                      <a:pt x="57" y="82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Freeform 79"/>
              <p:cNvSpPr>
                <a:spLocks/>
              </p:cNvSpPr>
              <p:nvPr/>
            </p:nvSpPr>
            <p:spPr bwMode="auto">
              <a:xfrm>
                <a:off x="4125934" y="3981289"/>
                <a:ext cx="1024300" cy="944632"/>
              </a:xfrm>
              <a:custGeom>
                <a:avLst/>
                <a:gdLst>
                  <a:gd name="T0" fmla="*/ 558 w 733"/>
                  <a:gd name="T1" fmla="*/ 666 h 677"/>
                  <a:gd name="T2" fmla="*/ 527 w 733"/>
                  <a:gd name="T3" fmla="*/ 669 h 677"/>
                  <a:gd name="T4" fmla="*/ 11 w 733"/>
                  <a:gd name="T5" fmla="*/ 247 h 677"/>
                  <a:gd name="T6" fmla="*/ 8 w 733"/>
                  <a:gd name="T7" fmla="*/ 216 h 677"/>
                  <a:gd name="T8" fmla="*/ 175 w 733"/>
                  <a:gd name="T9" fmla="*/ 11 h 677"/>
                  <a:gd name="T10" fmla="*/ 206 w 733"/>
                  <a:gd name="T11" fmla="*/ 8 h 677"/>
                  <a:gd name="T12" fmla="*/ 722 w 733"/>
                  <a:gd name="T13" fmla="*/ 431 h 677"/>
                  <a:gd name="T14" fmla="*/ 725 w 733"/>
                  <a:gd name="T15" fmla="*/ 462 h 677"/>
                  <a:gd name="T16" fmla="*/ 558 w 733"/>
                  <a:gd name="T17" fmla="*/ 666 h 6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33" h="677">
                    <a:moveTo>
                      <a:pt x="558" y="666"/>
                    </a:moveTo>
                    <a:cubicBezTo>
                      <a:pt x="550" y="676"/>
                      <a:pt x="536" y="677"/>
                      <a:pt x="527" y="669"/>
                    </a:cubicBezTo>
                    <a:cubicBezTo>
                      <a:pt x="11" y="247"/>
                      <a:pt x="11" y="247"/>
                      <a:pt x="11" y="247"/>
                    </a:cubicBezTo>
                    <a:cubicBezTo>
                      <a:pt x="1" y="239"/>
                      <a:pt x="0" y="225"/>
                      <a:pt x="8" y="216"/>
                    </a:cubicBezTo>
                    <a:cubicBezTo>
                      <a:pt x="175" y="11"/>
                      <a:pt x="175" y="11"/>
                      <a:pt x="175" y="11"/>
                    </a:cubicBezTo>
                    <a:cubicBezTo>
                      <a:pt x="183" y="2"/>
                      <a:pt x="197" y="0"/>
                      <a:pt x="206" y="8"/>
                    </a:cubicBezTo>
                    <a:cubicBezTo>
                      <a:pt x="722" y="431"/>
                      <a:pt x="722" y="431"/>
                      <a:pt x="722" y="431"/>
                    </a:cubicBezTo>
                    <a:cubicBezTo>
                      <a:pt x="732" y="439"/>
                      <a:pt x="733" y="453"/>
                      <a:pt x="725" y="462"/>
                    </a:cubicBezTo>
                    <a:cubicBezTo>
                      <a:pt x="558" y="666"/>
                      <a:pt x="558" y="666"/>
                      <a:pt x="558" y="666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Freeform 80"/>
              <p:cNvSpPr>
                <a:spLocks/>
              </p:cNvSpPr>
              <p:nvPr/>
            </p:nvSpPr>
            <p:spPr bwMode="auto">
              <a:xfrm>
                <a:off x="4473575" y="4289613"/>
                <a:ext cx="329017" cy="327983"/>
              </a:xfrm>
              <a:custGeom>
                <a:avLst/>
                <a:gdLst>
                  <a:gd name="T0" fmla="*/ 198 w 235"/>
                  <a:gd name="T1" fmla="*/ 184 h 235"/>
                  <a:gd name="T2" fmla="*/ 51 w 235"/>
                  <a:gd name="T3" fmla="*/ 199 h 235"/>
                  <a:gd name="T4" fmla="*/ 37 w 235"/>
                  <a:gd name="T5" fmla="*/ 52 h 235"/>
                  <a:gd name="T6" fmla="*/ 184 w 235"/>
                  <a:gd name="T7" fmla="*/ 37 h 235"/>
                  <a:gd name="T8" fmla="*/ 198 w 235"/>
                  <a:gd name="T9" fmla="*/ 184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5" h="235">
                    <a:moveTo>
                      <a:pt x="198" y="184"/>
                    </a:moveTo>
                    <a:cubicBezTo>
                      <a:pt x="162" y="229"/>
                      <a:pt x="96" y="235"/>
                      <a:pt x="51" y="199"/>
                    </a:cubicBezTo>
                    <a:cubicBezTo>
                      <a:pt x="6" y="162"/>
                      <a:pt x="0" y="96"/>
                      <a:pt x="37" y="52"/>
                    </a:cubicBezTo>
                    <a:cubicBezTo>
                      <a:pt x="73" y="7"/>
                      <a:pt x="139" y="0"/>
                      <a:pt x="184" y="37"/>
                    </a:cubicBezTo>
                    <a:cubicBezTo>
                      <a:pt x="228" y="74"/>
                      <a:pt x="235" y="139"/>
                      <a:pt x="198" y="184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Freeform 81"/>
              <p:cNvSpPr>
                <a:spLocks noEditPoints="1"/>
              </p:cNvSpPr>
              <p:nvPr/>
            </p:nvSpPr>
            <p:spPr bwMode="auto">
              <a:xfrm>
                <a:off x="4152835" y="4011293"/>
                <a:ext cx="966359" cy="889796"/>
              </a:xfrm>
              <a:custGeom>
                <a:avLst/>
                <a:gdLst>
                  <a:gd name="T0" fmla="*/ 699 w 934"/>
                  <a:gd name="T1" fmla="*/ 860 h 860"/>
                  <a:gd name="T2" fmla="*/ 0 w 934"/>
                  <a:gd name="T3" fmla="*/ 286 h 860"/>
                  <a:gd name="T4" fmla="*/ 235 w 934"/>
                  <a:gd name="T5" fmla="*/ 0 h 860"/>
                  <a:gd name="T6" fmla="*/ 934 w 934"/>
                  <a:gd name="T7" fmla="*/ 574 h 860"/>
                  <a:gd name="T8" fmla="*/ 699 w 934"/>
                  <a:gd name="T9" fmla="*/ 860 h 860"/>
                  <a:gd name="T10" fmla="*/ 31 w 934"/>
                  <a:gd name="T11" fmla="*/ 284 h 860"/>
                  <a:gd name="T12" fmla="*/ 696 w 934"/>
                  <a:gd name="T13" fmla="*/ 828 h 860"/>
                  <a:gd name="T14" fmla="*/ 903 w 934"/>
                  <a:gd name="T15" fmla="*/ 577 h 860"/>
                  <a:gd name="T16" fmla="*/ 238 w 934"/>
                  <a:gd name="T17" fmla="*/ 31 h 860"/>
                  <a:gd name="T18" fmla="*/ 31 w 934"/>
                  <a:gd name="T19" fmla="*/ 284 h 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4" h="860">
                    <a:moveTo>
                      <a:pt x="699" y="860"/>
                    </a:moveTo>
                    <a:lnTo>
                      <a:pt x="0" y="286"/>
                    </a:lnTo>
                    <a:lnTo>
                      <a:pt x="235" y="0"/>
                    </a:lnTo>
                    <a:lnTo>
                      <a:pt x="934" y="574"/>
                    </a:lnTo>
                    <a:lnTo>
                      <a:pt x="699" y="860"/>
                    </a:lnTo>
                    <a:close/>
                    <a:moveTo>
                      <a:pt x="31" y="284"/>
                    </a:moveTo>
                    <a:lnTo>
                      <a:pt x="696" y="828"/>
                    </a:lnTo>
                    <a:lnTo>
                      <a:pt x="903" y="577"/>
                    </a:lnTo>
                    <a:lnTo>
                      <a:pt x="238" y="31"/>
                    </a:lnTo>
                    <a:lnTo>
                      <a:pt x="31" y="284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Freeform 82"/>
              <p:cNvSpPr>
                <a:spLocks noEditPoints="1"/>
              </p:cNvSpPr>
              <p:nvPr/>
            </p:nvSpPr>
            <p:spPr bwMode="auto">
              <a:xfrm>
                <a:off x="4152835" y="4011293"/>
                <a:ext cx="966359" cy="889796"/>
              </a:xfrm>
              <a:custGeom>
                <a:avLst/>
                <a:gdLst>
                  <a:gd name="T0" fmla="*/ 699 w 934"/>
                  <a:gd name="T1" fmla="*/ 860 h 860"/>
                  <a:gd name="T2" fmla="*/ 0 w 934"/>
                  <a:gd name="T3" fmla="*/ 286 h 860"/>
                  <a:gd name="T4" fmla="*/ 235 w 934"/>
                  <a:gd name="T5" fmla="*/ 0 h 860"/>
                  <a:gd name="T6" fmla="*/ 934 w 934"/>
                  <a:gd name="T7" fmla="*/ 574 h 860"/>
                  <a:gd name="T8" fmla="*/ 699 w 934"/>
                  <a:gd name="T9" fmla="*/ 860 h 860"/>
                  <a:gd name="T10" fmla="*/ 31 w 934"/>
                  <a:gd name="T11" fmla="*/ 284 h 860"/>
                  <a:gd name="T12" fmla="*/ 696 w 934"/>
                  <a:gd name="T13" fmla="*/ 828 h 860"/>
                  <a:gd name="T14" fmla="*/ 903 w 934"/>
                  <a:gd name="T15" fmla="*/ 577 h 860"/>
                  <a:gd name="T16" fmla="*/ 238 w 934"/>
                  <a:gd name="T17" fmla="*/ 31 h 860"/>
                  <a:gd name="T18" fmla="*/ 31 w 934"/>
                  <a:gd name="T19" fmla="*/ 284 h 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4" h="860">
                    <a:moveTo>
                      <a:pt x="699" y="860"/>
                    </a:moveTo>
                    <a:lnTo>
                      <a:pt x="0" y="286"/>
                    </a:lnTo>
                    <a:lnTo>
                      <a:pt x="235" y="0"/>
                    </a:lnTo>
                    <a:lnTo>
                      <a:pt x="934" y="574"/>
                    </a:lnTo>
                    <a:lnTo>
                      <a:pt x="699" y="860"/>
                    </a:lnTo>
                    <a:moveTo>
                      <a:pt x="31" y="284"/>
                    </a:moveTo>
                    <a:lnTo>
                      <a:pt x="696" y="828"/>
                    </a:lnTo>
                    <a:lnTo>
                      <a:pt x="903" y="577"/>
                    </a:lnTo>
                    <a:lnTo>
                      <a:pt x="238" y="31"/>
                    </a:lnTo>
                    <a:lnTo>
                      <a:pt x="31" y="28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Freeform 83"/>
              <p:cNvSpPr>
                <a:spLocks/>
              </p:cNvSpPr>
              <p:nvPr/>
            </p:nvSpPr>
            <p:spPr bwMode="auto">
              <a:xfrm>
                <a:off x="4343210" y="4023709"/>
                <a:ext cx="130365" cy="106569"/>
              </a:xfrm>
              <a:custGeom>
                <a:avLst/>
                <a:gdLst>
                  <a:gd name="T0" fmla="*/ 94 w 94"/>
                  <a:gd name="T1" fmla="*/ 43 h 76"/>
                  <a:gd name="T2" fmla="*/ 41 w 94"/>
                  <a:gd name="T3" fmla="*/ 0 h 76"/>
                  <a:gd name="T4" fmla="*/ 0 w 94"/>
                  <a:gd name="T5" fmla="*/ 51 h 76"/>
                  <a:gd name="T6" fmla="*/ 2 w 94"/>
                  <a:gd name="T7" fmla="*/ 53 h 76"/>
                  <a:gd name="T8" fmla="*/ 93 w 94"/>
                  <a:gd name="T9" fmla="*/ 44 h 76"/>
                  <a:gd name="T10" fmla="*/ 94 w 94"/>
                  <a:gd name="T11" fmla="*/ 43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6">
                    <a:moveTo>
                      <a:pt x="94" y="43"/>
                    </a:moveTo>
                    <a:cubicBezTo>
                      <a:pt x="41" y="0"/>
                      <a:pt x="41" y="0"/>
                      <a:pt x="41" y="0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2"/>
                      <a:pt x="1" y="52"/>
                      <a:pt x="2" y="53"/>
                    </a:cubicBezTo>
                    <a:cubicBezTo>
                      <a:pt x="30" y="76"/>
                      <a:pt x="70" y="72"/>
                      <a:pt x="93" y="44"/>
                    </a:cubicBezTo>
                    <a:lnTo>
                      <a:pt x="94" y="43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Freeform 84"/>
              <p:cNvSpPr>
                <a:spLocks/>
              </p:cNvSpPr>
              <p:nvPr/>
            </p:nvSpPr>
            <p:spPr bwMode="auto">
              <a:xfrm>
                <a:off x="4172494" y="4232707"/>
                <a:ext cx="104500" cy="130365"/>
              </a:xfrm>
              <a:custGeom>
                <a:avLst/>
                <a:gdLst>
                  <a:gd name="T0" fmla="*/ 43 w 75"/>
                  <a:gd name="T1" fmla="*/ 0 h 94"/>
                  <a:gd name="T2" fmla="*/ 0 w 75"/>
                  <a:gd name="T3" fmla="*/ 52 h 94"/>
                  <a:gd name="T4" fmla="*/ 51 w 75"/>
                  <a:gd name="T5" fmla="*/ 94 h 94"/>
                  <a:gd name="T6" fmla="*/ 53 w 75"/>
                  <a:gd name="T7" fmla="*/ 91 h 94"/>
                  <a:gd name="T8" fmla="*/ 44 w 75"/>
                  <a:gd name="T9" fmla="*/ 0 h 94"/>
                  <a:gd name="T10" fmla="*/ 43 w 75"/>
                  <a:gd name="T11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43" y="0"/>
                    </a:moveTo>
                    <a:cubicBezTo>
                      <a:pt x="0" y="52"/>
                      <a:pt x="0" y="52"/>
                      <a:pt x="0" y="52"/>
                    </a:cubicBezTo>
                    <a:cubicBezTo>
                      <a:pt x="51" y="94"/>
                      <a:pt x="51" y="94"/>
                      <a:pt x="51" y="94"/>
                    </a:cubicBezTo>
                    <a:cubicBezTo>
                      <a:pt x="51" y="93"/>
                      <a:pt x="52" y="92"/>
                      <a:pt x="53" y="91"/>
                    </a:cubicBezTo>
                    <a:cubicBezTo>
                      <a:pt x="75" y="64"/>
                      <a:pt x="71" y="23"/>
                      <a:pt x="44" y="0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6" name="Freeform 85"/>
              <p:cNvSpPr>
                <a:spLocks/>
              </p:cNvSpPr>
              <p:nvPr/>
            </p:nvSpPr>
            <p:spPr bwMode="auto">
              <a:xfrm>
                <a:off x="4800524" y="4780035"/>
                <a:ext cx="131400" cy="105534"/>
              </a:xfrm>
              <a:custGeom>
                <a:avLst/>
                <a:gdLst>
                  <a:gd name="T0" fmla="*/ 0 w 94"/>
                  <a:gd name="T1" fmla="*/ 33 h 76"/>
                  <a:gd name="T2" fmla="*/ 53 w 94"/>
                  <a:gd name="T3" fmla="*/ 76 h 76"/>
                  <a:gd name="T4" fmla="*/ 94 w 94"/>
                  <a:gd name="T5" fmla="*/ 25 h 76"/>
                  <a:gd name="T6" fmla="*/ 92 w 94"/>
                  <a:gd name="T7" fmla="*/ 23 h 76"/>
                  <a:gd name="T8" fmla="*/ 1 w 94"/>
                  <a:gd name="T9" fmla="*/ 32 h 76"/>
                  <a:gd name="T10" fmla="*/ 0 w 94"/>
                  <a:gd name="T11" fmla="*/ 33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6">
                    <a:moveTo>
                      <a:pt x="0" y="33"/>
                    </a:moveTo>
                    <a:cubicBezTo>
                      <a:pt x="53" y="76"/>
                      <a:pt x="53" y="76"/>
                      <a:pt x="53" y="76"/>
                    </a:cubicBezTo>
                    <a:cubicBezTo>
                      <a:pt x="94" y="25"/>
                      <a:pt x="94" y="25"/>
                      <a:pt x="94" y="25"/>
                    </a:cubicBezTo>
                    <a:cubicBezTo>
                      <a:pt x="94" y="24"/>
                      <a:pt x="93" y="23"/>
                      <a:pt x="92" y="23"/>
                    </a:cubicBezTo>
                    <a:cubicBezTo>
                      <a:pt x="64" y="0"/>
                      <a:pt x="24" y="4"/>
                      <a:pt x="1" y="32"/>
                    </a:cubicBez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Freeform 86"/>
              <p:cNvSpPr>
                <a:spLocks/>
              </p:cNvSpPr>
              <p:nvPr/>
            </p:nvSpPr>
            <p:spPr bwMode="auto">
              <a:xfrm>
                <a:off x="4998141" y="4546205"/>
                <a:ext cx="104500" cy="131400"/>
              </a:xfrm>
              <a:custGeom>
                <a:avLst/>
                <a:gdLst>
                  <a:gd name="T0" fmla="*/ 32 w 75"/>
                  <a:gd name="T1" fmla="*/ 94 h 94"/>
                  <a:gd name="T2" fmla="*/ 75 w 75"/>
                  <a:gd name="T3" fmla="*/ 42 h 94"/>
                  <a:gd name="T4" fmla="*/ 24 w 75"/>
                  <a:gd name="T5" fmla="*/ 0 h 94"/>
                  <a:gd name="T6" fmla="*/ 22 w 75"/>
                  <a:gd name="T7" fmla="*/ 2 h 94"/>
                  <a:gd name="T8" fmla="*/ 31 w 75"/>
                  <a:gd name="T9" fmla="*/ 93 h 94"/>
                  <a:gd name="T10" fmla="*/ 32 w 75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32" y="94"/>
                    </a:moveTo>
                    <a:cubicBezTo>
                      <a:pt x="75" y="42"/>
                      <a:pt x="75" y="42"/>
                      <a:pt x="75" y="42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1"/>
                      <a:pt x="23" y="2"/>
                      <a:pt x="22" y="2"/>
                    </a:cubicBezTo>
                    <a:cubicBezTo>
                      <a:pt x="0" y="30"/>
                      <a:pt x="4" y="71"/>
                      <a:pt x="31" y="93"/>
                    </a:cubicBezTo>
                    <a:lnTo>
                      <a:pt x="32" y="94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Freeform 87"/>
              <p:cNvSpPr>
                <a:spLocks/>
              </p:cNvSpPr>
              <p:nvPr/>
            </p:nvSpPr>
            <p:spPr bwMode="auto">
              <a:xfrm>
                <a:off x="2969200" y="3298422"/>
                <a:ext cx="561813" cy="1039820"/>
              </a:xfrm>
              <a:custGeom>
                <a:avLst/>
                <a:gdLst>
                  <a:gd name="T0" fmla="*/ 20 w 403"/>
                  <a:gd name="T1" fmla="*/ 40 h 745"/>
                  <a:gd name="T2" fmla="*/ 1 w 403"/>
                  <a:gd name="T3" fmla="*/ 65 h 745"/>
                  <a:gd name="T4" fmla="*/ 96 w 403"/>
                  <a:gd name="T5" fmla="*/ 725 h 745"/>
                  <a:gd name="T6" fmla="*/ 121 w 403"/>
                  <a:gd name="T7" fmla="*/ 744 h 745"/>
                  <a:gd name="T8" fmla="*/ 383 w 403"/>
                  <a:gd name="T9" fmla="*/ 706 h 745"/>
                  <a:gd name="T10" fmla="*/ 401 w 403"/>
                  <a:gd name="T11" fmla="*/ 681 h 745"/>
                  <a:gd name="T12" fmla="*/ 307 w 403"/>
                  <a:gd name="T13" fmla="*/ 21 h 745"/>
                  <a:gd name="T14" fmla="*/ 282 w 403"/>
                  <a:gd name="T15" fmla="*/ 2 h 745"/>
                  <a:gd name="T16" fmla="*/ 20 w 403"/>
                  <a:gd name="T17" fmla="*/ 40 h 7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03" h="745">
                    <a:moveTo>
                      <a:pt x="20" y="40"/>
                    </a:moveTo>
                    <a:cubicBezTo>
                      <a:pt x="8" y="41"/>
                      <a:pt x="0" y="53"/>
                      <a:pt x="1" y="65"/>
                    </a:cubicBezTo>
                    <a:cubicBezTo>
                      <a:pt x="96" y="725"/>
                      <a:pt x="96" y="725"/>
                      <a:pt x="96" y="725"/>
                    </a:cubicBezTo>
                    <a:cubicBezTo>
                      <a:pt x="98" y="737"/>
                      <a:pt x="109" y="745"/>
                      <a:pt x="121" y="744"/>
                    </a:cubicBezTo>
                    <a:cubicBezTo>
                      <a:pt x="383" y="706"/>
                      <a:pt x="383" y="706"/>
                      <a:pt x="383" y="706"/>
                    </a:cubicBezTo>
                    <a:cubicBezTo>
                      <a:pt x="395" y="704"/>
                      <a:pt x="403" y="693"/>
                      <a:pt x="401" y="681"/>
                    </a:cubicBezTo>
                    <a:cubicBezTo>
                      <a:pt x="307" y="21"/>
                      <a:pt x="307" y="21"/>
                      <a:pt x="307" y="21"/>
                    </a:cubicBezTo>
                    <a:cubicBezTo>
                      <a:pt x="305" y="9"/>
                      <a:pt x="294" y="0"/>
                      <a:pt x="282" y="2"/>
                    </a:cubicBezTo>
                    <a:cubicBezTo>
                      <a:pt x="20" y="40"/>
                      <a:pt x="20" y="40"/>
                      <a:pt x="20" y="40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Freeform 88"/>
              <p:cNvSpPr>
                <a:spLocks/>
              </p:cNvSpPr>
              <p:nvPr/>
            </p:nvSpPr>
            <p:spPr bwMode="auto">
              <a:xfrm>
                <a:off x="3094392" y="3662618"/>
                <a:ext cx="311429" cy="312463"/>
              </a:xfrm>
              <a:custGeom>
                <a:avLst/>
                <a:gdLst>
                  <a:gd name="T0" fmla="*/ 96 w 223"/>
                  <a:gd name="T1" fmla="*/ 8 h 224"/>
                  <a:gd name="T2" fmla="*/ 8 w 223"/>
                  <a:gd name="T3" fmla="*/ 127 h 224"/>
                  <a:gd name="T4" fmla="*/ 126 w 223"/>
                  <a:gd name="T5" fmla="*/ 215 h 224"/>
                  <a:gd name="T6" fmla="*/ 215 w 223"/>
                  <a:gd name="T7" fmla="*/ 97 h 224"/>
                  <a:gd name="T8" fmla="*/ 96 w 223"/>
                  <a:gd name="T9" fmla="*/ 8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3" h="224">
                    <a:moveTo>
                      <a:pt x="96" y="8"/>
                    </a:moveTo>
                    <a:cubicBezTo>
                      <a:pt x="39" y="17"/>
                      <a:pt x="0" y="70"/>
                      <a:pt x="8" y="127"/>
                    </a:cubicBezTo>
                    <a:cubicBezTo>
                      <a:pt x="16" y="184"/>
                      <a:pt x="69" y="224"/>
                      <a:pt x="126" y="215"/>
                    </a:cubicBezTo>
                    <a:cubicBezTo>
                      <a:pt x="183" y="207"/>
                      <a:pt x="223" y="154"/>
                      <a:pt x="215" y="97"/>
                    </a:cubicBezTo>
                    <a:cubicBezTo>
                      <a:pt x="207" y="40"/>
                      <a:pt x="154" y="0"/>
                      <a:pt x="96" y="8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Freeform 89"/>
              <p:cNvSpPr>
                <a:spLocks noEditPoints="1"/>
              </p:cNvSpPr>
              <p:nvPr/>
            </p:nvSpPr>
            <p:spPr bwMode="auto">
              <a:xfrm>
                <a:off x="3206134" y="3742285"/>
                <a:ext cx="111742" cy="27936"/>
              </a:xfrm>
              <a:custGeom>
                <a:avLst/>
                <a:gdLst>
                  <a:gd name="T0" fmla="*/ 11 w 80"/>
                  <a:gd name="T1" fmla="*/ 7 h 20"/>
                  <a:gd name="T2" fmla="*/ 4 w 80"/>
                  <a:gd name="T3" fmla="*/ 8 h 20"/>
                  <a:gd name="T4" fmla="*/ 0 w 80"/>
                  <a:gd name="T5" fmla="*/ 8 h 20"/>
                  <a:gd name="T6" fmla="*/ 27 w 80"/>
                  <a:gd name="T7" fmla="*/ 12 h 20"/>
                  <a:gd name="T8" fmla="*/ 22 w 80"/>
                  <a:gd name="T9" fmla="*/ 9 h 20"/>
                  <a:gd name="T10" fmla="*/ 11 w 80"/>
                  <a:gd name="T11" fmla="*/ 7 h 20"/>
                  <a:gd name="T12" fmla="*/ 77 w 80"/>
                  <a:gd name="T13" fmla="*/ 0 h 20"/>
                  <a:gd name="T14" fmla="*/ 41 w 80"/>
                  <a:gd name="T15" fmla="*/ 6 h 20"/>
                  <a:gd name="T16" fmla="*/ 42 w 80"/>
                  <a:gd name="T17" fmla="*/ 14 h 20"/>
                  <a:gd name="T18" fmla="*/ 80 w 80"/>
                  <a:gd name="T19" fmla="*/ 20 h 20"/>
                  <a:gd name="T20" fmla="*/ 80 w 80"/>
                  <a:gd name="T21" fmla="*/ 20 h 20"/>
                  <a:gd name="T22" fmla="*/ 77 w 80"/>
                  <a:gd name="T2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0" h="20">
                    <a:moveTo>
                      <a:pt x="11" y="7"/>
                    </a:moveTo>
                    <a:cubicBezTo>
                      <a:pt x="9" y="7"/>
                      <a:pt x="7" y="7"/>
                      <a:pt x="4" y="8"/>
                    </a:cubicBezTo>
                    <a:cubicBezTo>
                      <a:pt x="3" y="8"/>
                      <a:pt x="2" y="8"/>
                      <a:pt x="0" y="8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25" y="11"/>
                      <a:pt x="23" y="10"/>
                      <a:pt x="22" y="9"/>
                    </a:cubicBezTo>
                    <a:cubicBezTo>
                      <a:pt x="19" y="8"/>
                      <a:pt x="15" y="7"/>
                      <a:pt x="11" y="7"/>
                    </a:cubicBezTo>
                    <a:moveTo>
                      <a:pt x="77" y="0"/>
                    </a:moveTo>
                    <a:cubicBezTo>
                      <a:pt x="41" y="6"/>
                      <a:pt x="41" y="6"/>
                      <a:pt x="41" y="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77" y="0"/>
                      <a:pt x="77" y="0"/>
                      <a:pt x="77" y="0"/>
                    </a:cubicBezTo>
                  </a:path>
                </a:pathLst>
              </a:custGeom>
              <a:solidFill>
                <a:srgbClr val="9E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Freeform 90"/>
              <p:cNvSpPr>
                <a:spLocks noEditPoints="1"/>
              </p:cNvSpPr>
              <p:nvPr/>
            </p:nvSpPr>
            <p:spPr bwMode="auto">
              <a:xfrm>
                <a:off x="2990928" y="3328427"/>
                <a:ext cx="511115" cy="980844"/>
              </a:xfrm>
              <a:custGeom>
                <a:avLst/>
                <a:gdLst>
                  <a:gd name="T0" fmla="*/ 366 w 494"/>
                  <a:gd name="T1" fmla="*/ 0 h 948"/>
                  <a:gd name="T2" fmla="*/ 494 w 494"/>
                  <a:gd name="T3" fmla="*/ 895 h 948"/>
                  <a:gd name="T4" fmla="*/ 128 w 494"/>
                  <a:gd name="T5" fmla="*/ 948 h 948"/>
                  <a:gd name="T6" fmla="*/ 0 w 494"/>
                  <a:gd name="T7" fmla="*/ 53 h 948"/>
                  <a:gd name="T8" fmla="*/ 366 w 494"/>
                  <a:gd name="T9" fmla="*/ 0 h 948"/>
                  <a:gd name="T10" fmla="*/ 470 w 494"/>
                  <a:gd name="T11" fmla="*/ 876 h 948"/>
                  <a:gd name="T12" fmla="*/ 347 w 494"/>
                  <a:gd name="T13" fmla="*/ 26 h 948"/>
                  <a:gd name="T14" fmla="*/ 26 w 494"/>
                  <a:gd name="T15" fmla="*/ 72 h 948"/>
                  <a:gd name="T16" fmla="*/ 147 w 494"/>
                  <a:gd name="T17" fmla="*/ 922 h 948"/>
                  <a:gd name="T18" fmla="*/ 470 w 494"/>
                  <a:gd name="T19" fmla="*/ 876 h 9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4" h="948">
                    <a:moveTo>
                      <a:pt x="366" y="0"/>
                    </a:moveTo>
                    <a:lnTo>
                      <a:pt x="494" y="895"/>
                    </a:lnTo>
                    <a:lnTo>
                      <a:pt x="128" y="948"/>
                    </a:lnTo>
                    <a:lnTo>
                      <a:pt x="0" y="53"/>
                    </a:lnTo>
                    <a:lnTo>
                      <a:pt x="366" y="0"/>
                    </a:lnTo>
                    <a:close/>
                    <a:moveTo>
                      <a:pt x="470" y="876"/>
                    </a:moveTo>
                    <a:lnTo>
                      <a:pt x="347" y="26"/>
                    </a:lnTo>
                    <a:lnTo>
                      <a:pt x="26" y="72"/>
                    </a:lnTo>
                    <a:lnTo>
                      <a:pt x="147" y="922"/>
                    </a:lnTo>
                    <a:lnTo>
                      <a:pt x="470" y="876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Freeform 91"/>
              <p:cNvSpPr>
                <a:spLocks noEditPoints="1"/>
              </p:cNvSpPr>
              <p:nvPr/>
            </p:nvSpPr>
            <p:spPr bwMode="auto">
              <a:xfrm>
                <a:off x="2990928" y="3328427"/>
                <a:ext cx="511115" cy="980844"/>
              </a:xfrm>
              <a:custGeom>
                <a:avLst/>
                <a:gdLst>
                  <a:gd name="T0" fmla="*/ 366 w 494"/>
                  <a:gd name="T1" fmla="*/ 0 h 948"/>
                  <a:gd name="T2" fmla="*/ 494 w 494"/>
                  <a:gd name="T3" fmla="*/ 895 h 948"/>
                  <a:gd name="T4" fmla="*/ 128 w 494"/>
                  <a:gd name="T5" fmla="*/ 948 h 948"/>
                  <a:gd name="T6" fmla="*/ 0 w 494"/>
                  <a:gd name="T7" fmla="*/ 53 h 948"/>
                  <a:gd name="T8" fmla="*/ 366 w 494"/>
                  <a:gd name="T9" fmla="*/ 0 h 948"/>
                  <a:gd name="T10" fmla="*/ 470 w 494"/>
                  <a:gd name="T11" fmla="*/ 876 h 948"/>
                  <a:gd name="T12" fmla="*/ 347 w 494"/>
                  <a:gd name="T13" fmla="*/ 26 h 948"/>
                  <a:gd name="T14" fmla="*/ 26 w 494"/>
                  <a:gd name="T15" fmla="*/ 72 h 948"/>
                  <a:gd name="T16" fmla="*/ 147 w 494"/>
                  <a:gd name="T17" fmla="*/ 922 h 948"/>
                  <a:gd name="T18" fmla="*/ 470 w 494"/>
                  <a:gd name="T19" fmla="*/ 876 h 9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4" h="948">
                    <a:moveTo>
                      <a:pt x="366" y="0"/>
                    </a:moveTo>
                    <a:lnTo>
                      <a:pt x="494" y="895"/>
                    </a:lnTo>
                    <a:lnTo>
                      <a:pt x="128" y="948"/>
                    </a:lnTo>
                    <a:lnTo>
                      <a:pt x="0" y="53"/>
                    </a:lnTo>
                    <a:lnTo>
                      <a:pt x="366" y="0"/>
                    </a:lnTo>
                    <a:moveTo>
                      <a:pt x="470" y="876"/>
                    </a:moveTo>
                    <a:lnTo>
                      <a:pt x="347" y="26"/>
                    </a:lnTo>
                    <a:lnTo>
                      <a:pt x="26" y="72"/>
                    </a:lnTo>
                    <a:lnTo>
                      <a:pt x="147" y="922"/>
                    </a:lnTo>
                    <a:lnTo>
                      <a:pt x="470" y="87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Freeform 92"/>
              <p:cNvSpPr>
                <a:spLocks/>
              </p:cNvSpPr>
              <p:nvPr/>
            </p:nvSpPr>
            <p:spPr bwMode="auto">
              <a:xfrm>
                <a:off x="3396509" y="4150970"/>
                <a:ext cx="97257" cy="106569"/>
              </a:xfrm>
              <a:custGeom>
                <a:avLst/>
                <a:gdLst>
                  <a:gd name="T0" fmla="*/ 61 w 70"/>
                  <a:gd name="T1" fmla="*/ 0 h 76"/>
                  <a:gd name="T2" fmla="*/ 70 w 70"/>
                  <a:gd name="T3" fmla="*/ 67 h 76"/>
                  <a:gd name="T4" fmla="*/ 5 w 70"/>
                  <a:gd name="T5" fmla="*/ 76 h 76"/>
                  <a:gd name="T6" fmla="*/ 5 w 70"/>
                  <a:gd name="T7" fmla="*/ 73 h 76"/>
                  <a:gd name="T8" fmla="*/ 60 w 70"/>
                  <a:gd name="T9" fmla="*/ 0 h 76"/>
                  <a:gd name="T10" fmla="*/ 61 w 70"/>
                  <a:gd name="T11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0" h="76">
                    <a:moveTo>
                      <a:pt x="61" y="0"/>
                    </a:moveTo>
                    <a:cubicBezTo>
                      <a:pt x="70" y="67"/>
                      <a:pt x="70" y="67"/>
                      <a:pt x="70" y="67"/>
                    </a:cubicBezTo>
                    <a:cubicBezTo>
                      <a:pt x="5" y="76"/>
                      <a:pt x="5" y="76"/>
                      <a:pt x="5" y="76"/>
                    </a:cubicBezTo>
                    <a:cubicBezTo>
                      <a:pt x="5" y="75"/>
                      <a:pt x="5" y="74"/>
                      <a:pt x="5" y="73"/>
                    </a:cubicBezTo>
                    <a:cubicBezTo>
                      <a:pt x="0" y="38"/>
                      <a:pt x="24" y="5"/>
                      <a:pt x="60" y="0"/>
                    </a:cubicBezTo>
                    <a:cubicBezTo>
                      <a:pt x="61" y="0"/>
                      <a:pt x="61" y="0"/>
                      <a:pt x="61" y="0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4" name="Freeform 93"/>
              <p:cNvSpPr>
                <a:spLocks/>
              </p:cNvSpPr>
              <p:nvPr/>
            </p:nvSpPr>
            <p:spPr bwMode="auto">
              <a:xfrm>
                <a:off x="3123363" y="4195460"/>
                <a:ext cx="106569" cy="98292"/>
              </a:xfrm>
              <a:custGeom>
                <a:avLst/>
                <a:gdLst>
                  <a:gd name="T0" fmla="*/ 76 w 76"/>
                  <a:gd name="T1" fmla="*/ 61 h 70"/>
                  <a:gd name="T2" fmla="*/ 9 w 76"/>
                  <a:gd name="T3" fmla="*/ 70 h 70"/>
                  <a:gd name="T4" fmla="*/ 0 w 76"/>
                  <a:gd name="T5" fmla="*/ 6 h 70"/>
                  <a:gd name="T6" fmla="*/ 3 w 76"/>
                  <a:gd name="T7" fmla="*/ 5 h 70"/>
                  <a:gd name="T8" fmla="*/ 76 w 76"/>
                  <a:gd name="T9" fmla="*/ 60 h 70"/>
                  <a:gd name="T10" fmla="*/ 76 w 76"/>
                  <a:gd name="T11" fmla="*/ 6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6" h="70">
                    <a:moveTo>
                      <a:pt x="76" y="61"/>
                    </a:moveTo>
                    <a:cubicBezTo>
                      <a:pt x="9" y="70"/>
                      <a:pt x="9" y="70"/>
                      <a:pt x="9" y="7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5"/>
                      <a:pt x="2" y="5"/>
                      <a:pt x="3" y="5"/>
                    </a:cubicBezTo>
                    <a:cubicBezTo>
                      <a:pt x="38" y="0"/>
                      <a:pt x="71" y="24"/>
                      <a:pt x="76" y="60"/>
                    </a:cubicBezTo>
                    <a:lnTo>
                      <a:pt x="76" y="61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5" name="Freeform 94"/>
              <p:cNvSpPr>
                <a:spLocks/>
              </p:cNvSpPr>
              <p:nvPr/>
            </p:nvSpPr>
            <p:spPr bwMode="auto">
              <a:xfrm>
                <a:off x="3003344" y="3380159"/>
                <a:ext cx="98292" cy="106569"/>
              </a:xfrm>
              <a:custGeom>
                <a:avLst/>
                <a:gdLst>
                  <a:gd name="T0" fmla="*/ 9 w 70"/>
                  <a:gd name="T1" fmla="*/ 76 h 76"/>
                  <a:gd name="T2" fmla="*/ 0 w 70"/>
                  <a:gd name="T3" fmla="*/ 9 h 76"/>
                  <a:gd name="T4" fmla="*/ 65 w 70"/>
                  <a:gd name="T5" fmla="*/ 0 h 76"/>
                  <a:gd name="T6" fmla="*/ 65 w 70"/>
                  <a:gd name="T7" fmla="*/ 3 h 76"/>
                  <a:gd name="T8" fmla="*/ 10 w 70"/>
                  <a:gd name="T9" fmla="*/ 76 h 76"/>
                  <a:gd name="T10" fmla="*/ 9 w 70"/>
                  <a:gd name="T11" fmla="*/ 7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0" h="76">
                    <a:moveTo>
                      <a:pt x="9" y="76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65" y="0"/>
                      <a:pt x="65" y="0"/>
                      <a:pt x="65" y="0"/>
                    </a:cubicBezTo>
                    <a:cubicBezTo>
                      <a:pt x="65" y="1"/>
                      <a:pt x="65" y="2"/>
                      <a:pt x="65" y="3"/>
                    </a:cubicBezTo>
                    <a:cubicBezTo>
                      <a:pt x="70" y="38"/>
                      <a:pt x="46" y="71"/>
                      <a:pt x="10" y="76"/>
                    </a:cubicBezTo>
                    <a:lnTo>
                      <a:pt x="9" y="76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6" name="Freeform 95"/>
              <p:cNvSpPr>
                <a:spLocks/>
              </p:cNvSpPr>
              <p:nvPr/>
            </p:nvSpPr>
            <p:spPr bwMode="auto">
              <a:xfrm>
                <a:off x="3267178" y="3342912"/>
                <a:ext cx="107603" cy="99326"/>
              </a:xfrm>
              <a:custGeom>
                <a:avLst/>
                <a:gdLst>
                  <a:gd name="T0" fmla="*/ 0 w 77"/>
                  <a:gd name="T1" fmla="*/ 10 h 71"/>
                  <a:gd name="T2" fmla="*/ 67 w 77"/>
                  <a:gd name="T3" fmla="*/ 0 h 71"/>
                  <a:gd name="T4" fmla="*/ 77 w 77"/>
                  <a:gd name="T5" fmla="*/ 65 h 71"/>
                  <a:gd name="T6" fmla="*/ 73 w 77"/>
                  <a:gd name="T7" fmla="*/ 66 h 71"/>
                  <a:gd name="T8" fmla="*/ 0 w 77"/>
                  <a:gd name="T9" fmla="*/ 11 h 71"/>
                  <a:gd name="T10" fmla="*/ 0 w 77"/>
                  <a:gd name="T11" fmla="*/ 1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71">
                    <a:moveTo>
                      <a:pt x="0" y="10"/>
                    </a:moveTo>
                    <a:cubicBezTo>
                      <a:pt x="67" y="0"/>
                      <a:pt x="67" y="0"/>
                      <a:pt x="67" y="0"/>
                    </a:cubicBezTo>
                    <a:cubicBezTo>
                      <a:pt x="77" y="65"/>
                      <a:pt x="77" y="65"/>
                      <a:pt x="77" y="65"/>
                    </a:cubicBezTo>
                    <a:cubicBezTo>
                      <a:pt x="75" y="66"/>
                      <a:pt x="74" y="66"/>
                      <a:pt x="73" y="66"/>
                    </a:cubicBezTo>
                    <a:cubicBezTo>
                      <a:pt x="38" y="71"/>
                      <a:pt x="5" y="46"/>
                      <a:pt x="0" y="11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Freeform 96"/>
              <p:cNvSpPr>
                <a:spLocks/>
              </p:cNvSpPr>
              <p:nvPr/>
            </p:nvSpPr>
            <p:spPr bwMode="auto">
              <a:xfrm>
                <a:off x="2307026" y="3635717"/>
                <a:ext cx="1038785" cy="562847"/>
              </a:xfrm>
              <a:custGeom>
                <a:avLst/>
                <a:gdLst>
                  <a:gd name="T0" fmla="*/ 1 w 744"/>
                  <a:gd name="T1" fmla="*/ 282 h 403"/>
                  <a:gd name="T2" fmla="*/ 20 w 744"/>
                  <a:gd name="T3" fmla="*/ 307 h 403"/>
                  <a:gd name="T4" fmla="*/ 681 w 744"/>
                  <a:gd name="T5" fmla="*/ 401 h 403"/>
                  <a:gd name="T6" fmla="*/ 705 w 744"/>
                  <a:gd name="T7" fmla="*/ 382 h 403"/>
                  <a:gd name="T8" fmla="*/ 743 w 744"/>
                  <a:gd name="T9" fmla="*/ 121 h 403"/>
                  <a:gd name="T10" fmla="*/ 724 w 744"/>
                  <a:gd name="T11" fmla="*/ 96 h 403"/>
                  <a:gd name="T12" fmla="*/ 63 w 744"/>
                  <a:gd name="T13" fmla="*/ 2 h 403"/>
                  <a:gd name="T14" fmla="*/ 38 w 744"/>
                  <a:gd name="T15" fmla="*/ 21 h 403"/>
                  <a:gd name="T16" fmla="*/ 1 w 744"/>
                  <a:gd name="T17" fmla="*/ 282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4" h="403">
                    <a:moveTo>
                      <a:pt x="1" y="282"/>
                    </a:moveTo>
                    <a:cubicBezTo>
                      <a:pt x="0" y="294"/>
                      <a:pt x="8" y="306"/>
                      <a:pt x="20" y="307"/>
                    </a:cubicBezTo>
                    <a:cubicBezTo>
                      <a:pt x="681" y="401"/>
                      <a:pt x="681" y="401"/>
                      <a:pt x="681" y="401"/>
                    </a:cubicBezTo>
                    <a:cubicBezTo>
                      <a:pt x="693" y="403"/>
                      <a:pt x="704" y="394"/>
                      <a:pt x="705" y="382"/>
                    </a:cubicBezTo>
                    <a:cubicBezTo>
                      <a:pt x="743" y="121"/>
                      <a:pt x="743" y="121"/>
                      <a:pt x="743" y="121"/>
                    </a:cubicBezTo>
                    <a:cubicBezTo>
                      <a:pt x="744" y="109"/>
                      <a:pt x="736" y="97"/>
                      <a:pt x="724" y="96"/>
                    </a:cubicBezTo>
                    <a:cubicBezTo>
                      <a:pt x="63" y="2"/>
                      <a:pt x="63" y="2"/>
                      <a:pt x="63" y="2"/>
                    </a:cubicBezTo>
                    <a:cubicBezTo>
                      <a:pt x="51" y="0"/>
                      <a:pt x="40" y="9"/>
                      <a:pt x="38" y="21"/>
                    </a:cubicBezTo>
                    <a:cubicBezTo>
                      <a:pt x="1" y="282"/>
                      <a:pt x="1" y="282"/>
                      <a:pt x="1" y="282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8" name="Freeform 97"/>
              <p:cNvSpPr>
                <a:spLocks/>
              </p:cNvSpPr>
              <p:nvPr/>
            </p:nvSpPr>
            <p:spPr bwMode="auto">
              <a:xfrm>
                <a:off x="2670188" y="3761944"/>
                <a:ext cx="312463" cy="311429"/>
              </a:xfrm>
              <a:custGeom>
                <a:avLst/>
                <a:gdLst>
                  <a:gd name="T0" fmla="*/ 8 w 224"/>
                  <a:gd name="T1" fmla="*/ 97 h 223"/>
                  <a:gd name="T2" fmla="*/ 97 w 224"/>
                  <a:gd name="T3" fmla="*/ 215 h 223"/>
                  <a:gd name="T4" fmla="*/ 215 w 224"/>
                  <a:gd name="T5" fmla="*/ 126 h 223"/>
                  <a:gd name="T6" fmla="*/ 127 w 224"/>
                  <a:gd name="T7" fmla="*/ 8 h 223"/>
                  <a:gd name="T8" fmla="*/ 8 w 224"/>
                  <a:gd name="T9" fmla="*/ 97 h 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4" h="223">
                    <a:moveTo>
                      <a:pt x="8" y="97"/>
                    </a:moveTo>
                    <a:cubicBezTo>
                      <a:pt x="0" y="154"/>
                      <a:pt x="40" y="207"/>
                      <a:pt x="97" y="215"/>
                    </a:cubicBezTo>
                    <a:cubicBezTo>
                      <a:pt x="154" y="223"/>
                      <a:pt x="207" y="183"/>
                      <a:pt x="215" y="126"/>
                    </a:cubicBezTo>
                    <a:cubicBezTo>
                      <a:pt x="224" y="69"/>
                      <a:pt x="184" y="16"/>
                      <a:pt x="127" y="8"/>
                    </a:cubicBezTo>
                    <a:cubicBezTo>
                      <a:pt x="69" y="0"/>
                      <a:pt x="17" y="40"/>
                      <a:pt x="8" y="97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Freeform 98"/>
              <p:cNvSpPr>
                <a:spLocks noEditPoints="1"/>
              </p:cNvSpPr>
              <p:nvPr/>
            </p:nvSpPr>
            <p:spPr bwMode="auto">
              <a:xfrm>
                <a:off x="2335997" y="3665721"/>
                <a:ext cx="980844" cy="509046"/>
              </a:xfrm>
              <a:custGeom>
                <a:avLst/>
                <a:gdLst>
                  <a:gd name="T0" fmla="*/ 52 w 948"/>
                  <a:gd name="T1" fmla="*/ 0 h 492"/>
                  <a:gd name="T2" fmla="*/ 948 w 948"/>
                  <a:gd name="T3" fmla="*/ 126 h 492"/>
                  <a:gd name="T4" fmla="*/ 895 w 948"/>
                  <a:gd name="T5" fmla="*/ 492 h 492"/>
                  <a:gd name="T6" fmla="*/ 0 w 948"/>
                  <a:gd name="T7" fmla="*/ 365 h 492"/>
                  <a:gd name="T8" fmla="*/ 52 w 948"/>
                  <a:gd name="T9" fmla="*/ 0 h 492"/>
                  <a:gd name="T10" fmla="*/ 922 w 948"/>
                  <a:gd name="T11" fmla="*/ 145 h 492"/>
                  <a:gd name="T12" fmla="*/ 70 w 948"/>
                  <a:gd name="T13" fmla="*/ 25 h 492"/>
                  <a:gd name="T14" fmla="*/ 25 w 948"/>
                  <a:gd name="T15" fmla="*/ 346 h 492"/>
                  <a:gd name="T16" fmla="*/ 876 w 948"/>
                  <a:gd name="T17" fmla="*/ 468 h 492"/>
                  <a:gd name="T18" fmla="*/ 922 w 948"/>
                  <a:gd name="T19" fmla="*/ 145 h 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48" h="492">
                    <a:moveTo>
                      <a:pt x="52" y="0"/>
                    </a:moveTo>
                    <a:lnTo>
                      <a:pt x="948" y="126"/>
                    </a:lnTo>
                    <a:lnTo>
                      <a:pt x="895" y="492"/>
                    </a:lnTo>
                    <a:lnTo>
                      <a:pt x="0" y="365"/>
                    </a:lnTo>
                    <a:lnTo>
                      <a:pt x="52" y="0"/>
                    </a:lnTo>
                    <a:close/>
                    <a:moveTo>
                      <a:pt x="922" y="145"/>
                    </a:moveTo>
                    <a:lnTo>
                      <a:pt x="70" y="25"/>
                    </a:lnTo>
                    <a:lnTo>
                      <a:pt x="25" y="346"/>
                    </a:lnTo>
                    <a:lnTo>
                      <a:pt x="876" y="468"/>
                    </a:lnTo>
                    <a:lnTo>
                      <a:pt x="922" y="145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0" name="Freeform 99"/>
              <p:cNvSpPr>
                <a:spLocks/>
              </p:cNvSpPr>
              <p:nvPr/>
            </p:nvSpPr>
            <p:spPr bwMode="auto">
              <a:xfrm>
                <a:off x="3201996" y="3787809"/>
                <a:ext cx="101395" cy="105534"/>
              </a:xfrm>
              <a:custGeom>
                <a:avLst/>
                <a:gdLst>
                  <a:gd name="T0" fmla="*/ 6 w 73"/>
                  <a:gd name="T1" fmla="*/ 0 h 75"/>
                  <a:gd name="T2" fmla="*/ 73 w 73"/>
                  <a:gd name="T3" fmla="*/ 10 h 75"/>
                  <a:gd name="T4" fmla="*/ 63 w 73"/>
                  <a:gd name="T5" fmla="*/ 75 h 75"/>
                  <a:gd name="T6" fmla="*/ 60 w 73"/>
                  <a:gd name="T7" fmla="*/ 74 h 75"/>
                  <a:gd name="T8" fmla="*/ 5 w 73"/>
                  <a:gd name="T9" fmla="*/ 1 h 75"/>
                  <a:gd name="T10" fmla="*/ 6 w 73"/>
                  <a:gd name="T1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75">
                    <a:moveTo>
                      <a:pt x="6" y="0"/>
                    </a:moveTo>
                    <a:cubicBezTo>
                      <a:pt x="73" y="10"/>
                      <a:pt x="73" y="10"/>
                      <a:pt x="73" y="10"/>
                    </a:cubicBezTo>
                    <a:cubicBezTo>
                      <a:pt x="63" y="75"/>
                      <a:pt x="63" y="75"/>
                      <a:pt x="63" y="75"/>
                    </a:cubicBezTo>
                    <a:cubicBezTo>
                      <a:pt x="62" y="75"/>
                      <a:pt x="61" y="75"/>
                      <a:pt x="60" y="74"/>
                    </a:cubicBezTo>
                    <a:cubicBezTo>
                      <a:pt x="25" y="69"/>
                      <a:pt x="0" y="37"/>
                      <a:pt x="5" y="1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1" name="Freeform 100"/>
              <p:cNvSpPr>
                <a:spLocks/>
              </p:cNvSpPr>
              <p:nvPr/>
            </p:nvSpPr>
            <p:spPr bwMode="auto">
              <a:xfrm>
                <a:off x="3159575" y="4058887"/>
                <a:ext cx="105534" cy="100361"/>
              </a:xfrm>
              <a:custGeom>
                <a:avLst/>
                <a:gdLst>
                  <a:gd name="T0" fmla="*/ 75 w 75"/>
                  <a:gd name="T1" fmla="*/ 5 h 72"/>
                  <a:gd name="T2" fmla="*/ 65 w 75"/>
                  <a:gd name="T3" fmla="*/ 72 h 72"/>
                  <a:gd name="T4" fmla="*/ 0 w 75"/>
                  <a:gd name="T5" fmla="*/ 63 h 72"/>
                  <a:gd name="T6" fmla="*/ 1 w 75"/>
                  <a:gd name="T7" fmla="*/ 60 h 72"/>
                  <a:gd name="T8" fmla="*/ 74 w 75"/>
                  <a:gd name="T9" fmla="*/ 5 h 72"/>
                  <a:gd name="T10" fmla="*/ 75 w 75"/>
                  <a:gd name="T11" fmla="*/ 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72">
                    <a:moveTo>
                      <a:pt x="75" y="5"/>
                    </a:moveTo>
                    <a:cubicBezTo>
                      <a:pt x="65" y="72"/>
                      <a:pt x="65" y="72"/>
                      <a:pt x="65" y="72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0" y="62"/>
                      <a:pt x="0" y="61"/>
                      <a:pt x="1" y="60"/>
                    </a:cubicBezTo>
                    <a:cubicBezTo>
                      <a:pt x="6" y="24"/>
                      <a:pt x="38" y="0"/>
                      <a:pt x="74" y="5"/>
                    </a:cubicBezTo>
                    <a:lnTo>
                      <a:pt x="75" y="5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Freeform 101"/>
              <p:cNvSpPr>
                <a:spLocks/>
              </p:cNvSpPr>
              <p:nvPr/>
            </p:nvSpPr>
            <p:spPr bwMode="auto">
              <a:xfrm>
                <a:off x="2348412" y="3945076"/>
                <a:ext cx="101395" cy="102430"/>
              </a:xfrm>
              <a:custGeom>
                <a:avLst/>
                <a:gdLst>
                  <a:gd name="T0" fmla="*/ 67 w 72"/>
                  <a:gd name="T1" fmla="*/ 74 h 74"/>
                  <a:gd name="T2" fmla="*/ 0 w 72"/>
                  <a:gd name="T3" fmla="*/ 65 h 74"/>
                  <a:gd name="T4" fmla="*/ 9 w 72"/>
                  <a:gd name="T5" fmla="*/ 0 h 74"/>
                  <a:gd name="T6" fmla="*/ 12 w 72"/>
                  <a:gd name="T7" fmla="*/ 0 h 74"/>
                  <a:gd name="T8" fmla="*/ 67 w 72"/>
                  <a:gd name="T9" fmla="*/ 73 h 74"/>
                  <a:gd name="T10" fmla="*/ 67 w 72"/>
                  <a:gd name="T11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74">
                    <a:moveTo>
                      <a:pt x="67" y="74"/>
                    </a:moveTo>
                    <a:cubicBezTo>
                      <a:pt x="0" y="65"/>
                      <a:pt x="0" y="65"/>
                      <a:pt x="0" y="65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0" y="0"/>
                      <a:pt x="11" y="0"/>
                      <a:pt x="12" y="0"/>
                    </a:cubicBezTo>
                    <a:cubicBezTo>
                      <a:pt x="48" y="5"/>
                      <a:pt x="72" y="38"/>
                      <a:pt x="67" y="73"/>
                    </a:cubicBezTo>
                    <a:lnTo>
                      <a:pt x="67" y="74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Freeform 102"/>
              <p:cNvSpPr>
                <a:spLocks/>
              </p:cNvSpPr>
              <p:nvPr/>
            </p:nvSpPr>
            <p:spPr bwMode="auto">
              <a:xfrm>
                <a:off x="2387729" y="3678137"/>
                <a:ext cx="103465" cy="100361"/>
              </a:xfrm>
              <a:custGeom>
                <a:avLst/>
                <a:gdLst>
                  <a:gd name="T0" fmla="*/ 0 w 74"/>
                  <a:gd name="T1" fmla="*/ 67 h 72"/>
                  <a:gd name="T2" fmla="*/ 9 w 74"/>
                  <a:gd name="T3" fmla="*/ 0 h 72"/>
                  <a:gd name="T4" fmla="*/ 74 w 74"/>
                  <a:gd name="T5" fmla="*/ 9 h 72"/>
                  <a:gd name="T6" fmla="*/ 74 w 74"/>
                  <a:gd name="T7" fmla="*/ 12 h 72"/>
                  <a:gd name="T8" fmla="*/ 1 w 74"/>
                  <a:gd name="T9" fmla="*/ 67 h 72"/>
                  <a:gd name="T10" fmla="*/ 0 w 74"/>
                  <a:gd name="T11" fmla="*/ 67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72">
                    <a:moveTo>
                      <a:pt x="0" y="67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74" y="9"/>
                      <a:pt x="74" y="9"/>
                      <a:pt x="74" y="9"/>
                    </a:cubicBezTo>
                    <a:cubicBezTo>
                      <a:pt x="74" y="10"/>
                      <a:pt x="74" y="11"/>
                      <a:pt x="74" y="12"/>
                    </a:cubicBezTo>
                    <a:cubicBezTo>
                      <a:pt x="69" y="47"/>
                      <a:pt x="36" y="72"/>
                      <a:pt x="1" y="67"/>
                    </a:cubicBez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4" name="Freeform 103"/>
              <p:cNvSpPr>
                <a:spLocks/>
              </p:cNvSpPr>
              <p:nvPr/>
            </p:nvSpPr>
            <p:spPr bwMode="auto">
              <a:xfrm>
                <a:off x="2086647" y="4041298"/>
                <a:ext cx="1059478" cy="646654"/>
              </a:xfrm>
              <a:custGeom>
                <a:avLst/>
                <a:gdLst>
                  <a:gd name="T0" fmla="*/ 65 w 759"/>
                  <a:gd name="T1" fmla="*/ 444 h 463"/>
                  <a:gd name="T2" fmla="*/ 92 w 759"/>
                  <a:gd name="T3" fmla="*/ 460 h 463"/>
                  <a:gd name="T4" fmla="*/ 740 w 759"/>
                  <a:gd name="T5" fmla="*/ 302 h 463"/>
                  <a:gd name="T6" fmla="*/ 756 w 759"/>
                  <a:gd name="T7" fmla="*/ 276 h 463"/>
                  <a:gd name="T8" fmla="*/ 694 w 759"/>
                  <a:gd name="T9" fmla="*/ 19 h 463"/>
                  <a:gd name="T10" fmla="*/ 667 w 759"/>
                  <a:gd name="T11" fmla="*/ 3 h 463"/>
                  <a:gd name="T12" fmla="*/ 19 w 759"/>
                  <a:gd name="T13" fmla="*/ 161 h 463"/>
                  <a:gd name="T14" fmla="*/ 3 w 759"/>
                  <a:gd name="T15" fmla="*/ 187 h 463"/>
                  <a:gd name="T16" fmla="*/ 65 w 759"/>
                  <a:gd name="T17" fmla="*/ 444 h 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9" h="463">
                    <a:moveTo>
                      <a:pt x="65" y="444"/>
                    </a:moveTo>
                    <a:cubicBezTo>
                      <a:pt x="68" y="456"/>
                      <a:pt x="80" y="463"/>
                      <a:pt x="92" y="460"/>
                    </a:cubicBezTo>
                    <a:cubicBezTo>
                      <a:pt x="740" y="302"/>
                      <a:pt x="740" y="302"/>
                      <a:pt x="740" y="302"/>
                    </a:cubicBezTo>
                    <a:cubicBezTo>
                      <a:pt x="752" y="299"/>
                      <a:pt x="759" y="288"/>
                      <a:pt x="756" y="276"/>
                    </a:cubicBezTo>
                    <a:cubicBezTo>
                      <a:pt x="694" y="19"/>
                      <a:pt x="694" y="19"/>
                      <a:pt x="694" y="19"/>
                    </a:cubicBezTo>
                    <a:cubicBezTo>
                      <a:pt x="691" y="7"/>
                      <a:pt x="679" y="0"/>
                      <a:pt x="667" y="3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7" y="164"/>
                      <a:pt x="0" y="176"/>
                      <a:pt x="3" y="187"/>
                    </a:cubicBezTo>
                    <a:cubicBezTo>
                      <a:pt x="65" y="444"/>
                      <a:pt x="65" y="444"/>
                      <a:pt x="65" y="444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Freeform 104"/>
              <p:cNvSpPr>
                <a:spLocks/>
              </p:cNvSpPr>
              <p:nvPr/>
            </p:nvSpPr>
            <p:spPr bwMode="auto">
              <a:xfrm>
                <a:off x="2454981" y="4202703"/>
                <a:ext cx="322810" cy="322810"/>
              </a:xfrm>
              <a:custGeom>
                <a:avLst/>
                <a:gdLst>
                  <a:gd name="T0" fmla="*/ 14 w 231"/>
                  <a:gd name="T1" fmla="*/ 140 h 231"/>
                  <a:gd name="T2" fmla="*/ 140 w 231"/>
                  <a:gd name="T3" fmla="*/ 217 h 231"/>
                  <a:gd name="T4" fmla="*/ 217 w 231"/>
                  <a:gd name="T5" fmla="*/ 91 h 231"/>
                  <a:gd name="T6" fmla="*/ 91 w 231"/>
                  <a:gd name="T7" fmla="*/ 14 h 231"/>
                  <a:gd name="T8" fmla="*/ 14 w 231"/>
                  <a:gd name="T9" fmla="*/ 140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1" h="231">
                    <a:moveTo>
                      <a:pt x="14" y="140"/>
                    </a:moveTo>
                    <a:cubicBezTo>
                      <a:pt x="28" y="196"/>
                      <a:pt x="84" y="231"/>
                      <a:pt x="140" y="217"/>
                    </a:cubicBezTo>
                    <a:cubicBezTo>
                      <a:pt x="196" y="204"/>
                      <a:pt x="231" y="147"/>
                      <a:pt x="217" y="91"/>
                    </a:cubicBezTo>
                    <a:cubicBezTo>
                      <a:pt x="203" y="35"/>
                      <a:pt x="147" y="0"/>
                      <a:pt x="91" y="14"/>
                    </a:cubicBezTo>
                    <a:cubicBezTo>
                      <a:pt x="35" y="28"/>
                      <a:pt x="0" y="84"/>
                      <a:pt x="14" y="140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6" name="Freeform 105"/>
              <p:cNvSpPr>
                <a:spLocks/>
              </p:cNvSpPr>
              <p:nvPr/>
            </p:nvSpPr>
            <p:spPr bwMode="auto">
              <a:xfrm>
                <a:off x="2534649" y="4266851"/>
                <a:ext cx="160370" cy="188306"/>
              </a:xfrm>
              <a:custGeom>
                <a:avLst/>
                <a:gdLst>
                  <a:gd name="T0" fmla="*/ 49 w 115"/>
                  <a:gd name="T1" fmla="*/ 0 h 135"/>
                  <a:gd name="T2" fmla="*/ 32 w 115"/>
                  <a:gd name="T3" fmla="*/ 5 h 135"/>
                  <a:gd name="T4" fmla="*/ 36 w 115"/>
                  <a:gd name="T5" fmla="*/ 21 h 135"/>
                  <a:gd name="T6" fmla="*/ 29 w 115"/>
                  <a:gd name="T7" fmla="*/ 26 h 135"/>
                  <a:gd name="T8" fmla="*/ 24 w 115"/>
                  <a:gd name="T9" fmla="*/ 30 h 135"/>
                  <a:gd name="T10" fmla="*/ 22 w 115"/>
                  <a:gd name="T11" fmla="*/ 24 h 135"/>
                  <a:gd name="T12" fmla="*/ 0 w 115"/>
                  <a:gd name="T13" fmla="*/ 29 h 135"/>
                  <a:gd name="T14" fmla="*/ 9 w 115"/>
                  <a:gd name="T15" fmla="*/ 65 h 135"/>
                  <a:gd name="T16" fmla="*/ 31 w 115"/>
                  <a:gd name="T17" fmla="*/ 60 h 135"/>
                  <a:gd name="T18" fmla="*/ 32 w 115"/>
                  <a:gd name="T19" fmla="*/ 53 h 135"/>
                  <a:gd name="T20" fmla="*/ 35 w 115"/>
                  <a:gd name="T21" fmla="*/ 46 h 135"/>
                  <a:gd name="T22" fmla="*/ 41 w 115"/>
                  <a:gd name="T23" fmla="*/ 42 h 135"/>
                  <a:gd name="T24" fmla="*/ 47 w 115"/>
                  <a:gd name="T25" fmla="*/ 39 h 135"/>
                  <a:gd name="T26" fmla="*/ 51 w 115"/>
                  <a:gd name="T27" fmla="*/ 38 h 135"/>
                  <a:gd name="T28" fmla="*/ 54 w 115"/>
                  <a:gd name="T29" fmla="*/ 39 h 135"/>
                  <a:gd name="T30" fmla="*/ 58 w 115"/>
                  <a:gd name="T31" fmla="*/ 43 h 135"/>
                  <a:gd name="T32" fmla="*/ 55 w 115"/>
                  <a:gd name="T33" fmla="*/ 49 h 135"/>
                  <a:gd name="T34" fmla="*/ 46 w 115"/>
                  <a:gd name="T35" fmla="*/ 55 h 135"/>
                  <a:gd name="T36" fmla="*/ 34 w 115"/>
                  <a:gd name="T37" fmla="*/ 62 h 135"/>
                  <a:gd name="T38" fmla="*/ 22 w 115"/>
                  <a:gd name="T39" fmla="*/ 71 h 135"/>
                  <a:gd name="T40" fmla="*/ 14 w 115"/>
                  <a:gd name="T41" fmla="*/ 84 h 135"/>
                  <a:gd name="T42" fmla="*/ 14 w 115"/>
                  <a:gd name="T43" fmla="*/ 101 h 135"/>
                  <a:gd name="T44" fmla="*/ 20 w 115"/>
                  <a:gd name="T45" fmla="*/ 113 h 135"/>
                  <a:gd name="T46" fmla="*/ 31 w 115"/>
                  <a:gd name="T47" fmla="*/ 120 h 135"/>
                  <a:gd name="T48" fmla="*/ 45 w 115"/>
                  <a:gd name="T49" fmla="*/ 123 h 135"/>
                  <a:gd name="T50" fmla="*/ 46 w 115"/>
                  <a:gd name="T51" fmla="*/ 123 h 135"/>
                  <a:gd name="T52" fmla="*/ 60 w 115"/>
                  <a:gd name="T53" fmla="*/ 121 h 135"/>
                  <a:gd name="T54" fmla="*/ 63 w 115"/>
                  <a:gd name="T55" fmla="*/ 135 h 135"/>
                  <a:gd name="T56" fmla="*/ 81 w 115"/>
                  <a:gd name="T57" fmla="*/ 131 h 135"/>
                  <a:gd name="T58" fmla="*/ 77 w 115"/>
                  <a:gd name="T59" fmla="*/ 116 h 135"/>
                  <a:gd name="T60" fmla="*/ 91 w 115"/>
                  <a:gd name="T61" fmla="*/ 106 h 135"/>
                  <a:gd name="T62" fmla="*/ 92 w 115"/>
                  <a:gd name="T63" fmla="*/ 112 h 135"/>
                  <a:gd name="T64" fmla="*/ 115 w 115"/>
                  <a:gd name="T65" fmla="*/ 106 h 135"/>
                  <a:gd name="T66" fmla="*/ 106 w 115"/>
                  <a:gd name="T67" fmla="*/ 69 h 135"/>
                  <a:gd name="T68" fmla="*/ 83 w 115"/>
                  <a:gd name="T69" fmla="*/ 75 h 135"/>
                  <a:gd name="T70" fmla="*/ 79 w 115"/>
                  <a:gd name="T71" fmla="*/ 89 h 135"/>
                  <a:gd name="T72" fmla="*/ 67 w 115"/>
                  <a:gd name="T73" fmla="*/ 97 h 135"/>
                  <a:gd name="T74" fmla="*/ 62 w 115"/>
                  <a:gd name="T75" fmla="*/ 98 h 135"/>
                  <a:gd name="T76" fmla="*/ 59 w 115"/>
                  <a:gd name="T77" fmla="*/ 97 h 135"/>
                  <a:gd name="T78" fmla="*/ 55 w 115"/>
                  <a:gd name="T79" fmla="*/ 93 h 135"/>
                  <a:gd name="T80" fmla="*/ 58 w 115"/>
                  <a:gd name="T81" fmla="*/ 87 h 135"/>
                  <a:gd name="T82" fmla="*/ 67 w 115"/>
                  <a:gd name="T83" fmla="*/ 81 h 135"/>
                  <a:gd name="T84" fmla="*/ 79 w 115"/>
                  <a:gd name="T85" fmla="*/ 74 h 135"/>
                  <a:gd name="T86" fmla="*/ 91 w 115"/>
                  <a:gd name="T87" fmla="*/ 65 h 135"/>
                  <a:gd name="T88" fmla="*/ 98 w 115"/>
                  <a:gd name="T89" fmla="*/ 53 h 135"/>
                  <a:gd name="T90" fmla="*/ 98 w 115"/>
                  <a:gd name="T91" fmla="*/ 36 h 135"/>
                  <a:gd name="T92" fmla="*/ 92 w 115"/>
                  <a:gd name="T93" fmla="*/ 23 h 135"/>
                  <a:gd name="T94" fmla="*/ 81 w 115"/>
                  <a:gd name="T95" fmla="*/ 16 h 135"/>
                  <a:gd name="T96" fmla="*/ 68 w 115"/>
                  <a:gd name="T97" fmla="*/ 13 h 135"/>
                  <a:gd name="T98" fmla="*/ 65 w 115"/>
                  <a:gd name="T99" fmla="*/ 13 h 135"/>
                  <a:gd name="T100" fmla="*/ 52 w 115"/>
                  <a:gd name="T101" fmla="*/ 15 h 135"/>
                  <a:gd name="T102" fmla="*/ 49 w 115"/>
                  <a:gd name="T103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15" h="135">
                    <a:moveTo>
                      <a:pt x="49" y="0"/>
                    </a:moveTo>
                    <a:cubicBezTo>
                      <a:pt x="32" y="5"/>
                      <a:pt x="32" y="5"/>
                      <a:pt x="32" y="5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33" y="23"/>
                      <a:pt x="31" y="24"/>
                      <a:pt x="29" y="26"/>
                    </a:cubicBezTo>
                    <a:cubicBezTo>
                      <a:pt x="27" y="27"/>
                      <a:pt x="25" y="29"/>
                      <a:pt x="24" y="30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9" y="65"/>
                      <a:pt x="9" y="65"/>
                      <a:pt x="9" y="65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57"/>
                      <a:pt x="31" y="55"/>
                      <a:pt x="32" y="53"/>
                    </a:cubicBezTo>
                    <a:cubicBezTo>
                      <a:pt x="33" y="50"/>
                      <a:pt x="34" y="48"/>
                      <a:pt x="35" y="46"/>
                    </a:cubicBezTo>
                    <a:cubicBezTo>
                      <a:pt x="37" y="45"/>
                      <a:pt x="39" y="43"/>
                      <a:pt x="41" y="42"/>
                    </a:cubicBezTo>
                    <a:cubicBezTo>
                      <a:pt x="43" y="40"/>
                      <a:pt x="45" y="39"/>
                      <a:pt x="47" y="39"/>
                    </a:cubicBezTo>
                    <a:cubicBezTo>
                      <a:pt x="48" y="38"/>
                      <a:pt x="50" y="38"/>
                      <a:pt x="51" y="38"/>
                    </a:cubicBezTo>
                    <a:cubicBezTo>
                      <a:pt x="52" y="38"/>
                      <a:pt x="53" y="38"/>
                      <a:pt x="54" y="39"/>
                    </a:cubicBezTo>
                    <a:cubicBezTo>
                      <a:pt x="56" y="39"/>
                      <a:pt x="58" y="41"/>
                      <a:pt x="58" y="43"/>
                    </a:cubicBezTo>
                    <a:cubicBezTo>
                      <a:pt x="59" y="45"/>
                      <a:pt x="58" y="47"/>
                      <a:pt x="55" y="49"/>
                    </a:cubicBezTo>
                    <a:cubicBezTo>
                      <a:pt x="53" y="51"/>
                      <a:pt x="50" y="53"/>
                      <a:pt x="46" y="55"/>
                    </a:cubicBezTo>
                    <a:cubicBezTo>
                      <a:pt x="42" y="57"/>
                      <a:pt x="38" y="60"/>
                      <a:pt x="34" y="62"/>
                    </a:cubicBezTo>
                    <a:cubicBezTo>
                      <a:pt x="29" y="65"/>
                      <a:pt x="25" y="68"/>
                      <a:pt x="22" y="71"/>
                    </a:cubicBezTo>
                    <a:cubicBezTo>
                      <a:pt x="19" y="75"/>
                      <a:pt x="16" y="79"/>
                      <a:pt x="14" y="84"/>
                    </a:cubicBezTo>
                    <a:cubicBezTo>
                      <a:pt x="13" y="88"/>
                      <a:pt x="13" y="94"/>
                      <a:pt x="14" y="101"/>
                    </a:cubicBezTo>
                    <a:cubicBezTo>
                      <a:pt x="15" y="106"/>
                      <a:pt x="18" y="110"/>
                      <a:pt x="20" y="113"/>
                    </a:cubicBezTo>
                    <a:cubicBezTo>
                      <a:pt x="23" y="116"/>
                      <a:pt x="27" y="119"/>
                      <a:pt x="31" y="120"/>
                    </a:cubicBezTo>
                    <a:cubicBezTo>
                      <a:pt x="35" y="122"/>
                      <a:pt x="40" y="123"/>
                      <a:pt x="45" y="123"/>
                    </a:cubicBezTo>
                    <a:cubicBezTo>
                      <a:pt x="45" y="123"/>
                      <a:pt x="46" y="123"/>
                      <a:pt x="46" y="123"/>
                    </a:cubicBezTo>
                    <a:cubicBezTo>
                      <a:pt x="51" y="123"/>
                      <a:pt x="55" y="122"/>
                      <a:pt x="60" y="121"/>
                    </a:cubicBezTo>
                    <a:cubicBezTo>
                      <a:pt x="63" y="135"/>
                      <a:pt x="63" y="135"/>
                      <a:pt x="63" y="135"/>
                    </a:cubicBezTo>
                    <a:cubicBezTo>
                      <a:pt x="81" y="131"/>
                      <a:pt x="81" y="131"/>
                      <a:pt x="81" y="131"/>
                    </a:cubicBezTo>
                    <a:cubicBezTo>
                      <a:pt x="77" y="116"/>
                      <a:pt x="77" y="116"/>
                      <a:pt x="77" y="116"/>
                    </a:cubicBezTo>
                    <a:cubicBezTo>
                      <a:pt x="82" y="113"/>
                      <a:pt x="86" y="110"/>
                      <a:pt x="91" y="106"/>
                    </a:cubicBezTo>
                    <a:cubicBezTo>
                      <a:pt x="92" y="112"/>
                      <a:pt x="92" y="112"/>
                      <a:pt x="92" y="112"/>
                    </a:cubicBezTo>
                    <a:cubicBezTo>
                      <a:pt x="115" y="106"/>
                      <a:pt x="115" y="106"/>
                      <a:pt x="115" y="106"/>
                    </a:cubicBezTo>
                    <a:cubicBezTo>
                      <a:pt x="106" y="69"/>
                      <a:pt x="106" y="69"/>
                      <a:pt x="106" y="69"/>
                    </a:cubicBezTo>
                    <a:cubicBezTo>
                      <a:pt x="83" y="75"/>
                      <a:pt x="83" y="75"/>
                      <a:pt x="83" y="75"/>
                    </a:cubicBezTo>
                    <a:cubicBezTo>
                      <a:pt x="83" y="81"/>
                      <a:pt x="82" y="85"/>
                      <a:pt x="79" y="89"/>
                    </a:cubicBezTo>
                    <a:cubicBezTo>
                      <a:pt x="76" y="93"/>
                      <a:pt x="72" y="96"/>
                      <a:pt x="67" y="97"/>
                    </a:cubicBezTo>
                    <a:cubicBezTo>
                      <a:pt x="65" y="97"/>
                      <a:pt x="64" y="98"/>
                      <a:pt x="62" y="98"/>
                    </a:cubicBezTo>
                    <a:cubicBezTo>
                      <a:pt x="61" y="98"/>
                      <a:pt x="60" y="97"/>
                      <a:pt x="59" y="97"/>
                    </a:cubicBezTo>
                    <a:cubicBezTo>
                      <a:pt x="57" y="96"/>
                      <a:pt x="56" y="95"/>
                      <a:pt x="55" y="93"/>
                    </a:cubicBezTo>
                    <a:cubicBezTo>
                      <a:pt x="55" y="91"/>
                      <a:pt x="56" y="89"/>
                      <a:pt x="58" y="87"/>
                    </a:cubicBezTo>
                    <a:cubicBezTo>
                      <a:pt x="60" y="85"/>
                      <a:pt x="63" y="83"/>
                      <a:pt x="67" y="81"/>
                    </a:cubicBezTo>
                    <a:cubicBezTo>
                      <a:pt x="71" y="79"/>
                      <a:pt x="75" y="76"/>
                      <a:pt x="79" y="74"/>
                    </a:cubicBezTo>
                    <a:cubicBezTo>
                      <a:pt x="83" y="71"/>
                      <a:pt x="87" y="68"/>
                      <a:pt x="91" y="65"/>
                    </a:cubicBezTo>
                    <a:cubicBezTo>
                      <a:pt x="94" y="62"/>
                      <a:pt x="97" y="57"/>
                      <a:pt x="98" y="53"/>
                    </a:cubicBezTo>
                    <a:cubicBezTo>
                      <a:pt x="100" y="48"/>
                      <a:pt x="100" y="42"/>
                      <a:pt x="98" y="36"/>
                    </a:cubicBezTo>
                    <a:cubicBezTo>
                      <a:pt x="97" y="31"/>
                      <a:pt x="95" y="27"/>
                      <a:pt x="92" y="23"/>
                    </a:cubicBezTo>
                    <a:cubicBezTo>
                      <a:pt x="89" y="20"/>
                      <a:pt x="85" y="18"/>
                      <a:pt x="81" y="16"/>
                    </a:cubicBezTo>
                    <a:cubicBezTo>
                      <a:pt x="77" y="14"/>
                      <a:pt x="73" y="13"/>
                      <a:pt x="68" y="13"/>
                    </a:cubicBezTo>
                    <a:cubicBezTo>
                      <a:pt x="67" y="13"/>
                      <a:pt x="66" y="13"/>
                      <a:pt x="65" y="13"/>
                    </a:cubicBezTo>
                    <a:cubicBezTo>
                      <a:pt x="61" y="13"/>
                      <a:pt x="57" y="14"/>
                      <a:pt x="52" y="15"/>
                    </a:cubicBezTo>
                    <a:cubicBezTo>
                      <a:pt x="49" y="0"/>
                      <a:pt x="49" y="0"/>
                      <a:pt x="49" y="0"/>
                    </a:cubicBezTo>
                  </a:path>
                </a:pathLst>
              </a:custGeom>
              <a:solidFill>
                <a:srgbClr val="9E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Freeform 106"/>
              <p:cNvSpPr>
                <a:spLocks noEditPoints="1"/>
              </p:cNvSpPr>
              <p:nvPr/>
            </p:nvSpPr>
            <p:spPr bwMode="auto">
              <a:xfrm>
                <a:off x="2116652" y="4070268"/>
                <a:ext cx="1000503" cy="593887"/>
              </a:xfrm>
              <a:custGeom>
                <a:avLst/>
                <a:gdLst>
                  <a:gd name="T0" fmla="*/ 0 w 967"/>
                  <a:gd name="T1" fmla="*/ 215 h 574"/>
                  <a:gd name="T2" fmla="*/ 879 w 967"/>
                  <a:gd name="T3" fmla="*/ 0 h 574"/>
                  <a:gd name="T4" fmla="*/ 967 w 967"/>
                  <a:gd name="T5" fmla="*/ 359 h 574"/>
                  <a:gd name="T6" fmla="*/ 88 w 967"/>
                  <a:gd name="T7" fmla="*/ 574 h 574"/>
                  <a:gd name="T8" fmla="*/ 0 w 967"/>
                  <a:gd name="T9" fmla="*/ 215 h 574"/>
                  <a:gd name="T10" fmla="*/ 863 w 967"/>
                  <a:gd name="T11" fmla="*/ 27 h 574"/>
                  <a:gd name="T12" fmla="*/ 27 w 967"/>
                  <a:gd name="T13" fmla="*/ 231 h 574"/>
                  <a:gd name="T14" fmla="*/ 104 w 967"/>
                  <a:gd name="T15" fmla="*/ 547 h 574"/>
                  <a:gd name="T16" fmla="*/ 940 w 967"/>
                  <a:gd name="T17" fmla="*/ 343 h 574"/>
                  <a:gd name="T18" fmla="*/ 863 w 967"/>
                  <a:gd name="T19" fmla="*/ 27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7" h="574">
                    <a:moveTo>
                      <a:pt x="0" y="215"/>
                    </a:moveTo>
                    <a:lnTo>
                      <a:pt x="879" y="0"/>
                    </a:lnTo>
                    <a:lnTo>
                      <a:pt x="967" y="359"/>
                    </a:lnTo>
                    <a:lnTo>
                      <a:pt x="88" y="574"/>
                    </a:lnTo>
                    <a:lnTo>
                      <a:pt x="0" y="215"/>
                    </a:lnTo>
                    <a:close/>
                    <a:moveTo>
                      <a:pt x="863" y="27"/>
                    </a:moveTo>
                    <a:lnTo>
                      <a:pt x="27" y="231"/>
                    </a:lnTo>
                    <a:lnTo>
                      <a:pt x="104" y="547"/>
                    </a:lnTo>
                    <a:lnTo>
                      <a:pt x="940" y="343"/>
                    </a:lnTo>
                    <a:lnTo>
                      <a:pt x="863" y="2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8" name="Freeform 107"/>
              <p:cNvSpPr>
                <a:spLocks/>
              </p:cNvSpPr>
              <p:nvPr/>
            </p:nvSpPr>
            <p:spPr bwMode="auto">
              <a:xfrm>
                <a:off x="2923676" y="4079580"/>
                <a:ext cx="114846" cy="102430"/>
              </a:xfrm>
              <a:custGeom>
                <a:avLst/>
                <a:gdLst>
                  <a:gd name="T0" fmla="*/ 0 w 82"/>
                  <a:gd name="T1" fmla="*/ 16 h 73"/>
                  <a:gd name="T2" fmla="*/ 66 w 82"/>
                  <a:gd name="T3" fmla="*/ 0 h 73"/>
                  <a:gd name="T4" fmla="*/ 82 w 82"/>
                  <a:gd name="T5" fmla="*/ 64 h 73"/>
                  <a:gd name="T6" fmla="*/ 79 w 82"/>
                  <a:gd name="T7" fmla="*/ 65 h 73"/>
                  <a:gd name="T8" fmla="*/ 1 w 82"/>
                  <a:gd name="T9" fmla="*/ 17 h 73"/>
                  <a:gd name="T10" fmla="*/ 0 w 82"/>
                  <a:gd name="T11" fmla="*/ 16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73">
                    <a:moveTo>
                      <a:pt x="0" y="16"/>
                    </a:moveTo>
                    <a:cubicBezTo>
                      <a:pt x="66" y="0"/>
                      <a:pt x="66" y="0"/>
                      <a:pt x="66" y="0"/>
                    </a:cubicBezTo>
                    <a:cubicBezTo>
                      <a:pt x="82" y="64"/>
                      <a:pt x="82" y="64"/>
                      <a:pt x="82" y="64"/>
                    </a:cubicBezTo>
                    <a:cubicBezTo>
                      <a:pt x="81" y="64"/>
                      <a:pt x="80" y="64"/>
                      <a:pt x="79" y="65"/>
                    </a:cubicBezTo>
                    <a:cubicBezTo>
                      <a:pt x="44" y="73"/>
                      <a:pt x="9" y="52"/>
                      <a:pt x="1" y="17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9" name="Freeform 108"/>
              <p:cNvSpPr>
                <a:spLocks/>
              </p:cNvSpPr>
              <p:nvPr/>
            </p:nvSpPr>
            <p:spPr bwMode="auto">
              <a:xfrm>
                <a:off x="2998170" y="4339276"/>
                <a:ext cx="101395" cy="113811"/>
              </a:xfrm>
              <a:custGeom>
                <a:avLst/>
                <a:gdLst>
                  <a:gd name="T0" fmla="*/ 57 w 73"/>
                  <a:gd name="T1" fmla="*/ 0 h 81"/>
                  <a:gd name="T2" fmla="*/ 73 w 73"/>
                  <a:gd name="T3" fmla="*/ 66 h 81"/>
                  <a:gd name="T4" fmla="*/ 10 w 73"/>
                  <a:gd name="T5" fmla="*/ 81 h 81"/>
                  <a:gd name="T6" fmla="*/ 9 w 73"/>
                  <a:gd name="T7" fmla="*/ 78 h 81"/>
                  <a:gd name="T8" fmla="*/ 56 w 73"/>
                  <a:gd name="T9" fmla="*/ 0 h 81"/>
                  <a:gd name="T10" fmla="*/ 57 w 73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81">
                    <a:moveTo>
                      <a:pt x="57" y="0"/>
                    </a:moveTo>
                    <a:cubicBezTo>
                      <a:pt x="73" y="66"/>
                      <a:pt x="73" y="66"/>
                      <a:pt x="73" y="66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9" y="80"/>
                      <a:pt x="9" y="79"/>
                      <a:pt x="9" y="78"/>
                    </a:cubicBezTo>
                    <a:cubicBezTo>
                      <a:pt x="0" y="44"/>
                      <a:pt x="22" y="9"/>
                      <a:pt x="56" y="0"/>
                    </a:cubicBez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0" name="Freeform 109"/>
              <p:cNvSpPr>
                <a:spLocks/>
              </p:cNvSpPr>
              <p:nvPr/>
            </p:nvSpPr>
            <p:spPr bwMode="auto">
              <a:xfrm>
                <a:off x="2195285" y="4549309"/>
                <a:ext cx="112777" cy="101395"/>
              </a:xfrm>
              <a:custGeom>
                <a:avLst/>
                <a:gdLst>
                  <a:gd name="T0" fmla="*/ 81 w 81"/>
                  <a:gd name="T1" fmla="*/ 57 h 73"/>
                  <a:gd name="T2" fmla="*/ 15 w 81"/>
                  <a:gd name="T3" fmla="*/ 73 h 73"/>
                  <a:gd name="T4" fmla="*/ 0 w 81"/>
                  <a:gd name="T5" fmla="*/ 9 h 73"/>
                  <a:gd name="T6" fmla="*/ 3 w 81"/>
                  <a:gd name="T7" fmla="*/ 8 h 73"/>
                  <a:gd name="T8" fmla="*/ 81 w 81"/>
                  <a:gd name="T9" fmla="*/ 56 h 73"/>
                  <a:gd name="T10" fmla="*/ 81 w 81"/>
                  <a:gd name="T11" fmla="*/ 5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1" h="73">
                    <a:moveTo>
                      <a:pt x="81" y="57"/>
                    </a:moveTo>
                    <a:cubicBezTo>
                      <a:pt x="15" y="73"/>
                      <a:pt x="15" y="73"/>
                      <a:pt x="15" y="7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" y="9"/>
                      <a:pt x="2" y="8"/>
                      <a:pt x="3" y="8"/>
                    </a:cubicBezTo>
                    <a:cubicBezTo>
                      <a:pt x="38" y="0"/>
                      <a:pt x="73" y="21"/>
                      <a:pt x="81" y="56"/>
                    </a:cubicBezTo>
                    <a:lnTo>
                      <a:pt x="81" y="5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1" name="Freeform 110"/>
              <p:cNvSpPr>
                <a:spLocks/>
              </p:cNvSpPr>
              <p:nvPr/>
            </p:nvSpPr>
            <p:spPr bwMode="auto">
              <a:xfrm>
                <a:off x="2132172" y="4277197"/>
                <a:ext cx="102430" cy="113811"/>
              </a:xfrm>
              <a:custGeom>
                <a:avLst/>
                <a:gdLst>
                  <a:gd name="T0" fmla="*/ 16 w 73"/>
                  <a:gd name="T1" fmla="*/ 82 h 82"/>
                  <a:gd name="T2" fmla="*/ 0 w 73"/>
                  <a:gd name="T3" fmla="*/ 16 h 82"/>
                  <a:gd name="T4" fmla="*/ 64 w 73"/>
                  <a:gd name="T5" fmla="*/ 0 h 82"/>
                  <a:gd name="T6" fmla="*/ 65 w 73"/>
                  <a:gd name="T7" fmla="*/ 3 h 82"/>
                  <a:gd name="T8" fmla="*/ 17 w 73"/>
                  <a:gd name="T9" fmla="*/ 82 h 82"/>
                  <a:gd name="T10" fmla="*/ 16 w 73"/>
                  <a:gd name="T11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82">
                    <a:moveTo>
                      <a:pt x="16" y="82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1"/>
                      <a:pt x="64" y="2"/>
                      <a:pt x="65" y="3"/>
                    </a:cubicBezTo>
                    <a:cubicBezTo>
                      <a:pt x="73" y="38"/>
                      <a:pt x="52" y="73"/>
                      <a:pt x="17" y="82"/>
                    </a:cubicBezTo>
                    <a:lnTo>
                      <a:pt x="16" y="82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2" name="Oval 111"/>
              <p:cNvSpPr>
                <a:spLocks noChangeArrowheads="1"/>
              </p:cNvSpPr>
              <p:nvPr/>
            </p:nvSpPr>
            <p:spPr bwMode="auto">
              <a:xfrm>
                <a:off x="4460125" y="3152537"/>
                <a:ext cx="296944" cy="295909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3" name="Oval 112"/>
              <p:cNvSpPr>
                <a:spLocks noChangeArrowheads="1"/>
              </p:cNvSpPr>
              <p:nvPr/>
            </p:nvSpPr>
            <p:spPr bwMode="auto">
              <a:xfrm>
                <a:off x="4492199" y="3183576"/>
                <a:ext cx="239004" cy="239004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4" name="Freeform 113"/>
              <p:cNvSpPr>
                <a:spLocks/>
              </p:cNvSpPr>
              <p:nvPr/>
            </p:nvSpPr>
            <p:spPr bwMode="auto">
              <a:xfrm>
                <a:off x="4559451" y="3228066"/>
                <a:ext cx="101395" cy="141747"/>
              </a:xfrm>
              <a:custGeom>
                <a:avLst/>
                <a:gdLst>
                  <a:gd name="T0" fmla="*/ 44 w 73"/>
                  <a:gd name="T1" fmla="*/ 0 h 101"/>
                  <a:gd name="T2" fmla="*/ 30 w 73"/>
                  <a:gd name="T3" fmla="*/ 0 h 101"/>
                  <a:gd name="T4" fmla="*/ 30 w 73"/>
                  <a:gd name="T5" fmla="*/ 11 h 101"/>
                  <a:gd name="T6" fmla="*/ 19 w 73"/>
                  <a:gd name="T7" fmla="*/ 12 h 101"/>
                  <a:gd name="T8" fmla="*/ 9 w 73"/>
                  <a:gd name="T9" fmla="*/ 17 h 101"/>
                  <a:gd name="T10" fmla="*/ 3 w 73"/>
                  <a:gd name="T11" fmla="*/ 24 h 101"/>
                  <a:gd name="T12" fmla="*/ 0 w 73"/>
                  <a:gd name="T13" fmla="*/ 34 h 101"/>
                  <a:gd name="T14" fmla="*/ 4 w 73"/>
                  <a:gd name="T15" fmla="*/ 47 h 101"/>
                  <a:gd name="T16" fmla="*/ 11 w 73"/>
                  <a:gd name="T17" fmla="*/ 54 h 101"/>
                  <a:gd name="T18" fmla="*/ 21 w 73"/>
                  <a:gd name="T19" fmla="*/ 59 h 101"/>
                  <a:gd name="T20" fmla="*/ 31 w 73"/>
                  <a:gd name="T21" fmla="*/ 61 h 101"/>
                  <a:gd name="T22" fmla="*/ 39 w 73"/>
                  <a:gd name="T23" fmla="*/ 64 h 101"/>
                  <a:gd name="T24" fmla="*/ 42 w 73"/>
                  <a:gd name="T25" fmla="*/ 69 h 101"/>
                  <a:gd name="T26" fmla="*/ 40 w 73"/>
                  <a:gd name="T27" fmla="*/ 72 h 101"/>
                  <a:gd name="T28" fmla="*/ 35 w 73"/>
                  <a:gd name="T29" fmla="*/ 73 h 101"/>
                  <a:gd name="T30" fmla="*/ 24 w 73"/>
                  <a:gd name="T31" fmla="*/ 70 h 101"/>
                  <a:gd name="T32" fmla="*/ 18 w 73"/>
                  <a:gd name="T33" fmla="*/ 60 h 101"/>
                  <a:gd name="T34" fmla="*/ 1 w 73"/>
                  <a:gd name="T35" fmla="*/ 60 h 101"/>
                  <a:gd name="T36" fmla="*/ 1 w 73"/>
                  <a:gd name="T37" fmla="*/ 89 h 101"/>
                  <a:gd name="T38" fmla="*/ 18 w 73"/>
                  <a:gd name="T39" fmla="*/ 89 h 101"/>
                  <a:gd name="T40" fmla="*/ 18 w 73"/>
                  <a:gd name="T41" fmla="*/ 84 h 101"/>
                  <a:gd name="T42" fmla="*/ 30 w 73"/>
                  <a:gd name="T43" fmla="*/ 89 h 101"/>
                  <a:gd name="T44" fmla="*/ 30 w 73"/>
                  <a:gd name="T45" fmla="*/ 101 h 101"/>
                  <a:gd name="T46" fmla="*/ 44 w 73"/>
                  <a:gd name="T47" fmla="*/ 101 h 101"/>
                  <a:gd name="T48" fmla="*/ 44 w 73"/>
                  <a:gd name="T49" fmla="*/ 90 h 101"/>
                  <a:gd name="T50" fmla="*/ 55 w 73"/>
                  <a:gd name="T51" fmla="*/ 88 h 101"/>
                  <a:gd name="T52" fmla="*/ 65 w 73"/>
                  <a:gd name="T53" fmla="*/ 84 h 101"/>
                  <a:gd name="T54" fmla="*/ 71 w 73"/>
                  <a:gd name="T55" fmla="*/ 77 h 101"/>
                  <a:gd name="T56" fmla="*/ 73 w 73"/>
                  <a:gd name="T57" fmla="*/ 67 h 101"/>
                  <a:gd name="T58" fmla="*/ 70 w 73"/>
                  <a:gd name="T59" fmla="*/ 54 h 101"/>
                  <a:gd name="T60" fmla="*/ 62 w 73"/>
                  <a:gd name="T61" fmla="*/ 46 h 101"/>
                  <a:gd name="T62" fmla="*/ 52 w 73"/>
                  <a:gd name="T63" fmla="*/ 42 h 101"/>
                  <a:gd name="T64" fmla="*/ 42 w 73"/>
                  <a:gd name="T65" fmla="*/ 39 h 101"/>
                  <a:gd name="T66" fmla="*/ 34 w 73"/>
                  <a:gd name="T67" fmla="*/ 36 h 101"/>
                  <a:gd name="T68" fmla="*/ 31 w 73"/>
                  <a:gd name="T69" fmla="*/ 32 h 101"/>
                  <a:gd name="T70" fmla="*/ 33 w 73"/>
                  <a:gd name="T71" fmla="*/ 29 h 101"/>
                  <a:gd name="T72" fmla="*/ 39 w 73"/>
                  <a:gd name="T73" fmla="*/ 27 h 101"/>
                  <a:gd name="T74" fmla="*/ 44 w 73"/>
                  <a:gd name="T75" fmla="*/ 28 h 101"/>
                  <a:gd name="T76" fmla="*/ 48 w 73"/>
                  <a:gd name="T77" fmla="*/ 31 h 101"/>
                  <a:gd name="T78" fmla="*/ 52 w 73"/>
                  <a:gd name="T79" fmla="*/ 35 h 101"/>
                  <a:gd name="T80" fmla="*/ 54 w 73"/>
                  <a:gd name="T81" fmla="*/ 40 h 101"/>
                  <a:gd name="T82" fmla="*/ 71 w 73"/>
                  <a:gd name="T83" fmla="*/ 40 h 101"/>
                  <a:gd name="T84" fmla="*/ 71 w 73"/>
                  <a:gd name="T85" fmla="*/ 12 h 101"/>
                  <a:gd name="T86" fmla="*/ 54 w 73"/>
                  <a:gd name="T87" fmla="*/ 12 h 101"/>
                  <a:gd name="T88" fmla="*/ 54 w 73"/>
                  <a:gd name="T89" fmla="*/ 17 h 101"/>
                  <a:gd name="T90" fmla="*/ 49 w 73"/>
                  <a:gd name="T91" fmla="*/ 15 h 101"/>
                  <a:gd name="T92" fmla="*/ 44 w 73"/>
                  <a:gd name="T93" fmla="*/ 12 h 101"/>
                  <a:gd name="T94" fmla="*/ 44 w 73"/>
                  <a:gd name="T9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101">
                    <a:moveTo>
                      <a:pt x="44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1"/>
                      <a:pt x="23" y="11"/>
                      <a:pt x="19" y="12"/>
                    </a:cubicBezTo>
                    <a:cubicBezTo>
                      <a:pt x="15" y="13"/>
                      <a:pt x="12" y="15"/>
                      <a:pt x="9" y="17"/>
                    </a:cubicBezTo>
                    <a:cubicBezTo>
                      <a:pt x="7" y="19"/>
                      <a:pt x="5" y="21"/>
                      <a:pt x="3" y="24"/>
                    </a:cubicBezTo>
                    <a:cubicBezTo>
                      <a:pt x="1" y="27"/>
                      <a:pt x="0" y="30"/>
                      <a:pt x="0" y="34"/>
                    </a:cubicBezTo>
                    <a:cubicBezTo>
                      <a:pt x="0" y="39"/>
                      <a:pt x="2" y="43"/>
                      <a:pt x="4" y="47"/>
                    </a:cubicBezTo>
                    <a:cubicBezTo>
                      <a:pt x="6" y="50"/>
                      <a:pt x="8" y="52"/>
                      <a:pt x="11" y="54"/>
                    </a:cubicBezTo>
                    <a:cubicBezTo>
                      <a:pt x="14" y="56"/>
                      <a:pt x="18" y="58"/>
                      <a:pt x="21" y="59"/>
                    </a:cubicBezTo>
                    <a:cubicBezTo>
                      <a:pt x="25" y="60"/>
                      <a:pt x="28" y="61"/>
                      <a:pt x="31" y="61"/>
                    </a:cubicBezTo>
                    <a:cubicBezTo>
                      <a:pt x="34" y="62"/>
                      <a:pt x="37" y="63"/>
                      <a:pt x="39" y="64"/>
                    </a:cubicBezTo>
                    <a:cubicBezTo>
                      <a:pt x="41" y="65"/>
                      <a:pt x="42" y="67"/>
                      <a:pt x="42" y="69"/>
                    </a:cubicBezTo>
                    <a:cubicBezTo>
                      <a:pt x="42" y="70"/>
                      <a:pt x="41" y="71"/>
                      <a:pt x="40" y="72"/>
                    </a:cubicBezTo>
                    <a:cubicBezTo>
                      <a:pt x="39" y="73"/>
                      <a:pt x="37" y="73"/>
                      <a:pt x="35" y="73"/>
                    </a:cubicBezTo>
                    <a:cubicBezTo>
                      <a:pt x="31" y="73"/>
                      <a:pt x="27" y="72"/>
                      <a:pt x="24" y="70"/>
                    </a:cubicBezTo>
                    <a:cubicBezTo>
                      <a:pt x="21" y="68"/>
                      <a:pt x="19" y="64"/>
                      <a:pt x="18" y="60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2" y="86"/>
                      <a:pt x="26" y="88"/>
                      <a:pt x="30" y="89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44" y="101"/>
                      <a:pt x="44" y="101"/>
                      <a:pt x="44" y="101"/>
                    </a:cubicBezTo>
                    <a:cubicBezTo>
                      <a:pt x="44" y="90"/>
                      <a:pt x="44" y="90"/>
                      <a:pt x="44" y="90"/>
                    </a:cubicBezTo>
                    <a:cubicBezTo>
                      <a:pt x="48" y="90"/>
                      <a:pt x="51" y="89"/>
                      <a:pt x="55" y="88"/>
                    </a:cubicBezTo>
                    <a:cubicBezTo>
                      <a:pt x="59" y="87"/>
                      <a:pt x="62" y="86"/>
                      <a:pt x="65" y="84"/>
                    </a:cubicBezTo>
                    <a:cubicBezTo>
                      <a:pt x="67" y="82"/>
                      <a:pt x="69" y="80"/>
                      <a:pt x="71" y="77"/>
                    </a:cubicBezTo>
                    <a:cubicBezTo>
                      <a:pt x="73" y="74"/>
                      <a:pt x="73" y="71"/>
                      <a:pt x="73" y="67"/>
                    </a:cubicBezTo>
                    <a:cubicBezTo>
                      <a:pt x="73" y="62"/>
                      <a:pt x="72" y="57"/>
                      <a:pt x="70" y="54"/>
                    </a:cubicBezTo>
                    <a:cubicBezTo>
                      <a:pt x="68" y="51"/>
                      <a:pt x="66" y="48"/>
                      <a:pt x="62" y="46"/>
                    </a:cubicBezTo>
                    <a:cubicBezTo>
                      <a:pt x="59" y="45"/>
                      <a:pt x="56" y="43"/>
                      <a:pt x="52" y="42"/>
                    </a:cubicBezTo>
                    <a:cubicBezTo>
                      <a:pt x="49" y="41"/>
                      <a:pt x="45" y="40"/>
                      <a:pt x="42" y="39"/>
                    </a:cubicBezTo>
                    <a:cubicBezTo>
                      <a:pt x="39" y="38"/>
                      <a:pt x="36" y="37"/>
                      <a:pt x="34" y="36"/>
                    </a:cubicBezTo>
                    <a:cubicBezTo>
                      <a:pt x="32" y="35"/>
                      <a:pt x="31" y="34"/>
                      <a:pt x="31" y="32"/>
                    </a:cubicBezTo>
                    <a:cubicBezTo>
                      <a:pt x="31" y="31"/>
                      <a:pt x="32" y="29"/>
                      <a:pt x="33" y="29"/>
                    </a:cubicBezTo>
                    <a:cubicBezTo>
                      <a:pt x="35" y="28"/>
                      <a:pt x="36" y="27"/>
                      <a:pt x="39" y="27"/>
                    </a:cubicBezTo>
                    <a:cubicBezTo>
                      <a:pt x="40" y="27"/>
                      <a:pt x="42" y="28"/>
                      <a:pt x="44" y="28"/>
                    </a:cubicBezTo>
                    <a:cubicBezTo>
                      <a:pt x="45" y="29"/>
                      <a:pt x="47" y="30"/>
                      <a:pt x="48" y="31"/>
                    </a:cubicBezTo>
                    <a:cubicBezTo>
                      <a:pt x="50" y="32"/>
                      <a:pt x="51" y="33"/>
                      <a:pt x="52" y="35"/>
                    </a:cubicBezTo>
                    <a:cubicBezTo>
                      <a:pt x="53" y="36"/>
                      <a:pt x="53" y="38"/>
                      <a:pt x="54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7"/>
                      <a:pt x="54" y="17"/>
                      <a:pt x="54" y="17"/>
                    </a:cubicBezTo>
                    <a:cubicBezTo>
                      <a:pt x="53" y="16"/>
                      <a:pt x="51" y="15"/>
                      <a:pt x="49" y="15"/>
                    </a:cubicBezTo>
                    <a:cubicBezTo>
                      <a:pt x="48" y="14"/>
                      <a:pt x="46" y="13"/>
                      <a:pt x="44" y="12"/>
                    </a:cubicBezTo>
                    <a:cubicBezTo>
                      <a:pt x="44" y="0"/>
                      <a:pt x="44" y="0"/>
                      <a:pt x="44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5" name="Oval 114"/>
              <p:cNvSpPr>
                <a:spLocks noChangeArrowheads="1"/>
              </p:cNvSpPr>
              <p:nvPr/>
            </p:nvSpPr>
            <p:spPr bwMode="auto">
              <a:xfrm>
                <a:off x="4161112" y="3384297"/>
                <a:ext cx="297978" cy="295909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6" name="Oval 115"/>
              <p:cNvSpPr>
                <a:spLocks noChangeArrowheads="1"/>
              </p:cNvSpPr>
              <p:nvPr/>
            </p:nvSpPr>
            <p:spPr bwMode="auto">
              <a:xfrm>
                <a:off x="4192152" y="3415337"/>
                <a:ext cx="240038" cy="239004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7" name="Freeform 116"/>
              <p:cNvSpPr>
                <a:spLocks/>
              </p:cNvSpPr>
              <p:nvPr/>
            </p:nvSpPr>
            <p:spPr bwMode="auto">
              <a:xfrm>
                <a:off x="4260438" y="3459827"/>
                <a:ext cx="101395" cy="141747"/>
              </a:xfrm>
              <a:custGeom>
                <a:avLst/>
                <a:gdLst>
                  <a:gd name="T0" fmla="*/ 43 w 73"/>
                  <a:gd name="T1" fmla="*/ 0 h 101"/>
                  <a:gd name="T2" fmla="*/ 30 w 73"/>
                  <a:gd name="T3" fmla="*/ 0 h 101"/>
                  <a:gd name="T4" fmla="*/ 30 w 73"/>
                  <a:gd name="T5" fmla="*/ 11 h 101"/>
                  <a:gd name="T6" fmla="*/ 19 w 73"/>
                  <a:gd name="T7" fmla="*/ 13 h 101"/>
                  <a:gd name="T8" fmla="*/ 9 w 73"/>
                  <a:gd name="T9" fmla="*/ 17 h 101"/>
                  <a:gd name="T10" fmla="*/ 3 w 73"/>
                  <a:gd name="T11" fmla="*/ 24 h 101"/>
                  <a:gd name="T12" fmla="*/ 0 w 73"/>
                  <a:gd name="T13" fmla="*/ 34 h 101"/>
                  <a:gd name="T14" fmla="*/ 3 w 73"/>
                  <a:gd name="T15" fmla="*/ 47 h 101"/>
                  <a:gd name="T16" fmla="*/ 11 w 73"/>
                  <a:gd name="T17" fmla="*/ 54 h 101"/>
                  <a:gd name="T18" fmla="*/ 21 w 73"/>
                  <a:gd name="T19" fmla="*/ 59 h 101"/>
                  <a:gd name="T20" fmla="*/ 31 w 73"/>
                  <a:gd name="T21" fmla="*/ 62 h 101"/>
                  <a:gd name="T22" fmla="*/ 39 w 73"/>
                  <a:gd name="T23" fmla="*/ 64 h 101"/>
                  <a:gd name="T24" fmla="*/ 42 w 73"/>
                  <a:gd name="T25" fmla="*/ 69 h 101"/>
                  <a:gd name="T26" fmla="*/ 40 w 73"/>
                  <a:gd name="T27" fmla="*/ 72 h 101"/>
                  <a:gd name="T28" fmla="*/ 34 w 73"/>
                  <a:gd name="T29" fmla="*/ 73 h 101"/>
                  <a:gd name="T30" fmla="*/ 24 w 73"/>
                  <a:gd name="T31" fmla="*/ 70 h 101"/>
                  <a:gd name="T32" fmla="*/ 18 w 73"/>
                  <a:gd name="T33" fmla="*/ 60 h 101"/>
                  <a:gd name="T34" fmla="*/ 1 w 73"/>
                  <a:gd name="T35" fmla="*/ 60 h 101"/>
                  <a:gd name="T36" fmla="*/ 1 w 73"/>
                  <a:gd name="T37" fmla="*/ 89 h 101"/>
                  <a:gd name="T38" fmla="*/ 18 w 73"/>
                  <a:gd name="T39" fmla="*/ 89 h 101"/>
                  <a:gd name="T40" fmla="*/ 18 w 73"/>
                  <a:gd name="T41" fmla="*/ 84 h 101"/>
                  <a:gd name="T42" fmla="*/ 30 w 73"/>
                  <a:gd name="T43" fmla="*/ 89 h 101"/>
                  <a:gd name="T44" fmla="*/ 30 w 73"/>
                  <a:gd name="T45" fmla="*/ 101 h 101"/>
                  <a:gd name="T46" fmla="*/ 43 w 73"/>
                  <a:gd name="T47" fmla="*/ 101 h 101"/>
                  <a:gd name="T48" fmla="*/ 43 w 73"/>
                  <a:gd name="T49" fmla="*/ 90 h 101"/>
                  <a:gd name="T50" fmla="*/ 55 w 73"/>
                  <a:gd name="T51" fmla="*/ 88 h 101"/>
                  <a:gd name="T52" fmla="*/ 64 w 73"/>
                  <a:gd name="T53" fmla="*/ 84 h 101"/>
                  <a:gd name="T54" fmla="*/ 71 w 73"/>
                  <a:gd name="T55" fmla="*/ 77 h 101"/>
                  <a:gd name="T56" fmla="*/ 73 w 73"/>
                  <a:gd name="T57" fmla="*/ 67 h 101"/>
                  <a:gd name="T58" fmla="*/ 70 w 73"/>
                  <a:gd name="T59" fmla="*/ 54 h 101"/>
                  <a:gd name="T60" fmla="*/ 62 w 73"/>
                  <a:gd name="T61" fmla="*/ 47 h 101"/>
                  <a:gd name="T62" fmla="*/ 52 w 73"/>
                  <a:gd name="T63" fmla="*/ 42 h 101"/>
                  <a:gd name="T64" fmla="*/ 42 w 73"/>
                  <a:gd name="T65" fmla="*/ 39 h 101"/>
                  <a:gd name="T66" fmla="*/ 34 w 73"/>
                  <a:gd name="T67" fmla="*/ 37 h 101"/>
                  <a:gd name="T68" fmla="*/ 31 w 73"/>
                  <a:gd name="T69" fmla="*/ 32 h 101"/>
                  <a:gd name="T70" fmla="*/ 33 w 73"/>
                  <a:gd name="T71" fmla="*/ 29 h 101"/>
                  <a:gd name="T72" fmla="*/ 38 w 73"/>
                  <a:gd name="T73" fmla="*/ 27 h 101"/>
                  <a:gd name="T74" fmla="*/ 43 w 73"/>
                  <a:gd name="T75" fmla="*/ 28 h 101"/>
                  <a:gd name="T76" fmla="*/ 48 w 73"/>
                  <a:gd name="T77" fmla="*/ 31 h 101"/>
                  <a:gd name="T78" fmla="*/ 52 w 73"/>
                  <a:gd name="T79" fmla="*/ 35 h 101"/>
                  <a:gd name="T80" fmla="*/ 54 w 73"/>
                  <a:gd name="T81" fmla="*/ 40 h 101"/>
                  <a:gd name="T82" fmla="*/ 71 w 73"/>
                  <a:gd name="T83" fmla="*/ 40 h 101"/>
                  <a:gd name="T84" fmla="*/ 71 w 73"/>
                  <a:gd name="T85" fmla="*/ 12 h 101"/>
                  <a:gd name="T86" fmla="*/ 54 w 73"/>
                  <a:gd name="T87" fmla="*/ 12 h 101"/>
                  <a:gd name="T88" fmla="*/ 54 w 73"/>
                  <a:gd name="T89" fmla="*/ 17 h 101"/>
                  <a:gd name="T90" fmla="*/ 49 w 73"/>
                  <a:gd name="T91" fmla="*/ 15 h 101"/>
                  <a:gd name="T92" fmla="*/ 43 w 73"/>
                  <a:gd name="T93" fmla="*/ 13 h 101"/>
                  <a:gd name="T94" fmla="*/ 43 w 73"/>
                  <a:gd name="T9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101">
                    <a:moveTo>
                      <a:pt x="43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1"/>
                      <a:pt x="22" y="11"/>
                      <a:pt x="19" y="13"/>
                    </a:cubicBezTo>
                    <a:cubicBezTo>
                      <a:pt x="15" y="14"/>
                      <a:pt x="12" y="15"/>
                      <a:pt x="9" y="17"/>
                    </a:cubicBezTo>
                    <a:cubicBezTo>
                      <a:pt x="7" y="19"/>
                      <a:pt x="4" y="21"/>
                      <a:pt x="3" y="24"/>
                    </a:cubicBezTo>
                    <a:cubicBezTo>
                      <a:pt x="1" y="27"/>
                      <a:pt x="0" y="31"/>
                      <a:pt x="0" y="34"/>
                    </a:cubicBezTo>
                    <a:cubicBezTo>
                      <a:pt x="0" y="39"/>
                      <a:pt x="1" y="44"/>
                      <a:pt x="3" y="47"/>
                    </a:cubicBezTo>
                    <a:cubicBezTo>
                      <a:pt x="5" y="50"/>
                      <a:pt x="8" y="52"/>
                      <a:pt x="11" y="54"/>
                    </a:cubicBezTo>
                    <a:cubicBezTo>
                      <a:pt x="14" y="56"/>
                      <a:pt x="17" y="58"/>
                      <a:pt x="21" y="59"/>
                    </a:cubicBezTo>
                    <a:cubicBezTo>
                      <a:pt x="25" y="60"/>
                      <a:pt x="28" y="61"/>
                      <a:pt x="31" y="62"/>
                    </a:cubicBezTo>
                    <a:cubicBezTo>
                      <a:pt x="34" y="62"/>
                      <a:pt x="37" y="63"/>
                      <a:pt x="39" y="64"/>
                    </a:cubicBezTo>
                    <a:cubicBezTo>
                      <a:pt x="41" y="65"/>
                      <a:pt x="42" y="67"/>
                      <a:pt x="42" y="69"/>
                    </a:cubicBezTo>
                    <a:cubicBezTo>
                      <a:pt x="42" y="70"/>
                      <a:pt x="41" y="71"/>
                      <a:pt x="40" y="72"/>
                    </a:cubicBezTo>
                    <a:cubicBezTo>
                      <a:pt x="39" y="73"/>
                      <a:pt x="37" y="73"/>
                      <a:pt x="34" y="73"/>
                    </a:cubicBezTo>
                    <a:cubicBezTo>
                      <a:pt x="31" y="73"/>
                      <a:pt x="27" y="72"/>
                      <a:pt x="24" y="70"/>
                    </a:cubicBezTo>
                    <a:cubicBezTo>
                      <a:pt x="21" y="68"/>
                      <a:pt x="19" y="64"/>
                      <a:pt x="18" y="60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2" y="86"/>
                      <a:pt x="26" y="88"/>
                      <a:pt x="30" y="89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43" y="101"/>
                      <a:pt x="43" y="101"/>
                      <a:pt x="43" y="101"/>
                    </a:cubicBezTo>
                    <a:cubicBezTo>
                      <a:pt x="43" y="90"/>
                      <a:pt x="43" y="90"/>
                      <a:pt x="43" y="90"/>
                    </a:cubicBezTo>
                    <a:cubicBezTo>
                      <a:pt x="47" y="90"/>
                      <a:pt x="51" y="89"/>
                      <a:pt x="55" y="88"/>
                    </a:cubicBezTo>
                    <a:cubicBezTo>
                      <a:pt x="58" y="87"/>
                      <a:pt x="62" y="86"/>
                      <a:pt x="64" y="84"/>
                    </a:cubicBezTo>
                    <a:cubicBezTo>
                      <a:pt x="67" y="82"/>
                      <a:pt x="69" y="80"/>
                      <a:pt x="71" y="77"/>
                    </a:cubicBezTo>
                    <a:cubicBezTo>
                      <a:pt x="72" y="74"/>
                      <a:pt x="73" y="71"/>
                      <a:pt x="73" y="67"/>
                    </a:cubicBezTo>
                    <a:cubicBezTo>
                      <a:pt x="73" y="62"/>
                      <a:pt x="72" y="58"/>
                      <a:pt x="70" y="54"/>
                    </a:cubicBezTo>
                    <a:cubicBezTo>
                      <a:pt x="68" y="51"/>
                      <a:pt x="65" y="49"/>
                      <a:pt x="62" y="47"/>
                    </a:cubicBezTo>
                    <a:cubicBezTo>
                      <a:pt x="59" y="45"/>
                      <a:pt x="56" y="43"/>
                      <a:pt x="52" y="42"/>
                    </a:cubicBezTo>
                    <a:cubicBezTo>
                      <a:pt x="48" y="41"/>
                      <a:pt x="45" y="40"/>
                      <a:pt x="42" y="39"/>
                    </a:cubicBezTo>
                    <a:cubicBezTo>
                      <a:pt x="39" y="38"/>
                      <a:pt x="36" y="38"/>
                      <a:pt x="34" y="37"/>
                    </a:cubicBezTo>
                    <a:cubicBezTo>
                      <a:pt x="32" y="36"/>
                      <a:pt x="31" y="34"/>
                      <a:pt x="31" y="32"/>
                    </a:cubicBezTo>
                    <a:cubicBezTo>
                      <a:pt x="31" y="31"/>
                      <a:pt x="32" y="30"/>
                      <a:pt x="33" y="29"/>
                    </a:cubicBezTo>
                    <a:cubicBezTo>
                      <a:pt x="34" y="28"/>
                      <a:pt x="36" y="27"/>
                      <a:pt x="38" y="27"/>
                    </a:cubicBezTo>
                    <a:cubicBezTo>
                      <a:pt x="40" y="27"/>
                      <a:pt x="42" y="28"/>
                      <a:pt x="43" y="28"/>
                    </a:cubicBezTo>
                    <a:cubicBezTo>
                      <a:pt x="45" y="29"/>
                      <a:pt x="47" y="30"/>
                      <a:pt x="48" y="31"/>
                    </a:cubicBezTo>
                    <a:cubicBezTo>
                      <a:pt x="49" y="32"/>
                      <a:pt x="51" y="33"/>
                      <a:pt x="52" y="35"/>
                    </a:cubicBezTo>
                    <a:cubicBezTo>
                      <a:pt x="53" y="36"/>
                      <a:pt x="53" y="38"/>
                      <a:pt x="54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7"/>
                      <a:pt x="54" y="17"/>
                      <a:pt x="54" y="17"/>
                    </a:cubicBezTo>
                    <a:cubicBezTo>
                      <a:pt x="52" y="16"/>
                      <a:pt x="51" y="15"/>
                      <a:pt x="49" y="15"/>
                    </a:cubicBezTo>
                    <a:cubicBezTo>
                      <a:pt x="48" y="14"/>
                      <a:pt x="46" y="13"/>
                      <a:pt x="43" y="13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8" name="Oval 117"/>
              <p:cNvSpPr>
                <a:spLocks noChangeArrowheads="1"/>
              </p:cNvSpPr>
              <p:nvPr/>
            </p:nvSpPr>
            <p:spPr bwMode="auto">
              <a:xfrm>
                <a:off x="4280097" y="2804896"/>
                <a:ext cx="296944" cy="297978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9" name="Oval 118"/>
              <p:cNvSpPr>
                <a:spLocks noChangeArrowheads="1"/>
              </p:cNvSpPr>
              <p:nvPr/>
            </p:nvSpPr>
            <p:spPr bwMode="auto">
              <a:xfrm>
                <a:off x="4311136" y="2835935"/>
                <a:ext cx="240038" cy="240038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0" name="Freeform 119"/>
              <p:cNvSpPr>
                <a:spLocks/>
              </p:cNvSpPr>
              <p:nvPr/>
            </p:nvSpPr>
            <p:spPr bwMode="auto">
              <a:xfrm>
                <a:off x="4379423" y="2880425"/>
                <a:ext cx="101395" cy="140712"/>
              </a:xfrm>
              <a:custGeom>
                <a:avLst/>
                <a:gdLst>
                  <a:gd name="T0" fmla="*/ 44 w 73"/>
                  <a:gd name="T1" fmla="*/ 0 h 101"/>
                  <a:gd name="T2" fmla="*/ 30 w 73"/>
                  <a:gd name="T3" fmla="*/ 0 h 101"/>
                  <a:gd name="T4" fmla="*/ 30 w 73"/>
                  <a:gd name="T5" fmla="*/ 11 h 101"/>
                  <a:gd name="T6" fmla="*/ 19 w 73"/>
                  <a:gd name="T7" fmla="*/ 13 h 101"/>
                  <a:gd name="T8" fmla="*/ 9 w 73"/>
                  <a:gd name="T9" fmla="*/ 17 h 101"/>
                  <a:gd name="T10" fmla="*/ 3 w 73"/>
                  <a:gd name="T11" fmla="*/ 25 h 101"/>
                  <a:gd name="T12" fmla="*/ 0 w 73"/>
                  <a:gd name="T13" fmla="*/ 34 h 101"/>
                  <a:gd name="T14" fmla="*/ 3 w 73"/>
                  <a:gd name="T15" fmla="*/ 47 h 101"/>
                  <a:gd name="T16" fmla="*/ 11 w 73"/>
                  <a:gd name="T17" fmla="*/ 55 h 101"/>
                  <a:gd name="T18" fmla="*/ 21 w 73"/>
                  <a:gd name="T19" fmla="*/ 59 h 101"/>
                  <a:gd name="T20" fmla="*/ 31 w 73"/>
                  <a:gd name="T21" fmla="*/ 62 h 101"/>
                  <a:gd name="T22" fmla="*/ 39 w 73"/>
                  <a:gd name="T23" fmla="*/ 65 h 101"/>
                  <a:gd name="T24" fmla="*/ 42 w 73"/>
                  <a:gd name="T25" fmla="*/ 69 h 101"/>
                  <a:gd name="T26" fmla="*/ 40 w 73"/>
                  <a:gd name="T27" fmla="*/ 72 h 101"/>
                  <a:gd name="T28" fmla="*/ 34 w 73"/>
                  <a:gd name="T29" fmla="*/ 74 h 101"/>
                  <a:gd name="T30" fmla="*/ 24 w 73"/>
                  <a:gd name="T31" fmla="*/ 70 h 101"/>
                  <a:gd name="T32" fmla="*/ 18 w 73"/>
                  <a:gd name="T33" fmla="*/ 60 h 101"/>
                  <a:gd name="T34" fmla="*/ 1 w 73"/>
                  <a:gd name="T35" fmla="*/ 60 h 101"/>
                  <a:gd name="T36" fmla="*/ 1 w 73"/>
                  <a:gd name="T37" fmla="*/ 89 h 101"/>
                  <a:gd name="T38" fmla="*/ 18 w 73"/>
                  <a:gd name="T39" fmla="*/ 89 h 101"/>
                  <a:gd name="T40" fmla="*/ 18 w 73"/>
                  <a:gd name="T41" fmla="*/ 84 h 101"/>
                  <a:gd name="T42" fmla="*/ 30 w 73"/>
                  <a:gd name="T43" fmla="*/ 89 h 101"/>
                  <a:gd name="T44" fmla="*/ 30 w 73"/>
                  <a:gd name="T45" fmla="*/ 101 h 101"/>
                  <a:gd name="T46" fmla="*/ 44 w 73"/>
                  <a:gd name="T47" fmla="*/ 101 h 101"/>
                  <a:gd name="T48" fmla="*/ 44 w 73"/>
                  <a:gd name="T49" fmla="*/ 90 h 101"/>
                  <a:gd name="T50" fmla="*/ 55 w 73"/>
                  <a:gd name="T51" fmla="*/ 89 h 101"/>
                  <a:gd name="T52" fmla="*/ 64 w 73"/>
                  <a:gd name="T53" fmla="*/ 84 h 101"/>
                  <a:gd name="T54" fmla="*/ 71 w 73"/>
                  <a:gd name="T55" fmla="*/ 77 h 101"/>
                  <a:gd name="T56" fmla="*/ 73 w 73"/>
                  <a:gd name="T57" fmla="*/ 67 h 101"/>
                  <a:gd name="T58" fmla="*/ 70 w 73"/>
                  <a:gd name="T59" fmla="*/ 54 h 101"/>
                  <a:gd name="T60" fmla="*/ 62 w 73"/>
                  <a:gd name="T61" fmla="*/ 47 h 101"/>
                  <a:gd name="T62" fmla="*/ 52 w 73"/>
                  <a:gd name="T63" fmla="*/ 42 h 101"/>
                  <a:gd name="T64" fmla="*/ 42 w 73"/>
                  <a:gd name="T65" fmla="*/ 39 h 101"/>
                  <a:gd name="T66" fmla="*/ 34 w 73"/>
                  <a:gd name="T67" fmla="*/ 37 h 101"/>
                  <a:gd name="T68" fmla="*/ 31 w 73"/>
                  <a:gd name="T69" fmla="*/ 32 h 101"/>
                  <a:gd name="T70" fmla="*/ 33 w 73"/>
                  <a:gd name="T71" fmla="*/ 29 h 101"/>
                  <a:gd name="T72" fmla="*/ 38 w 73"/>
                  <a:gd name="T73" fmla="*/ 28 h 101"/>
                  <a:gd name="T74" fmla="*/ 44 w 73"/>
                  <a:gd name="T75" fmla="*/ 29 h 101"/>
                  <a:gd name="T76" fmla="*/ 48 w 73"/>
                  <a:gd name="T77" fmla="*/ 31 h 101"/>
                  <a:gd name="T78" fmla="*/ 52 w 73"/>
                  <a:gd name="T79" fmla="*/ 35 h 101"/>
                  <a:gd name="T80" fmla="*/ 54 w 73"/>
                  <a:gd name="T81" fmla="*/ 40 h 101"/>
                  <a:gd name="T82" fmla="*/ 71 w 73"/>
                  <a:gd name="T83" fmla="*/ 40 h 101"/>
                  <a:gd name="T84" fmla="*/ 71 w 73"/>
                  <a:gd name="T85" fmla="*/ 12 h 101"/>
                  <a:gd name="T86" fmla="*/ 54 w 73"/>
                  <a:gd name="T87" fmla="*/ 12 h 101"/>
                  <a:gd name="T88" fmla="*/ 54 w 73"/>
                  <a:gd name="T89" fmla="*/ 17 h 101"/>
                  <a:gd name="T90" fmla="*/ 49 w 73"/>
                  <a:gd name="T91" fmla="*/ 15 h 101"/>
                  <a:gd name="T92" fmla="*/ 44 w 73"/>
                  <a:gd name="T93" fmla="*/ 13 h 101"/>
                  <a:gd name="T94" fmla="*/ 44 w 73"/>
                  <a:gd name="T9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101">
                    <a:moveTo>
                      <a:pt x="44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1"/>
                      <a:pt x="22" y="12"/>
                      <a:pt x="19" y="13"/>
                    </a:cubicBezTo>
                    <a:cubicBezTo>
                      <a:pt x="15" y="14"/>
                      <a:pt x="12" y="15"/>
                      <a:pt x="9" y="17"/>
                    </a:cubicBezTo>
                    <a:cubicBezTo>
                      <a:pt x="7" y="19"/>
                      <a:pt x="4" y="22"/>
                      <a:pt x="3" y="25"/>
                    </a:cubicBezTo>
                    <a:cubicBezTo>
                      <a:pt x="1" y="27"/>
                      <a:pt x="0" y="31"/>
                      <a:pt x="0" y="34"/>
                    </a:cubicBezTo>
                    <a:cubicBezTo>
                      <a:pt x="0" y="40"/>
                      <a:pt x="1" y="44"/>
                      <a:pt x="3" y="47"/>
                    </a:cubicBezTo>
                    <a:cubicBezTo>
                      <a:pt x="6" y="50"/>
                      <a:pt x="8" y="53"/>
                      <a:pt x="11" y="55"/>
                    </a:cubicBezTo>
                    <a:cubicBezTo>
                      <a:pt x="14" y="56"/>
                      <a:pt x="18" y="58"/>
                      <a:pt x="21" y="59"/>
                    </a:cubicBezTo>
                    <a:cubicBezTo>
                      <a:pt x="25" y="60"/>
                      <a:pt x="28" y="61"/>
                      <a:pt x="31" y="62"/>
                    </a:cubicBezTo>
                    <a:cubicBezTo>
                      <a:pt x="34" y="63"/>
                      <a:pt x="37" y="63"/>
                      <a:pt x="39" y="65"/>
                    </a:cubicBezTo>
                    <a:cubicBezTo>
                      <a:pt x="41" y="66"/>
                      <a:pt x="42" y="67"/>
                      <a:pt x="42" y="69"/>
                    </a:cubicBezTo>
                    <a:cubicBezTo>
                      <a:pt x="42" y="70"/>
                      <a:pt x="41" y="71"/>
                      <a:pt x="40" y="72"/>
                    </a:cubicBezTo>
                    <a:cubicBezTo>
                      <a:pt x="39" y="73"/>
                      <a:pt x="37" y="74"/>
                      <a:pt x="34" y="74"/>
                    </a:cubicBezTo>
                    <a:cubicBezTo>
                      <a:pt x="31" y="74"/>
                      <a:pt x="27" y="72"/>
                      <a:pt x="24" y="70"/>
                    </a:cubicBezTo>
                    <a:cubicBezTo>
                      <a:pt x="21" y="68"/>
                      <a:pt x="19" y="65"/>
                      <a:pt x="18" y="60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2" y="87"/>
                      <a:pt x="26" y="88"/>
                      <a:pt x="30" y="89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44" y="101"/>
                      <a:pt x="44" y="101"/>
                      <a:pt x="44" y="101"/>
                    </a:cubicBezTo>
                    <a:cubicBezTo>
                      <a:pt x="44" y="90"/>
                      <a:pt x="44" y="90"/>
                      <a:pt x="44" y="90"/>
                    </a:cubicBezTo>
                    <a:cubicBezTo>
                      <a:pt x="47" y="90"/>
                      <a:pt x="51" y="89"/>
                      <a:pt x="55" y="89"/>
                    </a:cubicBezTo>
                    <a:cubicBezTo>
                      <a:pt x="58" y="88"/>
                      <a:pt x="62" y="86"/>
                      <a:pt x="64" y="84"/>
                    </a:cubicBezTo>
                    <a:cubicBezTo>
                      <a:pt x="67" y="82"/>
                      <a:pt x="69" y="80"/>
                      <a:pt x="71" y="77"/>
                    </a:cubicBezTo>
                    <a:cubicBezTo>
                      <a:pt x="72" y="74"/>
                      <a:pt x="73" y="71"/>
                      <a:pt x="73" y="67"/>
                    </a:cubicBezTo>
                    <a:cubicBezTo>
                      <a:pt x="73" y="62"/>
                      <a:pt x="72" y="58"/>
                      <a:pt x="70" y="54"/>
                    </a:cubicBezTo>
                    <a:cubicBezTo>
                      <a:pt x="68" y="51"/>
                      <a:pt x="65" y="49"/>
                      <a:pt x="62" y="47"/>
                    </a:cubicBezTo>
                    <a:cubicBezTo>
                      <a:pt x="59" y="45"/>
                      <a:pt x="56" y="43"/>
                      <a:pt x="52" y="42"/>
                    </a:cubicBezTo>
                    <a:cubicBezTo>
                      <a:pt x="48" y="41"/>
                      <a:pt x="45" y="40"/>
                      <a:pt x="42" y="39"/>
                    </a:cubicBezTo>
                    <a:cubicBezTo>
                      <a:pt x="39" y="39"/>
                      <a:pt x="36" y="38"/>
                      <a:pt x="34" y="37"/>
                    </a:cubicBezTo>
                    <a:cubicBezTo>
                      <a:pt x="32" y="36"/>
                      <a:pt x="31" y="34"/>
                      <a:pt x="31" y="32"/>
                    </a:cubicBezTo>
                    <a:cubicBezTo>
                      <a:pt x="31" y="31"/>
                      <a:pt x="32" y="30"/>
                      <a:pt x="33" y="29"/>
                    </a:cubicBezTo>
                    <a:cubicBezTo>
                      <a:pt x="34" y="28"/>
                      <a:pt x="36" y="28"/>
                      <a:pt x="38" y="28"/>
                    </a:cubicBezTo>
                    <a:cubicBezTo>
                      <a:pt x="40" y="28"/>
                      <a:pt x="42" y="28"/>
                      <a:pt x="44" y="29"/>
                    </a:cubicBezTo>
                    <a:cubicBezTo>
                      <a:pt x="45" y="29"/>
                      <a:pt x="47" y="30"/>
                      <a:pt x="48" y="31"/>
                    </a:cubicBezTo>
                    <a:cubicBezTo>
                      <a:pt x="50" y="32"/>
                      <a:pt x="51" y="34"/>
                      <a:pt x="52" y="35"/>
                    </a:cubicBezTo>
                    <a:cubicBezTo>
                      <a:pt x="53" y="37"/>
                      <a:pt x="53" y="38"/>
                      <a:pt x="54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7"/>
                      <a:pt x="54" y="17"/>
                      <a:pt x="54" y="17"/>
                    </a:cubicBezTo>
                    <a:cubicBezTo>
                      <a:pt x="52" y="16"/>
                      <a:pt x="51" y="16"/>
                      <a:pt x="49" y="15"/>
                    </a:cubicBezTo>
                    <a:cubicBezTo>
                      <a:pt x="48" y="14"/>
                      <a:pt x="46" y="13"/>
                      <a:pt x="44" y="13"/>
                    </a:cubicBezTo>
                    <a:cubicBezTo>
                      <a:pt x="44" y="0"/>
                      <a:pt x="44" y="0"/>
                      <a:pt x="44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1" name="Oval 120"/>
              <p:cNvSpPr>
                <a:spLocks noChangeArrowheads="1"/>
              </p:cNvSpPr>
              <p:nvPr/>
            </p:nvSpPr>
            <p:spPr bwMode="auto">
              <a:xfrm>
                <a:off x="4636015" y="2823519"/>
                <a:ext cx="295909" cy="295909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2" name="Oval 121"/>
              <p:cNvSpPr>
                <a:spLocks noChangeArrowheads="1"/>
              </p:cNvSpPr>
              <p:nvPr/>
            </p:nvSpPr>
            <p:spPr bwMode="auto">
              <a:xfrm>
                <a:off x="4667054" y="2854559"/>
                <a:ext cx="237969" cy="240038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3" name="Freeform 122"/>
              <p:cNvSpPr>
                <a:spLocks/>
              </p:cNvSpPr>
              <p:nvPr/>
            </p:nvSpPr>
            <p:spPr bwMode="auto">
              <a:xfrm>
                <a:off x="4735341" y="2899049"/>
                <a:ext cx="101395" cy="140712"/>
              </a:xfrm>
              <a:custGeom>
                <a:avLst/>
                <a:gdLst>
                  <a:gd name="T0" fmla="*/ 43 w 73"/>
                  <a:gd name="T1" fmla="*/ 0 h 101"/>
                  <a:gd name="T2" fmla="*/ 30 w 73"/>
                  <a:gd name="T3" fmla="*/ 0 h 101"/>
                  <a:gd name="T4" fmla="*/ 30 w 73"/>
                  <a:gd name="T5" fmla="*/ 11 h 101"/>
                  <a:gd name="T6" fmla="*/ 18 w 73"/>
                  <a:gd name="T7" fmla="*/ 13 h 101"/>
                  <a:gd name="T8" fmla="*/ 9 w 73"/>
                  <a:gd name="T9" fmla="*/ 17 h 101"/>
                  <a:gd name="T10" fmla="*/ 2 w 73"/>
                  <a:gd name="T11" fmla="*/ 24 h 101"/>
                  <a:gd name="T12" fmla="*/ 0 w 73"/>
                  <a:gd name="T13" fmla="*/ 34 h 101"/>
                  <a:gd name="T14" fmla="*/ 3 w 73"/>
                  <a:gd name="T15" fmla="*/ 47 h 101"/>
                  <a:gd name="T16" fmla="*/ 11 w 73"/>
                  <a:gd name="T17" fmla="*/ 54 h 101"/>
                  <a:gd name="T18" fmla="*/ 21 w 73"/>
                  <a:gd name="T19" fmla="*/ 59 h 101"/>
                  <a:gd name="T20" fmla="*/ 31 w 73"/>
                  <a:gd name="T21" fmla="*/ 62 h 101"/>
                  <a:gd name="T22" fmla="*/ 38 w 73"/>
                  <a:gd name="T23" fmla="*/ 64 h 101"/>
                  <a:gd name="T24" fmla="*/ 42 w 73"/>
                  <a:gd name="T25" fmla="*/ 69 h 101"/>
                  <a:gd name="T26" fmla="*/ 40 w 73"/>
                  <a:gd name="T27" fmla="*/ 72 h 101"/>
                  <a:gd name="T28" fmla="*/ 34 w 73"/>
                  <a:gd name="T29" fmla="*/ 74 h 101"/>
                  <a:gd name="T30" fmla="*/ 24 w 73"/>
                  <a:gd name="T31" fmla="*/ 70 h 101"/>
                  <a:gd name="T32" fmla="*/ 18 w 73"/>
                  <a:gd name="T33" fmla="*/ 60 h 101"/>
                  <a:gd name="T34" fmla="*/ 1 w 73"/>
                  <a:gd name="T35" fmla="*/ 60 h 101"/>
                  <a:gd name="T36" fmla="*/ 1 w 73"/>
                  <a:gd name="T37" fmla="*/ 89 h 101"/>
                  <a:gd name="T38" fmla="*/ 18 w 73"/>
                  <a:gd name="T39" fmla="*/ 89 h 101"/>
                  <a:gd name="T40" fmla="*/ 18 w 73"/>
                  <a:gd name="T41" fmla="*/ 84 h 101"/>
                  <a:gd name="T42" fmla="*/ 30 w 73"/>
                  <a:gd name="T43" fmla="*/ 89 h 101"/>
                  <a:gd name="T44" fmla="*/ 30 w 73"/>
                  <a:gd name="T45" fmla="*/ 101 h 101"/>
                  <a:gd name="T46" fmla="*/ 43 w 73"/>
                  <a:gd name="T47" fmla="*/ 101 h 101"/>
                  <a:gd name="T48" fmla="*/ 43 w 73"/>
                  <a:gd name="T49" fmla="*/ 90 h 101"/>
                  <a:gd name="T50" fmla="*/ 55 w 73"/>
                  <a:gd name="T51" fmla="*/ 88 h 101"/>
                  <a:gd name="T52" fmla="*/ 64 w 73"/>
                  <a:gd name="T53" fmla="*/ 84 h 101"/>
                  <a:gd name="T54" fmla="*/ 71 w 73"/>
                  <a:gd name="T55" fmla="*/ 77 h 101"/>
                  <a:gd name="T56" fmla="*/ 73 w 73"/>
                  <a:gd name="T57" fmla="*/ 67 h 101"/>
                  <a:gd name="T58" fmla="*/ 70 w 73"/>
                  <a:gd name="T59" fmla="*/ 54 h 101"/>
                  <a:gd name="T60" fmla="*/ 62 w 73"/>
                  <a:gd name="T61" fmla="*/ 47 h 101"/>
                  <a:gd name="T62" fmla="*/ 52 w 73"/>
                  <a:gd name="T63" fmla="*/ 42 h 101"/>
                  <a:gd name="T64" fmla="*/ 42 w 73"/>
                  <a:gd name="T65" fmla="*/ 39 h 101"/>
                  <a:gd name="T66" fmla="*/ 34 w 73"/>
                  <a:gd name="T67" fmla="*/ 37 h 101"/>
                  <a:gd name="T68" fmla="*/ 31 w 73"/>
                  <a:gd name="T69" fmla="*/ 32 h 101"/>
                  <a:gd name="T70" fmla="*/ 33 w 73"/>
                  <a:gd name="T71" fmla="*/ 29 h 101"/>
                  <a:gd name="T72" fmla="*/ 38 w 73"/>
                  <a:gd name="T73" fmla="*/ 28 h 101"/>
                  <a:gd name="T74" fmla="*/ 43 w 73"/>
                  <a:gd name="T75" fmla="*/ 29 h 101"/>
                  <a:gd name="T76" fmla="*/ 48 w 73"/>
                  <a:gd name="T77" fmla="*/ 31 h 101"/>
                  <a:gd name="T78" fmla="*/ 51 w 73"/>
                  <a:gd name="T79" fmla="*/ 35 h 101"/>
                  <a:gd name="T80" fmla="*/ 53 w 73"/>
                  <a:gd name="T81" fmla="*/ 40 h 101"/>
                  <a:gd name="T82" fmla="*/ 71 w 73"/>
                  <a:gd name="T83" fmla="*/ 40 h 101"/>
                  <a:gd name="T84" fmla="*/ 71 w 73"/>
                  <a:gd name="T85" fmla="*/ 12 h 101"/>
                  <a:gd name="T86" fmla="*/ 53 w 73"/>
                  <a:gd name="T87" fmla="*/ 12 h 101"/>
                  <a:gd name="T88" fmla="*/ 53 w 73"/>
                  <a:gd name="T89" fmla="*/ 17 h 101"/>
                  <a:gd name="T90" fmla="*/ 49 w 73"/>
                  <a:gd name="T91" fmla="*/ 15 h 101"/>
                  <a:gd name="T92" fmla="*/ 43 w 73"/>
                  <a:gd name="T93" fmla="*/ 13 h 101"/>
                  <a:gd name="T94" fmla="*/ 43 w 73"/>
                  <a:gd name="T9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101">
                    <a:moveTo>
                      <a:pt x="43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1"/>
                      <a:pt x="22" y="12"/>
                      <a:pt x="18" y="13"/>
                    </a:cubicBezTo>
                    <a:cubicBezTo>
                      <a:pt x="15" y="14"/>
                      <a:pt x="12" y="15"/>
                      <a:pt x="9" y="17"/>
                    </a:cubicBezTo>
                    <a:cubicBezTo>
                      <a:pt x="6" y="19"/>
                      <a:pt x="4" y="22"/>
                      <a:pt x="2" y="24"/>
                    </a:cubicBezTo>
                    <a:cubicBezTo>
                      <a:pt x="1" y="27"/>
                      <a:pt x="0" y="31"/>
                      <a:pt x="0" y="34"/>
                    </a:cubicBezTo>
                    <a:cubicBezTo>
                      <a:pt x="0" y="40"/>
                      <a:pt x="1" y="44"/>
                      <a:pt x="3" y="47"/>
                    </a:cubicBezTo>
                    <a:cubicBezTo>
                      <a:pt x="5" y="50"/>
                      <a:pt x="8" y="53"/>
                      <a:pt x="11" y="54"/>
                    </a:cubicBezTo>
                    <a:cubicBezTo>
                      <a:pt x="14" y="56"/>
                      <a:pt x="17" y="58"/>
                      <a:pt x="21" y="59"/>
                    </a:cubicBezTo>
                    <a:cubicBezTo>
                      <a:pt x="24" y="60"/>
                      <a:pt x="28" y="61"/>
                      <a:pt x="31" y="62"/>
                    </a:cubicBezTo>
                    <a:cubicBezTo>
                      <a:pt x="34" y="63"/>
                      <a:pt x="36" y="63"/>
                      <a:pt x="38" y="64"/>
                    </a:cubicBezTo>
                    <a:cubicBezTo>
                      <a:pt x="40" y="66"/>
                      <a:pt x="42" y="67"/>
                      <a:pt x="42" y="69"/>
                    </a:cubicBezTo>
                    <a:cubicBezTo>
                      <a:pt x="42" y="70"/>
                      <a:pt x="41" y="71"/>
                      <a:pt x="40" y="72"/>
                    </a:cubicBezTo>
                    <a:cubicBezTo>
                      <a:pt x="39" y="73"/>
                      <a:pt x="37" y="74"/>
                      <a:pt x="34" y="74"/>
                    </a:cubicBezTo>
                    <a:cubicBezTo>
                      <a:pt x="30" y="74"/>
                      <a:pt x="27" y="72"/>
                      <a:pt x="24" y="70"/>
                    </a:cubicBezTo>
                    <a:cubicBezTo>
                      <a:pt x="21" y="68"/>
                      <a:pt x="19" y="65"/>
                      <a:pt x="18" y="60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2" y="87"/>
                      <a:pt x="26" y="88"/>
                      <a:pt x="30" y="89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43" y="101"/>
                      <a:pt x="43" y="101"/>
                      <a:pt x="43" y="101"/>
                    </a:cubicBezTo>
                    <a:cubicBezTo>
                      <a:pt x="43" y="90"/>
                      <a:pt x="43" y="90"/>
                      <a:pt x="43" y="90"/>
                    </a:cubicBezTo>
                    <a:cubicBezTo>
                      <a:pt x="47" y="90"/>
                      <a:pt x="51" y="89"/>
                      <a:pt x="55" y="88"/>
                    </a:cubicBezTo>
                    <a:cubicBezTo>
                      <a:pt x="58" y="88"/>
                      <a:pt x="61" y="86"/>
                      <a:pt x="64" y="84"/>
                    </a:cubicBezTo>
                    <a:cubicBezTo>
                      <a:pt x="67" y="82"/>
                      <a:pt x="69" y="80"/>
                      <a:pt x="71" y="77"/>
                    </a:cubicBezTo>
                    <a:cubicBezTo>
                      <a:pt x="72" y="74"/>
                      <a:pt x="73" y="71"/>
                      <a:pt x="73" y="67"/>
                    </a:cubicBezTo>
                    <a:cubicBezTo>
                      <a:pt x="73" y="62"/>
                      <a:pt x="72" y="58"/>
                      <a:pt x="70" y="54"/>
                    </a:cubicBezTo>
                    <a:cubicBezTo>
                      <a:pt x="68" y="51"/>
                      <a:pt x="65" y="49"/>
                      <a:pt x="62" y="47"/>
                    </a:cubicBezTo>
                    <a:cubicBezTo>
                      <a:pt x="59" y="45"/>
                      <a:pt x="55" y="43"/>
                      <a:pt x="52" y="42"/>
                    </a:cubicBezTo>
                    <a:cubicBezTo>
                      <a:pt x="48" y="41"/>
                      <a:pt x="45" y="40"/>
                      <a:pt x="42" y="39"/>
                    </a:cubicBezTo>
                    <a:cubicBezTo>
                      <a:pt x="39" y="39"/>
                      <a:pt x="36" y="38"/>
                      <a:pt x="34" y="37"/>
                    </a:cubicBezTo>
                    <a:cubicBezTo>
                      <a:pt x="32" y="36"/>
                      <a:pt x="31" y="34"/>
                      <a:pt x="31" y="32"/>
                    </a:cubicBezTo>
                    <a:cubicBezTo>
                      <a:pt x="31" y="31"/>
                      <a:pt x="31" y="30"/>
                      <a:pt x="33" y="29"/>
                    </a:cubicBezTo>
                    <a:cubicBezTo>
                      <a:pt x="34" y="28"/>
                      <a:pt x="36" y="28"/>
                      <a:pt x="38" y="28"/>
                    </a:cubicBezTo>
                    <a:cubicBezTo>
                      <a:pt x="40" y="28"/>
                      <a:pt x="41" y="28"/>
                      <a:pt x="43" y="29"/>
                    </a:cubicBezTo>
                    <a:cubicBezTo>
                      <a:pt x="45" y="29"/>
                      <a:pt x="46" y="30"/>
                      <a:pt x="48" y="31"/>
                    </a:cubicBezTo>
                    <a:cubicBezTo>
                      <a:pt x="49" y="32"/>
                      <a:pt x="50" y="34"/>
                      <a:pt x="51" y="35"/>
                    </a:cubicBezTo>
                    <a:cubicBezTo>
                      <a:pt x="52" y="37"/>
                      <a:pt x="53" y="38"/>
                      <a:pt x="53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53" y="12"/>
                      <a:pt x="53" y="12"/>
                      <a:pt x="53" y="12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2" y="16"/>
                      <a:pt x="51" y="16"/>
                      <a:pt x="49" y="15"/>
                    </a:cubicBezTo>
                    <a:cubicBezTo>
                      <a:pt x="47" y="14"/>
                      <a:pt x="45" y="13"/>
                      <a:pt x="43" y="13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4" name="Oval 123"/>
              <p:cNvSpPr>
                <a:spLocks noChangeArrowheads="1"/>
              </p:cNvSpPr>
              <p:nvPr/>
            </p:nvSpPr>
            <p:spPr bwMode="auto">
              <a:xfrm>
                <a:off x="2449808" y="2971474"/>
                <a:ext cx="330052" cy="331087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Oval 124"/>
              <p:cNvSpPr>
                <a:spLocks noChangeArrowheads="1"/>
              </p:cNvSpPr>
              <p:nvPr/>
            </p:nvSpPr>
            <p:spPr bwMode="auto">
              <a:xfrm>
                <a:off x="2478778" y="3000444"/>
                <a:ext cx="272112" cy="272112"/>
              </a:xfrm>
              <a:prstGeom prst="ellipse">
                <a:avLst/>
              </a:prstGeom>
              <a:solidFill>
                <a:srgbClr val="B49E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6" name="Oval 125"/>
              <p:cNvSpPr>
                <a:spLocks noChangeArrowheads="1"/>
              </p:cNvSpPr>
              <p:nvPr/>
            </p:nvSpPr>
            <p:spPr bwMode="auto">
              <a:xfrm>
                <a:off x="2478778" y="3000444"/>
                <a:ext cx="264869" cy="266939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7" name="Freeform 126"/>
              <p:cNvSpPr>
                <a:spLocks/>
              </p:cNvSpPr>
              <p:nvPr/>
            </p:nvSpPr>
            <p:spPr bwMode="auto">
              <a:xfrm>
                <a:off x="2559480" y="3055280"/>
                <a:ext cx="112777" cy="157266"/>
              </a:xfrm>
              <a:custGeom>
                <a:avLst/>
                <a:gdLst>
                  <a:gd name="T0" fmla="*/ 48 w 81"/>
                  <a:gd name="T1" fmla="*/ 0 h 113"/>
                  <a:gd name="T2" fmla="*/ 33 w 81"/>
                  <a:gd name="T3" fmla="*/ 0 h 113"/>
                  <a:gd name="T4" fmla="*/ 33 w 81"/>
                  <a:gd name="T5" fmla="*/ 13 h 113"/>
                  <a:gd name="T6" fmla="*/ 21 w 81"/>
                  <a:gd name="T7" fmla="*/ 15 h 113"/>
                  <a:gd name="T8" fmla="*/ 10 w 81"/>
                  <a:gd name="T9" fmla="*/ 20 h 113"/>
                  <a:gd name="T10" fmla="*/ 3 w 81"/>
                  <a:gd name="T11" fmla="*/ 28 h 113"/>
                  <a:gd name="T12" fmla="*/ 0 w 81"/>
                  <a:gd name="T13" fmla="*/ 39 h 113"/>
                  <a:gd name="T14" fmla="*/ 4 w 81"/>
                  <a:gd name="T15" fmla="*/ 53 h 113"/>
                  <a:gd name="T16" fmla="*/ 12 w 81"/>
                  <a:gd name="T17" fmla="*/ 61 h 113"/>
                  <a:gd name="T18" fmla="*/ 23 w 81"/>
                  <a:gd name="T19" fmla="*/ 66 h 113"/>
                  <a:gd name="T20" fmla="*/ 35 w 81"/>
                  <a:gd name="T21" fmla="*/ 69 h 113"/>
                  <a:gd name="T22" fmla="*/ 43 w 81"/>
                  <a:gd name="T23" fmla="*/ 72 h 113"/>
                  <a:gd name="T24" fmla="*/ 47 w 81"/>
                  <a:gd name="T25" fmla="*/ 77 h 113"/>
                  <a:gd name="T26" fmla="*/ 44 w 81"/>
                  <a:gd name="T27" fmla="*/ 81 h 113"/>
                  <a:gd name="T28" fmla="*/ 38 w 81"/>
                  <a:gd name="T29" fmla="*/ 82 h 113"/>
                  <a:gd name="T30" fmla="*/ 27 w 81"/>
                  <a:gd name="T31" fmla="*/ 78 h 113"/>
                  <a:gd name="T32" fmla="*/ 20 w 81"/>
                  <a:gd name="T33" fmla="*/ 68 h 113"/>
                  <a:gd name="T34" fmla="*/ 1 w 81"/>
                  <a:gd name="T35" fmla="*/ 68 h 113"/>
                  <a:gd name="T36" fmla="*/ 1 w 81"/>
                  <a:gd name="T37" fmla="*/ 99 h 113"/>
                  <a:gd name="T38" fmla="*/ 20 w 81"/>
                  <a:gd name="T39" fmla="*/ 99 h 113"/>
                  <a:gd name="T40" fmla="*/ 20 w 81"/>
                  <a:gd name="T41" fmla="*/ 94 h 113"/>
                  <a:gd name="T42" fmla="*/ 33 w 81"/>
                  <a:gd name="T43" fmla="*/ 100 h 113"/>
                  <a:gd name="T44" fmla="*/ 33 w 81"/>
                  <a:gd name="T45" fmla="*/ 113 h 113"/>
                  <a:gd name="T46" fmla="*/ 48 w 81"/>
                  <a:gd name="T47" fmla="*/ 113 h 113"/>
                  <a:gd name="T48" fmla="*/ 48 w 81"/>
                  <a:gd name="T49" fmla="*/ 101 h 113"/>
                  <a:gd name="T50" fmla="*/ 61 w 81"/>
                  <a:gd name="T51" fmla="*/ 99 h 113"/>
                  <a:gd name="T52" fmla="*/ 72 w 81"/>
                  <a:gd name="T53" fmla="*/ 94 h 113"/>
                  <a:gd name="T54" fmla="*/ 79 w 81"/>
                  <a:gd name="T55" fmla="*/ 86 h 113"/>
                  <a:gd name="T56" fmla="*/ 81 w 81"/>
                  <a:gd name="T57" fmla="*/ 75 h 113"/>
                  <a:gd name="T58" fmla="*/ 78 w 81"/>
                  <a:gd name="T59" fmla="*/ 61 h 113"/>
                  <a:gd name="T60" fmla="*/ 69 w 81"/>
                  <a:gd name="T61" fmla="*/ 52 h 113"/>
                  <a:gd name="T62" fmla="*/ 58 w 81"/>
                  <a:gd name="T63" fmla="*/ 47 h 113"/>
                  <a:gd name="T64" fmla="*/ 47 w 81"/>
                  <a:gd name="T65" fmla="*/ 44 h 113"/>
                  <a:gd name="T66" fmla="*/ 38 w 81"/>
                  <a:gd name="T67" fmla="*/ 41 h 113"/>
                  <a:gd name="T68" fmla="*/ 34 w 81"/>
                  <a:gd name="T69" fmla="*/ 36 h 113"/>
                  <a:gd name="T70" fmla="*/ 37 w 81"/>
                  <a:gd name="T71" fmla="*/ 33 h 113"/>
                  <a:gd name="T72" fmla="*/ 43 w 81"/>
                  <a:gd name="T73" fmla="*/ 31 h 113"/>
                  <a:gd name="T74" fmla="*/ 48 w 81"/>
                  <a:gd name="T75" fmla="*/ 32 h 113"/>
                  <a:gd name="T76" fmla="*/ 54 w 81"/>
                  <a:gd name="T77" fmla="*/ 35 h 113"/>
                  <a:gd name="T78" fmla="*/ 57 w 81"/>
                  <a:gd name="T79" fmla="*/ 39 h 113"/>
                  <a:gd name="T80" fmla="*/ 60 w 81"/>
                  <a:gd name="T81" fmla="*/ 45 h 113"/>
                  <a:gd name="T82" fmla="*/ 79 w 81"/>
                  <a:gd name="T83" fmla="*/ 45 h 113"/>
                  <a:gd name="T84" fmla="*/ 79 w 81"/>
                  <a:gd name="T85" fmla="*/ 14 h 113"/>
                  <a:gd name="T86" fmla="*/ 60 w 81"/>
                  <a:gd name="T87" fmla="*/ 14 h 113"/>
                  <a:gd name="T88" fmla="*/ 60 w 81"/>
                  <a:gd name="T89" fmla="*/ 19 h 113"/>
                  <a:gd name="T90" fmla="*/ 55 w 81"/>
                  <a:gd name="T91" fmla="*/ 17 h 113"/>
                  <a:gd name="T92" fmla="*/ 48 w 81"/>
                  <a:gd name="T93" fmla="*/ 15 h 113"/>
                  <a:gd name="T94" fmla="*/ 48 w 81"/>
                  <a:gd name="T95" fmla="*/ 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81" h="113">
                    <a:moveTo>
                      <a:pt x="48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33" y="13"/>
                      <a:pt x="33" y="13"/>
                      <a:pt x="33" y="13"/>
                    </a:cubicBezTo>
                    <a:cubicBezTo>
                      <a:pt x="29" y="13"/>
                      <a:pt x="25" y="13"/>
                      <a:pt x="21" y="15"/>
                    </a:cubicBezTo>
                    <a:cubicBezTo>
                      <a:pt x="17" y="16"/>
                      <a:pt x="13" y="17"/>
                      <a:pt x="10" y="20"/>
                    </a:cubicBezTo>
                    <a:cubicBezTo>
                      <a:pt x="7" y="22"/>
                      <a:pt x="5" y="24"/>
                      <a:pt x="3" y="28"/>
                    </a:cubicBezTo>
                    <a:cubicBezTo>
                      <a:pt x="1" y="31"/>
                      <a:pt x="0" y="35"/>
                      <a:pt x="0" y="39"/>
                    </a:cubicBezTo>
                    <a:cubicBezTo>
                      <a:pt x="0" y="45"/>
                      <a:pt x="1" y="49"/>
                      <a:pt x="4" y="53"/>
                    </a:cubicBezTo>
                    <a:cubicBezTo>
                      <a:pt x="6" y="56"/>
                      <a:pt x="9" y="59"/>
                      <a:pt x="12" y="61"/>
                    </a:cubicBezTo>
                    <a:cubicBezTo>
                      <a:pt x="16" y="63"/>
                      <a:pt x="19" y="65"/>
                      <a:pt x="23" y="66"/>
                    </a:cubicBezTo>
                    <a:cubicBezTo>
                      <a:pt x="27" y="67"/>
                      <a:pt x="31" y="68"/>
                      <a:pt x="35" y="69"/>
                    </a:cubicBezTo>
                    <a:cubicBezTo>
                      <a:pt x="38" y="70"/>
                      <a:pt x="41" y="71"/>
                      <a:pt x="43" y="72"/>
                    </a:cubicBezTo>
                    <a:cubicBezTo>
                      <a:pt x="45" y="73"/>
                      <a:pt x="47" y="75"/>
                      <a:pt x="47" y="77"/>
                    </a:cubicBezTo>
                    <a:cubicBezTo>
                      <a:pt x="47" y="78"/>
                      <a:pt x="46" y="80"/>
                      <a:pt x="44" y="81"/>
                    </a:cubicBezTo>
                    <a:cubicBezTo>
                      <a:pt x="43" y="82"/>
                      <a:pt x="41" y="82"/>
                      <a:pt x="38" y="82"/>
                    </a:cubicBezTo>
                    <a:cubicBezTo>
                      <a:pt x="34" y="82"/>
                      <a:pt x="30" y="81"/>
                      <a:pt x="27" y="78"/>
                    </a:cubicBezTo>
                    <a:cubicBezTo>
                      <a:pt x="23" y="76"/>
                      <a:pt x="21" y="72"/>
                      <a:pt x="20" y="68"/>
                    </a:cubicBezTo>
                    <a:cubicBezTo>
                      <a:pt x="1" y="68"/>
                      <a:pt x="1" y="68"/>
                      <a:pt x="1" y="68"/>
                    </a:cubicBezTo>
                    <a:cubicBezTo>
                      <a:pt x="1" y="99"/>
                      <a:pt x="1" y="99"/>
                      <a:pt x="1" y="99"/>
                    </a:cubicBezTo>
                    <a:cubicBezTo>
                      <a:pt x="20" y="99"/>
                      <a:pt x="20" y="99"/>
                      <a:pt x="20" y="99"/>
                    </a:cubicBezTo>
                    <a:cubicBezTo>
                      <a:pt x="20" y="94"/>
                      <a:pt x="20" y="94"/>
                      <a:pt x="20" y="94"/>
                    </a:cubicBezTo>
                    <a:cubicBezTo>
                      <a:pt x="25" y="97"/>
                      <a:pt x="29" y="99"/>
                      <a:pt x="33" y="100"/>
                    </a:cubicBezTo>
                    <a:cubicBezTo>
                      <a:pt x="33" y="113"/>
                      <a:pt x="33" y="113"/>
                      <a:pt x="33" y="113"/>
                    </a:cubicBezTo>
                    <a:cubicBezTo>
                      <a:pt x="48" y="113"/>
                      <a:pt x="48" y="113"/>
                      <a:pt x="48" y="113"/>
                    </a:cubicBezTo>
                    <a:cubicBezTo>
                      <a:pt x="48" y="101"/>
                      <a:pt x="48" y="101"/>
                      <a:pt x="48" y="101"/>
                    </a:cubicBezTo>
                    <a:cubicBezTo>
                      <a:pt x="53" y="101"/>
                      <a:pt x="57" y="100"/>
                      <a:pt x="61" y="99"/>
                    </a:cubicBezTo>
                    <a:cubicBezTo>
                      <a:pt x="65" y="98"/>
                      <a:pt x="68" y="96"/>
                      <a:pt x="72" y="94"/>
                    </a:cubicBezTo>
                    <a:cubicBezTo>
                      <a:pt x="75" y="92"/>
                      <a:pt x="77" y="89"/>
                      <a:pt x="79" y="86"/>
                    </a:cubicBezTo>
                    <a:cubicBezTo>
                      <a:pt x="81" y="83"/>
                      <a:pt x="81" y="79"/>
                      <a:pt x="81" y="75"/>
                    </a:cubicBezTo>
                    <a:cubicBezTo>
                      <a:pt x="81" y="69"/>
                      <a:pt x="80" y="65"/>
                      <a:pt x="78" y="61"/>
                    </a:cubicBezTo>
                    <a:cubicBezTo>
                      <a:pt x="76" y="57"/>
                      <a:pt x="73" y="55"/>
                      <a:pt x="69" y="52"/>
                    </a:cubicBezTo>
                    <a:cubicBezTo>
                      <a:pt x="66" y="50"/>
                      <a:pt x="62" y="49"/>
                      <a:pt x="58" y="47"/>
                    </a:cubicBezTo>
                    <a:cubicBezTo>
                      <a:pt x="54" y="46"/>
                      <a:pt x="50" y="45"/>
                      <a:pt x="47" y="44"/>
                    </a:cubicBezTo>
                    <a:cubicBezTo>
                      <a:pt x="43" y="43"/>
                      <a:pt x="40" y="42"/>
                      <a:pt x="38" y="41"/>
                    </a:cubicBezTo>
                    <a:cubicBezTo>
                      <a:pt x="36" y="40"/>
                      <a:pt x="34" y="39"/>
                      <a:pt x="34" y="36"/>
                    </a:cubicBezTo>
                    <a:cubicBezTo>
                      <a:pt x="34" y="35"/>
                      <a:pt x="35" y="33"/>
                      <a:pt x="37" y="33"/>
                    </a:cubicBezTo>
                    <a:cubicBezTo>
                      <a:pt x="38" y="32"/>
                      <a:pt x="40" y="31"/>
                      <a:pt x="43" y="31"/>
                    </a:cubicBezTo>
                    <a:cubicBezTo>
                      <a:pt x="45" y="31"/>
                      <a:pt x="46" y="32"/>
                      <a:pt x="48" y="32"/>
                    </a:cubicBezTo>
                    <a:cubicBezTo>
                      <a:pt x="50" y="33"/>
                      <a:pt x="52" y="34"/>
                      <a:pt x="54" y="35"/>
                    </a:cubicBezTo>
                    <a:cubicBezTo>
                      <a:pt x="55" y="36"/>
                      <a:pt x="56" y="38"/>
                      <a:pt x="57" y="39"/>
                    </a:cubicBezTo>
                    <a:cubicBezTo>
                      <a:pt x="59" y="41"/>
                      <a:pt x="59" y="43"/>
                      <a:pt x="60" y="45"/>
                    </a:cubicBezTo>
                    <a:cubicBezTo>
                      <a:pt x="79" y="45"/>
                      <a:pt x="79" y="45"/>
                      <a:pt x="79" y="45"/>
                    </a:cubicBezTo>
                    <a:cubicBezTo>
                      <a:pt x="79" y="14"/>
                      <a:pt x="79" y="14"/>
                      <a:pt x="79" y="14"/>
                    </a:cubicBezTo>
                    <a:cubicBezTo>
                      <a:pt x="60" y="14"/>
                      <a:pt x="60" y="14"/>
                      <a:pt x="60" y="14"/>
                    </a:cubicBezTo>
                    <a:cubicBezTo>
                      <a:pt x="60" y="19"/>
                      <a:pt x="60" y="19"/>
                      <a:pt x="60" y="19"/>
                    </a:cubicBezTo>
                    <a:cubicBezTo>
                      <a:pt x="58" y="19"/>
                      <a:pt x="57" y="18"/>
                      <a:pt x="55" y="17"/>
                    </a:cubicBezTo>
                    <a:cubicBezTo>
                      <a:pt x="53" y="16"/>
                      <a:pt x="51" y="15"/>
                      <a:pt x="48" y="15"/>
                    </a:cubicBezTo>
                    <a:cubicBezTo>
                      <a:pt x="48" y="0"/>
                      <a:pt x="48" y="0"/>
                      <a:pt x="48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8" name="Freeform 127"/>
              <p:cNvSpPr>
                <a:spLocks/>
              </p:cNvSpPr>
              <p:nvPr/>
            </p:nvSpPr>
            <p:spPr bwMode="auto">
              <a:xfrm>
                <a:off x="3485489" y="2268949"/>
                <a:ext cx="735634" cy="697351"/>
              </a:xfrm>
              <a:custGeom>
                <a:avLst/>
                <a:gdLst>
                  <a:gd name="T0" fmla="*/ 520 w 527"/>
                  <a:gd name="T1" fmla="*/ 187 h 499"/>
                  <a:gd name="T2" fmla="*/ 518 w 527"/>
                  <a:gd name="T3" fmla="*/ 214 h 499"/>
                  <a:gd name="T4" fmla="*/ 181 w 527"/>
                  <a:gd name="T5" fmla="*/ 492 h 499"/>
                  <a:gd name="T6" fmla="*/ 154 w 527"/>
                  <a:gd name="T7" fmla="*/ 489 h 499"/>
                  <a:gd name="T8" fmla="*/ 7 w 527"/>
                  <a:gd name="T9" fmla="*/ 311 h 499"/>
                  <a:gd name="T10" fmla="*/ 9 w 527"/>
                  <a:gd name="T11" fmla="*/ 284 h 499"/>
                  <a:gd name="T12" fmla="*/ 346 w 527"/>
                  <a:gd name="T13" fmla="*/ 6 h 499"/>
                  <a:gd name="T14" fmla="*/ 373 w 527"/>
                  <a:gd name="T15" fmla="*/ 9 h 499"/>
                  <a:gd name="T16" fmla="*/ 520 w 527"/>
                  <a:gd name="T17" fmla="*/ 187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7" h="499">
                    <a:moveTo>
                      <a:pt x="520" y="187"/>
                    </a:moveTo>
                    <a:cubicBezTo>
                      <a:pt x="527" y="195"/>
                      <a:pt x="526" y="207"/>
                      <a:pt x="518" y="214"/>
                    </a:cubicBezTo>
                    <a:cubicBezTo>
                      <a:pt x="181" y="492"/>
                      <a:pt x="181" y="492"/>
                      <a:pt x="181" y="492"/>
                    </a:cubicBezTo>
                    <a:cubicBezTo>
                      <a:pt x="173" y="499"/>
                      <a:pt x="161" y="498"/>
                      <a:pt x="154" y="489"/>
                    </a:cubicBezTo>
                    <a:cubicBezTo>
                      <a:pt x="7" y="311"/>
                      <a:pt x="7" y="311"/>
                      <a:pt x="7" y="311"/>
                    </a:cubicBezTo>
                    <a:cubicBezTo>
                      <a:pt x="0" y="303"/>
                      <a:pt x="1" y="291"/>
                      <a:pt x="9" y="284"/>
                    </a:cubicBezTo>
                    <a:cubicBezTo>
                      <a:pt x="346" y="6"/>
                      <a:pt x="346" y="6"/>
                      <a:pt x="346" y="6"/>
                    </a:cubicBezTo>
                    <a:cubicBezTo>
                      <a:pt x="354" y="0"/>
                      <a:pt x="367" y="1"/>
                      <a:pt x="373" y="9"/>
                    </a:cubicBezTo>
                    <a:cubicBezTo>
                      <a:pt x="520" y="187"/>
                      <a:pt x="520" y="187"/>
                      <a:pt x="520" y="187"/>
                    </a:cubicBezTo>
                  </a:path>
                </a:pathLst>
              </a:cu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9" name="Freeform 128"/>
              <p:cNvSpPr>
                <a:spLocks/>
              </p:cNvSpPr>
              <p:nvPr/>
            </p:nvSpPr>
            <p:spPr bwMode="auto">
              <a:xfrm>
                <a:off x="3528944" y="2321716"/>
                <a:ext cx="572160" cy="497665"/>
              </a:xfrm>
              <a:custGeom>
                <a:avLst/>
                <a:gdLst>
                  <a:gd name="T0" fmla="*/ 553 w 553"/>
                  <a:gd name="T1" fmla="*/ 72 h 481"/>
                  <a:gd name="T2" fmla="*/ 59 w 553"/>
                  <a:gd name="T3" fmla="*/ 481 h 481"/>
                  <a:gd name="T4" fmla="*/ 0 w 553"/>
                  <a:gd name="T5" fmla="*/ 409 h 481"/>
                  <a:gd name="T6" fmla="*/ 494 w 553"/>
                  <a:gd name="T7" fmla="*/ 0 h 481"/>
                  <a:gd name="T8" fmla="*/ 553 w 553"/>
                  <a:gd name="T9" fmla="*/ 72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3" h="481">
                    <a:moveTo>
                      <a:pt x="553" y="72"/>
                    </a:moveTo>
                    <a:lnTo>
                      <a:pt x="59" y="481"/>
                    </a:lnTo>
                    <a:lnTo>
                      <a:pt x="0" y="409"/>
                    </a:lnTo>
                    <a:lnTo>
                      <a:pt x="494" y="0"/>
                    </a:lnTo>
                    <a:lnTo>
                      <a:pt x="553" y="72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0" name="Freeform 129"/>
              <p:cNvSpPr>
                <a:spLocks/>
              </p:cNvSpPr>
              <p:nvPr/>
            </p:nvSpPr>
            <p:spPr bwMode="auto">
              <a:xfrm>
                <a:off x="3789675" y="2555546"/>
                <a:ext cx="199687" cy="168648"/>
              </a:xfrm>
              <a:custGeom>
                <a:avLst/>
                <a:gdLst>
                  <a:gd name="T0" fmla="*/ 193 w 193"/>
                  <a:gd name="T1" fmla="*/ 9 h 163"/>
                  <a:gd name="T2" fmla="*/ 7 w 193"/>
                  <a:gd name="T3" fmla="*/ 163 h 163"/>
                  <a:gd name="T4" fmla="*/ 0 w 193"/>
                  <a:gd name="T5" fmla="*/ 154 h 163"/>
                  <a:gd name="T6" fmla="*/ 185 w 193"/>
                  <a:gd name="T7" fmla="*/ 0 h 163"/>
                  <a:gd name="T8" fmla="*/ 193 w 193"/>
                  <a:gd name="T9" fmla="*/ 9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163">
                    <a:moveTo>
                      <a:pt x="193" y="9"/>
                    </a:moveTo>
                    <a:lnTo>
                      <a:pt x="7" y="163"/>
                    </a:lnTo>
                    <a:lnTo>
                      <a:pt x="0" y="154"/>
                    </a:lnTo>
                    <a:lnTo>
                      <a:pt x="185" y="0"/>
                    </a:lnTo>
                    <a:lnTo>
                      <a:pt x="193" y="9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1" name="Freeform 130"/>
              <p:cNvSpPr>
                <a:spLocks/>
              </p:cNvSpPr>
              <p:nvPr/>
            </p:nvSpPr>
            <p:spPr bwMode="auto">
              <a:xfrm>
                <a:off x="3813471" y="2585551"/>
                <a:ext cx="199687" cy="167613"/>
              </a:xfrm>
              <a:custGeom>
                <a:avLst/>
                <a:gdLst>
                  <a:gd name="T0" fmla="*/ 193 w 193"/>
                  <a:gd name="T1" fmla="*/ 9 h 162"/>
                  <a:gd name="T2" fmla="*/ 8 w 193"/>
                  <a:gd name="T3" fmla="*/ 162 h 162"/>
                  <a:gd name="T4" fmla="*/ 0 w 193"/>
                  <a:gd name="T5" fmla="*/ 153 h 162"/>
                  <a:gd name="T6" fmla="*/ 186 w 193"/>
                  <a:gd name="T7" fmla="*/ 0 h 162"/>
                  <a:gd name="T8" fmla="*/ 193 w 193"/>
                  <a:gd name="T9" fmla="*/ 9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162">
                    <a:moveTo>
                      <a:pt x="193" y="9"/>
                    </a:moveTo>
                    <a:lnTo>
                      <a:pt x="8" y="162"/>
                    </a:lnTo>
                    <a:lnTo>
                      <a:pt x="0" y="153"/>
                    </a:lnTo>
                    <a:lnTo>
                      <a:pt x="186" y="0"/>
                    </a:lnTo>
                    <a:lnTo>
                      <a:pt x="193" y="9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2" name="Freeform 131"/>
              <p:cNvSpPr>
                <a:spLocks/>
              </p:cNvSpPr>
              <p:nvPr/>
            </p:nvSpPr>
            <p:spPr bwMode="auto">
              <a:xfrm>
                <a:off x="3838303" y="2615556"/>
                <a:ext cx="199687" cy="167613"/>
              </a:xfrm>
              <a:custGeom>
                <a:avLst/>
                <a:gdLst>
                  <a:gd name="T0" fmla="*/ 193 w 193"/>
                  <a:gd name="T1" fmla="*/ 9 h 162"/>
                  <a:gd name="T2" fmla="*/ 7 w 193"/>
                  <a:gd name="T3" fmla="*/ 162 h 162"/>
                  <a:gd name="T4" fmla="*/ 0 w 193"/>
                  <a:gd name="T5" fmla="*/ 154 h 162"/>
                  <a:gd name="T6" fmla="*/ 187 w 193"/>
                  <a:gd name="T7" fmla="*/ 0 h 162"/>
                  <a:gd name="T8" fmla="*/ 193 w 193"/>
                  <a:gd name="T9" fmla="*/ 9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162">
                    <a:moveTo>
                      <a:pt x="193" y="9"/>
                    </a:moveTo>
                    <a:lnTo>
                      <a:pt x="7" y="162"/>
                    </a:lnTo>
                    <a:lnTo>
                      <a:pt x="0" y="154"/>
                    </a:lnTo>
                    <a:lnTo>
                      <a:pt x="187" y="0"/>
                    </a:lnTo>
                    <a:lnTo>
                      <a:pt x="193" y="9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3" name="Freeform 132"/>
              <p:cNvSpPr>
                <a:spLocks/>
              </p:cNvSpPr>
              <p:nvPr/>
            </p:nvSpPr>
            <p:spPr bwMode="auto">
              <a:xfrm>
                <a:off x="3636547" y="2720055"/>
                <a:ext cx="204860" cy="204860"/>
              </a:xfrm>
              <a:custGeom>
                <a:avLst/>
                <a:gdLst>
                  <a:gd name="T0" fmla="*/ 109 w 198"/>
                  <a:gd name="T1" fmla="*/ 0 h 198"/>
                  <a:gd name="T2" fmla="*/ 0 w 198"/>
                  <a:gd name="T3" fmla="*/ 89 h 198"/>
                  <a:gd name="T4" fmla="*/ 90 w 198"/>
                  <a:gd name="T5" fmla="*/ 198 h 198"/>
                  <a:gd name="T6" fmla="*/ 198 w 198"/>
                  <a:gd name="T7" fmla="*/ 108 h 198"/>
                  <a:gd name="T8" fmla="*/ 109 w 198"/>
                  <a:gd name="T9" fmla="*/ 0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8" h="198">
                    <a:moveTo>
                      <a:pt x="109" y="0"/>
                    </a:moveTo>
                    <a:lnTo>
                      <a:pt x="0" y="89"/>
                    </a:lnTo>
                    <a:lnTo>
                      <a:pt x="90" y="198"/>
                    </a:lnTo>
                    <a:lnTo>
                      <a:pt x="198" y="10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rgbClr val="F9F4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4" name="Freeform 133"/>
              <p:cNvSpPr>
                <a:spLocks/>
              </p:cNvSpPr>
              <p:nvPr/>
            </p:nvSpPr>
            <p:spPr bwMode="auto">
              <a:xfrm>
                <a:off x="3636547" y="2720055"/>
                <a:ext cx="204860" cy="204860"/>
              </a:xfrm>
              <a:custGeom>
                <a:avLst/>
                <a:gdLst>
                  <a:gd name="T0" fmla="*/ 109 w 198"/>
                  <a:gd name="T1" fmla="*/ 0 h 198"/>
                  <a:gd name="T2" fmla="*/ 0 w 198"/>
                  <a:gd name="T3" fmla="*/ 89 h 198"/>
                  <a:gd name="T4" fmla="*/ 90 w 198"/>
                  <a:gd name="T5" fmla="*/ 198 h 198"/>
                  <a:gd name="T6" fmla="*/ 198 w 198"/>
                  <a:gd name="T7" fmla="*/ 108 h 198"/>
                  <a:gd name="T8" fmla="*/ 109 w 198"/>
                  <a:gd name="T9" fmla="*/ 0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8" h="198">
                    <a:moveTo>
                      <a:pt x="109" y="0"/>
                    </a:moveTo>
                    <a:lnTo>
                      <a:pt x="0" y="89"/>
                    </a:lnTo>
                    <a:lnTo>
                      <a:pt x="90" y="198"/>
                    </a:lnTo>
                    <a:lnTo>
                      <a:pt x="198" y="108"/>
                    </a:lnTo>
                    <a:lnTo>
                      <a:pt x="10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Freeform 134"/>
              <p:cNvSpPr>
                <a:spLocks/>
              </p:cNvSpPr>
              <p:nvPr/>
            </p:nvSpPr>
            <p:spPr bwMode="auto">
              <a:xfrm>
                <a:off x="3677933" y="2757302"/>
                <a:ext cx="143816" cy="146920"/>
              </a:xfrm>
              <a:custGeom>
                <a:avLst/>
                <a:gdLst>
                  <a:gd name="T0" fmla="*/ 62 w 103"/>
                  <a:gd name="T1" fmla="*/ 52 h 105"/>
                  <a:gd name="T2" fmla="*/ 57 w 103"/>
                  <a:gd name="T3" fmla="*/ 49 h 105"/>
                  <a:gd name="T4" fmla="*/ 54 w 103"/>
                  <a:gd name="T5" fmla="*/ 33 h 105"/>
                  <a:gd name="T6" fmla="*/ 48 w 103"/>
                  <a:gd name="T7" fmla="*/ 22 h 105"/>
                  <a:gd name="T8" fmla="*/ 17 w 103"/>
                  <a:gd name="T9" fmla="*/ 14 h 105"/>
                  <a:gd name="T10" fmla="*/ 19 w 103"/>
                  <a:gd name="T11" fmla="*/ 46 h 105"/>
                  <a:gd name="T12" fmla="*/ 29 w 103"/>
                  <a:gd name="T13" fmla="*/ 53 h 105"/>
                  <a:gd name="T14" fmla="*/ 44 w 103"/>
                  <a:gd name="T15" fmla="*/ 60 h 105"/>
                  <a:gd name="T16" fmla="*/ 46 w 103"/>
                  <a:gd name="T17" fmla="*/ 66 h 105"/>
                  <a:gd name="T18" fmla="*/ 37 w 103"/>
                  <a:gd name="T19" fmla="*/ 105 h 105"/>
                  <a:gd name="T20" fmla="*/ 70 w 103"/>
                  <a:gd name="T21" fmla="*/ 78 h 105"/>
                  <a:gd name="T22" fmla="*/ 103 w 103"/>
                  <a:gd name="T23" fmla="*/ 51 h 105"/>
                  <a:gd name="T24" fmla="*/ 62 w 103"/>
                  <a:gd name="T25" fmla="*/ 52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3" h="105">
                    <a:moveTo>
                      <a:pt x="62" y="52"/>
                    </a:moveTo>
                    <a:cubicBezTo>
                      <a:pt x="61" y="53"/>
                      <a:pt x="57" y="49"/>
                      <a:pt x="57" y="49"/>
                    </a:cubicBezTo>
                    <a:cubicBezTo>
                      <a:pt x="57" y="49"/>
                      <a:pt x="58" y="40"/>
                      <a:pt x="54" y="33"/>
                    </a:cubicBezTo>
                    <a:cubicBezTo>
                      <a:pt x="56" y="31"/>
                      <a:pt x="52" y="22"/>
                      <a:pt x="48" y="22"/>
                    </a:cubicBezTo>
                    <a:cubicBezTo>
                      <a:pt x="46" y="20"/>
                      <a:pt x="35" y="0"/>
                      <a:pt x="17" y="14"/>
                    </a:cubicBezTo>
                    <a:cubicBezTo>
                      <a:pt x="0" y="29"/>
                      <a:pt x="17" y="43"/>
                      <a:pt x="19" y="46"/>
                    </a:cubicBezTo>
                    <a:cubicBezTo>
                      <a:pt x="19" y="50"/>
                      <a:pt x="26" y="56"/>
                      <a:pt x="29" y="53"/>
                    </a:cubicBezTo>
                    <a:cubicBezTo>
                      <a:pt x="35" y="59"/>
                      <a:pt x="44" y="60"/>
                      <a:pt x="44" y="60"/>
                    </a:cubicBezTo>
                    <a:cubicBezTo>
                      <a:pt x="44" y="60"/>
                      <a:pt x="48" y="64"/>
                      <a:pt x="46" y="66"/>
                    </a:cubicBezTo>
                    <a:cubicBezTo>
                      <a:pt x="42" y="71"/>
                      <a:pt x="29" y="96"/>
                      <a:pt x="37" y="105"/>
                    </a:cubicBezTo>
                    <a:cubicBezTo>
                      <a:pt x="70" y="78"/>
                      <a:pt x="70" y="78"/>
                      <a:pt x="70" y="78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95" y="41"/>
                      <a:pt x="68" y="49"/>
                      <a:pt x="62" y="52"/>
                    </a:cubicBez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6" name="Freeform 135"/>
              <p:cNvSpPr>
                <a:spLocks/>
              </p:cNvSpPr>
              <p:nvPr/>
            </p:nvSpPr>
            <p:spPr bwMode="auto">
              <a:xfrm>
                <a:off x="4042128" y="2436562"/>
                <a:ext cx="86910" cy="86910"/>
              </a:xfrm>
              <a:custGeom>
                <a:avLst/>
                <a:gdLst>
                  <a:gd name="T0" fmla="*/ 84 w 84"/>
                  <a:gd name="T1" fmla="*/ 46 h 84"/>
                  <a:gd name="T2" fmla="*/ 38 w 84"/>
                  <a:gd name="T3" fmla="*/ 84 h 84"/>
                  <a:gd name="T4" fmla="*/ 0 w 84"/>
                  <a:gd name="T5" fmla="*/ 38 h 84"/>
                  <a:gd name="T6" fmla="*/ 46 w 84"/>
                  <a:gd name="T7" fmla="*/ 0 h 84"/>
                  <a:gd name="T8" fmla="*/ 84 w 84"/>
                  <a:gd name="T9" fmla="*/ 4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84">
                    <a:moveTo>
                      <a:pt x="84" y="46"/>
                    </a:moveTo>
                    <a:lnTo>
                      <a:pt x="38" y="84"/>
                    </a:lnTo>
                    <a:lnTo>
                      <a:pt x="0" y="38"/>
                    </a:lnTo>
                    <a:lnTo>
                      <a:pt x="46" y="0"/>
                    </a:lnTo>
                    <a:lnTo>
                      <a:pt x="84" y="46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7" name="Freeform 136"/>
              <p:cNvSpPr>
                <a:spLocks/>
              </p:cNvSpPr>
              <p:nvPr/>
            </p:nvSpPr>
            <p:spPr bwMode="auto">
              <a:xfrm>
                <a:off x="4096964" y="2501745"/>
                <a:ext cx="86910" cy="86910"/>
              </a:xfrm>
              <a:custGeom>
                <a:avLst/>
                <a:gdLst>
                  <a:gd name="T0" fmla="*/ 84 w 84"/>
                  <a:gd name="T1" fmla="*/ 46 h 84"/>
                  <a:gd name="T2" fmla="*/ 38 w 84"/>
                  <a:gd name="T3" fmla="*/ 84 h 84"/>
                  <a:gd name="T4" fmla="*/ 0 w 84"/>
                  <a:gd name="T5" fmla="*/ 38 h 84"/>
                  <a:gd name="T6" fmla="*/ 46 w 84"/>
                  <a:gd name="T7" fmla="*/ 0 h 84"/>
                  <a:gd name="T8" fmla="*/ 84 w 84"/>
                  <a:gd name="T9" fmla="*/ 4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84">
                    <a:moveTo>
                      <a:pt x="84" y="46"/>
                    </a:moveTo>
                    <a:lnTo>
                      <a:pt x="38" y="84"/>
                    </a:lnTo>
                    <a:lnTo>
                      <a:pt x="0" y="38"/>
                    </a:lnTo>
                    <a:lnTo>
                      <a:pt x="46" y="0"/>
                    </a:lnTo>
                    <a:lnTo>
                      <a:pt x="84" y="46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8" name="Freeform 137"/>
              <p:cNvSpPr>
                <a:spLocks/>
              </p:cNvSpPr>
              <p:nvPr/>
            </p:nvSpPr>
            <p:spPr bwMode="auto">
              <a:xfrm>
                <a:off x="3758635" y="2920776"/>
                <a:ext cx="510081" cy="511115"/>
              </a:xfrm>
              <a:custGeom>
                <a:avLst/>
                <a:gdLst>
                  <a:gd name="T0" fmla="*/ 365 w 365"/>
                  <a:gd name="T1" fmla="*/ 183 h 366"/>
                  <a:gd name="T2" fmla="*/ 317 w 365"/>
                  <a:gd name="T3" fmla="*/ 239 h 366"/>
                  <a:gd name="T4" fmla="*/ 312 w 365"/>
                  <a:gd name="T5" fmla="*/ 312 h 366"/>
                  <a:gd name="T6" fmla="*/ 238 w 365"/>
                  <a:gd name="T7" fmla="*/ 318 h 366"/>
                  <a:gd name="T8" fmla="*/ 182 w 365"/>
                  <a:gd name="T9" fmla="*/ 366 h 366"/>
                  <a:gd name="T10" fmla="*/ 127 w 365"/>
                  <a:gd name="T11" fmla="*/ 318 h 366"/>
                  <a:gd name="T12" fmla="*/ 53 w 365"/>
                  <a:gd name="T13" fmla="*/ 312 h 366"/>
                  <a:gd name="T14" fmla="*/ 48 w 365"/>
                  <a:gd name="T15" fmla="*/ 239 h 366"/>
                  <a:gd name="T16" fmla="*/ 0 w 365"/>
                  <a:gd name="T17" fmla="*/ 183 h 366"/>
                  <a:gd name="T18" fmla="*/ 48 w 365"/>
                  <a:gd name="T19" fmla="*/ 127 h 366"/>
                  <a:gd name="T20" fmla="*/ 53 w 365"/>
                  <a:gd name="T21" fmla="*/ 54 h 366"/>
                  <a:gd name="T22" fmla="*/ 127 w 365"/>
                  <a:gd name="T23" fmla="*/ 48 h 366"/>
                  <a:gd name="T24" fmla="*/ 182 w 365"/>
                  <a:gd name="T25" fmla="*/ 0 h 366"/>
                  <a:gd name="T26" fmla="*/ 238 w 365"/>
                  <a:gd name="T27" fmla="*/ 48 h 366"/>
                  <a:gd name="T28" fmla="*/ 312 w 365"/>
                  <a:gd name="T29" fmla="*/ 54 h 366"/>
                  <a:gd name="T30" fmla="*/ 317 w 365"/>
                  <a:gd name="T31" fmla="*/ 127 h 366"/>
                  <a:gd name="T32" fmla="*/ 365 w 365"/>
                  <a:gd name="T33" fmla="*/ 183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65" h="366">
                    <a:moveTo>
                      <a:pt x="365" y="183"/>
                    </a:moveTo>
                    <a:cubicBezTo>
                      <a:pt x="365" y="205"/>
                      <a:pt x="325" y="220"/>
                      <a:pt x="317" y="239"/>
                    </a:cubicBezTo>
                    <a:cubicBezTo>
                      <a:pt x="309" y="259"/>
                      <a:pt x="327" y="297"/>
                      <a:pt x="312" y="312"/>
                    </a:cubicBezTo>
                    <a:cubicBezTo>
                      <a:pt x="297" y="328"/>
                      <a:pt x="258" y="310"/>
                      <a:pt x="238" y="318"/>
                    </a:cubicBezTo>
                    <a:cubicBezTo>
                      <a:pt x="219" y="326"/>
                      <a:pt x="205" y="366"/>
                      <a:pt x="182" y="366"/>
                    </a:cubicBezTo>
                    <a:cubicBezTo>
                      <a:pt x="160" y="366"/>
                      <a:pt x="146" y="326"/>
                      <a:pt x="127" y="318"/>
                    </a:cubicBezTo>
                    <a:cubicBezTo>
                      <a:pt x="107" y="310"/>
                      <a:pt x="68" y="328"/>
                      <a:pt x="53" y="312"/>
                    </a:cubicBezTo>
                    <a:cubicBezTo>
                      <a:pt x="38" y="297"/>
                      <a:pt x="56" y="259"/>
                      <a:pt x="48" y="239"/>
                    </a:cubicBezTo>
                    <a:cubicBezTo>
                      <a:pt x="40" y="220"/>
                      <a:pt x="0" y="205"/>
                      <a:pt x="0" y="183"/>
                    </a:cubicBezTo>
                    <a:cubicBezTo>
                      <a:pt x="0" y="161"/>
                      <a:pt x="40" y="147"/>
                      <a:pt x="48" y="127"/>
                    </a:cubicBezTo>
                    <a:cubicBezTo>
                      <a:pt x="56" y="107"/>
                      <a:pt x="38" y="69"/>
                      <a:pt x="53" y="54"/>
                    </a:cubicBezTo>
                    <a:cubicBezTo>
                      <a:pt x="68" y="39"/>
                      <a:pt x="107" y="57"/>
                      <a:pt x="127" y="48"/>
                    </a:cubicBezTo>
                    <a:cubicBezTo>
                      <a:pt x="146" y="40"/>
                      <a:pt x="160" y="0"/>
                      <a:pt x="182" y="0"/>
                    </a:cubicBezTo>
                    <a:cubicBezTo>
                      <a:pt x="205" y="0"/>
                      <a:pt x="219" y="40"/>
                      <a:pt x="238" y="48"/>
                    </a:cubicBezTo>
                    <a:cubicBezTo>
                      <a:pt x="258" y="57"/>
                      <a:pt x="297" y="39"/>
                      <a:pt x="312" y="54"/>
                    </a:cubicBezTo>
                    <a:cubicBezTo>
                      <a:pt x="327" y="69"/>
                      <a:pt x="309" y="107"/>
                      <a:pt x="317" y="127"/>
                    </a:cubicBezTo>
                    <a:cubicBezTo>
                      <a:pt x="325" y="147"/>
                      <a:pt x="365" y="161"/>
                      <a:pt x="365" y="183"/>
                    </a:cubicBez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9" name="Freeform 138"/>
              <p:cNvSpPr>
                <a:spLocks noEditPoints="1"/>
              </p:cNvSpPr>
              <p:nvPr/>
            </p:nvSpPr>
            <p:spPr bwMode="auto">
              <a:xfrm>
                <a:off x="3900381" y="3079077"/>
                <a:ext cx="227622" cy="196583"/>
              </a:xfrm>
              <a:custGeom>
                <a:avLst/>
                <a:gdLst>
                  <a:gd name="T0" fmla="*/ 3 w 163"/>
                  <a:gd name="T1" fmla="*/ 20 h 141"/>
                  <a:gd name="T2" fmla="*/ 22 w 163"/>
                  <a:gd name="T3" fmla="*/ 2 h 141"/>
                  <a:gd name="T4" fmla="*/ 51 w 163"/>
                  <a:gd name="T5" fmla="*/ 2 h 141"/>
                  <a:gd name="T6" fmla="*/ 70 w 163"/>
                  <a:gd name="T7" fmla="*/ 20 h 141"/>
                  <a:gd name="T8" fmla="*/ 70 w 163"/>
                  <a:gd name="T9" fmla="*/ 50 h 141"/>
                  <a:gd name="T10" fmla="*/ 51 w 163"/>
                  <a:gd name="T11" fmla="*/ 68 h 141"/>
                  <a:gd name="T12" fmla="*/ 22 w 163"/>
                  <a:gd name="T13" fmla="*/ 68 h 141"/>
                  <a:gd name="T14" fmla="*/ 3 w 163"/>
                  <a:gd name="T15" fmla="*/ 50 h 141"/>
                  <a:gd name="T16" fmla="*/ 118 w 163"/>
                  <a:gd name="T17" fmla="*/ 2 h 141"/>
                  <a:gd name="T18" fmla="*/ 44 w 163"/>
                  <a:gd name="T19" fmla="*/ 139 h 141"/>
                  <a:gd name="T20" fmla="*/ 118 w 163"/>
                  <a:gd name="T21" fmla="*/ 2 h 141"/>
                  <a:gd name="T22" fmla="*/ 29 w 163"/>
                  <a:gd name="T23" fmla="*/ 44 h 141"/>
                  <a:gd name="T24" fmla="*/ 32 w 163"/>
                  <a:gd name="T25" fmla="*/ 53 h 141"/>
                  <a:gd name="T26" fmla="*/ 40 w 163"/>
                  <a:gd name="T27" fmla="*/ 53 h 141"/>
                  <a:gd name="T28" fmla="*/ 43 w 163"/>
                  <a:gd name="T29" fmla="*/ 44 h 141"/>
                  <a:gd name="T30" fmla="*/ 42 w 163"/>
                  <a:gd name="T31" fmla="*/ 20 h 141"/>
                  <a:gd name="T32" fmla="*/ 30 w 163"/>
                  <a:gd name="T33" fmla="*/ 20 h 141"/>
                  <a:gd name="T34" fmla="*/ 90 w 163"/>
                  <a:gd name="T35" fmla="*/ 105 h 141"/>
                  <a:gd name="T36" fmla="*/ 101 w 163"/>
                  <a:gd name="T37" fmla="*/ 79 h 141"/>
                  <a:gd name="T38" fmla="*/ 127 w 163"/>
                  <a:gd name="T39" fmla="*/ 70 h 141"/>
                  <a:gd name="T40" fmla="*/ 153 w 163"/>
                  <a:gd name="T41" fmla="*/ 79 h 141"/>
                  <a:gd name="T42" fmla="*/ 163 w 163"/>
                  <a:gd name="T43" fmla="*/ 105 h 141"/>
                  <a:gd name="T44" fmla="*/ 153 w 163"/>
                  <a:gd name="T45" fmla="*/ 131 h 141"/>
                  <a:gd name="T46" fmla="*/ 127 w 163"/>
                  <a:gd name="T47" fmla="*/ 141 h 141"/>
                  <a:gd name="T48" fmla="*/ 101 w 163"/>
                  <a:gd name="T49" fmla="*/ 131 h 141"/>
                  <a:gd name="T50" fmla="*/ 90 w 163"/>
                  <a:gd name="T51" fmla="*/ 105 h 141"/>
                  <a:gd name="T52" fmla="*/ 119 w 163"/>
                  <a:gd name="T53" fmla="*/ 114 h 141"/>
                  <a:gd name="T54" fmla="*/ 123 w 163"/>
                  <a:gd name="T55" fmla="*/ 123 h 141"/>
                  <a:gd name="T56" fmla="*/ 130 w 163"/>
                  <a:gd name="T57" fmla="*/ 123 h 141"/>
                  <a:gd name="T58" fmla="*/ 134 w 163"/>
                  <a:gd name="T59" fmla="*/ 114 h 141"/>
                  <a:gd name="T60" fmla="*/ 133 w 163"/>
                  <a:gd name="T61" fmla="*/ 90 h 141"/>
                  <a:gd name="T62" fmla="*/ 121 w 163"/>
                  <a:gd name="T63" fmla="*/ 9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3" h="141">
                    <a:moveTo>
                      <a:pt x="0" y="35"/>
                    </a:moveTo>
                    <a:cubicBezTo>
                      <a:pt x="0" y="29"/>
                      <a:pt x="1" y="24"/>
                      <a:pt x="3" y="20"/>
                    </a:cubicBezTo>
                    <a:cubicBezTo>
                      <a:pt x="4" y="16"/>
                      <a:pt x="7" y="12"/>
                      <a:pt x="10" y="9"/>
                    </a:cubicBezTo>
                    <a:cubicBezTo>
                      <a:pt x="13" y="6"/>
                      <a:pt x="17" y="4"/>
                      <a:pt x="22" y="2"/>
                    </a:cubicBezTo>
                    <a:cubicBezTo>
                      <a:pt x="26" y="0"/>
                      <a:pt x="31" y="0"/>
                      <a:pt x="36" y="0"/>
                    </a:cubicBezTo>
                    <a:cubicBezTo>
                      <a:pt x="42" y="0"/>
                      <a:pt x="46" y="0"/>
                      <a:pt x="51" y="2"/>
                    </a:cubicBezTo>
                    <a:cubicBezTo>
                      <a:pt x="55" y="4"/>
                      <a:pt x="59" y="6"/>
                      <a:pt x="62" y="9"/>
                    </a:cubicBezTo>
                    <a:cubicBezTo>
                      <a:pt x="66" y="12"/>
                      <a:pt x="68" y="16"/>
                      <a:pt x="70" y="20"/>
                    </a:cubicBezTo>
                    <a:cubicBezTo>
                      <a:pt x="72" y="24"/>
                      <a:pt x="72" y="29"/>
                      <a:pt x="72" y="35"/>
                    </a:cubicBezTo>
                    <a:cubicBezTo>
                      <a:pt x="72" y="41"/>
                      <a:pt x="72" y="46"/>
                      <a:pt x="70" y="50"/>
                    </a:cubicBezTo>
                    <a:cubicBezTo>
                      <a:pt x="68" y="55"/>
                      <a:pt x="66" y="58"/>
                      <a:pt x="62" y="61"/>
                    </a:cubicBezTo>
                    <a:cubicBezTo>
                      <a:pt x="59" y="64"/>
                      <a:pt x="55" y="67"/>
                      <a:pt x="51" y="68"/>
                    </a:cubicBezTo>
                    <a:cubicBezTo>
                      <a:pt x="46" y="70"/>
                      <a:pt x="42" y="71"/>
                      <a:pt x="36" y="71"/>
                    </a:cubicBezTo>
                    <a:cubicBezTo>
                      <a:pt x="31" y="71"/>
                      <a:pt x="26" y="70"/>
                      <a:pt x="22" y="68"/>
                    </a:cubicBezTo>
                    <a:cubicBezTo>
                      <a:pt x="17" y="67"/>
                      <a:pt x="13" y="64"/>
                      <a:pt x="10" y="61"/>
                    </a:cubicBezTo>
                    <a:cubicBezTo>
                      <a:pt x="7" y="58"/>
                      <a:pt x="4" y="55"/>
                      <a:pt x="3" y="50"/>
                    </a:cubicBezTo>
                    <a:cubicBezTo>
                      <a:pt x="1" y="46"/>
                      <a:pt x="0" y="41"/>
                      <a:pt x="0" y="35"/>
                    </a:cubicBezTo>
                    <a:close/>
                    <a:moveTo>
                      <a:pt x="118" y="2"/>
                    </a:moveTo>
                    <a:cubicBezTo>
                      <a:pt x="145" y="2"/>
                      <a:pt x="145" y="2"/>
                      <a:pt x="145" y="2"/>
                    </a:cubicBezTo>
                    <a:cubicBezTo>
                      <a:pt x="44" y="139"/>
                      <a:pt x="44" y="139"/>
                      <a:pt x="44" y="139"/>
                    </a:cubicBezTo>
                    <a:cubicBezTo>
                      <a:pt x="18" y="139"/>
                      <a:pt x="18" y="139"/>
                      <a:pt x="18" y="139"/>
                    </a:cubicBezTo>
                    <a:lnTo>
                      <a:pt x="118" y="2"/>
                    </a:lnTo>
                    <a:close/>
                    <a:moveTo>
                      <a:pt x="29" y="35"/>
                    </a:moveTo>
                    <a:cubicBezTo>
                      <a:pt x="29" y="39"/>
                      <a:pt x="29" y="42"/>
                      <a:pt x="29" y="44"/>
                    </a:cubicBezTo>
                    <a:cubicBezTo>
                      <a:pt x="29" y="47"/>
                      <a:pt x="30" y="49"/>
                      <a:pt x="30" y="50"/>
                    </a:cubicBezTo>
                    <a:cubicBezTo>
                      <a:pt x="31" y="52"/>
                      <a:pt x="31" y="53"/>
                      <a:pt x="32" y="53"/>
                    </a:cubicBezTo>
                    <a:cubicBezTo>
                      <a:pt x="33" y="54"/>
                      <a:pt x="35" y="54"/>
                      <a:pt x="36" y="54"/>
                    </a:cubicBezTo>
                    <a:cubicBezTo>
                      <a:pt x="38" y="54"/>
                      <a:pt x="39" y="54"/>
                      <a:pt x="40" y="53"/>
                    </a:cubicBezTo>
                    <a:cubicBezTo>
                      <a:pt x="41" y="53"/>
                      <a:pt x="42" y="52"/>
                      <a:pt x="42" y="50"/>
                    </a:cubicBezTo>
                    <a:cubicBezTo>
                      <a:pt x="43" y="49"/>
                      <a:pt x="43" y="47"/>
                      <a:pt x="43" y="44"/>
                    </a:cubicBezTo>
                    <a:cubicBezTo>
                      <a:pt x="44" y="42"/>
                      <a:pt x="44" y="39"/>
                      <a:pt x="44" y="35"/>
                    </a:cubicBezTo>
                    <a:cubicBezTo>
                      <a:pt x="44" y="28"/>
                      <a:pt x="43" y="23"/>
                      <a:pt x="42" y="20"/>
                    </a:cubicBezTo>
                    <a:cubicBezTo>
                      <a:pt x="41" y="18"/>
                      <a:pt x="39" y="16"/>
                      <a:pt x="36" y="16"/>
                    </a:cubicBezTo>
                    <a:cubicBezTo>
                      <a:pt x="33" y="16"/>
                      <a:pt x="31" y="18"/>
                      <a:pt x="30" y="20"/>
                    </a:cubicBezTo>
                    <a:cubicBezTo>
                      <a:pt x="29" y="23"/>
                      <a:pt x="29" y="28"/>
                      <a:pt x="29" y="35"/>
                    </a:cubicBezTo>
                    <a:close/>
                    <a:moveTo>
                      <a:pt x="90" y="105"/>
                    </a:moveTo>
                    <a:cubicBezTo>
                      <a:pt x="90" y="99"/>
                      <a:pt x="91" y="94"/>
                      <a:pt x="93" y="90"/>
                    </a:cubicBezTo>
                    <a:cubicBezTo>
                      <a:pt x="95" y="86"/>
                      <a:pt x="97" y="82"/>
                      <a:pt x="101" y="79"/>
                    </a:cubicBezTo>
                    <a:cubicBezTo>
                      <a:pt x="104" y="76"/>
                      <a:pt x="108" y="74"/>
                      <a:pt x="112" y="72"/>
                    </a:cubicBezTo>
                    <a:cubicBezTo>
                      <a:pt x="116" y="70"/>
                      <a:pt x="121" y="70"/>
                      <a:pt x="127" y="70"/>
                    </a:cubicBezTo>
                    <a:cubicBezTo>
                      <a:pt x="132" y="70"/>
                      <a:pt x="137" y="70"/>
                      <a:pt x="141" y="72"/>
                    </a:cubicBezTo>
                    <a:cubicBezTo>
                      <a:pt x="146" y="74"/>
                      <a:pt x="150" y="76"/>
                      <a:pt x="153" y="79"/>
                    </a:cubicBezTo>
                    <a:cubicBezTo>
                      <a:pt x="156" y="82"/>
                      <a:pt x="158" y="86"/>
                      <a:pt x="160" y="90"/>
                    </a:cubicBezTo>
                    <a:cubicBezTo>
                      <a:pt x="162" y="94"/>
                      <a:pt x="163" y="99"/>
                      <a:pt x="163" y="105"/>
                    </a:cubicBezTo>
                    <a:cubicBezTo>
                      <a:pt x="163" y="111"/>
                      <a:pt x="162" y="116"/>
                      <a:pt x="160" y="120"/>
                    </a:cubicBezTo>
                    <a:cubicBezTo>
                      <a:pt x="158" y="125"/>
                      <a:pt x="156" y="128"/>
                      <a:pt x="153" y="131"/>
                    </a:cubicBezTo>
                    <a:cubicBezTo>
                      <a:pt x="150" y="134"/>
                      <a:pt x="146" y="137"/>
                      <a:pt x="141" y="138"/>
                    </a:cubicBezTo>
                    <a:cubicBezTo>
                      <a:pt x="137" y="140"/>
                      <a:pt x="132" y="141"/>
                      <a:pt x="127" y="141"/>
                    </a:cubicBezTo>
                    <a:cubicBezTo>
                      <a:pt x="121" y="141"/>
                      <a:pt x="116" y="140"/>
                      <a:pt x="112" y="138"/>
                    </a:cubicBezTo>
                    <a:cubicBezTo>
                      <a:pt x="108" y="137"/>
                      <a:pt x="104" y="134"/>
                      <a:pt x="101" y="131"/>
                    </a:cubicBezTo>
                    <a:cubicBezTo>
                      <a:pt x="97" y="128"/>
                      <a:pt x="95" y="125"/>
                      <a:pt x="93" y="120"/>
                    </a:cubicBezTo>
                    <a:cubicBezTo>
                      <a:pt x="91" y="116"/>
                      <a:pt x="90" y="111"/>
                      <a:pt x="90" y="105"/>
                    </a:cubicBezTo>
                    <a:close/>
                    <a:moveTo>
                      <a:pt x="119" y="105"/>
                    </a:moveTo>
                    <a:cubicBezTo>
                      <a:pt x="119" y="109"/>
                      <a:pt x="119" y="112"/>
                      <a:pt x="119" y="114"/>
                    </a:cubicBezTo>
                    <a:cubicBezTo>
                      <a:pt x="119" y="117"/>
                      <a:pt x="120" y="119"/>
                      <a:pt x="120" y="120"/>
                    </a:cubicBezTo>
                    <a:cubicBezTo>
                      <a:pt x="121" y="122"/>
                      <a:pt x="122" y="123"/>
                      <a:pt x="123" y="123"/>
                    </a:cubicBezTo>
                    <a:cubicBezTo>
                      <a:pt x="124" y="124"/>
                      <a:pt x="125" y="124"/>
                      <a:pt x="127" y="124"/>
                    </a:cubicBezTo>
                    <a:cubicBezTo>
                      <a:pt x="128" y="124"/>
                      <a:pt x="129" y="124"/>
                      <a:pt x="130" y="123"/>
                    </a:cubicBezTo>
                    <a:cubicBezTo>
                      <a:pt x="131" y="123"/>
                      <a:pt x="132" y="122"/>
                      <a:pt x="133" y="120"/>
                    </a:cubicBezTo>
                    <a:cubicBezTo>
                      <a:pt x="133" y="119"/>
                      <a:pt x="134" y="117"/>
                      <a:pt x="134" y="114"/>
                    </a:cubicBezTo>
                    <a:cubicBezTo>
                      <a:pt x="134" y="112"/>
                      <a:pt x="134" y="109"/>
                      <a:pt x="134" y="105"/>
                    </a:cubicBezTo>
                    <a:cubicBezTo>
                      <a:pt x="134" y="98"/>
                      <a:pt x="134" y="93"/>
                      <a:pt x="133" y="90"/>
                    </a:cubicBezTo>
                    <a:cubicBezTo>
                      <a:pt x="132" y="88"/>
                      <a:pt x="130" y="86"/>
                      <a:pt x="127" y="86"/>
                    </a:cubicBezTo>
                    <a:cubicBezTo>
                      <a:pt x="124" y="86"/>
                      <a:pt x="122" y="88"/>
                      <a:pt x="121" y="90"/>
                    </a:cubicBezTo>
                    <a:cubicBezTo>
                      <a:pt x="120" y="93"/>
                      <a:pt x="119" y="98"/>
                      <a:pt x="119" y="105"/>
                    </a:cubicBezTo>
                    <a:close/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0" name="Freeform 139"/>
              <p:cNvSpPr>
                <a:spLocks/>
              </p:cNvSpPr>
              <p:nvPr/>
            </p:nvSpPr>
            <p:spPr bwMode="auto">
              <a:xfrm>
                <a:off x="2969200" y="2617625"/>
                <a:ext cx="555605" cy="649758"/>
              </a:xfrm>
              <a:custGeom>
                <a:avLst/>
                <a:gdLst>
                  <a:gd name="T0" fmla="*/ 232 w 398"/>
                  <a:gd name="T1" fmla="*/ 75 h 465"/>
                  <a:gd name="T2" fmla="*/ 250 w 398"/>
                  <a:gd name="T3" fmla="*/ 4 h 465"/>
                  <a:gd name="T4" fmla="*/ 197 w 398"/>
                  <a:gd name="T5" fmla="*/ 28 h 465"/>
                  <a:gd name="T6" fmla="*/ 172 w 398"/>
                  <a:gd name="T7" fmla="*/ 25 h 465"/>
                  <a:gd name="T8" fmla="*/ 141 w 398"/>
                  <a:gd name="T9" fmla="*/ 22 h 465"/>
                  <a:gd name="T10" fmla="*/ 93 w 398"/>
                  <a:gd name="T11" fmla="*/ 45 h 465"/>
                  <a:gd name="T12" fmla="*/ 70 w 398"/>
                  <a:gd name="T13" fmla="*/ 43 h 465"/>
                  <a:gd name="T14" fmla="*/ 24 w 398"/>
                  <a:gd name="T15" fmla="*/ 50 h 465"/>
                  <a:gd name="T16" fmla="*/ 65 w 398"/>
                  <a:gd name="T17" fmla="*/ 107 h 465"/>
                  <a:gd name="T18" fmla="*/ 5 w 398"/>
                  <a:gd name="T19" fmla="*/ 282 h 465"/>
                  <a:gd name="T20" fmla="*/ 216 w 398"/>
                  <a:gd name="T21" fmla="*/ 438 h 465"/>
                  <a:gd name="T22" fmla="*/ 358 w 398"/>
                  <a:gd name="T23" fmla="*/ 218 h 465"/>
                  <a:gd name="T24" fmla="*/ 232 w 398"/>
                  <a:gd name="T25" fmla="*/ 75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8" h="465">
                    <a:moveTo>
                      <a:pt x="232" y="75"/>
                    </a:moveTo>
                    <a:cubicBezTo>
                      <a:pt x="232" y="75"/>
                      <a:pt x="284" y="9"/>
                      <a:pt x="250" y="4"/>
                    </a:cubicBezTo>
                    <a:cubicBezTo>
                      <a:pt x="216" y="0"/>
                      <a:pt x="214" y="25"/>
                      <a:pt x="197" y="28"/>
                    </a:cubicBezTo>
                    <a:cubicBezTo>
                      <a:pt x="188" y="30"/>
                      <a:pt x="181" y="27"/>
                      <a:pt x="172" y="25"/>
                    </a:cubicBezTo>
                    <a:cubicBezTo>
                      <a:pt x="163" y="22"/>
                      <a:pt x="153" y="19"/>
                      <a:pt x="141" y="22"/>
                    </a:cubicBezTo>
                    <a:cubicBezTo>
                      <a:pt x="109" y="28"/>
                      <a:pt x="108" y="44"/>
                      <a:pt x="93" y="45"/>
                    </a:cubicBezTo>
                    <a:cubicBezTo>
                      <a:pt x="85" y="45"/>
                      <a:pt x="78" y="44"/>
                      <a:pt x="70" y="43"/>
                    </a:cubicBezTo>
                    <a:cubicBezTo>
                      <a:pt x="55" y="41"/>
                      <a:pt x="39" y="39"/>
                      <a:pt x="24" y="50"/>
                    </a:cubicBezTo>
                    <a:cubicBezTo>
                      <a:pt x="1" y="67"/>
                      <a:pt x="65" y="107"/>
                      <a:pt x="65" y="107"/>
                    </a:cubicBezTo>
                    <a:cubicBezTo>
                      <a:pt x="65" y="107"/>
                      <a:pt x="0" y="183"/>
                      <a:pt x="5" y="282"/>
                    </a:cubicBezTo>
                    <a:cubicBezTo>
                      <a:pt x="10" y="381"/>
                      <a:pt x="66" y="465"/>
                      <a:pt x="216" y="438"/>
                    </a:cubicBezTo>
                    <a:cubicBezTo>
                      <a:pt x="366" y="410"/>
                      <a:pt x="398" y="324"/>
                      <a:pt x="358" y="218"/>
                    </a:cubicBezTo>
                    <a:cubicBezTo>
                      <a:pt x="318" y="112"/>
                      <a:pt x="232" y="75"/>
                      <a:pt x="232" y="75"/>
                    </a:cubicBezTo>
                  </a:path>
                </a:pathLst>
              </a:custGeom>
              <a:solidFill>
                <a:srgbClr val="4E7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1" name="Freeform 140"/>
              <p:cNvSpPr>
                <a:spLocks/>
              </p:cNvSpPr>
              <p:nvPr/>
            </p:nvSpPr>
            <p:spPr bwMode="auto">
              <a:xfrm>
                <a:off x="3133709" y="2848351"/>
                <a:ext cx="199687" cy="256592"/>
              </a:xfrm>
              <a:custGeom>
                <a:avLst/>
                <a:gdLst>
                  <a:gd name="T0" fmla="*/ 67 w 143"/>
                  <a:gd name="T1" fmla="*/ 0 h 184"/>
                  <a:gd name="T2" fmla="*/ 43 w 143"/>
                  <a:gd name="T3" fmla="*/ 4 h 184"/>
                  <a:gd name="T4" fmla="*/ 47 w 143"/>
                  <a:gd name="T5" fmla="*/ 24 h 184"/>
                  <a:gd name="T6" fmla="*/ 27 w 143"/>
                  <a:gd name="T7" fmla="*/ 30 h 184"/>
                  <a:gd name="T8" fmla="*/ 12 w 143"/>
                  <a:gd name="T9" fmla="*/ 42 h 184"/>
                  <a:gd name="T10" fmla="*/ 2 w 143"/>
                  <a:gd name="T11" fmla="*/ 57 h 184"/>
                  <a:gd name="T12" fmla="*/ 1 w 143"/>
                  <a:gd name="T13" fmla="*/ 75 h 184"/>
                  <a:gd name="T14" fmla="*/ 11 w 143"/>
                  <a:gd name="T15" fmla="*/ 96 h 184"/>
                  <a:gd name="T16" fmla="*/ 27 w 143"/>
                  <a:gd name="T17" fmla="*/ 107 h 184"/>
                  <a:gd name="T18" fmla="*/ 46 w 143"/>
                  <a:gd name="T19" fmla="*/ 112 h 184"/>
                  <a:gd name="T20" fmla="*/ 65 w 143"/>
                  <a:gd name="T21" fmla="*/ 113 h 184"/>
                  <a:gd name="T22" fmla="*/ 79 w 143"/>
                  <a:gd name="T23" fmla="*/ 116 h 184"/>
                  <a:gd name="T24" fmla="*/ 86 w 143"/>
                  <a:gd name="T25" fmla="*/ 123 h 184"/>
                  <a:gd name="T26" fmla="*/ 84 w 143"/>
                  <a:gd name="T27" fmla="*/ 129 h 184"/>
                  <a:gd name="T28" fmla="*/ 74 w 143"/>
                  <a:gd name="T29" fmla="*/ 134 h 184"/>
                  <a:gd name="T30" fmla="*/ 69 w 143"/>
                  <a:gd name="T31" fmla="*/ 134 h 184"/>
                  <a:gd name="T32" fmla="*/ 55 w 143"/>
                  <a:gd name="T33" fmla="*/ 131 h 184"/>
                  <a:gd name="T34" fmla="*/ 41 w 143"/>
                  <a:gd name="T35" fmla="*/ 115 h 184"/>
                  <a:gd name="T36" fmla="*/ 11 w 143"/>
                  <a:gd name="T37" fmla="*/ 121 h 184"/>
                  <a:gd name="T38" fmla="*/ 20 w 143"/>
                  <a:gd name="T39" fmla="*/ 172 h 184"/>
                  <a:gd name="T40" fmla="*/ 51 w 143"/>
                  <a:gd name="T41" fmla="*/ 166 h 184"/>
                  <a:gd name="T42" fmla="*/ 49 w 143"/>
                  <a:gd name="T43" fmla="*/ 158 h 184"/>
                  <a:gd name="T44" fmla="*/ 72 w 143"/>
                  <a:gd name="T45" fmla="*/ 163 h 184"/>
                  <a:gd name="T46" fmla="*/ 76 w 143"/>
                  <a:gd name="T47" fmla="*/ 184 h 184"/>
                  <a:gd name="T48" fmla="*/ 99 w 143"/>
                  <a:gd name="T49" fmla="*/ 179 h 184"/>
                  <a:gd name="T50" fmla="*/ 96 w 143"/>
                  <a:gd name="T51" fmla="*/ 160 h 184"/>
                  <a:gd name="T52" fmla="*/ 116 w 143"/>
                  <a:gd name="T53" fmla="*/ 153 h 184"/>
                  <a:gd name="T54" fmla="*/ 131 w 143"/>
                  <a:gd name="T55" fmla="*/ 143 h 184"/>
                  <a:gd name="T56" fmla="*/ 140 w 143"/>
                  <a:gd name="T57" fmla="*/ 128 h 184"/>
                  <a:gd name="T58" fmla="*/ 141 w 143"/>
                  <a:gd name="T59" fmla="*/ 109 h 184"/>
                  <a:gd name="T60" fmla="*/ 132 w 143"/>
                  <a:gd name="T61" fmla="*/ 88 h 184"/>
                  <a:gd name="T62" fmla="*/ 115 w 143"/>
                  <a:gd name="T63" fmla="*/ 77 h 184"/>
                  <a:gd name="T64" fmla="*/ 96 w 143"/>
                  <a:gd name="T65" fmla="*/ 72 h 184"/>
                  <a:gd name="T66" fmla="*/ 77 w 143"/>
                  <a:gd name="T67" fmla="*/ 71 h 184"/>
                  <a:gd name="T68" fmla="*/ 62 w 143"/>
                  <a:gd name="T69" fmla="*/ 68 h 184"/>
                  <a:gd name="T70" fmla="*/ 55 w 143"/>
                  <a:gd name="T71" fmla="*/ 62 h 184"/>
                  <a:gd name="T72" fmla="*/ 57 w 143"/>
                  <a:gd name="T73" fmla="*/ 55 h 184"/>
                  <a:gd name="T74" fmla="*/ 67 w 143"/>
                  <a:gd name="T75" fmla="*/ 51 h 184"/>
                  <a:gd name="T76" fmla="*/ 71 w 143"/>
                  <a:gd name="T77" fmla="*/ 50 h 184"/>
                  <a:gd name="T78" fmla="*/ 76 w 143"/>
                  <a:gd name="T79" fmla="*/ 51 h 184"/>
                  <a:gd name="T80" fmla="*/ 85 w 143"/>
                  <a:gd name="T81" fmla="*/ 54 h 184"/>
                  <a:gd name="T82" fmla="*/ 93 w 143"/>
                  <a:gd name="T83" fmla="*/ 60 h 184"/>
                  <a:gd name="T84" fmla="*/ 98 w 143"/>
                  <a:gd name="T85" fmla="*/ 68 h 184"/>
                  <a:gd name="T86" fmla="*/ 128 w 143"/>
                  <a:gd name="T87" fmla="*/ 62 h 184"/>
                  <a:gd name="T88" fmla="*/ 119 w 143"/>
                  <a:gd name="T89" fmla="*/ 13 h 184"/>
                  <a:gd name="T90" fmla="*/ 89 w 143"/>
                  <a:gd name="T91" fmla="*/ 18 h 184"/>
                  <a:gd name="T92" fmla="*/ 90 w 143"/>
                  <a:gd name="T93" fmla="*/ 27 h 184"/>
                  <a:gd name="T94" fmla="*/ 82 w 143"/>
                  <a:gd name="T95" fmla="*/ 24 h 184"/>
                  <a:gd name="T96" fmla="*/ 71 w 143"/>
                  <a:gd name="T97" fmla="*/ 22 h 184"/>
                  <a:gd name="T98" fmla="*/ 67 w 143"/>
                  <a:gd name="T99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43" h="184">
                    <a:moveTo>
                      <a:pt x="67" y="0"/>
                    </a:moveTo>
                    <a:cubicBezTo>
                      <a:pt x="43" y="4"/>
                      <a:pt x="43" y="4"/>
                      <a:pt x="43" y="4"/>
                    </a:cubicBezTo>
                    <a:cubicBezTo>
                      <a:pt x="47" y="24"/>
                      <a:pt x="47" y="24"/>
                      <a:pt x="47" y="24"/>
                    </a:cubicBezTo>
                    <a:cubicBezTo>
                      <a:pt x="40" y="25"/>
                      <a:pt x="33" y="27"/>
                      <a:pt x="27" y="30"/>
                    </a:cubicBezTo>
                    <a:cubicBezTo>
                      <a:pt x="21" y="34"/>
                      <a:pt x="16" y="37"/>
                      <a:pt x="12" y="42"/>
                    </a:cubicBezTo>
                    <a:cubicBezTo>
                      <a:pt x="7" y="46"/>
                      <a:pt x="4" y="51"/>
                      <a:pt x="2" y="57"/>
                    </a:cubicBezTo>
                    <a:cubicBezTo>
                      <a:pt x="0" y="62"/>
                      <a:pt x="0" y="69"/>
                      <a:pt x="1" y="75"/>
                    </a:cubicBezTo>
                    <a:cubicBezTo>
                      <a:pt x="3" y="84"/>
                      <a:pt x="6" y="91"/>
                      <a:pt x="11" y="96"/>
                    </a:cubicBezTo>
                    <a:cubicBezTo>
                      <a:pt x="16" y="101"/>
                      <a:pt x="21" y="105"/>
                      <a:pt x="27" y="107"/>
                    </a:cubicBezTo>
                    <a:cubicBezTo>
                      <a:pt x="33" y="110"/>
                      <a:pt x="39" y="111"/>
                      <a:pt x="46" y="112"/>
                    </a:cubicBezTo>
                    <a:cubicBezTo>
                      <a:pt x="53" y="112"/>
                      <a:pt x="59" y="113"/>
                      <a:pt x="65" y="113"/>
                    </a:cubicBezTo>
                    <a:cubicBezTo>
                      <a:pt x="70" y="114"/>
                      <a:pt x="75" y="115"/>
                      <a:pt x="79" y="116"/>
                    </a:cubicBezTo>
                    <a:cubicBezTo>
                      <a:pt x="83" y="117"/>
                      <a:pt x="86" y="120"/>
                      <a:pt x="86" y="123"/>
                    </a:cubicBezTo>
                    <a:cubicBezTo>
                      <a:pt x="87" y="125"/>
                      <a:pt x="86" y="127"/>
                      <a:pt x="84" y="129"/>
                    </a:cubicBezTo>
                    <a:cubicBezTo>
                      <a:pt x="82" y="131"/>
                      <a:pt x="79" y="133"/>
                      <a:pt x="74" y="134"/>
                    </a:cubicBezTo>
                    <a:cubicBezTo>
                      <a:pt x="72" y="134"/>
                      <a:pt x="71" y="134"/>
                      <a:pt x="69" y="134"/>
                    </a:cubicBezTo>
                    <a:cubicBezTo>
                      <a:pt x="64" y="134"/>
                      <a:pt x="59" y="133"/>
                      <a:pt x="55" y="131"/>
                    </a:cubicBezTo>
                    <a:cubicBezTo>
                      <a:pt x="49" y="128"/>
                      <a:pt x="44" y="122"/>
                      <a:pt x="41" y="115"/>
                    </a:cubicBezTo>
                    <a:cubicBezTo>
                      <a:pt x="11" y="121"/>
                      <a:pt x="11" y="121"/>
                      <a:pt x="11" y="121"/>
                    </a:cubicBezTo>
                    <a:cubicBezTo>
                      <a:pt x="20" y="172"/>
                      <a:pt x="20" y="172"/>
                      <a:pt x="20" y="172"/>
                    </a:cubicBezTo>
                    <a:cubicBezTo>
                      <a:pt x="51" y="166"/>
                      <a:pt x="51" y="166"/>
                      <a:pt x="51" y="166"/>
                    </a:cubicBezTo>
                    <a:cubicBezTo>
                      <a:pt x="49" y="158"/>
                      <a:pt x="49" y="158"/>
                      <a:pt x="49" y="158"/>
                    </a:cubicBezTo>
                    <a:cubicBezTo>
                      <a:pt x="57" y="161"/>
                      <a:pt x="65" y="162"/>
                      <a:pt x="72" y="163"/>
                    </a:cubicBezTo>
                    <a:cubicBezTo>
                      <a:pt x="76" y="184"/>
                      <a:pt x="76" y="184"/>
                      <a:pt x="76" y="184"/>
                    </a:cubicBezTo>
                    <a:cubicBezTo>
                      <a:pt x="99" y="179"/>
                      <a:pt x="99" y="179"/>
                      <a:pt x="99" y="179"/>
                    </a:cubicBezTo>
                    <a:cubicBezTo>
                      <a:pt x="96" y="160"/>
                      <a:pt x="96" y="160"/>
                      <a:pt x="96" y="160"/>
                    </a:cubicBezTo>
                    <a:cubicBezTo>
                      <a:pt x="103" y="158"/>
                      <a:pt x="109" y="156"/>
                      <a:pt x="116" y="153"/>
                    </a:cubicBezTo>
                    <a:cubicBezTo>
                      <a:pt x="122" y="151"/>
                      <a:pt x="127" y="147"/>
                      <a:pt x="131" y="143"/>
                    </a:cubicBezTo>
                    <a:cubicBezTo>
                      <a:pt x="135" y="139"/>
                      <a:pt x="138" y="134"/>
                      <a:pt x="140" y="128"/>
                    </a:cubicBezTo>
                    <a:cubicBezTo>
                      <a:pt x="142" y="123"/>
                      <a:pt x="143" y="116"/>
                      <a:pt x="141" y="109"/>
                    </a:cubicBezTo>
                    <a:cubicBezTo>
                      <a:pt x="140" y="100"/>
                      <a:pt x="136" y="93"/>
                      <a:pt x="132" y="88"/>
                    </a:cubicBezTo>
                    <a:cubicBezTo>
                      <a:pt x="127" y="83"/>
                      <a:pt x="121" y="79"/>
                      <a:pt x="115" y="77"/>
                    </a:cubicBezTo>
                    <a:cubicBezTo>
                      <a:pt x="109" y="74"/>
                      <a:pt x="103" y="73"/>
                      <a:pt x="96" y="72"/>
                    </a:cubicBezTo>
                    <a:cubicBezTo>
                      <a:pt x="89" y="72"/>
                      <a:pt x="83" y="71"/>
                      <a:pt x="77" y="71"/>
                    </a:cubicBezTo>
                    <a:cubicBezTo>
                      <a:pt x="71" y="70"/>
                      <a:pt x="66" y="69"/>
                      <a:pt x="62" y="68"/>
                    </a:cubicBezTo>
                    <a:cubicBezTo>
                      <a:pt x="58" y="67"/>
                      <a:pt x="55" y="65"/>
                      <a:pt x="55" y="62"/>
                    </a:cubicBezTo>
                    <a:cubicBezTo>
                      <a:pt x="54" y="59"/>
                      <a:pt x="55" y="56"/>
                      <a:pt x="57" y="55"/>
                    </a:cubicBezTo>
                    <a:cubicBezTo>
                      <a:pt x="60" y="53"/>
                      <a:pt x="63" y="51"/>
                      <a:pt x="67" y="51"/>
                    </a:cubicBezTo>
                    <a:cubicBezTo>
                      <a:pt x="68" y="50"/>
                      <a:pt x="70" y="50"/>
                      <a:pt x="71" y="50"/>
                    </a:cubicBezTo>
                    <a:cubicBezTo>
                      <a:pt x="73" y="50"/>
                      <a:pt x="74" y="50"/>
                      <a:pt x="76" y="51"/>
                    </a:cubicBezTo>
                    <a:cubicBezTo>
                      <a:pt x="79" y="51"/>
                      <a:pt x="82" y="52"/>
                      <a:pt x="85" y="54"/>
                    </a:cubicBezTo>
                    <a:cubicBezTo>
                      <a:pt x="88" y="55"/>
                      <a:pt x="90" y="57"/>
                      <a:pt x="93" y="60"/>
                    </a:cubicBezTo>
                    <a:cubicBezTo>
                      <a:pt x="95" y="62"/>
                      <a:pt x="97" y="65"/>
                      <a:pt x="98" y="68"/>
                    </a:cubicBezTo>
                    <a:cubicBezTo>
                      <a:pt x="128" y="62"/>
                      <a:pt x="128" y="62"/>
                      <a:pt x="128" y="6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89" y="18"/>
                      <a:pt x="89" y="18"/>
                      <a:pt x="89" y="18"/>
                    </a:cubicBezTo>
                    <a:cubicBezTo>
                      <a:pt x="90" y="27"/>
                      <a:pt x="90" y="27"/>
                      <a:pt x="90" y="27"/>
                    </a:cubicBezTo>
                    <a:cubicBezTo>
                      <a:pt x="88" y="26"/>
                      <a:pt x="85" y="25"/>
                      <a:pt x="82" y="24"/>
                    </a:cubicBezTo>
                    <a:cubicBezTo>
                      <a:pt x="78" y="23"/>
                      <a:pt x="75" y="23"/>
                      <a:pt x="71" y="22"/>
                    </a:cubicBezTo>
                    <a:cubicBezTo>
                      <a:pt x="67" y="0"/>
                      <a:pt x="67" y="0"/>
                      <a:pt x="67" y="0"/>
                    </a:cubicBezTo>
                  </a:path>
                </a:pathLst>
              </a:custGeom>
              <a:solidFill>
                <a:srgbClr val="A7BB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2" name="Freeform 141"/>
              <p:cNvSpPr>
                <a:spLocks/>
              </p:cNvSpPr>
              <p:nvPr/>
            </p:nvSpPr>
            <p:spPr bwMode="auto">
              <a:xfrm>
                <a:off x="3043694" y="2705570"/>
                <a:ext cx="265904" cy="77599"/>
              </a:xfrm>
              <a:custGeom>
                <a:avLst/>
                <a:gdLst>
                  <a:gd name="T0" fmla="*/ 89 w 190"/>
                  <a:gd name="T1" fmla="*/ 44 h 55"/>
                  <a:gd name="T2" fmla="*/ 12 w 190"/>
                  <a:gd name="T3" fmla="*/ 55 h 55"/>
                  <a:gd name="T4" fmla="*/ 0 w 190"/>
                  <a:gd name="T5" fmla="*/ 45 h 55"/>
                  <a:gd name="T6" fmla="*/ 10 w 190"/>
                  <a:gd name="T7" fmla="*/ 33 h 55"/>
                  <a:gd name="T8" fmla="*/ 175 w 190"/>
                  <a:gd name="T9" fmla="*/ 2 h 55"/>
                  <a:gd name="T10" fmla="*/ 188 w 190"/>
                  <a:gd name="T11" fmla="*/ 9 h 55"/>
                  <a:gd name="T12" fmla="*/ 181 w 190"/>
                  <a:gd name="T13" fmla="*/ 22 h 55"/>
                  <a:gd name="T14" fmla="*/ 89 w 190"/>
                  <a:gd name="T15" fmla="*/ 4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0" h="55">
                    <a:moveTo>
                      <a:pt x="89" y="44"/>
                    </a:moveTo>
                    <a:cubicBezTo>
                      <a:pt x="66" y="49"/>
                      <a:pt x="40" y="52"/>
                      <a:pt x="12" y="55"/>
                    </a:cubicBezTo>
                    <a:cubicBezTo>
                      <a:pt x="6" y="55"/>
                      <a:pt x="1" y="51"/>
                      <a:pt x="0" y="45"/>
                    </a:cubicBezTo>
                    <a:cubicBezTo>
                      <a:pt x="0" y="39"/>
                      <a:pt x="4" y="34"/>
                      <a:pt x="10" y="33"/>
                    </a:cubicBezTo>
                    <a:cubicBezTo>
                      <a:pt x="98" y="26"/>
                      <a:pt x="174" y="2"/>
                      <a:pt x="175" y="2"/>
                    </a:cubicBezTo>
                    <a:cubicBezTo>
                      <a:pt x="181" y="0"/>
                      <a:pt x="186" y="3"/>
                      <a:pt x="188" y="9"/>
                    </a:cubicBezTo>
                    <a:cubicBezTo>
                      <a:pt x="190" y="14"/>
                      <a:pt x="187" y="20"/>
                      <a:pt x="181" y="22"/>
                    </a:cubicBezTo>
                    <a:cubicBezTo>
                      <a:pt x="179" y="23"/>
                      <a:pt x="142" y="35"/>
                      <a:pt x="89" y="44"/>
                    </a:cubicBez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9" name="Freeform 148"/>
              <p:cNvSpPr>
                <a:spLocks/>
              </p:cNvSpPr>
              <p:nvPr/>
            </p:nvSpPr>
            <p:spPr bwMode="auto">
              <a:xfrm>
                <a:off x="4328725" y="2440700"/>
                <a:ext cx="207964" cy="191410"/>
              </a:xfrm>
              <a:custGeom>
                <a:avLst/>
                <a:gdLst>
                  <a:gd name="T0" fmla="*/ 74 w 149"/>
                  <a:gd name="T1" fmla="*/ 0 h 137"/>
                  <a:gd name="T2" fmla="*/ 67 w 149"/>
                  <a:gd name="T3" fmla="*/ 5 h 137"/>
                  <a:gd name="T4" fmla="*/ 56 w 149"/>
                  <a:gd name="T5" fmla="*/ 28 h 137"/>
                  <a:gd name="T6" fmla="*/ 35 w 149"/>
                  <a:gd name="T7" fmla="*/ 44 h 137"/>
                  <a:gd name="T8" fmla="*/ 10 w 149"/>
                  <a:gd name="T9" fmla="*/ 47 h 137"/>
                  <a:gd name="T10" fmla="*/ 5 w 149"/>
                  <a:gd name="T11" fmla="*/ 60 h 137"/>
                  <a:gd name="T12" fmla="*/ 24 w 149"/>
                  <a:gd name="T13" fmla="*/ 78 h 137"/>
                  <a:gd name="T14" fmla="*/ 32 w 149"/>
                  <a:gd name="T15" fmla="*/ 103 h 137"/>
                  <a:gd name="T16" fmla="*/ 28 w 149"/>
                  <a:gd name="T17" fmla="*/ 128 h 137"/>
                  <a:gd name="T18" fmla="*/ 33 w 149"/>
                  <a:gd name="T19" fmla="*/ 137 h 137"/>
                  <a:gd name="T20" fmla="*/ 38 w 149"/>
                  <a:gd name="T21" fmla="*/ 136 h 137"/>
                  <a:gd name="T22" fmla="*/ 61 w 149"/>
                  <a:gd name="T23" fmla="*/ 124 h 137"/>
                  <a:gd name="T24" fmla="*/ 74 w 149"/>
                  <a:gd name="T25" fmla="*/ 121 h 137"/>
                  <a:gd name="T26" fmla="*/ 87 w 149"/>
                  <a:gd name="T27" fmla="*/ 124 h 137"/>
                  <a:gd name="T28" fmla="*/ 110 w 149"/>
                  <a:gd name="T29" fmla="*/ 136 h 137"/>
                  <a:gd name="T30" fmla="*/ 115 w 149"/>
                  <a:gd name="T31" fmla="*/ 137 h 137"/>
                  <a:gd name="T32" fmla="*/ 121 w 149"/>
                  <a:gd name="T33" fmla="*/ 128 h 137"/>
                  <a:gd name="T34" fmla="*/ 116 w 149"/>
                  <a:gd name="T35" fmla="*/ 103 h 137"/>
                  <a:gd name="T36" fmla="*/ 125 w 149"/>
                  <a:gd name="T37" fmla="*/ 78 h 137"/>
                  <a:gd name="T38" fmla="*/ 143 w 149"/>
                  <a:gd name="T39" fmla="*/ 60 h 137"/>
                  <a:gd name="T40" fmla="*/ 139 w 149"/>
                  <a:gd name="T41" fmla="*/ 47 h 137"/>
                  <a:gd name="T42" fmla="*/ 113 w 149"/>
                  <a:gd name="T43" fmla="*/ 44 h 137"/>
                  <a:gd name="T44" fmla="*/ 92 w 149"/>
                  <a:gd name="T45" fmla="*/ 28 h 137"/>
                  <a:gd name="T46" fmla="*/ 81 w 149"/>
                  <a:gd name="T47" fmla="*/ 5 h 137"/>
                  <a:gd name="T48" fmla="*/ 74 w 149"/>
                  <a:gd name="T49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9" h="137">
                    <a:moveTo>
                      <a:pt x="74" y="0"/>
                    </a:moveTo>
                    <a:cubicBezTo>
                      <a:pt x="72" y="0"/>
                      <a:pt x="69" y="1"/>
                      <a:pt x="67" y="5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53" y="35"/>
                      <a:pt x="43" y="42"/>
                      <a:pt x="35" y="44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1" y="48"/>
                      <a:pt x="0" y="54"/>
                      <a:pt x="5" y="60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30" y="83"/>
                      <a:pt x="33" y="95"/>
                      <a:pt x="32" y="103"/>
                    </a:cubicBezTo>
                    <a:cubicBezTo>
                      <a:pt x="28" y="128"/>
                      <a:pt x="28" y="128"/>
                      <a:pt x="28" y="128"/>
                    </a:cubicBezTo>
                    <a:cubicBezTo>
                      <a:pt x="27" y="134"/>
                      <a:pt x="29" y="137"/>
                      <a:pt x="33" y="137"/>
                    </a:cubicBezTo>
                    <a:cubicBezTo>
                      <a:pt x="35" y="137"/>
                      <a:pt x="36" y="137"/>
                      <a:pt x="38" y="136"/>
                    </a:cubicBezTo>
                    <a:cubicBezTo>
                      <a:pt x="61" y="124"/>
                      <a:pt x="61" y="124"/>
                      <a:pt x="61" y="124"/>
                    </a:cubicBezTo>
                    <a:cubicBezTo>
                      <a:pt x="64" y="122"/>
                      <a:pt x="69" y="121"/>
                      <a:pt x="74" y="121"/>
                    </a:cubicBezTo>
                    <a:cubicBezTo>
                      <a:pt x="79" y="121"/>
                      <a:pt x="84" y="122"/>
                      <a:pt x="87" y="124"/>
                    </a:cubicBezTo>
                    <a:cubicBezTo>
                      <a:pt x="110" y="136"/>
                      <a:pt x="110" y="136"/>
                      <a:pt x="110" y="136"/>
                    </a:cubicBezTo>
                    <a:cubicBezTo>
                      <a:pt x="112" y="137"/>
                      <a:pt x="114" y="137"/>
                      <a:pt x="115" y="137"/>
                    </a:cubicBezTo>
                    <a:cubicBezTo>
                      <a:pt x="119" y="137"/>
                      <a:pt x="122" y="134"/>
                      <a:pt x="121" y="128"/>
                    </a:cubicBezTo>
                    <a:cubicBezTo>
                      <a:pt x="116" y="103"/>
                      <a:pt x="116" y="103"/>
                      <a:pt x="116" y="103"/>
                    </a:cubicBezTo>
                    <a:cubicBezTo>
                      <a:pt x="115" y="95"/>
                      <a:pt x="119" y="83"/>
                      <a:pt x="125" y="78"/>
                    </a:cubicBezTo>
                    <a:cubicBezTo>
                      <a:pt x="143" y="60"/>
                      <a:pt x="143" y="60"/>
                      <a:pt x="143" y="60"/>
                    </a:cubicBezTo>
                    <a:cubicBezTo>
                      <a:pt x="149" y="54"/>
                      <a:pt x="147" y="48"/>
                      <a:pt x="139" y="47"/>
                    </a:cubicBezTo>
                    <a:cubicBezTo>
                      <a:pt x="113" y="44"/>
                      <a:pt x="113" y="44"/>
                      <a:pt x="113" y="44"/>
                    </a:cubicBezTo>
                    <a:cubicBezTo>
                      <a:pt x="105" y="42"/>
                      <a:pt x="96" y="35"/>
                      <a:pt x="92" y="28"/>
                    </a:cubicBezTo>
                    <a:cubicBezTo>
                      <a:pt x="81" y="5"/>
                      <a:pt x="81" y="5"/>
                      <a:pt x="81" y="5"/>
                    </a:cubicBezTo>
                    <a:cubicBezTo>
                      <a:pt x="79" y="1"/>
                      <a:pt x="76" y="0"/>
                      <a:pt x="7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0" name="Freeform 149"/>
              <p:cNvSpPr>
                <a:spLocks/>
              </p:cNvSpPr>
              <p:nvPr/>
            </p:nvSpPr>
            <p:spPr bwMode="auto">
              <a:xfrm>
                <a:off x="3443068" y="3131844"/>
                <a:ext cx="208999" cy="191410"/>
              </a:xfrm>
              <a:custGeom>
                <a:avLst/>
                <a:gdLst>
                  <a:gd name="T0" fmla="*/ 74 w 149"/>
                  <a:gd name="T1" fmla="*/ 0 h 137"/>
                  <a:gd name="T2" fmla="*/ 68 w 149"/>
                  <a:gd name="T3" fmla="*/ 6 h 137"/>
                  <a:gd name="T4" fmla="*/ 57 w 149"/>
                  <a:gd name="T5" fmla="*/ 28 h 137"/>
                  <a:gd name="T6" fmla="*/ 35 w 149"/>
                  <a:gd name="T7" fmla="*/ 44 h 137"/>
                  <a:gd name="T8" fmla="*/ 10 w 149"/>
                  <a:gd name="T9" fmla="*/ 48 h 137"/>
                  <a:gd name="T10" fmla="*/ 6 w 149"/>
                  <a:gd name="T11" fmla="*/ 60 h 137"/>
                  <a:gd name="T12" fmla="*/ 24 w 149"/>
                  <a:gd name="T13" fmla="*/ 78 h 137"/>
                  <a:gd name="T14" fmla="*/ 32 w 149"/>
                  <a:gd name="T15" fmla="*/ 103 h 137"/>
                  <a:gd name="T16" fmla="*/ 28 w 149"/>
                  <a:gd name="T17" fmla="*/ 128 h 137"/>
                  <a:gd name="T18" fmla="*/ 33 w 149"/>
                  <a:gd name="T19" fmla="*/ 137 h 137"/>
                  <a:gd name="T20" fmla="*/ 39 w 149"/>
                  <a:gd name="T21" fmla="*/ 136 h 137"/>
                  <a:gd name="T22" fmla="*/ 61 w 149"/>
                  <a:gd name="T23" fmla="*/ 124 h 137"/>
                  <a:gd name="T24" fmla="*/ 74 w 149"/>
                  <a:gd name="T25" fmla="*/ 121 h 137"/>
                  <a:gd name="T26" fmla="*/ 88 w 149"/>
                  <a:gd name="T27" fmla="*/ 124 h 137"/>
                  <a:gd name="T28" fmla="*/ 110 w 149"/>
                  <a:gd name="T29" fmla="*/ 136 h 137"/>
                  <a:gd name="T30" fmla="*/ 116 w 149"/>
                  <a:gd name="T31" fmla="*/ 137 h 137"/>
                  <a:gd name="T32" fmla="*/ 121 w 149"/>
                  <a:gd name="T33" fmla="*/ 128 h 137"/>
                  <a:gd name="T34" fmla="*/ 117 w 149"/>
                  <a:gd name="T35" fmla="*/ 103 h 137"/>
                  <a:gd name="T36" fmla="*/ 125 w 149"/>
                  <a:gd name="T37" fmla="*/ 78 h 137"/>
                  <a:gd name="T38" fmla="*/ 143 w 149"/>
                  <a:gd name="T39" fmla="*/ 60 h 137"/>
                  <a:gd name="T40" fmla="*/ 139 w 149"/>
                  <a:gd name="T41" fmla="*/ 48 h 137"/>
                  <a:gd name="T42" fmla="*/ 114 w 149"/>
                  <a:gd name="T43" fmla="*/ 44 h 137"/>
                  <a:gd name="T44" fmla="*/ 92 w 149"/>
                  <a:gd name="T45" fmla="*/ 28 h 137"/>
                  <a:gd name="T46" fmla="*/ 81 w 149"/>
                  <a:gd name="T47" fmla="*/ 6 h 137"/>
                  <a:gd name="T48" fmla="*/ 74 w 149"/>
                  <a:gd name="T49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9" h="137">
                    <a:moveTo>
                      <a:pt x="74" y="0"/>
                    </a:moveTo>
                    <a:cubicBezTo>
                      <a:pt x="72" y="0"/>
                      <a:pt x="70" y="2"/>
                      <a:pt x="68" y="6"/>
                    </a:cubicBezTo>
                    <a:cubicBezTo>
                      <a:pt x="57" y="28"/>
                      <a:pt x="57" y="28"/>
                      <a:pt x="57" y="28"/>
                    </a:cubicBezTo>
                    <a:cubicBezTo>
                      <a:pt x="53" y="36"/>
                      <a:pt x="43" y="43"/>
                      <a:pt x="35" y="44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2" y="49"/>
                      <a:pt x="0" y="54"/>
                      <a:pt x="6" y="60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30" y="84"/>
                      <a:pt x="34" y="95"/>
                      <a:pt x="32" y="103"/>
                    </a:cubicBezTo>
                    <a:cubicBezTo>
                      <a:pt x="28" y="128"/>
                      <a:pt x="28" y="128"/>
                      <a:pt x="28" y="128"/>
                    </a:cubicBezTo>
                    <a:cubicBezTo>
                      <a:pt x="27" y="134"/>
                      <a:pt x="29" y="137"/>
                      <a:pt x="33" y="137"/>
                    </a:cubicBezTo>
                    <a:cubicBezTo>
                      <a:pt x="35" y="137"/>
                      <a:pt x="37" y="137"/>
                      <a:pt x="39" y="136"/>
                    </a:cubicBezTo>
                    <a:cubicBezTo>
                      <a:pt x="61" y="124"/>
                      <a:pt x="61" y="124"/>
                      <a:pt x="61" y="124"/>
                    </a:cubicBezTo>
                    <a:cubicBezTo>
                      <a:pt x="65" y="122"/>
                      <a:pt x="70" y="121"/>
                      <a:pt x="74" y="121"/>
                    </a:cubicBezTo>
                    <a:cubicBezTo>
                      <a:pt x="79" y="121"/>
                      <a:pt x="84" y="122"/>
                      <a:pt x="88" y="124"/>
                    </a:cubicBezTo>
                    <a:cubicBezTo>
                      <a:pt x="110" y="136"/>
                      <a:pt x="110" y="136"/>
                      <a:pt x="110" y="136"/>
                    </a:cubicBezTo>
                    <a:cubicBezTo>
                      <a:pt x="112" y="137"/>
                      <a:pt x="114" y="137"/>
                      <a:pt x="116" y="137"/>
                    </a:cubicBezTo>
                    <a:cubicBezTo>
                      <a:pt x="120" y="137"/>
                      <a:pt x="122" y="134"/>
                      <a:pt x="121" y="128"/>
                    </a:cubicBezTo>
                    <a:cubicBezTo>
                      <a:pt x="117" y="103"/>
                      <a:pt x="117" y="103"/>
                      <a:pt x="117" y="103"/>
                    </a:cubicBezTo>
                    <a:cubicBezTo>
                      <a:pt x="115" y="95"/>
                      <a:pt x="119" y="84"/>
                      <a:pt x="125" y="78"/>
                    </a:cubicBezTo>
                    <a:cubicBezTo>
                      <a:pt x="143" y="60"/>
                      <a:pt x="143" y="60"/>
                      <a:pt x="143" y="60"/>
                    </a:cubicBezTo>
                    <a:cubicBezTo>
                      <a:pt x="149" y="54"/>
                      <a:pt x="147" y="49"/>
                      <a:pt x="139" y="48"/>
                    </a:cubicBezTo>
                    <a:cubicBezTo>
                      <a:pt x="114" y="44"/>
                      <a:pt x="114" y="44"/>
                      <a:pt x="114" y="44"/>
                    </a:cubicBezTo>
                    <a:cubicBezTo>
                      <a:pt x="106" y="43"/>
                      <a:pt x="96" y="36"/>
                      <a:pt x="92" y="28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79" y="2"/>
                      <a:pt x="77" y="0"/>
                      <a:pt x="7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1" name="Freeform 150"/>
              <p:cNvSpPr>
                <a:spLocks/>
              </p:cNvSpPr>
              <p:nvPr/>
            </p:nvSpPr>
            <p:spPr bwMode="auto">
              <a:xfrm>
                <a:off x="2013187" y="3947145"/>
                <a:ext cx="208999" cy="192444"/>
              </a:xfrm>
              <a:custGeom>
                <a:avLst/>
                <a:gdLst>
                  <a:gd name="T0" fmla="*/ 74 w 149"/>
                  <a:gd name="T1" fmla="*/ 0 h 138"/>
                  <a:gd name="T2" fmla="*/ 68 w 149"/>
                  <a:gd name="T3" fmla="*/ 6 h 138"/>
                  <a:gd name="T4" fmla="*/ 56 w 149"/>
                  <a:gd name="T5" fmla="*/ 29 h 138"/>
                  <a:gd name="T6" fmla="*/ 35 w 149"/>
                  <a:gd name="T7" fmla="*/ 44 h 138"/>
                  <a:gd name="T8" fmla="*/ 10 w 149"/>
                  <a:gd name="T9" fmla="*/ 48 h 138"/>
                  <a:gd name="T10" fmla="*/ 6 w 149"/>
                  <a:gd name="T11" fmla="*/ 61 h 138"/>
                  <a:gd name="T12" fmla="*/ 24 w 149"/>
                  <a:gd name="T13" fmla="*/ 78 h 138"/>
                  <a:gd name="T14" fmla="*/ 32 w 149"/>
                  <a:gd name="T15" fmla="*/ 104 h 138"/>
                  <a:gd name="T16" fmla="*/ 28 w 149"/>
                  <a:gd name="T17" fmla="*/ 129 h 138"/>
                  <a:gd name="T18" fmla="*/ 33 w 149"/>
                  <a:gd name="T19" fmla="*/ 138 h 138"/>
                  <a:gd name="T20" fmla="*/ 38 w 149"/>
                  <a:gd name="T21" fmla="*/ 136 h 138"/>
                  <a:gd name="T22" fmla="*/ 61 w 149"/>
                  <a:gd name="T23" fmla="*/ 125 h 138"/>
                  <a:gd name="T24" fmla="*/ 74 w 149"/>
                  <a:gd name="T25" fmla="*/ 122 h 138"/>
                  <a:gd name="T26" fmla="*/ 88 w 149"/>
                  <a:gd name="T27" fmla="*/ 125 h 138"/>
                  <a:gd name="T28" fmla="*/ 110 w 149"/>
                  <a:gd name="T29" fmla="*/ 136 h 138"/>
                  <a:gd name="T30" fmla="*/ 115 w 149"/>
                  <a:gd name="T31" fmla="*/ 138 h 138"/>
                  <a:gd name="T32" fmla="*/ 121 w 149"/>
                  <a:gd name="T33" fmla="*/ 129 h 138"/>
                  <a:gd name="T34" fmla="*/ 116 w 149"/>
                  <a:gd name="T35" fmla="*/ 104 h 138"/>
                  <a:gd name="T36" fmla="*/ 125 w 149"/>
                  <a:gd name="T37" fmla="*/ 78 h 138"/>
                  <a:gd name="T38" fmla="*/ 143 w 149"/>
                  <a:gd name="T39" fmla="*/ 61 h 138"/>
                  <a:gd name="T40" fmla="*/ 139 w 149"/>
                  <a:gd name="T41" fmla="*/ 48 h 138"/>
                  <a:gd name="T42" fmla="*/ 114 w 149"/>
                  <a:gd name="T43" fmla="*/ 44 h 138"/>
                  <a:gd name="T44" fmla="*/ 92 w 149"/>
                  <a:gd name="T45" fmla="*/ 29 h 138"/>
                  <a:gd name="T46" fmla="*/ 81 w 149"/>
                  <a:gd name="T47" fmla="*/ 6 h 138"/>
                  <a:gd name="T48" fmla="*/ 74 w 149"/>
                  <a:gd name="T49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9" h="138">
                    <a:moveTo>
                      <a:pt x="74" y="0"/>
                    </a:moveTo>
                    <a:cubicBezTo>
                      <a:pt x="72" y="0"/>
                      <a:pt x="69" y="2"/>
                      <a:pt x="68" y="6"/>
                    </a:cubicBezTo>
                    <a:cubicBezTo>
                      <a:pt x="56" y="29"/>
                      <a:pt x="56" y="29"/>
                      <a:pt x="56" y="29"/>
                    </a:cubicBezTo>
                    <a:cubicBezTo>
                      <a:pt x="53" y="36"/>
                      <a:pt x="43" y="43"/>
                      <a:pt x="35" y="44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2" y="49"/>
                      <a:pt x="0" y="55"/>
                      <a:pt x="6" y="61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30" y="84"/>
                      <a:pt x="33" y="95"/>
                      <a:pt x="32" y="104"/>
                    </a:cubicBezTo>
                    <a:cubicBezTo>
                      <a:pt x="28" y="129"/>
                      <a:pt x="28" y="129"/>
                      <a:pt x="28" y="129"/>
                    </a:cubicBezTo>
                    <a:cubicBezTo>
                      <a:pt x="27" y="134"/>
                      <a:pt x="29" y="138"/>
                      <a:pt x="33" y="138"/>
                    </a:cubicBezTo>
                    <a:cubicBezTo>
                      <a:pt x="35" y="138"/>
                      <a:pt x="36" y="137"/>
                      <a:pt x="38" y="136"/>
                    </a:cubicBezTo>
                    <a:cubicBezTo>
                      <a:pt x="61" y="125"/>
                      <a:pt x="61" y="125"/>
                      <a:pt x="61" y="125"/>
                    </a:cubicBezTo>
                    <a:cubicBezTo>
                      <a:pt x="65" y="123"/>
                      <a:pt x="69" y="122"/>
                      <a:pt x="74" y="122"/>
                    </a:cubicBezTo>
                    <a:cubicBezTo>
                      <a:pt x="79" y="122"/>
                      <a:pt x="84" y="123"/>
                      <a:pt x="88" y="125"/>
                    </a:cubicBezTo>
                    <a:cubicBezTo>
                      <a:pt x="110" y="136"/>
                      <a:pt x="110" y="136"/>
                      <a:pt x="110" y="136"/>
                    </a:cubicBezTo>
                    <a:cubicBezTo>
                      <a:pt x="112" y="137"/>
                      <a:pt x="114" y="138"/>
                      <a:pt x="115" y="138"/>
                    </a:cubicBezTo>
                    <a:cubicBezTo>
                      <a:pt x="119" y="138"/>
                      <a:pt x="122" y="134"/>
                      <a:pt x="121" y="129"/>
                    </a:cubicBezTo>
                    <a:cubicBezTo>
                      <a:pt x="116" y="104"/>
                      <a:pt x="116" y="104"/>
                      <a:pt x="116" y="104"/>
                    </a:cubicBezTo>
                    <a:cubicBezTo>
                      <a:pt x="115" y="95"/>
                      <a:pt x="119" y="84"/>
                      <a:pt x="125" y="78"/>
                    </a:cubicBezTo>
                    <a:cubicBezTo>
                      <a:pt x="143" y="61"/>
                      <a:pt x="143" y="61"/>
                      <a:pt x="143" y="61"/>
                    </a:cubicBezTo>
                    <a:cubicBezTo>
                      <a:pt x="149" y="55"/>
                      <a:pt x="147" y="49"/>
                      <a:pt x="139" y="48"/>
                    </a:cubicBezTo>
                    <a:cubicBezTo>
                      <a:pt x="114" y="44"/>
                      <a:pt x="114" y="44"/>
                      <a:pt x="114" y="44"/>
                    </a:cubicBezTo>
                    <a:cubicBezTo>
                      <a:pt x="105" y="43"/>
                      <a:pt x="96" y="36"/>
                      <a:pt x="92" y="29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79" y="2"/>
                      <a:pt x="77" y="0"/>
                      <a:pt x="7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2" name="Freeform 151"/>
              <p:cNvSpPr>
                <a:spLocks/>
              </p:cNvSpPr>
              <p:nvPr/>
            </p:nvSpPr>
            <p:spPr bwMode="auto">
              <a:xfrm>
                <a:off x="5270253" y="3272556"/>
                <a:ext cx="207964" cy="193479"/>
              </a:xfrm>
              <a:custGeom>
                <a:avLst/>
                <a:gdLst>
                  <a:gd name="T0" fmla="*/ 75 w 149"/>
                  <a:gd name="T1" fmla="*/ 0 h 138"/>
                  <a:gd name="T2" fmla="*/ 68 w 149"/>
                  <a:gd name="T3" fmla="*/ 6 h 138"/>
                  <a:gd name="T4" fmla="*/ 57 w 149"/>
                  <a:gd name="T5" fmla="*/ 28 h 138"/>
                  <a:gd name="T6" fmla="*/ 36 w 149"/>
                  <a:gd name="T7" fmla="*/ 44 h 138"/>
                  <a:gd name="T8" fmla="*/ 10 w 149"/>
                  <a:gd name="T9" fmla="*/ 48 h 138"/>
                  <a:gd name="T10" fmla="*/ 6 w 149"/>
                  <a:gd name="T11" fmla="*/ 60 h 138"/>
                  <a:gd name="T12" fmla="*/ 24 w 149"/>
                  <a:gd name="T13" fmla="*/ 78 h 138"/>
                  <a:gd name="T14" fmla="*/ 33 w 149"/>
                  <a:gd name="T15" fmla="*/ 103 h 138"/>
                  <a:gd name="T16" fmla="*/ 28 w 149"/>
                  <a:gd name="T17" fmla="*/ 128 h 138"/>
                  <a:gd name="T18" fmla="*/ 34 w 149"/>
                  <a:gd name="T19" fmla="*/ 138 h 138"/>
                  <a:gd name="T20" fmla="*/ 39 w 149"/>
                  <a:gd name="T21" fmla="*/ 136 h 138"/>
                  <a:gd name="T22" fmla="*/ 62 w 149"/>
                  <a:gd name="T23" fmla="*/ 124 h 138"/>
                  <a:gd name="T24" fmla="*/ 75 w 149"/>
                  <a:gd name="T25" fmla="*/ 121 h 138"/>
                  <a:gd name="T26" fmla="*/ 88 w 149"/>
                  <a:gd name="T27" fmla="*/ 124 h 138"/>
                  <a:gd name="T28" fmla="*/ 111 w 149"/>
                  <a:gd name="T29" fmla="*/ 136 h 138"/>
                  <a:gd name="T30" fmla="*/ 116 w 149"/>
                  <a:gd name="T31" fmla="*/ 138 h 138"/>
                  <a:gd name="T32" fmla="*/ 121 w 149"/>
                  <a:gd name="T33" fmla="*/ 128 h 138"/>
                  <a:gd name="T34" fmla="*/ 117 w 149"/>
                  <a:gd name="T35" fmla="*/ 103 h 138"/>
                  <a:gd name="T36" fmla="*/ 125 w 149"/>
                  <a:gd name="T37" fmla="*/ 78 h 138"/>
                  <a:gd name="T38" fmla="*/ 143 w 149"/>
                  <a:gd name="T39" fmla="*/ 60 h 138"/>
                  <a:gd name="T40" fmla="*/ 139 w 149"/>
                  <a:gd name="T41" fmla="*/ 48 h 138"/>
                  <a:gd name="T42" fmla="*/ 114 w 149"/>
                  <a:gd name="T43" fmla="*/ 44 h 138"/>
                  <a:gd name="T44" fmla="*/ 93 w 149"/>
                  <a:gd name="T45" fmla="*/ 28 h 138"/>
                  <a:gd name="T46" fmla="*/ 82 w 149"/>
                  <a:gd name="T47" fmla="*/ 6 h 138"/>
                  <a:gd name="T48" fmla="*/ 75 w 149"/>
                  <a:gd name="T49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9" h="138">
                    <a:moveTo>
                      <a:pt x="75" y="0"/>
                    </a:moveTo>
                    <a:cubicBezTo>
                      <a:pt x="73" y="0"/>
                      <a:pt x="70" y="2"/>
                      <a:pt x="68" y="6"/>
                    </a:cubicBezTo>
                    <a:cubicBezTo>
                      <a:pt x="57" y="28"/>
                      <a:pt x="57" y="28"/>
                      <a:pt x="57" y="28"/>
                    </a:cubicBezTo>
                    <a:cubicBezTo>
                      <a:pt x="53" y="36"/>
                      <a:pt x="44" y="43"/>
                      <a:pt x="36" y="44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2" y="49"/>
                      <a:pt x="0" y="54"/>
                      <a:pt x="6" y="60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30" y="84"/>
                      <a:pt x="34" y="95"/>
                      <a:pt x="33" y="103"/>
                    </a:cubicBezTo>
                    <a:cubicBezTo>
                      <a:pt x="28" y="128"/>
                      <a:pt x="28" y="128"/>
                      <a:pt x="28" y="128"/>
                    </a:cubicBezTo>
                    <a:cubicBezTo>
                      <a:pt x="27" y="134"/>
                      <a:pt x="30" y="138"/>
                      <a:pt x="34" y="138"/>
                    </a:cubicBezTo>
                    <a:cubicBezTo>
                      <a:pt x="35" y="138"/>
                      <a:pt x="37" y="137"/>
                      <a:pt x="39" y="136"/>
                    </a:cubicBezTo>
                    <a:cubicBezTo>
                      <a:pt x="62" y="124"/>
                      <a:pt x="62" y="124"/>
                      <a:pt x="62" y="124"/>
                    </a:cubicBezTo>
                    <a:cubicBezTo>
                      <a:pt x="65" y="122"/>
                      <a:pt x="70" y="121"/>
                      <a:pt x="75" y="121"/>
                    </a:cubicBezTo>
                    <a:cubicBezTo>
                      <a:pt x="80" y="121"/>
                      <a:pt x="85" y="122"/>
                      <a:pt x="88" y="124"/>
                    </a:cubicBezTo>
                    <a:cubicBezTo>
                      <a:pt x="111" y="136"/>
                      <a:pt x="111" y="136"/>
                      <a:pt x="111" y="136"/>
                    </a:cubicBezTo>
                    <a:cubicBezTo>
                      <a:pt x="113" y="137"/>
                      <a:pt x="114" y="138"/>
                      <a:pt x="116" y="138"/>
                    </a:cubicBezTo>
                    <a:cubicBezTo>
                      <a:pt x="120" y="138"/>
                      <a:pt x="122" y="134"/>
                      <a:pt x="121" y="128"/>
                    </a:cubicBezTo>
                    <a:cubicBezTo>
                      <a:pt x="117" y="103"/>
                      <a:pt x="117" y="103"/>
                      <a:pt x="117" y="103"/>
                    </a:cubicBezTo>
                    <a:cubicBezTo>
                      <a:pt x="116" y="95"/>
                      <a:pt x="119" y="84"/>
                      <a:pt x="125" y="78"/>
                    </a:cubicBezTo>
                    <a:cubicBezTo>
                      <a:pt x="143" y="60"/>
                      <a:pt x="143" y="60"/>
                      <a:pt x="143" y="60"/>
                    </a:cubicBezTo>
                    <a:cubicBezTo>
                      <a:pt x="149" y="54"/>
                      <a:pt x="148" y="49"/>
                      <a:pt x="139" y="48"/>
                    </a:cubicBezTo>
                    <a:cubicBezTo>
                      <a:pt x="114" y="44"/>
                      <a:pt x="114" y="44"/>
                      <a:pt x="114" y="44"/>
                    </a:cubicBezTo>
                    <a:cubicBezTo>
                      <a:pt x="106" y="43"/>
                      <a:pt x="96" y="36"/>
                      <a:pt x="93" y="28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0" y="2"/>
                      <a:pt x="77" y="0"/>
                      <a:pt x="75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3" name="Freeform 152"/>
              <p:cNvSpPr>
                <a:spLocks/>
              </p:cNvSpPr>
              <p:nvPr/>
            </p:nvSpPr>
            <p:spPr bwMode="auto">
              <a:xfrm>
                <a:off x="4208706" y="2643491"/>
                <a:ext cx="121054" cy="111742"/>
              </a:xfrm>
              <a:custGeom>
                <a:avLst/>
                <a:gdLst>
                  <a:gd name="T0" fmla="*/ 43 w 87"/>
                  <a:gd name="T1" fmla="*/ 0 h 80"/>
                  <a:gd name="T2" fmla="*/ 39 w 87"/>
                  <a:gd name="T3" fmla="*/ 3 h 80"/>
                  <a:gd name="T4" fmla="*/ 33 w 87"/>
                  <a:gd name="T5" fmla="*/ 17 h 80"/>
                  <a:gd name="T6" fmla="*/ 20 w 87"/>
                  <a:gd name="T7" fmla="*/ 26 h 80"/>
                  <a:gd name="T8" fmla="*/ 6 w 87"/>
                  <a:gd name="T9" fmla="*/ 28 h 80"/>
                  <a:gd name="T10" fmla="*/ 3 w 87"/>
                  <a:gd name="T11" fmla="*/ 35 h 80"/>
                  <a:gd name="T12" fmla="*/ 14 w 87"/>
                  <a:gd name="T13" fmla="*/ 46 h 80"/>
                  <a:gd name="T14" fmla="*/ 19 w 87"/>
                  <a:gd name="T15" fmla="*/ 60 h 80"/>
                  <a:gd name="T16" fmla="*/ 16 w 87"/>
                  <a:gd name="T17" fmla="*/ 75 h 80"/>
                  <a:gd name="T18" fmla="*/ 19 w 87"/>
                  <a:gd name="T19" fmla="*/ 80 h 80"/>
                  <a:gd name="T20" fmla="*/ 22 w 87"/>
                  <a:gd name="T21" fmla="*/ 79 h 80"/>
                  <a:gd name="T22" fmla="*/ 35 w 87"/>
                  <a:gd name="T23" fmla="*/ 72 h 80"/>
                  <a:gd name="T24" fmla="*/ 43 w 87"/>
                  <a:gd name="T25" fmla="*/ 71 h 80"/>
                  <a:gd name="T26" fmla="*/ 51 w 87"/>
                  <a:gd name="T27" fmla="*/ 72 h 80"/>
                  <a:gd name="T28" fmla="*/ 64 w 87"/>
                  <a:gd name="T29" fmla="*/ 79 h 80"/>
                  <a:gd name="T30" fmla="*/ 67 w 87"/>
                  <a:gd name="T31" fmla="*/ 80 h 80"/>
                  <a:gd name="T32" fmla="*/ 70 w 87"/>
                  <a:gd name="T33" fmla="*/ 75 h 80"/>
                  <a:gd name="T34" fmla="*/ 68 w 87"/>
                  <a:gd name="T35" fmla="*/ 60 h 80"/>
                  <a:gd name="T36" fmla="*/ 73 w 87"/>
                  <a:gd name="T37" fmla="*/ 46 h 80"/>
                  <a:gd name="T38" fmla="*/ 83 w 87"/>
                  <a:gd name="T39" fmla="*/ 35 h 80"/>
                  <a:gd name="T40" fmla="*/ 81 w 87"/>
                  <a:gd name="T41" fmla="*/ 28 h 80"/>
                  <a:gd name="T42" fmla="*/ 66 w 87"/>
                  <a:gd name="T43" fmla="*/ 26 h 80"/>
                  <a:gd name="T44" fmla="*/ 54 w 87"/>
                  <a:gd name="T45" fmla="*/ 17 h 80"/>
                  <a:gd name="T46" fmla="*/ 47 w 87"/>
                  <a:gd name="T47" fmla="*/ 3 h 80"/>
                  <a:gd name="T48" fmla="*/ 43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3" y="0"/>
                    </a:moveTo>
                    <a:cubicBezTo>
                      <a:pt x="42" y="0"/>
                      <a:pt x="40" y="1"/>
                      <a:pt x="39" y="3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21"/>
                      <a:pt x="25" y="25"/>
                      <a:pt x="20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9"/>
                      <a:pt x="0" y="32"/>
                      <a:pt x="3" y="35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7" y="49"/>
                      <a:pt x="19" y="56"/>
                      <a:pt x="19" y="60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8"/>
                      <a:pt x="17" y="80"/>
                      <a:pt x="19" y="80"/>
                    </a:cubicBezTo>
                    <a:cubicBezTo>
                      <a:pt x="20" y="80"/>
                      <a:pt x="21" y="80"/>
                      <a:pt x="22" y="79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8" y="71"/>
                      <a:pt x="40" y="71"/>
                      <a:pt x="43" y="71"/>
                    </a:cubicBezTo>
                    <a:cubicBezTo>
                      <a:pt x="46" y="71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5" y="80"/>
                      <a:pt x="66" y="80"/>
                      <a:pt x="67" y="80"/>
                    </a:cubicBezTo>
                    <a:cubicBezTo>
                      <a:pt x="70" y="80"/>
                      <a:pt x="71" y="78"/>
                      <a:pt x="70" y="75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6"/>
                      <a:pt x="69" y="49"/>
                      <a:pt x="73" y="46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7" y="32"/>
                      <a:pt x="86" y="29"/>
                      <a:pt x="81" y="28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1" y="25"/>
                      <a:pt x="56" y="21"/>
                      <a:pt x="54" y="17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5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4" name="Freeform 153"/>
              <p:cNvSpPr>
                <a:spLocks/>
              </p:cNvSpPr>
              <p:nvPr/>
            </p:nvSpPr>
            <p:spPr bwMode="auto">
              <a:xfrm>
                <a:off x="2763306" y="2774891"/>
                <a:ext cx="122088" cy="111742"/>
              </a:xfrm>
              <a:custGeom>
                <a:avLst/>
                <a:gdLst>
                  <a:gd name="T0" fmla="*/ 43 w 87"/>
                  <a:gd name="T1" fmla="*/ 0 h 80"/>
                  <a:gd name="T2" fmla="*/ 39 w 87"/>
                  <a:gd name="T3" fmla="*/ 4 h 80"/>
                  <a:gd name="T4" fmla="*/ 33 w 87"/>
                  <a:gd name="T5" fmla="*/ 17 h 80"/>
                  <a:gd name="T6" fmla="*/ 20 w 87"/>
                  <a:gd name="T7" fmla="*/ 26 h 80"/>
                  <a:gd name="T8" fmla="*/ 6 w 87"/>
                  <a:gd name="T9" fmla="*/ 28 h 80"/>
                  <a:gd name="T10" fmla="*/ 3 w 87"/>
                  <a:gd name="T11" fmla="*/ 35 h 80"/>
                  <a:gd name="T12" fmla="*/ 14 w 87"/>
                  <a:gd name="T13" fmla="*/ 46 h 80"/>
                  <a:gd name="T14" fmla="*/ 19 w 87"/>
                  <a:gd name="T15" fmla="*/ 60 h 80"/>
                  <a:gd name="T16" fmla="*/ 16 w 87"/>
                  <a:gd name="T17" fmla="*/ 75 h 80"/>
                  <a:gd name="T18" fmla="*/ 19 w 87"/>
                  <a:gd name="T19" fmla="*/ 80 h 80"/>
                  <a:gd name="T20" fmla="*/ 22 w 87"/>
                  <a:gd name="T21" fmla="*/ 80 h 80"/>
                  <a:gd name="T22" fmla="*/ 36 w 87"/>
                  <a:gd name="T23" fmla="*/ 73 h 80"/>
                  <a:gd name="T24" fmla="*/ 43 w 87"/>
                  <a:gd name="T25" fmla="*/ 71 h 80"/>
                  <a:gd name="T26" fmla="*/ 51 w 87"/>
                  <a:gd name="T27" fmla="*/ 73 h 80"/>
                  <a:gd name="T28" fmla="*/ 64 w 87"/>
                  <a:gd name="T29" fmla="*/ 80 h 80"/>
                  <a:gd name="T30" fmla="*/ 67 w 87"/>
                  <a:gd name="T31" fmla="*/ 80 h 80"/>
                  <a:gd name="T32" fmla="*/ 70 w 87"/>
                  <a:gd name="T33" fmla="*/ 75 h 80"/>
                  <a:gd name="T34" fmla="*/ 68 w 87"/>
                  <a:gd name="T35" fmla="*/ 60 h 80"/>
                  <a:gd name="T36" fmla="*/ 73 w 87"/>
                  <a:gd name="T37" fmla="*/ 46 h 80"/>
                  <a:gd name="T38" fmla="*/ 83 w 87"/>
                  <a:gd name="T39" fmla="*/ 35 h 80"/>
                  <a:gd name="T40" fmla="*/ 81 w 87"/>
                  <a:gd name="T41" fmla="*/ 28 h 80"/>
                  <a:gd name="T42" fmla="*/ 66 w 87"/>
                  <a:gd name="T43" fmla="*/ 26 h 80"/>
                  <a:gd name="T44" fmla="*/ 54 w 87"/>
                  <a:gd name="T45" fmla="*/ 17 h 80"/>
                  <a:gd name="T46" fmla="*/ 47 w 87"/>
                  <a:gd name="T47" fmla="*/ 4 h 80"/>
                  <a:gd name="T48" fmla="*/ 43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3" y="0"/>
                    </a:moveTo>
                    <a:cubicBezTo>
                      <a:pt x="42" y="0"/>
                      <a:pt x="40" y="1"/>
                      <a:pt x="39" y="4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21"/>
                      <a:pt x="25" y="25"/>
                      <a:pt x="20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9"/>
                      <a:pt x="0" y="32"/>
                      <a:pt x="3" y="35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7" y="49"/>
                      <a:pt x="20" y="56"/>
                      <a:pt x="19" y="60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8"/>
                      <a:pt x="17" y="80"/>
                      <a:pt x="19" y="80"/>
                    </a:cubicBezTo>
                    <a:cubicBezTo>
                      <a:pt x="20" y="80"/>
                      <a:pt x="21" y="80"/>
                      <a:pt x="22" y="80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8" y="72"/>
                      <a:pt x="40" y="71"/>
                      <a:pt x="43" y="71"/>
                    </a:cubicBezTo>
                    <a:cubicBezTo>
                      <a:pt x="46" y="71"/>
                      <a:pt x="49" y="72"/>
                      <a:pt x="51" y="73"/>
                    </a:cubicBezTo>
                    <a:cubicBezTo>
                      <a:pt x="64" y="80"/>
                      <a:pt x="64" y="80"/>
                      <a:pt x="64" y="80"/>
                    </a:cubicBezTo>
                    <a:cubicBezTo>
                      <a:pt x="65" y="80"/>
                      <a:pt x="66" y="80"/>
                      <a:pt x="67" y="80"/>
                    </a:cubicBezTo>
                    <a:cubicBezTo>
                      <a:pt x="70" y="80"/>
                      <a:pt x="71" y="78"/>
                      <a:pt x="70" y="75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6"/>
                      <a:pt x="69" y="49"/>
                      <a:pt x="73" y="46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7" y="32"/>
                      <a:pt x="86" y="29"/>
                      <a:pt x="81" y="28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1" y="25"/>
                      <a:pt x="56" y="21"/>
                      <a:pt x="54" y="17"/>
                    </a:cubicBezTo>
                    <a:cubicBezTo>
                      <a:pt x="47" y="4"/>
                      <a:pt x="47" y="4"/>
                      <a:pt x="47" y="4"/>
                    </a:cubicBezTo>
                    <a:cubicBezTo>
                      <a:pt x="46" y="1"/>
                      <a:pt x="45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5" name="Freeform 154"/>
              <p:cNvSpPr>
                <a:spLocks/>
              </p:cNvSpPr>
              <p:nvPr/>
            </p:nvSpPr>
            <p:spPr bwMode="auto">
              <a:xfrm>
                <a:off x="2288403" y="3418441"/>
                <a:ext cx="120019" cy="111742"/>
              </a:xfrm>
              <a:custGeom>
                <a:avLst/>
                <a:gdLst>
                  <a:gd name="T0" fmla="*/ 43 w 86"/>
                  <a:gd name="T1" fmla="*/ 0 h 80"/>
                  <a:gd name="T2" fmla="*/ 39 w 86"/>
                  <a:gd name="T3" fmla="*/ 3 h 80"/>
                  <a:gd name="T4" fmla="*/ 33 w 86"/>
                  <a:gd name="T5" fmla="*/ 16 h 80"/>
                  <a:gd name="T6" fmla="*/ 20 w 86"/>
                  <a:gd name="T7" fmla="*/ 25 h 80"/>
                  <a:gd name="T8" fmla="*/ 5 w 86"/>
                  <a:gd name="T9" fmla="*/ 27 h 80"/>
                  <a:gd name="T10" fmla="*/ 3 w 86"/>
                  <a:gd name="T11" fmla="*/ 35 h 80"/>
                  <a:gd name="T12" fmla="*/ 14 w 86"/>
                  <a:gd name="T13" fmla="*/ 45 h 80"/>
                  <a:gd name="T14" fmla="*/ 18 w 86"/>
                  <a:gd name="T15" fmla="*/ 60 h 80"/>
                  <a:gd name="T16" fmla="*/ 16 w 86"/>
                  <a:gd name="T17" fmla="*/ 74 h 80"/>
                  <a:gd name="T18" fmla="*/ 19 w 86"/>
                  <a:gd name="T19" fmla="*/ 80 h 80"/>
                  <a:gd name="T20" fmla="*/ 22 w 86"/>
                  <a:gd name="T21" fmla="*/ 79 h 80"/>
                  <a:gd name="T22" fmla="*/ 35 w 86"/>
                  <a:gd name="T23" fmla="*/ 72 h 80"/>
                  <a:gd name="T24" fmla="*/ 43 w 86"/>
                  <a:gd name="T25" fmla="*/ 70 h 80"/>
                  <a:gd name="T26" fmla="*/ 51 w 86"/>
                  <a:gd name="T27" fmla="*/ 72 h 80"/>
                  <a:gd name="T28" fmla="*/ 64 w 86"/>
                  <a:gd name="T29" fmla="*/ 79 h 80"/>
                  <a:gd name="T30" fmla="*/ 67 w 86"/>
                  <a:gd name="T31" fmla="*/ 80 h 80"/>
                  <a:gd name="T32" fmla="*/ 70 w 86"/>
                  <a:gd name="T33" fmla="*/ 74 h 80"/>
                  <a:gd name="T34" fmla="*/ 68 w 86"/>
                  <a:gd name="T35" fmla="*/ 60 h 80"/>
                  <a:gd name="T36" fmla="*/ 72 w 86"/>
                  <a:gd name="T37" fmla="*/ 45 h 80"/>
                  <a:gd name="T38" fmla="*/ 83 w 86"/>
                  <a:gd name="T39" fmla="*/ 35 h 80"/>
                  <a:gd name="T40" fmla="*/ 81 w 86"/>
                  <a:gd name="T41" fmla="*/ 27 h 80"/>
                  <a:gd name="T42" fmla="*/ 66 w 86"/>
                  <a:gd name="T43" fmla="*/ 25 h 80"/>
                  <a:gd name="T44" fmla="*/ 53 w 86"/>
                  <a:gd name="T45" fmla="*/ 16 h 80"/>
                  <a:gd name="T46" fmla="*/ 47 w 86"/>
                  <a:gd name="T47" fmla="*/ 3 h 80"/>
                  <a:gd name="T48" fmla="*/ 43 w 86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6" h="80">
                    <a:moveTo>
                      <a:pt x="43" y="0"/>
                    </a:moveTo>
                    <a:cubicBezTo>
                      <a:pt x="42" y="0"/>
                      <a:pt x="40" y="1"/>
                      <a:pt x="39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0"/>
                      <a:pt x="25" y="24"/>
                      <a:pt x="20" y="25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8"/>
                      <a:pt x="0" y="31"/>
                      <a:pt x="3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7" y="48"/>
                      <a:pt x="19" y="55"/>
                      <a:pt x="18" y="60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8"/>
                      <a:pt x="17" y="80"/>
                      <a:pt x="19" y="80"/>
                    </a:cubicBezTo>
                    <a:cubicBezTo>
                      <a:pt x="20" y="80"/>
                      <a:pt x="21" y="79"/>
                      <a:pt x="22" y="79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7" y="71"/>
                      <a:pt x="40" y="70"/>
                      <a:pt x="43" y="70"/>
                    </a:cubicBezTo>
                    <a:cubicBezTo>
                      <a:pt x="46" y="70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5" y="79"/>
                      <a:pt x="66" y="80"/>
                      <a:pt x="67" y="80"/>
                    </a:cubicBezTo>
                    <a:cubicBezTo>
                      <a:pt x="69" y="80"/>
                      <a:pt x="71" y="78"/>
                      <a:pt x="70" y="74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5"/>
                      <a:pt x="69" y="48"/>
                      <a:pt x="72" y="45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6" y="31"/>
                      <a:pt x="85" y="28"/>
                      <a:pt x="81" y="27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61" y="24"/>
                      <a:pt x="56" y="20"/>
                      <a:pt x="53" y="1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4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6" name="Freeform 155"/>
              <p:cNvSpPr>
                <a:spLocks/>
              </p:cNvSpPr>
              <p:nvPr/>
            </p:nvSpPr>
            <p:spPr bwMode="auto">
              <a:xfrm>
                <a:off x="2274953" y="3180472"/>
                <a:ext cx="121054" cy="111742"/>
              </a:xfrm>
              <a:custGeom>
                <a:avLst/>
                <a:gdLst>
                  <a:gd name="T0" fmla="*/ 44 w 87"/>
                  <a:gd name="T1" fmla="*/ 0 h 80"/>
                  <a:gd name="T2" fmla="*/ 40 w 87"/>
                  <a:gd name="T3" fmla="*/ 3 h 80"/>
                  <a:gd name="T4" fmla="*/ 33 w 87"/>
                  <a:gd name="T5" fmla="*/ 16 h 80"/>
                  <a:gd name="T6" fmla="*/ 21 w 87"/>
                  <a:gd name="T7" fmla="*/ 25 h 80"/>
                  <a:gd name="T8" fmla="*/ 6 w 87"/>
                  <a:gd name="T9" fmla="*/ 28 h 80"/>
                  <a:gd name="T10" fmla="*/ 4 w 87"/>
                  <a:gd name="T11" fmla="*/ 35 h 80"/>
                  <a:gd name="T12" fmla="*/ 14 w 87"/>
                  <a:gd name="T13" fmla="*/ 45 h 80"/>
                  <a:gd name="T14" fmla="*/ 19 w 87"/>
                  <a:gd name="T15" fmla="*/ 60 h 80"/>
                  <a:gd name="T16" fmla="*/ 17 w 87"/>
                  <a:gd name="T17" fmla="*/ 75 h 80"/>
                  <a:gd name="T18" fmla="*/ 20 w 87"/>
                  <a:gd name="T19" fmla="*/ 80 h 80"/>
                  <a:gd name="T20" fmla="*/ 23 w 87"/>
                  <a:gd name="T21" fmla="*/ 79 h 80"/>
                  <a:gd name="T22" fmla="*/ 36 w 87"/>
                  <a:gd name="T23" fmla="*/ 72 h 80"/>
                  <a:gd name="T24" fmla="*/ 44 w 87"/>
                  <a:gd name="T25" fmla="*/ 71 h 80"/>
                  <a:gd name="T26" fmla="*/ 52 w 87"/>
                  <a:gd name="T27" fmla="*/ 72 h 80"/>
                  <a:gd name="T28" fmla="*/ 65 w 87"/>
                  <a:gd name="T29" fmla="*/ 79 h 80"/>
                  <a:gd name="T30" fmla="*/ 68 w 87"/>
                  <a:gd name="T31" fmla="*/ 80 h 80"/>
                  <a:gd name="T32" fmla="*/ 71 w 87"/>
                  <a:gd name="T33" fmla="*/ 75 h 80"/>
                  <a:gd name="T34" fmla="*/ 68 w 87"/>
                  <a:gd name="T35" fmla="*/ 60 h 80"/>
                  <a:gd name="T36" fmla="*/ 73 w 87"/>
                  <a:gd name="T37" fmla="*/ 45 h 80"/>
                  <a:gd name="T38" fmla="*/ 84 w 87"/>
                  <a:gd name="T39" fmla="*/ 35 h 80"/>
                  <a:gd name="T40" fmla="*/ 81 w 87"/>
                  <a:gd name="T41" fmla="*/ 28 h 80"/>
                  <a:gd name="T42" fmla="*/ 67 w 87"/>
                  <a:gd name="T43" fmla="*/ 25 h 80"/>
                  <a:gd name="T44" fmla="*/ 54 w 87"/>
                  <a:gd name="T45" fmla="*/ 16 h 80"/>
                  <a:gd name="T46" fmla="*/ 48 w 87"/>
                  <a:gd name="T47" fmla="*/ 3 h 80"/>
                  <a:gd name="T48" fmla="*/ 44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4" y="0"/>
                    </a:moveTo>
                    <a:cubicBezTo>
                      <a:pt x="42" y="0"/>
                      <a:pt x="41" y="1"/>
                      <a:pt x="40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1"/>
                      <a:pt x="26" y="25"/>
                      <a:pt x="21" y="25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8"/>
                      <a:pt x="0" y="32"/>
                      <a:pt x="4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8" y="49"/>
                      <a:pt x="20" y="55"/>
                      <a:pt x="19" y="60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8"/>
                      <a:pt x="17" y="80"/>
                      <a:pt x="20" y="80"/>
                    </a:cubicBezTo>
                    <a:cubicBezTo>
                      <a:pt x="21" y="80"/>
                      <a:pt x="22" y="80"/>
                      <a:pt x="23" y="79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38" y="71"/>
                      <a:pt x="41" y="71"/>
                      <a:pt x="44" y="71"/>
                    </a:cubicBezTo>
                    <a:cubicBezTo>
                      <a:pt x="47" y="71"/>
                      <a:pt x="49" y="71"/>
                      <a:pt x="52" y="72"/>
                    </a:cubicBezTo>
                    <a:cubicBezTo>
                      <a:pt x="65" y="79"/>
                      <a:pt x="65" y="79"/>
                      <a:pt x="65" y="79"/>
                    </a:cubicBezTo>
                    <a:cubicBezTo>
                      <a:pt x="66" y="80"/>
                      <a:pt x="67" y="80"/>
                      <a:pt x="68" y="80"/>
                    </a:cubicBezTo>
                    <a:cubicBezTo>
                      <a:pt x="70" y="80"/>
                      <a:pt x="72" y="78"/>
                      <a:pt x="71" y="75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8" y="55"/>
                      <a:pt x="70" y="49"/>
                      <a:pt x="73" y="45"/>
                    </a:cubicBezTo>
                    <a:cubicBezTo>
                      <a:pt x="84" y="35"/>
                      <a:pt x="84" y="35"/>
                      <a:pt x="84" y="35"/>
                    </a:cubicBezTo>
                    <a:cubicBezTo>
                      <a:pt x="87" y="32"/>
                      <a:pt x="86" y="28"/>
                      <a:pt x="81" y="28"/>
                    </a:cubicBezTo>
                    <a:cubicBezTo>
                      <a:pt x="67" y="25"/>
                      <a:pt x="67" y="25"/>
                      <a:pt x="67" y="25"/>
                    </a:cubicBezTo>
                    <a:cubicBezTo>
                      <a:pt x="62" y="25"/>
                      <a:pt x="56" y="21"/>
                      <a:pt x="54" y="16"/>
                    </a:cubicBezTo>
                    <a:cubicBezTo>
                      <a:pt x="48" y="3"/>
                      <a:pt x="48" y="3"/>
                      <a:pt x="48" y="3"/>
                    </a:cubicBezTo>
                    <a:cubicBezTo>
                      <a:pt x="47" y="1"/>
                      <a:pt x="45" y="0"/>
                      <a:pt x="4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7" name="Freeform 156"/>
              <p:cNvSpPr>
                <a:spLocks/>
              </p:cNvSpPr>
              <p:nvPr/>
            </p:nvSpPr>
            <p:spPr bwMode="auto">
              <a:xfrm>
                <a:off x="3428583" y="2445874"/>
                <a:ext cx="121054" cy="111742"/>
              </a:xfrm>
              <a:custGeom>
                <a:avLst/>
                <a:gdLst>
                  <a:gd name="T0" fmla="*/ 43 w 87"/>
                  <a:gd name="T1" fmla="*/ 0 h 80"/>
                  <a:gd name="T2" fmla="*/ 40 w 87"/>
                  <a:gd name="T3" fmla="*/ 3 h 80"/>
                  <a:gd name="T4" fmla="*/ 33 w 87"/>
                  <a:gd name="T5" fmla="*/ 16 h 80"/>
                  <a:gd name="T6" fmla="*/ 21 w 87"/>
                  <a:gd name="T7" fmla="*/ 26 h 80"/>
                  <a:gd name="T8" fmla="*/ 6 w 87"/>
                  <a:gd name="T9" fmla="*/ 28 h 80"/>
                  <a:gd name="T10" fmla="*/ 4 w 87"/>
                  <a:gd name="T11" fmla="*/ 35 h 80"/>
                  <a:gd name="T12" fmla="*/ 14 w 87"/>
                  <a:gd name="T13" fmla="*/ 45 h 80"/>
                  <a:gd name="T14" fmla="*/ 19 w 87"/>
                  <a:gd name="T15" fmla="*/ 60 h 80"/>
                  <a:gd name="T16" fmla="*/ 16 w 87"/>
                  <a:gd name="T17" fmla="*/ 75 h 80"/>
                  <a:gd name="T18" fmla="*/ 20 w 87"/>
                  <a:gd name="T19" fmla="*/ 80 h 80"/>
                  <a:gd name="T20" fmla="*/ 23 w 87"/>
                  <a:gd name="T21" fmla="*/ 79 h 80"/>
                  <a:gd name="T22" fmla="*/ 36 w 87"/>
                  <a:gd name="T23" fmla="*/ 72 h 80"/>
                  <a:gd name="T24" fmla="*/ 43 w 87"/>
                  <a:gd name="T25" fmla="*/ 71 h 80"/>
                  <a:gd name="T26" fmla="*/ 51 w 87"/>
                  <a:gd name="T27" fmla="*/ 72 h 80"/>
                  <a:gd name="T28" fmla="*/ 64 w 87"/>
                  <a:gd name="T29" fmla="*/ 79 h 80"/>
                  <a:gd name="T30" fmla="*/ 67 w 87"/>
                  <a:gd name="T31" fmla="*/ 80 h 80"/>
                  <a:gd name="T32" fmla="*/ 71 w 87"/>
                  <a:gd name="T33" fmla="*/ 75 h 80"/>
                  <a:gd name="T34" fmla="*/ 68 w 87"/>
                  <a:gd name="T35" fmla="*/ 60 h 80"/>
                  <a:gd name="T36" fmla="*/ 73 w 87"/>
                  <a:gd name="T37" fmla="*/ 45 h 80"/>
                  <a:gd name="T38" fmla="*/ 83 w 87"/>
                  <a:gd name="T39" fmla="*/ 35 h 80"/>
                  <a:gd name="T40" fmla="*/ 81 w 87"/>
                  <a:gd name="T41" fmla="*/ 28 h 80"/>
                  <a:gd name="T42" fmla="*/ 66 w 87"/>
                  <a:gd name="T43" fmla="*/ 26 h 80"/>
                  <a:gd name="T44" fmla="*/ 54 w 87"/>
                  <a:gd name="T45" fmla="*/ 16 h 80"/>
                  <a:gd name="T46" fmla="*/ 47 w 87"/>
                  <a:gd name="T47" fmla="*/ 3 h 80"/>
                  <a:gd name="T48" fmla="*/ 43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3" y="0"/>
                    </a:moveTo>
                    <a:cubicBezTo>
                      <a:pt x="42" y="0"/>
                      <a:pt x="41" y="1"/>
                      <a:pt x="40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1"/>
                      <a:pt x="25" y="25"/>
                      <a:pt x="21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8"/>
                      <a:pt x="0" y="32"/>
                      <a:pt x="4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8" y="49"/>
                      <a:pt x="20" y="55"/>
                      <a:pt x="19" y="60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8"/>
                      <a:pt x="17" y="80"/>
                      <a:pt x="20" y="80"/>
                    </a:cubicBezTo>
                    <a:cubicBezTo>
                      <a:pt x="20" y="80"/>
                      <a:pt x="21" y="80"/>
                      <a:pt x="23" y="79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38" y="71"/>
                      <a:pt x="41" y="71"/>
                      <a:pt x="43" y="71"/>
                    </a:cubicBezTo>
                    <a:cubicBezTo>
                      <a:pt x="46" y="71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5" y="80"/>
                      <a:pt x="67" y="80"/>
                      <a:pt x="67" y="80"/>
                    </a:cubicBezTo>
                    <a:cubicBezTo>
                      <a:pt x="70" y="80"/>
                      <a:pt x="71" y="78"/>
                      <a:pt x="71" y="75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5"/>
                      <a:pt x="69" y="49"/>
                      <a:pt x="73" y="45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7" y="32"/>
                      <a:pt x="86" y="28"/>
                      <a:pt x="81" y="28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2" y="25"/>
                      <a:pt x="56" y="21"/>
                      <a:pt x="54" y="1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5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8" name="Freeform 157"/>
              <p:cNvSpPr>
                <a:spLocks/>
              </p:cNvSpPr>
              <p:nvPr/>
            </p:nvSpPr>
            <p:spPr bwMode="auto">
              <a:xfrm>
                <a:off x="4788108" y="3172195"/>
                <a:ext cx="121054" cy="111742"/>
              </a:xfrm>
              <a:custGeom>
                <a:avLst/>
                <a:gdLst>
                  <a:gd name="T0" fmla="*/ 44 w 87"/>
                  <a:gd name="T1" fmla="*/ 0 h 80"/>
                  <a:gd name="T2" fmla="*/ 40 w 87"/>
                  <a:gd name="T3" fmla="*/ 3 h 80"/>
                  <a:gd name="T4" fmla="*/ 33 w 87"/>
                  <a:gd name="T5" fmla="*/ 16 h 80"/>
                  <a:gd name="T6" fmla="*/ 21 w 87"/>
                  <a:gd name="T7" fmla="*/ 25 h 80"/>
                  <a:gd name="T8" fmla="*/ 6 w 87"/>
                  <a:gd name="T9" fmla="*/ 27 h 80"/>
                  <a:gd name="T10" fmla="*/ 4 w 87"/>
                  <a:gd name="T11" fmla="*/ 35 h 80"/>
                  <a:gd name="T12" fmla="*/ 14 w 87"/>
                  <a:gd name="T13" fmla="*/ 45 h 80"/>
                  <a:gd name="T14" fmla="*/ 19 w 87"/>
                  <a:gd name="T15" fmla="*/ 60 h 80"/>
                  <a:gd name="T16" fmla="*/ 17 w 87"/>
                  <a:gd name="T17" fmla="*/ 74 h 80"/>
                  <a:gd name="T18" fmla="*/ 20 w 87"/>
                  <a:gd name="T19" fmla="*/ 80 h 80"/>
                  <a:gd name="T20" fmla="*/ 23 w 87"/>
                  <a:gd name="T21" fmla="*/ 79 h 80"/>
                  <a:gd name="T22" fmla="*/ 36 w 87"/>
                  <a:gd name="T23" fmla="*/ 72 h 80"/>
                  <a:gd name="T24" fmla="*/ 44 w 87"/>
                  <a:gd name="T25" fmla="*/ 70 h 80"/>
                  <a:gd name="T26" fmla="*/ 51 w 87"/>
                  <a:gd name="T27" fmla="*/ 72 h 80"/>
                  <a:gd name="T28" fmla="*/ 64 w 87"/>
                  <a:gd name="T29" fmla="*/ 79 h 80"/>
                  <a:gd name="T30" fmla="*/ 68 w 87"/>
                  <a:gd name="T31" fmla="*/ 80 h 80"/>
                  <a:gd name="T32" fmla="*/ 71 w 87"/>
                  <a:gd name="T33" fmla="*/ 74 h 80"/>
                  <a:gd name="T34" fmla="*/ 68 w 87"/>
                  <a:gd name="T35" fmla="*/ 60 h 80"/>
                  <a:gd name="T36" fmla="*/ 73 w 87"/>
                  <a:gd name="T37" fmla="*/ 45 h 80"/>
                  <a:gd name="T38" fmla="*/ 84 w 87"/>
                  <a:gd name="T39" fmla="*/ 35 h 80"/>
                  <a:gd name="T40" fmla="*/ 81 w 87"/>
                  <a:gd name="T41" fmla="*/ 27 h 80"/>
                  <a:gd name="T42" fmla="*/ 67 w 87"/>
                  <a:gd name="T43" fmla="*/ 25 h 80"/>
                  <a:gd name="T44" fmla="*/ 54 w 87"/>
                  <a:gd name="T45" fmla="*/ 16 h 80"/>
                  <a:gd name="T46" fmla="*/ 47 w 87"/>
                  <a:gd name="T47" fmla="*/ 3 h 80"/>
                  <a:gd name="T48" fmla="*/ 44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4" y="0"/>
                    </a:moveTo>
                    <a:cubicBezTo>
                      <a:pt x="42" y="0"/>
                      <a:pt x="41" y="1"/>
                      <a:pt x="40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0"/>
                      <a:pt x="25" y="25"/>
                      <a:pt x="21" y="25"/>
                    </a:cubicBezTo>
                    <a:cubicBezTo>
                      <a:pt x="6" y="27"/>
                      <a:pt x="6" y="27"/>
                      <a:pt x="6" y="27"/>
                    </a:cubicBezTo>
                    <a:cubicBezTo>
                      <a:pt x="1" y="28"/>
                      <a:pt x="0" y="31"/>
                      <a:pt x="4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8" y="48"/>
                      <a:pt x="20" y="55"/>
                      <a:pt x="19" y="60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6" y="78"/>
                      <a:pt x="17" y="80"/>
                      <a:pt x="20" y="80"/>
                    </a:cubicBezTo>
                    <a:cubicBezTo>
                      <a:pt x="21" y="80"/>
                      <a:pt x="22" y="80"/>
                      <a:pt x="23" y="79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38" y="71"/>
                      <a:pt x="41" y="70"/>
                      <a:pt x="44" y="70"/>
                    </a:cubicBezTo>
                    <a:cubicBezTo>
                      <a:pt x="46" y="70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6" y="80"/>
                      <a:pt x="67" y="80"/>
                      <a:pt x="68" y="80"/>
                    </a:cubicBezTo>
                    <a:cubicBezTo>
                      <a:pt x="70" y="80"/>
                      <a:pt x="71" y="78"/>
                      <a:pt x="71" y="74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5"/>
                      <a:pt x="70" y="48"/>
                      <a:pt x="73" y="45"/>
                    </a:cubicBezTo>
                    <a:cubicBezTo>
                      <a:pt x="84" y="35"/>
                      <a:pt x="84" y="35"/>
                      <a:pt x="84" y="35"/>
                    </a:cubicBezTo>
                    <a:cubicBezTo>
                      <a:pt x="87" y="31"/>
                      <a:pt x="86" y="28"/>
                      <a:pt x="81" y="27"/>
                    </a:cubicBezTo>
                    <a:cubicBezTo>
                      <a:pt x="67" y="25"/>
                      <a:pt x="67" y="25"/>
                      <a:pt x="67" y="25"/>
                    </a:cubicBezTo>
                    <a:cubicBezTo>
                      <a:pt x="62" y="25"/>
                      <a:pt x="56" y="20"/>
                      <a:pt x="54" y="1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5" y="0"/>
                      <a:pt x="4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9" name="Freeform 158"/>
              <p:cNvSpPr>
                <a:spLocks/>
              </p:cNvSpPr>
              <p:nvPr/>
            </p:nvSpPr>
            <p:spPr bwMode="auto">
              <a:xfrm>
                <a:off x="5231971" y="3530183"/>
                <a:ext cx="122088" cy="111742"/>
              </a:xfrm>
              <a:custGeom>
                <a:avLst/>
                <a:gdLst>
                  <a:gd name="T0" fmla="*/ 43 w 87"/>
                  <a:gd name="T1" fmla="*/ 0 h 80"/>
                  <a:gd name="T2" fmla="*/ 39 w 87"/>
                  <a:gd name="T3" fmla="*/ 3 h 80"/>
                  <a:gd name="T4" fmla="*/ 33 w 87"/>
                  <a:gd name="T5" fmla="*/ 16 h 80"/>
                  <a:gd name="T6" fmla="*/ 20 w 87"/>
                  <a:gd name="T7" fmla="*/ 25 h 80"/>
                  <a:gd name="T8" fmla="*/ 6 w 87"/>
                  <a:gd name="T9" fmla="*/ 27 h 80"/>
                  <a:gd name="T10" fmla="*/ 3 w 87"/>
                  <a:gd name="T11" fmla="*/ 35 h 80"/>
                  <a:gd name="T12" fmla="*/ 14 w 87"/>
                  <a:gd name="T13" fmla="*/ 45 h 80"/>
                  <a:gd name="T14" fmla="*/ 19 w 87"/>
                  <a:gd name="T15" fmla="*/ 60 h 80"/>
                  <a:gd name="T16" fmla="*/ 16 w 87"/>
                  <a:gd name="T17" fmla="*/ 74 h 80"/>
                  <a:gd name="T18" fmla="*/ 19 w 87"/>
                  <a:gd name="T19" fmla="*/ 80 h 80"/>
                  <a:gd name="T20" fmla="*/ 22 w 87"/>
                  <a:gd name="T21" fmla="*/ 79 h 80"/>
                  <a:gd name="T22" fmla="*/ 35 w 87"/>
                  <a:gd name="T23" fmla="*/ 72 h 80"/>
                  <a:gd name="T24" fmla="*/ 43 w 87"/>
                  <a:gd name="T25" fmla="*/ 70 h 80"/>
                  <a:gd name="T26" fmla="*/ 51 w 87"/>
                  <a:gd name="T27" fmla="*/ 72 h 80"/>
                  <a:gd name="T28" fmla="*/ 64 w 87"/>
                  <a:gd name="T29" fmla="*/ 79 h 80"/>
                  <a:gd name="T30" fmla="*/ 67 w 87"/>
                  <a:gd name="T31" fmla="*/ 80 h 80"/>
                  <a:gd name="T32" fmla="*/ 70 w 87"/>
                  <a:gd name="T33" fmla="*/ 74 h 80"/>
                  <a:gd name="T34" fmla="*/ 68 w 87"/>
                  <a:gd name="T35" fmla="*/ 60 h 80"/>
                  <a:gd name="T36" fmla="*/ 73 w 87"/>
                  <a:gd name="T37" fmla="*/ 45 h 80"/>
                  <a:gd name="T38" fmla="*/ 83 w 87"/>
                  <a:gd name="T39" fmla="*/ 35 h 80"/>
                  <a:gd name="T40" fmla="*/ 81 w 87"/>
                  <a:gd name="T41" fmla="*/ 27 h 80"/>
                  <a:gd name="T42" fmla="*/ 66 w 87"/>
                  <a:gd name="T43" fmla="*/ 25 h 80"/>
                  <a:gd name="T44" fmla="*/ 54 w 87"/>
                  <a:gd name="T45" fmla="*/ 16 h 80"/>
                  <a:gd name="T46" fmla="*/ 47 w 87"/>
                  <a:gd name="T47" fmla="*/ 3 h 80"/>
                  <a:gd name="T48" fmla="*/ 43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3" y="0"/>
                    </a:moveTo>
                    <a:cubicBezTo>
                      <a:pt x="42" y="0"/>
                      <a:pt x="40" y="1"/>
                      <a:pt x="39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0"/>
                      <a:pt x="25" y="25"/>
                      <a:pt x="20" y="25"/>
                    </a:cubicBezTo>
                    <a:cubicBezTo>
                      <a:pt x="6" y="27"/>
                      <a:pt x="6" y="27"/>
                      <a:pt x="6" y="27"/>
                    </a:cubicBezTo>
                    <a:cubicBezTo>
                      <a:pt x="1" y="28"/>
                      <a:pt x="0" y="31"/>
                      <a:pt x="3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7" y="48"/>
                      <a:pt x="19" y="55"/>
                      <a:pt x="19" y="60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8"/>
                      <a:pt x="17" y="80"/>
                      <a:pt x="19" y="80"/>
                    </a:cubicBezTo>
                    <a:cubicBezTo>
                      <a:pt x="20" y="80"/>
                      <a:pt x="21" y="80"/>
                      <a:pt x="22" y="79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8" y="71"/>
                      <a:pt x="40" y="70"/>
                      <a:pt x="43" y="70"/>
                    </a:cubicBezTo>
                    <a:cubicBezTo>
                      <a:pt x="46" y="70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5" y="80"/>
                      <a:pt x="66" y="80"/>
                      <a:pt x="67" y="80"/>
                    </a:cubicBezTo>
                    <a:cubicBezTo>
                      <a:pt x="70" y="80"/>
                      <a:pt x="71" y="78"/>
                      <a:pt x="70" y="74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5"/>
                      <a:pt x="69" y="48"/>
                      <a:pt x="73" y="45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7" y="31"/>
                      <a:pt x="86" y="28"/>
                      <a:pt x="81" y="27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61" y="25"/>
                      <a:pt x="56" y="20"/>
                      <a:pt x="54" y="1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5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36" name="Group 435"/>
            <p:cNvGrpSpPr/>
            <p:nvPr/>
          </p:nvGrpSpPr>
          <p:grpSpPr>
            <a:xfrm>
              <a:off x="2974519" y="2313347"/>
              <a:ext cx="2552945" cy="2606411"/>
              <a:chOff x="1066800" y="917575"/>
              <a:chExt cx="909638" cy="928688"/>
            </a:xfrm>
          </p:grpSpPr>
          <p:sp>
            <p:nvSpPr>
              <p:cNvPr id="437" name="Rectangle 6"/>
              <p:cNvSpPr>
                <a:spLocks noChangeArrowheads="1"/>
              </p:cNvSpPr>
              <p:nvPr/>
            </p:nvSpPr>
            <p:spPr bwMode="auto">
              <a:xfrm>
                <a:off x="1370013" y="995363"/>
                <a:ext cx="17463" cy="65088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8" name="Rectangle 7"/>
              <p:cNvSpPr>
                <a:spLocks noChangeArrowheads="1"/>
              </p:cNvSpPr>
              <p:nvPr/>
            </p:nvSpPr>
            <p:spPr bwMode="auto">
              <a:xfrm>
                <a:off x="1457325" y="935038"/>
                <a:ext cx="20638" cy="80963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9" name="Rectangle 8"/>
              <p:cNvSpPr>
                <a:spLocks noChangeArrowheads="1"/>
              </p:cNvSpPr>
              <p:nvPr/>
            </p:nvSpPr>
            <p:spPr bwMode="auto">
              <a:xfrm>
                <a:off x="1098550" y="1747838"/>
                <a:ext cx="846138" cy="60325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0" name="Rectangle 9"/>
              <p:cNvSpPr>
                <a:spLocks noChangeArrowheads="1"/>
              </p:cNvSpPr>
              <p:nvPr/>
            </p:nvSpPr>
            <p:spPr bwMode="auto">
              <a:xfrm>
                <a:off x="1082675" y="1766888"/>
                <a:ext cx="877888" cy="60325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1" name="Rectangle 10"/>
              <p:cNvSpPr>
                <a:spLocks noChangeArrowheads="1"/>
              </p:cNvSpPr>
              <p:nvPr/>
            </p:nvSpPr>
            <p:spPr bwMode="auto">
              <a:xfrm>
                <a:off x="1066800" y="1785938"/>
                <a:ext cx="909638" cy="60325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2" name="Freeform 11"/>
              <p:cNvSpPr>
                <a:spLocks/>
              </p:cNvSpPr>
              <p:nvPr/>
            </p:nvSpPr>
            <p:spPr bwMode="auto">
              <a:xfrm>
                <a:off x="1233488" y="920750"/>
                <a:ext cx="376238" cy="276225"/>
              </a:xfrm>
              <a:custGeom>
                <a:avLst/>
                <a:gdLst>
                  <a:gd name="T0" fmla="*/ 0 w 947"/>
                  <a:gd name="T1" fmla="*/ 692 h 692"/>
                  <a:gd name="T2" fmla="*/ 0 w 947"/>
                  <a:gd name="T3" fmla="*/ 481 h 692"/>
                  <a:gd name="T4" fmla="*/ 947 w 947"/>
                  <a:gd name="T5" fmla="*/ 0 h 692"/>
                  <a:gd name="T6" fmla="*/ 934 w 947"/>
                  <a:gd name="T7" fmla="*/ 264 h 692"/>
                  <a:gd name="T8" fmla="*/ 0 w 947"/>
                  <a:gd name="T9" fmla="*/ 692 h 6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7" h="692">
                    <a:moveTo>
                      <a:pt x="0" y="692"/>
                    </a:moveTo>
                    <a:lnTo>
                      <a:pt x="0" y="481"/>
                    </a:lnTo>
                    <a:lnTo>
                      <a:pt x="947" y="0"/>
                    </a:lnTo>
                    <a:lnTo>
                      <a:pt x="934" y="264"/>
                    </a:lnTo>
                    <a:lnTo>
                      <a:pt x="0" y="69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3" name="Freeform 12"/>
              <p:cNvSpPr>
                <a:spLocks/>
              </p:cNvSpPr>
              <p:nvPr/>
            </p:nvSpPr>
            <p:spPr bwMode="auto">
              <a:xfrm>
                <a:off x="1603375" y="917575"/>
                <a:ext cx="249238" cy="284163"/>
              </a:xfrm>
              <a:custGeom>
                <a:avLst/>
                <a:gdLst>
                  <a:gd name="T0" fmla="*/ 626 w 626"/>
                  <a:gd name="T1" fmla="*/ 718 h 718"/>
                  <a:gd name="T2" fmla="*/ 626 w 626"/>
                  <a:gd name="T3" fmla="*/ 506 h 718"/>
                  <a:gd name="T4" fmla="*/ 6 w 626"/>
                  <a:gd name="T5" fmla="*/ 0 h 718"/>
                  <a:gd name="T6" fmla="*/ 0 w 626"/>
                  <a:gd name="T7" fmla="*/ 274 h 718"/>
                  <a:gd name="T8" fmla="*/ 626 w 626"/>
                  <a:gd name="T9" fmla="*/ 718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6" h="718">
                    <a:moveTo>
                      <a:pt x="626" y="718"/>
                    </a:moveTo>
                    <a:lnTo>
                      <a:pt x="626" y="506"/>
                    </a:lnTo>
                    <a:lnTo>
                      <a:pt x="6" y="0"/>
                    </a:lnTo>
                    <a:lnTo>
                      <a:pt x="0" y="274"/>
                    </a:lnTo>
                    <a:lnTo>
                      <a:pt x="626" y="718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4" name="Freeform 13"/>
              <p:cNvSpPr>
                <a:spLocks/>
              </p:cNvSpPr>
              <p:nvPr/>
            </p:nvSpPr>
            <p:spPr bwMode="auto">
              <a:xfrm>
                <a:off x="1123950" y="977900"/>
                <a:ext cx="519113" cy="811213"/>
              </a:xfrm>
              <a:custGeom>
                <a:avLst/>
                <a:gdLst>
                  <a:gd name="T0" fmla="*/ 0 w 1304"/>
                  <a:gd name="T1" fmla="*/ 582 h 2044"/>
                  <a:gd name="T2" fmla="*/ 1304 w 1304"/>
                  <a:gd name="T3" fmla="*/ 0 h 2044"/>
                  <a:gd name="T4" fmla="*/ 1304 w 1304"/>
                  <a:gd name="T5" fmla="*/ 2044 h 2044"/>
                  <a:gd name="T6" fmla="*/ 0 w 1304"/>
                  <a:gd name="T7" fmla="*/ 2044 h 2044"/>
                  <a:gd name="T8" fmla="*/ 0 w 1304"/>
                  <a:gd name="T9" fmla="*/ 582 h 20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4" h="2044">
                    <a:moveTo>
                      <a:pt x="0" y="582"/>
                    </a:moveTo>
                    <a:lnTo>
                      <a:pt x="1304" y="0"/>
                    </a:lnTo>
                    <a:lnTo>
                      <a:pt x="1304" y="2044"/>
                    </a:lnTo>
                    <a:lnTo>
                      <a:pt x="0" y="2044"/>
                    </a:lnTo>
                    <a:lnTo>
                      <a:pt x="0" y="58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5" name="Freeform 14"/>
              <p:cNvSpPr>
                <a:spLocks/>
              </p:cNvSpPr>
              <p:nvPr/>
            </p:nvSpPr>
            <p:spPr bwMode="auto">
              <a:xfrm>
                <a:off x="1643063" y="977900"/>
                <a:ext cx="265113" cy="811213"/>
              </a:xfrm>
              <a:custGeom>
                <a:avLst/>
                <a:gdLst>
                  <a:gd name="T0" fmla="*/ 670 w 670"/>
                  <a:gd name="T1" fmla="*/ 582 h 2044"/>
                  <a:gd name="T2" fmla="*/ 509 w 670"/>
                  <a:gd name="T3" fmla="*/ 486 h 2044"/>
                  <a:gd name="T4" fmla="*/ 477 w 670"/>
                  <a:gd name="T5" fmla="*/ 378 h 2044"/>
                  <a:gd name="T6" fmla="*/ 0 w 670"/>
                  <a:gd name="T7" fmla="*/ 0 h 2044"/>
                  <a:gd name="T8" fmla="*/ 0 w 670"/>
                  <a:gd name="T9" fmla="*/ 2044 h 2044"/>
                  <a:gd name="T10" fmla="*/ 670 w 670"/>
                  <a:gd name="T11" fmla="*/ 2044 h 2044"/>
                  <a:gd name="T12" fmla="*/ 670 w 670"/>
                  <a:gd name="T13" fmla="*/ 582 h 20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70" h="2044">
                    <a:moveTo>
                      <a:pt x="670" y="582"/>
                    </a:moveTo>
                    <a:lnTo>
                      <a:pt x="509" y="486"/>
                    </a:lnTo>
                    <a:lnTo>
                      <a:pt x="477" y="378"/>
                    </a:lnTo>
                    <a:lnTo>
                      <a:pt x="0" y="0"/>
                    </a:lnTo>
                    <a:lnTo>
                      <a:pt x="0" y="2044"/>
                    </a:lnTo>
                    <a:lnTo>
                      <a:pt x="670" y="2044"/>
                    </a:lnTo>
                    <a:lnTo>
                      <a:pt x="670" y="58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6" name="Freeform 15"/>
              <p:cNvSpPr>
                <a:spLocks noEditPoints="1"/>
              </p:cNvSpPr>
              <p:nvPr/>
            </p:nvSpPr>
            <p:spPr bwMode="auto">
              <a:xfrm>
                <a:off x="1157288" y="1073150"/>
                <a:ext cx="433388" cy="677863"/>
              </a:xfrm>
              <a:custGeom>
                <a:avLst/>
                <a:gdLst>
                  <a:gd name="T0" fmla="*/ 0 w 1089"/>
                  <a:gd name="T1" fmla="*/ 1589 h 1709"/>
                  <a:gd name="T2" fmla="*/ 238 w 1089"/>
                  <a:gd name="T3" fmla="*/ 1573 h 1709"/>
                  <a:gd name="T4" fmla="*/ 238 w 1089"/>
                  <a:gd name="T5" fmla="*/ 1697 h 1709"/>
                  <a:gd name="T6" fmla="*/ 0 w 1089"/>
                  <a:gd name="T7" fmla="*/ 1709 h 1709"/>
                  <a:gd name="T8" fmla="*/ 0 w 1089"/>
                  <a:gd name="T9" fmla="*/ 1589 h 1709"/>
                  <a:gd name="T10" fmla="*/ 296 w 1089"/>
                  <a:gd name="T11" fmla="*/ 1568 h 1709"/>
                  <a:gd name="T12" fmla="*/ 626 w 1089"/>
                  <a:gd name="T13" fmla="*/ 1546 h 1709"/>
                  <a:gd name="T14" fmla="*/ 626 w 1089"/>
                  <a:gd name="T15" fmla="*/ 1678 h 1709"/>
                  <a:gd name="T16" fmla="*/ 296 w 1089"/>
                  <a:gd name="T17" fmla="*/ 1694 h 1709"/>
                  <a:gd name="T18" fmla="*/ 296 w 1089"/>
                  <a:gd name="T19" fmla="*/ 1568 h 1709"/>
                  <a:gd name="T20" fmla="*/ 684 w 1089"/>
                  <a:gd name="T21" fmla="*/ 1542 h 1709"/>
                  <a:gd name="T22" fmla="*/ 1089 w 1089"/>
                  <a:gd name="T23" fmla="*/ 1515 h 1709"/>
                  <a:gd name="T24" fmla="*/ 1089 w 1089"/>
                  <a:gd name="T25" fmla="*/ 1655 h 1709"/>
                  <a:gd name="T26" fmla="*/ 684 w 1089"/>
                  <a:gd name="T27" fmla="*/ 1675 h 1709"/>
                  <a:gd name="T28" fmla="*/ 684 w 1089"/>
                  <a:gd name="T29" fmla="*/ 1542 h 1709"/>
                  <a:gd name="T30" fmla="*/ 0 w 1089"/>
                  <a:gd name="T31" fmla="*/ 441 h 1709"/>
                  <a:gd name="T32" fmla="*/ 1089 w 1089"/>
                  <a:gd name="T33" fmla="*/ 0 h 1709"/>
                  <a:gd name="T34" fmla="*/ 1089 w 1089"/>
                  <a:gd name="T35" fmla="*/ 142 h 1709"/>
                  <a:gd name="T36" fmla="*/ 0 w 1089"/>
                  <a:gd name="T37" fmla="*/ 583 h 1709"/>
                  <a:gd name="T38" fmla="*/ 0 w 1089"/>
                  <a:gd name="T39" fmla="*/ 441 h 1709"/>
                  <a:gd name="T40" fmla="*/ 0 w 1089"/>
                  <a:gd name="T41" fmla="*/ 748 h 1709"/>
                  <a:gd name="T42" fmla="*/ 1089 w 1089"/>
                  <a:gd name="T43" fmla="*/ 394 h 1709"/>
                  <a:gd name="T44" fmla="*/ 1089 w 1089"/>
                  <a:gd name="T45" fmla="*/ 535 h 1709"/>
                  <a:gd name="T46" fmla="*/ 0 w 1089"/>
                  <a:gd name="T47" fmla="*/ 889 h 1709"/>
                  <a:gd name="T48" fmla="*/ 0 w 1089"/>
                  <a:gd name="T49" fmla="*/ 748 h 1709"/>
                  <a:gd name="T50" fmla="*/ 0 w 1089"/>
                  <a:gd name="T51" fmla="*/ 1036 h 1709"/>
                  <a:gd name="T52" fmla="*/ 1089 w 1089"/>
                  <a:gd name="T53" fmla="*/ 771 h 1709"/>
                  <a:gd name="T54" fmla="*/ 1089 w 1089"/>
                  <a:gd name="T55" fmla="*/ 911 h 1709"/>
                  <a:gd name="T56" fmla="*/ 0 w 1089"/>
                  <a:gd name="T57" fmla="*/ 1178 h 1709"/>
                  <a:gd name="T58" fmla="*/ 0 w 1089"/>
                  <a:gd name="T59" fmla="*/ 1036 h 1709"/>
                  <a:gd name="T60" fmla="*/ 0 w 1089"/>
                  <a:gd name="T61" fmla="*/ 1317 h 1709"/>
                  <a:gd name="T62" fmla="*/ 1089 w 1089"/>
                  <a:gd name="T63" fmla="*/ 1147 h 1709"/>
                  <a:gd name="T64" fmla="*/ 1089 w 1089"/>
                  <a:gd name="T65" fmla="*/ 1288 h 1709"/>
                  <a:gd name="T66" fmla="*/ 0 w 1089"/>
                  <a:gd name="T67" fmla="*/ 1457 h 1709"/>
                  <a:gd name="T68" fmla="*/ 0 w 1089"/>
                  <a:gd name="T69" fmla="*/ 1317 h 1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89" h="1709">
                    <a:moveTo>
                      <a:pt x="0" y="1589"/>
                    </a:moveTo>
                    <a:lnTo>
                      <a:pt x="238" y="1573"/>
                    </a:lnTo>
                    <a:lnTo>
                      <a:pt x="238" y="1697"/>
                    </a:lnTo>
                    <a:lnTo>
                      <a:pt x="0" y="1709"/>
                    </a:lnTo>
                    <a:lnTo>
                      <a:pt x="0" y="1589"/>
                    </a:lnTo>
                    <a:close/>
                    <a:moveTo>
                      <a:pt x="296" y="1568"/>
                    </a:moveTo>
                    <a:lnTo>
                      <a:pt x="626" y="1546"/>
                    </a:lnTo>
                    <a:lnTo>
                      <a:pt x="626" y="1678"/>
                    </a:lnTo>
                    <a:lnTo>
                      <a:pt x="296" y="1694"/>
                    </a:lnTo>
                    <a:lnTo>
                      <a:pt x="296" y="1568"/>
                    </a:lnTo>
                    <a:close/>
                    <a:moveTo>
                      <a:pt x="684" y="1542"/>
                    </a:moveTo>
                    <a:lnTo>
                      <a:pt x="1089" y="1515"/>
                    </a:lnTo>
                    <a:lnTo>
                      <a:pt x="1089" y="1655"/>
                    </a:lnTo>
                    <a:lnTo>
                      <a:pt x="684" y="1675"/>
                    </a:lnTo>
                    <a:lnTo>
                      <a:pt x="684" y="1542"/>
                    </a:lnTo>
                    <a:close/>
                    <a:moveTo>
                      <a:pt x="0" y="441"/>
                    </a:moveTo>
                    <a:lnTo>
                      <a:pt x="1089" y="0"/>
                    </a:lnTo>
                    <a:lnTo>
                      <a:pt x="1089" y="142"/>
                    </a:lnTo>
                    <a:lnTo>
                      <a:pt x="0" y="583"/>
                    </a:lnTo>
                    <a:lnTo>
                      <a:pt x="0" y="441"/>
                    </a:lnTo>
                    <a:close/>
                    <a:moveTo>
                      <a:pt x="0" y="748"/>
                    </a:moveTo>
                    <a:lnTo>
                      <a:pt x="1089" y="394"/>
                    </a:lnTo>
                    <a:lnTo>
                      <a:pt x="1089" y="535"/>
                    </a:lnTo>
                    <a:lnTo>
                      <a:pt x="0" y="889"/>
                    </a:lnTo>
                    <a:lnTo>
                      <a:pt x="0" y="748"/>
                    </a:lnTo>
                    <a:close/>
                    <a:moveTo>
                      <a:pt x="0" y="1036"/>
                    </a:moveTo>
                    <a:lnTo>
                      <a:pt x="1089" y="771"/>
                    </a:lnTo>
                    <a:lnTo>
                      <a:pt x="1089" y="911"/>
                    </a:lnTo>
                    <a:lnTo>
                      <a:pt x="0" y="1178"/>
                    </a:lnTo>
                    <a:lnTo>
                      <a:pt x="0" y="1036"/>
                    </a:lnTo>
                    <a:close/>
                    <a:moveTo>
                      <a:pt x="0" y="1317"/>
                    </a:moveTo>
                    <a:lnTo>
                      <a:pt x="1089" y="1147"/>
                    </a:lnTo>
                    <a:lnTo>
                      <a:pt x="1089" y="1288"/>
                    </a:lnTo>
                    <a:lnTo>
                      <a:pt x="0" y="1457"/>
                    </a:lnTo>
                    <a:lnTo>
                      <a:pt x="0" y="1317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47" name="Text Placeholder 3"/>
          <p:cNvSpPr txBox="1">
            <a:spLocks/>
          </p:cNvSpPr>
          <p:nvPr/>
        </p:nvSpPr>
        <p:spPr>
          <a:xfrm>
            <a:off x="1085721" y="3526248"/>
            <a:ext cx="3060269" cy="1015663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6600" kern="0">
                <a:solidFill>
                  <a:schemeClr val="tx1">
                    <a:lumMod val="75000"/>
                    <a:lumOff val="25000"/>
                  </a:schemeClr>
                </a:solidFill>
                <a:latin typeface="Dense" panose="02000000000000000000" pitchFamily="50" charset="0"/>
                <a:ea typeface="Open Sans" panose="020B0606030504020204" pitchFamily="34" charset="0"/>
                <a:cs typeface="Lato Light" panose="020F0402020204030203" pitchFamily="34" charset="0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9pPr>
          </a:lstStyle>
          <a:p>
            <a:r>
              <a:rPr lang="en-US" sz="44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78.5614 </a:t>
            </a:r>
            <a:r>
              <a:rPr lang="en-US" sz="3200" b="1" spc="-150" dirty="0" err="1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sq</a:t>
            </a:r>
            <a:r>
              <a:rPr lang="en-US" sz="32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200" b="1" spc="-150" dirty="0" err="1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ft</a:t>
            </a:r>
            <a:endParaRPr lang="en-US" sz="3200" b="1" dirty="0">
              <a:solidFill>
                <a:schemeClr val="bg1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51" name="Title 1"/>
          <p:cNvSpPr txBox="1">
            <a:spLocks/>
          </p:cNvSpPr>
          <p:nvPr/>
        </p:nvSpPr>
        <p:spPr>
          <a:xfrm>
            <a:off x="1093030" y="3282394"/>
            <a:ext cx="1140345" cy="413547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itchFamily="-109" charset="0"/>
                <a:sym typeface="Calibri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pPr algn="l"/>
            <a:r>
              <a:rPr lang="en-US" sz="2800" dirty="0">
                <a:solidFill>
                  <a:schemeClr val="bg1"/>
                </a:solidFill>
                <a:latin typeface="Montserrat SemiBold" panose="000007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Total </a:t>
            </a:r>
            <a:r>
              <a:rPr lang="en-US" sz="2800" dirty="0" smtClean="0">
                <a:solidFill>
                  <a:schemeClr val="bg1"/>
                </a:solidFill>
                <a:latin typeface="Montserrat SemiBold" panose="000007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Area</a:t>
            </a:r>
            <a:endParaRPr lang="en-US" sz="2800" dirty="0">
              <a:solidFill>
                <a:schemeClr val="bg1"/>
              </a:solidFill>
              <a:latin typeface="Montserrat SemiBold" panose="000007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29</a:t>
            </a:fld>
            <a:endParaRPr lang="en-US"/>
          </a:p>
        </p:txBody>
      </p:sp>
      <p:sp>
        <p:nvSpPr>
          <p:cNvPr id="142" name="Rectangle 141"/>
          <p:cNvSpPr/>
          <p:nvPr>
            <p:custDataLst>
              <p:tags r:id="rId1"/>
            </p:custDataLst>
          </p:nvPr>
        </p:nvSpPr>
        <p:spPr>
          <a:xfrm>
            <a:off x="1969641" y="544343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Skirting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4" name="Picture 143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  <p:sp>
        <p:nvSpPr>
          <p:cNvPr id="146" name="Text Placeholder 3"/>
          <p:cNvSpPr txBox="1">
            <a:spLocks/>
          </p:cNvSpPr>
          <p:nvPr/>
        </p:nvSpPr>
        <p:spPr>
          <a:xfrm>
            <a:off x="8288678" y="3508337"/>
            <a:ext cx="3421159" cy="1015663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6600" kern="0">
                <a:solidFill>
                  <a:schemeClr val="tx1">
                    <a:lumMod val="75000"/>
                    <a:lumOff val="25000"/>
                  </a:schemeClr>
                </a:solidFill>
                <a:latin typeface="Dense" panose="02000000000000000000" pitchFamily="50" charset="0"/>
                <a:ea typeface="Open Sans" panose="020B0606030504020204" pitchFamily="34" charset="0"/>
                <a:cs typeface="Lato Light" panose="020F0402020204030203" pitchFamily="34" charset="0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9pPr>
          </a:lstStyle>
          <a:p>
            <a:r>
              <a:rPr lang="en-US" sz="4400" b="1" spc="-150" dirty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9,650</a:t>
            </a:r>
            <a:r>
              <a:rPr lang="en-US" sz="44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2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PKR</a:t>
            </a:r>
            <a:endParaRPr lang="en-US" sz="3200" b="1" dirty="0">
              <a:solidFill>
                <a:schemeClr val="bg1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7" name="Title 1"/>
          <p:cNvSpPr txBox="1">
            <a:spLocks/>
          </p:cNvSpPr>
          <p:nvPr/>
        </p:nvSpPr>
        <p:spPr>
          <a:xfrm>
            <a:off x="8381681" y="3264483"/>
            <a:ext cx="1140345" cy="413547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itchFamily="-109" charset="0"/>
                <a:sym typeface="Calibri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pPr algn="l"/>
            <a:r>
              <a:rPr lang="en-US" sz="2800" dirty="0" smtClean="0">
                <a:solidFill>
                  <a:schemeClr val="bg1"/>
                </a:solidFill>
                <a:latin typeface="Montserrat SemiBold" panose="000007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Total Skirting Cost</a:t>
            </a:r>
            <a:endParaRPr lang="en-US" sz="2800" dirty="0">
              <a:solidFill>
                <a:schemeClr val="bg1"/>
              </a:solidFill>
              <a:latin typeface="Montserrat SemiBold" panose="000007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723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ny-engineers.com/hubfs/brickmasonry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30491" y="0"/>
            <a:ext cx="1527393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Isosceles Triangle 83"/>
          <p:cNvSpPr/>
          <p:nvPr/>
        </p:nvSpPr>
        <p:spPr>
          <a:xfrm rot="5400000" flipH="1">
            <a:off x="4102579" y="-1382277"/>
            <a:ext cx="1216948" cy="9422103"/>
          </a:xfrm>
          <a:custGeom>
            <a:avLst/>
            <a:gdLst/>
            <a:ahLst/>
            <a:cxnLst/>
            <a:rect l="l" t="t" r="r" b="b"/>
            <a:pathLst>
              <a:path w="914401" h="7066578">
                <a:moveTo>
                  <a:pt x="914401" y="266705"/>
                </a:moveTo>
                <a:lnTo>
                  <a:pt x="914401" y="1751636"/>
                </a:lnTo>
                <a:lnTo>
                  <a:pt x="914401" y="5581647"/>
                </a:lnTo>
                <a:lnTo>
                  <a:pt x="914401" y="7066578"/>
                </a:lnTo>
                <a:lnTo>
                  <a:pt x="0" y="7066578"/>
                </a:lnTo>
                <a:lnTo>
                  <a:pt x="0" y="5581647"/>
                </a:lnTo>
                <a:lnTo>
                  <a:pt x="0" y="1484931"/>
                </a:lnTo>
                <a:lnTo>
                  <a:pt x="0" y="0"/>
                </a:lnTo>
                <a:lnTo>
                  <a:pt x="2" y="0"/>
                </a:lnTo>
                <a:lnTo>
                  <a:pt x="2" y="640556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84"/>
          <p:cNvSpPr/>
          <p:nvPr/>
        </p:nvSpPr>
        <p:spPr>
          <a:xfrm>
            <a:off x="1666047" y="-10061"/>
            <a:ext cx="10119741" cy="6858000"/>
          </a:xfrm>
          <a:custGeom>
            <a:avLst/>
            <a:gdLst/>
            <a:ahLst/>
            <a:cxnLst/>
            <a:rect l="l" t="t" r="r" b="b"/>
            <a:pathLst>
              <a:path w="7589806" h="5153025">
                <a:moveTo>
                  <a:pt x="0" y="0"/>
                </a:moveTo>
                <a:lnTo>
                  <a:pt x="5445248" y="6791"/>
                </a:lnTo>
                <a:lnTo>
                  <a:pt x="7589806" y="5153025"/>
                </a:lnTo>
                <a:lnTo>
                  <a:pt x="2117881" y="5153025"/>
                </a:lnTo>
                <a:close/>
              </a:path>
            </a:pathLst>
          </a:custGeom>
          <a:solidFill>
            <a:schemeClr val="accent1">
              <a:alpha val="7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83"/>
          <p:cNvSpPr/>
          <p:nvPr/>
        </p:nvSpPr>
        <p:spPr>
          <a:xfrm rot="16200000">
            <a:off x="6872474" y="-1382277"/>
            <a:ext cx="1216948" cy="9422103"/>
          </a:xfrm>
          <a:custGeom>
            <a:avLst/>
            <a:gdLst/>
            <a:ahLst/>
            <a:cxnLst/>
            <a:rect l="l" t="t" r="r" b="b"/>
            <a:pathLst>
              <a:path w="914401" h="7066578">
                <a:moveTo>
                  <a:pt x="914401" y="266705"/>
                </a:moveTo>
                <a:lnTo>
                  <a:pt x="914401" y="1751636"/>
                </a:lnTo>
                <a:lnTo>
                  <a:pt x="914401" y="5581647"/>
                </a:lnTo>
                <a:lnTo>
                  <a:pt x="914401" y="7066578"/>
                </a:lnTo>
                <a:lnTo>
                  <a:pt x="0" y="7066578"/>
                </a:lnTo>
                <a:lnTo>
                  <a:pt x="0" y="5581647"/>
                </a:lnTo>
                <a:lnTo>
                  <a:pt x="0" y="1484931"/>
                </a:lnTo>
                <a:lnTo>
                  <a:pt x="0" y="0"/>
                </a:lnTo>
                <a:lnTo>
                  <a:pt x="2" y="0"/>
                </a:lnTo>
                <a:lnTo>
                  <a:pt x="2" y="6405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156285" y="2964612"/>
            <a:ext cx="5754554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Open Sans" panose="020B0606030504020204" pitchFamily="34" charset="0"/>
                <a:cs typeface="Lato" panose="020F0502020204030203" pitchFamily="34" charset="0"/>
              </a:rPr>
              <a:t>Tiles </a:t>
            </a:r>
            <a:r>
              <a:rPr lang="en-US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Open Sans" panose="020B0606030504020204" pitchFamily="34" charset="0"/>
                <a:cs typeface="Lato" panose="020F0502020204030203" pitchFamily="34" charset="0"/>
              </a:rPr>
              <a:t>Estimate</a:t>
            </a:r>
            <a:endParaRPr 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ea typeface="Open Sans" panose="020B0606030504020204" pitchFamily="34" charset="0"/>
              <a:cs typeface="Lato" panose="020F0502020204030203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30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2" y="301234"/>
            <a:ext cx="834528" cy="63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283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2041568" y="1822056"/>
            <a:ext cx="4634888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Estimate for Tiles: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Provided at Kitchen counter, half the height of kitchen and 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bathroom </a:t>
            </a: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walls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Thickness of tile=1 inch</a:t>
            </a:r>
            <a:endParaRPr lang="en-US" noProof="1">
              <a:solidFill>
                <a:schemeClr val="bg1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31</a:t>
            </a:fld>
            <a:endParaRPr lang="en-US"/>
          </a:p>
        </p:txBody>
      </p:sp>
      <p:sp>
        <p:nvSpPr>
          <p:cNvPr id="24" name="Rectangle 23"/>
          <p:cNvSpPr/>
          <p:nvPr>
            <p:custDataLst>
              <p:tags r:id="rId1"/>
            </p:custDataLst>
          </p:nvPr>
        </p:nvSpPr>
        <p:spPr>
          <a:xfrm>
            <a:off x="1976011" y="549299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Tiles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  <p:pic>
        <p:nvPicPr>
          <p:cNvPr id="7" name="Picture Placeholder 6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03" t="135" r="25389" b="-135"/>
          <a:stretch/>
        </p:blipFill>
        <p:spPr>
          <a:xfrm>
            <a:off x="7731889" y="0"/>
            <a:ext cx="4265756" cy="6267635"/>
          </a:xfrm>
        </p:spPr>
      </p:pic>
      <p:sp>
        <p:nvSpPr>
          <p:cNvPr id="8" name="Text Placeholder 3"/>
          <p:cNvSpPr txBox="1">
            <a:spLocks/>
          </p:cNvSpPr>
          <p:nvPr/>
        </p:nvSpPr>
        <p:spPr>
          <a:xfrm>
            <a:off x="1501798" y="4609176"/>
            <a:ext cx="3421159" cy="1015663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6600" kern="0">
                <a:solidFill>
                  <a:schemeClr val="tx1">
                    <a:lumMod val="75000"/>
                    <a:lumOff val="25000"/>
                  </a:schemeClr>
                </a:solidFill>
                <a:latin typeface="Dense" panose="02000000000000000000" pitchFamily="50" charset="0"/>
                <a:ea typeface="Open Sans" panose="020B0606030504020204" pitchFamily="34" charset="0"/>
                <a:cs typeface="Lato Light" panose="020F0402020204030203" pitchFamily="34" charset="0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9pPr>
          </a:lstStyle>
          <a:p>
            <a:r>
              <a:rPr lang="en-US" sz="44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14,080 </a:t>
            </a:r>
            <a:r>
              <a:rPr lang="en-US" sz="32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PKR</a:t>
            </a:r>
            <a:endParaRPr lang="en-US" sz="3200" b="1" dirty="0">
              <a:solidFill>
                <a:schemeClr val="bg1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894731" y="4402402"/>
            <a:ext cx="1140345" cy="413547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itchFamily="-109" charset="0"/>
                <a:sym typeface="Calibri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pPr algn="l"/>
            <a:r>
              <a:rPr lang="en-US" sz="2800" dirty="0" smtClean="0">
                <a:solidFill>
                  <a:schemeClr val="bg1"/>
                </a:solidFill>
                <a:latin typeface="Montserrat SemiBold" panose="000007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Total Cost</a:t>
            </a:r>
            <a:endParaRPr lang="en-US" sz="2800" dirty="0">
              <a:solidFill>
                <a:schemeClr val="bg1"/>
              </a:solidFill>
              <a:latin typeface="Montserrat SemiBold" panose="000007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189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ny-engineers.com/hubfs/brickmasonry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30491" y="0"/>
            <a:ext cx="1527393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Isosceles Triangle 83"/>
          <p:cNvSpPr/>
          <p:nvPr/>
        </p:nvSpPr>
        <p:spPr>
          <a:xfrm rot="5400000" flipH="1">
            <a:off x="4102579" y="-1382277"/>
            <a:ext cx="1216948" cy="9422103"/>
          </a:xfrm>
          <a:custGeom>
            <a:avLst/>
            <a:gdLst/>
            <a:ahLst/>
            <a:cxnLst/>
            <a:rect l="l" t="t" r="r" b="b"/>
            <a:pathLst>
              <a:path w="914401" h="7066578">
                <a:moveTo>
                  <a:pt x="914401" y="266705"/>
                </a:moveTo>
                <a:lnTo>
                  <a:pt x="914401" y="1751636"/>
                </a:lnTo>
                <a:lnTo>
                  <a:pt x="914401" y="5581647"/>
                </a:lnTo>
                <a:lnTo>
                  <a:pt x="914401" y="7066578"/>
                </a:lnTo>
                <a:lnTo>
                  <a:pt x="0" y="7066578"/>
                </a:lnTo>
                <a:lnTo>
                  <a:pt x="0" y="5581647"/>
                </a:lnTo>
                <a:lnTo>
                  <a:pt x="0" y="1484931"/>
                </a:lnTo>
                <a:lnTo>
                  <a:pt x="0" y="0"/>
                </a:lnTo>
                <a:lnTo>
                  <a:pt x="2" y="0"/>
                </a:lnTo>
                <a:lnTo>
                  <a:pt x="2" y="640556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84"/>
          <p:cNvSpPr/>
          <p:nvPr/>
        </p:nvSpPr>
        <p:spPr>
          <a:xfrm>
            <a:off x="1594927" y="-71021"/>
            <a:ext cx="10119741" cy="6858000"/>
          </a:xfrm>
          <a:custGeom>
            <a:avLst/>
            <a:gdLst/>
            <a:ahLst/>
            <a:cxnLst/>
            <a:rect l="l" t="t" r="r" b="b"/>
            <a:pathLst>
              <a:path w="7589806" h="5153025">
                <a:moveTo>
                  <a:pt x="0" y="0"/>
                </a:moveTo>
                <a:lnTo>
                  <a:pt x="5445248" y="6791"/>
                </a:lnTo>
                <a:lnTo>
                  <a:pt x="7589806" y="5153025"/>
                </a:lnTo>
                <a:lnTo>
                  <a:pt x="2117881" y="5153025"/>
                </a:lnTo>
                <a:close/>
              </a:path>
            </a:pathLst>
          </a:custGeom>
          <a:solidFill>
            <a:schemeClr val="accent1">
              <a:alpha val="7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83"/>
          <p:cNvSpPr/>
          <p:nvPr/>
        </p:nvSpPr>
        <p:spPr>
          <a:xfrm rot="16200000">
            <a:off x="6872474" y="-1382277"/>
            <a:ext cx="1216948" cy="9422103"/>
          </a:xfrm>
          <a:custGeom>
            <a:avLst/>
            <a:gdLst/>
            <a:ahLst/>
            <a:cxnLst/>
            <a:rect l="l" t="t" r="r" b="b"/>
            <a:pathLst>
              <a:path w="914401" h="7066578">
                <a:moveTo>
                  <a:pt x="914401" y="266705"/>
                </a:moveTo>
                <a:lnTo>
                  <a:pt x="914401" y="1751636"/>
                </a:lnTo>
                <a:lnTo>
                  <a:pt x="914401" y="5581647"/>
                </a:lnTo>
                <a:lnTo>
                  <a:pt x="914401" y="7066578"/>
                </a:lnTo>
                <a:lnTo>
                  <a:pt x="0" y="7066578"/>
                </a:lnTo>
                <a:lnTo>
                  <a:pt x="0" y="5581647"/>
                </a:lnTo>
                <a:lnTo>
                  <a:pt x="0" y="1484931"/>
                </a:lnTo>
                <a:lnTo>
                  <a:pt x="0" y="0"/>
                </a:lnTo>
                <a:lnTo>
                  <a:pt x="2" y="0"/>
                </a:lnTo>
                <a:lnTo>
                  <a:pt x="2" y="6405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156285" y="2964612"/>
            <a:ext cx="5754554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Open Sans" panose="020B0606030504020204" pitchFamily="34" charset="0"/>
                <a:cs typeface="Lato" panose="020F0502020204030203" pitchFamily="34" charset="0"/>
              </a:rPr>
              <a:t>Plaster Estimate</a:t>
            </a:r>
            <a:endParaRPr 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ea typeface="Open Sans" panose="020B0606030504020204" pitchFamily="34" charset="0"/>
              <a:cs typeface="Lato" panose="020F0502020204030203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32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2" y="301234"/>
            <a:ext cx="834528" cy="63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736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391381" y="1822056"/>
            <a:ext cx="7340508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Area of walls to be plaster: </a:t>
            </a:r>
            <a:r>
              <a:rPr lang="en-US" sz="2000" b="1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3751.84 cft</a:t>
            </a:r>
          </a:p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Dry Volume of Mortar: </a:t>
            </a:r>
            <a:r>
              <a:rPr lang="en-US" sz="2000" b="1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254.036 cft</a:t>
            </a:r>
          </a:p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Cement: </a:t>
            </a:r>
            <a:r>
              <a:rPr lang="en-US" sz="2000" b="1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63.51 cft</a:t>
            </a:r>
          </a:p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32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Cement Bags: </a:t>
            </a:r>
            <a:r>
              <a:rPr lang="en-US" sz="3200" b="1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51.8 ≈ 52 bags</a:t>
            </a:r>
          </a:p>
          <a:p>
            <a:pPr lvl="0"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32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Sand: </a:t>
            </a:r>
            <a:r>
              <a:rPr lang="en-US" sz="3200" b="1" noProof="1" smtClean="0">
                <a:solidFill>
                  <a:prstClr val="white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190.53 cft</a:t>
            </a:r>
            <a:endParaRPr lang="en-US" sz="3200" b="1" noProof="1">
              <a:solidFill>
                <a:prstClr val="white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33</a:t>
            </a:fld>
            <a:endParaRPr lang="en-US"/>
          </a:p>
        </p:txBody>
      </p:sp>
      <p:sp>
        <p:nvSpPr>
          <p:cNvPr id="24" name="Rectangle 23"/>
          <p:cNvSpPr/>
          <p:nvPr>
            <p:custDataLst>
              <p:tags r:id="rId1"/>
            </p:custDataLst>
          </p:nvPr>
        </p:nvSpPr>
        <p:spPr>
          <a:xfrm>
            <a:off x="1976011" y="549299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Plaster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  <p:pic>
        <p:nvPicPr>
          <p:cNvPr id="4" name="Picture Placeholder 3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13" r="20459"/>
          <a:stretch/>
        </p:blipFill>
        <p:spPr>
          <a:xfrm>
            <a:off x="7731889" y="0"/>
            <a:ext cx="4263037" cy="6263640"/>
          </a:xfrm>
        </p:spPr>
      </p:pic>
    </p:spTree>
    <p:extLst>
      <p:ext uri="{BB962C8B-B14F-4D97-AF65-F5344CB8AC3E}">
        <p14:creationId xmlns:p14="http://schemas.microsoft.com/office/powerpoint/2010/main" val="3122351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391381" y="1822056"/>
            <a:ext cx="7340508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Area of roof to be plaster : </a:t>
            </a:r>
            <a:r>
              <a:rPr lang="en-US" sz="2000" b="1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604.85 cft</a:t>
            </a:r>
          </a:p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Dry Volume of Mortar: </a:t>
            </a:r>
            <a:r>
              <a:rPr lang="en-US" sz="2000" b="1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40.954 cft</a:t>
            </a:r>
          </a:p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Cement: </a:t>
            </a:r>
            <a:r>
              <a:rPr lang="en-US" sz="2000" b="1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10.34 cft</a:t>
            </a:r>
          </a:p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32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Cement Bags: </a:t>
            </a:r>
            <a:r>
              <a:rPr lang="en-US" sz="3200" b="1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8.35 bags</a:t>
            </a:r>
          </a:p>
          <a:p>
            <a:pPr lvl="0"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32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Sand: </a:t>
            </a:r>
            <a:r>
              <a:rPr lang="en-US" sz="3200" b="1" noProof="1" smtClean="0">
                <a:solidFill>
                  <a:prstClr val="white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31.02 cft</a:t>
            </a:r>
            <a:endParaRPr lang="en-US" sz="3200" b="1" noProof="1">
              <a:solidFill>
                <a:prstClr val="white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34</a:t>
            </a:fld>
            <a:endParaRPr lang="en-US"/>
          </a:p>
        </p:txBody>
      </p:sp>
      <p:sp>
        <p:nvSpPr>
          <p:cNvPr id="24" name="Rectangle 23"/>
          <p:cNvSpPr/>
          <p:nvPr>
            <p:custDataLst>
              <p:tags r:id="rId1"/>
            </p:custDataLst>
          </p:nvPr>
        </p:nvSpPr>
        <p:spPr>
          <a:xfrm>
            <a:off x="1976011" y="549299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Plaster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  <p:pic>
        <p:nvPicPr>
          <p:cNvPr id="4" name="Picture Placeholder 3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13" r="20459"/>
          <a:stretch/>
        </p:blipFill>
        <p:spPr>
          <a:xfrm>
            <a:off x="7731889" y="0"/>
            <a:ext cx="4263037" cy="6263640"/>
          </a:xfrm>
        </p:spPr>
      </p:pic>
    </p:spTree>
    <p:extLst>
      <p:ext uri="{BB962C8B-B14F-4D97-AF65-F5344CB8AC3E}">
        <p14:creationId xmlns:p14="http://schemas.microsoft.com/office/powerpoint/2010/main" val="1325539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353606" y="2195102"/>
            <a:ext cx="3878327" cy="2973887"/>
            <a:chOff x="2121623" y="1952034"/>
            <a:chExt cx="3878327" cy="2973887"/>
          </a:xfrm>
        </p:grpSpPr>
        <p:grpSp>
          <p:nvGrpSpPr>
            <p:cNvPr id="2" name="Group 1"/>
            <p:cNvGrpSpPr/>
            <p:nvPr/>
          </p:nvGrpSpPr>
          <p:grpSpPr>
            <a:xfrm>
              <a:off x="2121623" y="1952034"/>
              <a:ext cx="3878327" cy="2973887"/>
              <a:chOff x="2013187" y="2268949"/>
              <a:chExt cx="3465030" cy="2656972"/>
            </a:xfrm>
          </p:grpSpPr>
          <p:sp>
            <p:nvSpPr>
              <p:cNvPr id="5" name="Freeform 36"/>
              <p:cNvSpPr>
                <a:spLocks/>
              </p:cNvSpPr>
              <p:nvPr/>
            </p:nvSpPr>
            <p:spPr bwMode="auto">
              <a:xfrm>
                <a:off x="4165251" y="3341877"/>
                <a:ext cx="1046027" cy="903246"/>
              </a:xfrm>
              <a:custGeom>
                <a:avLst/>
                <a:gdLst>
                  <a:gd name="T0" fmla="*/ 742 w 749"/>
                  <a:gd name="T1" fmla="*/ 230 h 647"/>
                  <a:gd name="T2" fmla="*/ 737 w 749"/>
                  <a:gd name="T3" fmla="*/ 260 h 647"/>
                  <a:gd name="T4" fmla="*/ 188 w 749"/>
                  <a:gd name="T5" fmla="*/ 640 h 647"/>
                  <a:gd name="T6" fmla="*/ 158 w 749"/>
                  <a:gd name="T7" fmla="*/ 635 h 647"/>
                  <a:gd name="T8" fmla="*/ 7 w 749"/>
                  <a:gd name="T9" fmla="*/ 418 h 647"/>
                  <a:gd name="T10" fmla="*/ 13 w 749"/>
                  <a:gd name="T11" fmla="*/ 387 h 647"/>
                  <a:gd name="T12" fmla="*/ 561 w 749"/>
                  <a:gd name="T13" fmla="*/ 7 h 647"/>
                  <a:gd name="T14" fmla="*/ 592 w 749"/>
                  <a:gd name="T15" fmla="*/ 13 h 647"/>
                  <a:gd name="T16" fmla="*/ 742 w 749"/>
                  <a:gd name="T17" fmla="*/ 230 h 6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9" h="647">
                    <a:moveTo>
                      <a:pt x="742" y="230"/>
                    </a:moveTo>
                    <a:cubicBezTo>
                      <a:pt x="749" y="240"/>
                      <a:pt x="747" y="254"/>
                      <a:pt x="737" y="260"/>
                    </a:cubicBezTo>
                    <a:cubicBezTo>
                      <a:pt x="188" y="640"/>
                      <a:pt x="188" y="640"/>
                      <a:pt x="188" y="640"/>
                    </a:cubicBezTo>
                    <a:cubicBezTo>
                      <a:pt x="178" y="647"/>
                      <a:pt x="165" y="645"/>
                      <a:pt x="158" y="635"/>
                    </a:cubicBezTo>
                    <a:cubicBezTo>
                      <a:pt x="7" y="418"/>
                      <a:pt x="7" y="418"/>
                      <a:pt x="7" y="418"/>
                    </a:cubicBezTo>
                    <a:cubicBezTo>
                      <a:pt x="0" y="408"/>
                      <a:pt x="3" y="394"/>
                      <a:pt x="13" y="387"/>
                    </a:cubicBezTo>
                    <a:cubicBezTo>
                      <a:pt x="561" y="7"/>
                      <a:pt x="561" y="7"/>
                      <a:pt x="561" y="7"/>
                    </a:cubicBezTo>
                    <a:cubicBezTo>
                      <a:pt x="571" y="0"/>
                      <a:pt x="585" y="3"/>
                      <a:pt x="592" y="13"/>
                    </a:cubicBezTo>
                    <a:cubicBezTo>
                      <a:pt x="742" y="230"/>
                      <a:pt x="742" y="230"/>
                      <a:pt x="742" y="230"/>
                    </a:cubicBezTo>
                  </a:path>
                </a:pathLst>
              </a:custGeom>
              <a:solidFill>
                <a:srgbClr val="4E7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Freeform 37"/>
              <p:cNvSpPr>
                <a:spLocks/>
              </p:cNvSpPr>
              <p:nvPr/>
            </p:nvSpPr>
            <p:spPr bwMode="auto">
              <a:xfrm>
                <a:off x="4523238" y="3627440"/>
                <a:ext cx="331087" cy="332122"/>
              </a:xfrm>
              <a:custGeom>
                <a:avLst/>
                <a:gdLst>
                  <a:gd name="T0" fmla="*/ 205 w 237"/>
                  <a:gd name="T1" fmla="*/ 59 h 238"/>
                  <a:gd name="T2" fmla="*/ 178 w 237"/>
                  <a:gd name="T3" fmla="*/ 205 h 238"/>
                  <a:gd name="T4" fmla="*/ 33 w 237"/>
                  <a:gd name="T5" fmla="*/ 178 h 238"/>
                  <a:gd name="T6" fmla="*/ 59 w 237"/>
                  <a:gd name="T7" fmla="*/ 33 h 238"/>
                  <a:gd name="T8" fmla="*/ 205 w 237"/>
                  <a:gd name="T9" fmla="*/ 59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7" h="238">
                    <a:moveTo>
                      <a:pt x="205" y="59"/>
                    </a:moveTo>
                    <a:cubicBezTo>
                      <a:pt x="237" y="107"/>
                      <a:pt x="226" y="172"/>
                      <a:pt x="178" y="205"/>
                    </a:cubicBezTo>
                    <a:cubicBezTo>
                      <a:pt x="131" y="238"/>
                      <a:pt x="66" y="226"/>
                      <a:pt x="33" y="178"/>
                    </a:cubicBezTo>
                    <a:cubicBezTo>
                      <a:pt x="0" y="131"/>
                      <a:pt x="12" y="66"/>
                      <a:pt x="59" y="33"/>
                    </a:cubicBezTo>
                    <a:cubicBezTo>
                      <a:pt x="107" y="0"/>
                      <a:pt x="172" y="12"/>
                      <a:pt x="205" y="59"/>
                    </a:cubicBezTo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" name="Freeform 38"/>
              <p:cNvSpPr>
                <a:spLocks/>
              </p:cNvSpPr>
              <p:nvPr/>
            </p:nvSpPr>
            <p:spPr bwMode="auto">
              <a:xfrm>
                <a:off x="4609114" y="3694691"/>
                <a:ext cx="142781" cy="82772"/>
              </a:xfrm>
              <a:custGeom>
                <a:avLst/>
                <a:gdLst>
                  <a:gd name="T0" fmla="*/ 65 w 102"/>
                  <a:gd name="T1" fmla="*/ 0 h 59"/>
                  <a:gd name="T2" fmla="*/ 46 w 102"/>
                  <a:gd name="T3" fmla="*/ 13 h 59"/>
                  <a:gd name="T4" fmla="*/ 50 w 102"/>
                  <a:gd name="T5" fmla="*/ 18 h 59"/>
                  <a:gd name="T6" fmla="*/ 44 w 102"/>
                  <a:gd name="T7" fmla="*/ 19 h 59"/>
                  <a:gd name="T8" fmla="*/ 36 w 102"/>
                  <a:gd name="T9" fmla="*/ 21 h 59"/>
                  <a:gd name="T10" fmla="*/ 26 w 102"/>
                  <a:gd name="T11" fmla="*/ 7 h 59"/>
                  <a:gd name="T12" fmla="*/ 11 w 102"/>
                  <a:gd name="T13" fmla="*/ 18 h 59"/>
                  <a:gd name="T14" fmla="*/ 20 w 102"/>
                  <a:gd name="T15" fmla="*/ 30 h 59"/>
                  <a:gd name="T16" fmla="*/ 9 w 102"/>
                  <a:gd name="T17" fmla="*/ 40 h 59"/>
                  <a:gd name="T18" fmla="*/ 2 w 102"/>
                  <a:gd name="T19" fmla="*/ 52 h 59"/>
                  <a:gd name="T20" fmla="*/ 0 w 102"/>
                  <a:gd name="T21" fmla="*/ 59 h 59"/>
                  <a:gd name="T22" fmla="*/ 40 w 102"/>
                  <a:gd name="T23" fmla="*/ 59 h 59"/>
                  <a:gd name="T24" fmla="*/ 102 w 102"/>
                  <a:gd name="T25" fmla="*/ 50 h 59"/>
                  <a:gd name="T26" fmla="*/ 96 w 102"/>
                  <a:gd name="T27" fmla="*/ 47 h 59"/>
                  <a:gd name="T28" fmla="*/ 84 w 102"/>
                  <a:gd name="T29" fmla="*/ 44 h 59"/>
                  <a:gd name="T30" fmla="*/ 82 w 102"/>
                  <a:gd name="T31" fmla="*/ 44 h 59"/>
                  <a:gd name="T32" fmla="*/ 68 w 102"/>
                  <a:gd name="T33" fmla="*/ 47 h 59"/>
                  <a:gd name="T34" fmla="*/ 54 w 102"/>
                  <a:gd name="T35" fmla="*/ 52 h 59"/>
                  <a:gd name="T36" fmla="*/ 44 w 102"/>
                  <a:gd name="T37" fmla="*/ 55 h 59"/>
                  <a:gd name="T38" fmla="*/ 42 w 102"/>
                  <a:gd name="T39" fmla="*/ 55 h 59"/>
                  <a:gd name="T40" fmla="*/ 37 w 102"/>
                  <a:gd name="T41" fmla="*/ 52 h 59"/>
                  <a:gd name="T42" fmla="*/ 36 w 102"/>
                  <a:gd name="T43" fmla="*/ 47 h 59"/>
                  <a:gd name="T44" fmla="*/ 41 w 102"/>
                  <a:gd name="T45" fmla="*/ 42 h 59"/>
                  <a:gd name="T46" fmla="*/ 48 w 102"/>
                  <a:gd name="T47" fmla="*/ 39 h 59"/>
                  <a:gd name="T48" fmla="*/ 53 w 102"/>
                  <a:gd name="T49" fmla="*/ 38 h 59"/>
                  <a:gd name="T50" fmla="*/ 55 w 102"/>
                  <a:gd name="T51" fmla="*/ 38 h 59"/>
                  <a:gd name="T52" fmla="*/ 62 w 102"/>
                  <a:gd name="T53" fmla="*/ 40 h 59"/>
                  <a:gd name="T54" fmla="*/ 67 w 102"/>
                  <a:gd name="T55" fmla="*/ 44 h 59"/>
                  <a:gd name="T56" fmla="*/ 86 w 102"/>
                  <a:gd name="T57" fmla="*/ 30 h 59"/>
                  <a:gd name="T58" fmla="*/ 65 w 102"/>
                  <a:gd name="T59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02" h="59">
                    <a:moveTo>
                      <a:pt x="65" y="0"/>
                    </a:moveTo>
                    <a:cubicBezTo>
                      <a:pt x="46" y="13"/>
                      <a:pt x="46" y="13"/>
                      <a:pt x="46" y="13"/>
                    </a:cubicBezTo>
                    <a:cubicBezTo>
                      <a:pt x="50" y="18"/>
                      <a:pt x="50" y="18"/>
                      <a:pt x="50" y="18"/>
                    </a:cubicBezTo>
                    <a:cubicBezTo>
                      <a:pt x="48" y="18"/>
                      <a:pt x="46" y="19"/>
                      <a:pt x="44" y="19"/>
                    </a:cubicBezTo>
                    <a:cubicBezTo>
                      <a:pt x="41" y="20"/>
                      <a:pt x="38" y="20"/>
                      <a:pt x="36" y="21"/>
                    </a:cubicBezTo>
                    <a:cubicBezTo>
                      <a:pt x="26" y="7"/>
                      <a:pt x="26" y="7"/>
                      <a:pt x="26" y="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20" y="30"/>
                      <a:pt x="20" y="30"/>
                      <a:pt x="20" y="30"/>
                    </a:cubicBezTo>
                    <a:cubicBezTo>
                      <a:pt x="15" y="33"/>
                      <a:pt x="12" y="36"/>
                      <a:pt x="9" y="40"/>
                    </a:cubicBezTo>
                    <a:cubicBezTo>
                      <a:pt x="5" y="44"/>
                      <a:pt x="3" y="48"/>
                      <a:pt x="2" y="52"/>
                    </a:cubicBezTo>
                    <a:cubicBezTo>
                      <a:pt x="1" y="55"/>
                      <a:pt x="0" y="57"/>
                      <a:pt x="0" y="59"/>
                    </a:cubicBezTo>
                    <a:cubicBezTo>
                      <a:pt x="40" y="59"/>
                      <a:pt x="40" y="59"/>
                      <a:pt x="40" y="59"/>
                    </a:cubicBezTo>
                    <a:cubicBezTo>
                      <a:pt x="102" y="50"/>
                      <a:pt x="102" y="50"/>
                      <a:pt x="102" y="50"/>
                    </a:cubicBezTo>
                    <a:cubicBezTo>
                      <a:pt x="100" y="49"/>
                      <a:pt x="98" y="48"/>
                      <a:pt x="96" y="47"/>
                    </a:cubicBezTo>
                    <a:cubicBezTo>
                      <a:pt x="92" y="45"/>
                      <a:pt x="88" y="44"/>
                      <a:pt x="84" y="44"/>
                    </a:cubicBezTo>
                    <a:cubicBezTo>
                      <a:pt x="83" y="44"/>
                      <a:pt x="83" y="44"/>
                      <a:pt x="82" y="44"/>
                    </a:cubicBezTo>
                    <a:cubicBezTo>
                      <a:pt x="77" y="45"/>
                      <a:pt x="72" y="46"/>
                      <a:pt x="68" y="47"/>
                    </a:cubicBezTo>
                    <a:cubicBezTo>
                      <a:pt x="63" y="49"/>
                      <a:pt x="58" y="50"/>
                      <a:pt x="54" y="52"/>
                    </a:cubicBezTo>
                    <a:cubicBezTo>
                      <a:pt x="50" y="53"/>
                      <a:pt x="47" y="54"/>
                      <a:pt x="44" y="55"/>
                    </a:cubicBezTo>
                    <a:cubicBezTo>
                      <a:pt x="43" y="55"/>
                      <a:pt x="42" y="55"/>
                      <a:pt x="42" y="55"/>
                    </a:cubicBezTo>
                    <a:cubicBezTo>
                      <a:pt x="40" y="55"/>
                      <a:pt x="38" y="54"/>
                      <a:pt x="37" y="52"/>
                    </a:cubicBezTo>
                    <a:cubicBezTo>
                      <a:pt x="36" y="51"/>
                      <a:pt x="35" y="49"/>
                      <a:pt x="36" y="47"/>
                    </a:cubicBezTo>
                    <a:cubicBezTo>
                      <a:pt x="37" y="45"/>
                      <a:pt x="39" y="43"/>
                      <a:pt x="41" y="42"/>
                    </a:cubicBezTo>
                    <a:cubicBezTo>
                      <a:pt x="43" y="40"/>
                      <a:pt x="45" y="39"/>
                      <a:pt x="48" y="39"/>
                    </a:cubicBezTo>
                    <a:cubicBezTo>
                      <a:pt x="50" y="38"/>
                      <a:pt x="52" y="38"/>
                      <a:pt x="53" y="38"/>
                    </a:cubicBezTo>
                    <a:cubicBezTo>
                      <a:pt x="54" y="38"/>
                      <a:pt x="54" y="38"/>
                      <a:pt x="55" y="38"/>
                    </a:cubicBezTo>
                    <a:cubicBezTo>
                      <a:pt x="57" y="38"/>
                      <a:pt x="59" y="39"/>
                      <a:pt x="62" y="40"/>
                    </a:cubicBezTo>
                    <a:cubicBezTo>
                      <a:pt x="64" y="40"/>
                      <a:pt x="66" y="42"/>
                      <a:pt x="67" y="44"/>
                    </a:cubicBezTo>
                    <a:cubicBezTo>
                      <a:pt x="86" y="30"/>
                      <a:pt x="86" y="30"/>
                      <a:pt x="86" y="30"/>
                    </a:cubicBez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solidFill>
                <a:srgbClr val="91A2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Freeform 39"/>
              <p:cNvSpPr>
                <a:spLocks noEditPoints="1"/>
              </p:cNvSpPr>
              <p:nvPr/>
            </p:nvSpPr>
            <p:spPr bwMode="auto">
              <a:xfrm>
                <a:off x="4196290" y="3371882"/>
                <a:ext cx="987052" cy="847375"/>
              </a:xfrm>
              <a:custGeom>
                <a:avLst/>
                <a:gdLst>
                  <a:gd name="T0" fmla="*/ 954 w 954"/>
                  <a:gd name="T1" fmla="*/ 304 h 819"/>
                  <a:gd name="T2" fmla="*/ 212 w 954"/>
                  <a:gd name="T3" fmla="*/ 819 h 819"/>
                  <a:gd name="T4" fmla="*/ 0 w 954"/>
                  <a:gd name="T5" fmla="*/ 516 h 819"/>
                  <a:gd name="T6" fmla="*/ 743 w 954"/>
                  <a:gd name="T7" fmla="*/ 0 h 819"/>
                  <a:gd name="T8" fmla="*/ 954 w 954"/>
                  <a:gd name="T9" fmla="*/ 304 h 819"/>
                  <a:gd name="T10" fmla="*/ 217 w 954"/>
                  <a:gd name="T11" fmla="*/ 788 h 819"/>
                  <a:gd name="T12" fmla="*/ 923 w 954"/>
                  <a:gd name="T13" fmla="*/ 298 h 819"/>
                  <a:gd name="T14" fmla="*/ 738 w 954"/>
                  <a:gd name="T15" fmla="*/ 31 h 819"/>
                  <a:gd name="T16" fmla="*/ 31 w 954"/>
                  <a:gd name="T17" fmla="*/ 521 h 819"/>
                  <a:gd name="T18" fmla="*/ 217 w 954"/>
                  <a:gd name="T19" fmla="*/ 788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4" h="819">
                    <a:moveTo>
                      <a:pt x="954" y="304"/>
                    </a:moveTo>
                    <a:lnTo>
                      <a:pt x="212" y="819"/>
                    </a:lnTo>
                    <a:lnTo>
                      <a:pt x="0" y="516"/>
                    </a:lnTo>
                    <a:lnTo>
                      <a:pt x="743" y="0"/>
                    </a:lnTo>
                    <a:lnTo>
                      <a:pt x="954" y="304"/>
                    </a:lnTo>
                    <a:close/>
                    <a:moveTo>
                      <a:pt x="217" y="788"/>
                    </a:moveTo>
                    <a:lnTo>
                      <a:pt x="923" y="298"/>
                    </a:lnTo>
                    <a:lnTo>
                      <a:pt x="738" y="31"/>
                    </a:lnTo>
                    <a:lnTo>
                      <a:pt x="31" y="521"/>
                    </a:lnTo>
                    <a:lnTo>
                      <a:pt x="217" y="788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Freeform 40"/>
              <p:cNvSpPr>
                <a:spLocks noEditPoints="1"/>
              </p:cNvSpPr>
              <p:nvPr/>
            </p:nvSpPr>
            <p:spPr bwMode="auto">
              <a:xfrm>
                <a:off x="4196290" y="3371882"/>
                <a:ext cx="987052" cy="847375"/>
              </a:xfrm>
              <a:custGeom>
                <a:avLst/>
                <a:gdLst>
                  <a:gd name="T0" fmla="*/ 954 w 954"/>
                  <a:gd name="T1" fmla="*/ 304 h 819"/>
                  <a:gd name="T2" fmla="*/ 212 w 954"/>
                  <a:gd name="T3" fmla="*/ 819 h 819"/>
                  <a:gd name="T4" fmla="*/ 0 w 954"/>
                  <a:gd name="T5" fmla="*/ 516 h 819"/>
                  <a:gd name="T6" fmla="*/ 743 w 954"/>
                  <a:gd name="T7" fmla="*/ 0 h 819"/>
                  <a:gd name="T8" fmla="*/ 954 w 954"/>
                  <a:gd name="T9" fmla="*/ 304 h 819"/>
                  <a:gd name="T10" fmla="*/ 217 w 954"/>
                  <a:gd name="T11" fmla="*/ 788 h 819"/>
                  <a:gd name="T12" fmla="*/ 923 w 954"/>
                  <a:gd name="T13" fmla="*/ 298 h 819"/>
                  <a:gd name="T14" fmla="*/ 738 w 954"/>
                  <a:gd name="T15" fmla="*/ 31 h 819"/>
                  <a:gd name="T16" fmla="*/ 31 w 954"/>
                  <a:gd name="T17" fmla="*/ 521 h 819"/>
                  <a:gd name="T18" fmla="*/ 217 w 954"/>
                  <a:gd name="T19" fmla="*/ 788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4" h="819">
                    <a:moveTo>
                      <a:pt x="954" y="304"/>
                    </a:moveTo>
                    <a:lnTo>
                      <a:pt x="212" y="819"/>
                    </a:lnTo>
                    <a:lnTo>
                      <a:pt x="0" y="516"/>
                    </a:lnTo>
                    <a:lnTo>
                      <a:pt x="743" y="0"/>
                    </a:lnTo>
                    <a:lnTo>
                      <a:pt x="954" y="304"/>
                    </a:lnTo>
                    <a:moveTo>
                      <a:pt x="217" y="788"/>
                    </a:moveTo>
                    <a:lnTo>
                      <a:pt x="923" y="298"/>
                    </a:lnTo>
                    <a:lnTo>
                      <a:pt x="738" y="31"/>
                    </a:lnTo>
                    <a:lnTo>
                      <a:pt x="31" y="521"/>
                    </a:lnTo>
                    <a:lnTo>
                      <a:pt x="217" y="78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Freeform 41"/>
              <p:cNvSpPr>
                <a:spLocks/>
              </p:cNvSpPr>
              <p:nvPr/>
            </p:nvSpPr>
            <p:spPr bwMode="auto">
              <a:xfrm>
                <a:off x="4209741" y="3849888"/>
                <a:ext cx="107603" cy="129331"/>
              </a:xfrm>
              <a:custGeom>
                <a:avLst/>
                <a:gdLst>
                  <a:gd name="T0" fmla="*/ 56 w 77"/>
                  <a:gd name="T1" fmla="*/ 0 h 93"/>
                  <a:gd name="T2" fmla="*/ 0 w 77"/>
                  <a:gd name="T3" fmla="*/ 39 h 93"/>
                  <a:gd name="T4" fmla="*/ 37 w 77"/>
                  <a:gd name="T5" fmla="*/ 93 h 93"/>
                  <a:gd name="T6" fmla="*/ 40 w 77"/>
                  <a:gd name="T7" fmla="*/ 91 h 93"/>
                  <a:gd name="T8" fmla="*/ 56 w 77"/>
                  <a:gd name="T9" fmla="*/ 1 h 93"/>
                  <a:gd name="T10" fmla="*/ 56 w 77"/>
                  <a:gd name="T11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93">
                    <a:moveTo>
                      <a:pt x="56" y="0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37" y="93"/>
                      <a:pt x="37" y="93"/>
                      <a:pt x="37" y="93"/>
                    </a:cubicBezTo>
                    <a:cubicBezTo>
                      <a:pt x="38" y="92"/>
                      <a:pt x="39" y="92"/>
                      <a:pt x="40" y="91"/>
                    </a:cubicBezTo>
                    <a:cubicBezTo>
                      <a:pt x="69" y="71"/>
                      <a:pt x="77" y="31"/>
                      <a:pt x="56" y="1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Freeform 42"/>
              <p:cNvSpPr>
                <a:spLocks/>
              </p:cNvSpPr>
              <p:nvPr/>
            </p:nvSpPr>
            <p:spPr bwMode="auto">
              <a:xfrm>
                <a:off x="4363903" y="4094065"/>
                <a:ext cx="128296" cy="106569"/>
              </a:xfrm>
              <a:custGeom>
                <a:avLst/>
                <a:gdLst>
                  <a:gd name="T0" fmla="*/ 0 w 92"/>
                  <a:gd name="T1" fmla="*/ 20 h 76"/>
                  <a:gd name="T2" fmla="*/ 38 w 92"/>
                  <a:gd name="T3" fmla="*/ 76 h 76"/>
                  <a:gd name="T4" fmla="*/ 92 w 92"/>
                  <a:gd name="T5" fmla="*/ 39 h 76"/>
                  <a:gd name="T6" fmla="*/ 91 w 92"/>
                  <a:gd name="T7" fmla="*/ 36 h 76"/>
                  <a:gd name="T8" fmla="*/ 1 w 92"/>
                  <a:gd name="T9" fmla="*/ 20 h 76"/>
                  <a:gd name="T10" fmla="*/ 0 w 92"/>
                  <a:gd name="T11" fmla="*/ 2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2" h="76">
                    <a:moveTo>
                      <a:pt x="0" y="20"/>
                    </a:moveTo>
                    <a:cubicBezTo>
                      <a:pt x="38" y="76"/>
                      <a:pt x="38" y="76"/>
                      <a:pt x="38" y="76"/>
                    </a:cubicBezTo>
                    <a:cubicBezTo>
                      <a:pt x="92" y="39"/>
                      <a:pt x="92" y="39"/>
                      <a:pt x="92" y="39"/>
                    </a:cubicBezTo>
                    <a:cubicBezTo>
                      <a:pt x="92" y="38"/>
                      <a:pt x="91" y="37"/>
                      <a:pt x="91" y="36"/>
                    </a:cubicBezTo>
                    <a:cubicBezTo>
                      <a:pt x="70" y="7"/>
                      <a:pt x="30" y="0"/>
                      <a:pt x="1" y="20"/>
                    </a:cubicBez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Freeform 43"/>
              <p:cNvSpPr>
                <a:spLocks/>
              </p:cNvSpPr>
              <p:nvPr/>
            </p:nvSpPr>
            <p:spPr bwMode="auto">
              <a:xfrm>
                <a:off x="5060220" y="3609850"/>
                <a:ext cx="107603" cy="128296"/>
              </a:xfrm>
              <a:custGeom>
                <a:avLst/>
                <a:gdLst>
                  <a:gd name="T0" fmla="*/ 21 w 77"/>
                  <a:gd name="T1" fmla="*/ 92 h 92"/>
                  <a:gd name="T2" fmla="*/ 77 w 77"/>
                  <a:gd name="T3" fmla="*/ 54 h 92"/>
                  <a:gd name="T4" fmla="*/ 40 w 77"/>
                  <a:gd name="T5" fmla="*/ 0 h 92"/>
                  <a:gd name="T6" fmla="*/ 37 w 77"/>
                  <a:gd name="T7" fmla="*/ 1 h 92"/>
                  <a:gd name="T8" fmla="*/ 21 w 77"/>
                  <a:gd name="T9" fmla="*/ 92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" h="92">
                    <a:moveTo>
                      <a:pt x="21" y="92"/>
                    </a:moveTo>
                    <a:cubicBezTo>
                      <a:pt x="77" y="54"/>
                      <a:pt x="77" y="54"/>
                      <a:pt x="77" y="54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38" y="1"/>
                      <a:pt x="37" y="1"/>
                    </a:cubicBezTo>
                    <a:cubicBezTo>
                      <a:pt x="8" y="22"/>
                      <a:pt x="0" y="62"/>
                      <a:pt x="21" y="92"/>
                    </a:cubicBez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Freeform 44"/>
              <p:cNvSpPr>
                <a:spLocks/>
              </p:cNvSpPr>
              <p:nvPr/>
            </p:nvSpPr>
            <p:spPr bwMode="auto">
              <a:xfrm>
                <a:off x="4886399" y="3388436"/>
                <a:ext cx="128296" cy="106569"/>
              </a:xfrm>
              <a:custGeom>
                <a:avLst/>
                <a:gdLst>
                  <a:gd name="T0" fmla="*/ 92 w 92"/>
                  <a:gd name="T1" fmla="*/ 55 h 76"/>
                  <a:gd name="T2" fmla="*/ 54 w 92"/>
                  <a:gd name="T3" fmla="*/ 0 h 76"/>
                  <a:gd name="T4" fmla="*/ 0 w 92"/>
                  <a:gd name="T5" fmla="*/ 37 h 76"/>
                  <a:gd name="T6" fmla="*/ 1 w 92"/>
                  <a:gd name="T7" fmla="*/ 40 h 76"/>
                  <a:gd name="T8" fmla="*/ 91 w 92"/>
                  <a:gd name="T9" fmla="*/ 56 h 76"/>
                  <a:gd name="T10" fmla="*/ 92 w 92"/>
                  <a:gd name="T11" fmla="*/ 55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2" h="76">
                    <a:moveTo>
                      <a:pt x="92" y="55"/>
                    </a:moveTo>
                    <a:cubicBezTo>
                      <a:pt x="54" y="0"/>
                      <a:pt x="54" y="0"/>
                      <a:pt x="54" y="0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38"/>
                      <a:pt x="1" y="39"/>
                      <a:pt x="1" y="40"/>
                    </a:cubicBezTo>
                    <a:cubicBezTo>
                      <a:pt x="22" y="69"/>
                      <a:pt x="62" y="76"/>
                      <a:pt x="91" y="56"/>
                    </a:cubicBezTo>
                    <a:lnTo>
                      <a:pt x="92" y="55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Freeform 45"/>
              <p:cNvSpPr>
                <a:spLocks/>
              </p:cNvSpPr>
              <p:nvPr/>
            </p:nvSpPr>
            <p:spPr bwMode="auto">
              <a:xfrm>
                <a:off x="2481882" y="3274625"/>
                <a:ext cx="936355" cy="1027404"/>
              </a:xfrm>
              <a:custGeom>
                <a:avLst/>
                <a:gdLst>
                  <a:gd name="T0" fmla="*/ 11 w 671"/>
                  <a:gd name="T1" fmla="*/ 172 h 736"/>
                  <a:gd name="T2" fmla="*/ 7 w 671"/>
                  <a:gd name="T3" fmla="*/ 203 h 736"/>
                  <a:gd name="T4" fmla="*/ 423 w 671"/>
                  <a:gd name="T5" fmla="*/ 725 h 736"/>
                  <a:gd name="T6" fmla="*/ 453 w 671"/>
                  <a:gd name="T7" fmla="*/ 729 h 736"/>
                  <a:gd name="T8" fmla="*/ 660 w 671"/>
                  <a:gd name="T9" fmla="*/ 564 h 736"/>
                  <a:gd name="T10" fmla="*/ 664 w 671"/>
                  <a:gd name="T11" fmla="*/ 533 h 736"/>
                  <a:gd name="T12" fmla="*/ 248 w 671"/>
                  <a:gd name="T13" fmla="*/ 11 h 736"/>
                  <a:gd name="T14" fmla="*/ 217 w 671"/>
                  <a:gd name="T15" fmla="*/ 8 h 736"/>
                  <a:gd name="T16" fmla="*/ 11 w 671"/>
                  <a:gd name="T17" fmla="*/ 172 h 7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71" h="736">
                    <a:moveTo>
                      <a:pt x="11" y="172"/>
                    </a:moveTo>
                    <a:cubicBezTo>
                      <a:pt x="1" y="180"/>
                      <a:pt x="0" y="194"/>
                      <a:pt x="7" y="203"/>
                    </a:cubicBezTo>
                    <a:cubicBezTo>
                      <a:pt x="423" y="725"/>
                      <a:pt x="423" y="725"/>
                      <a:pt x="423" y="725"/>
                    </a:cubicBezTo>
                    <a:cubicBezTo>
                      <a:pt x="430" y="735"/>
                      <a:pt x="444" y="736"/>
                      <a:pt x="453" y="729"/>
                    </a:cubicBezTo>
                    <a:cubicBezTo>
                      <a:pt x="660" y="564"/>
                      <a:pt x="660" y="564"/>
                      <a:pt x="660" y="564"/>
                    </a:cubicBezTo>
                    <a:cubicBezTo>
                      <a:pt x="670" y="557"/>
                      <a:pt x="671" y="543"/>
                      <a:pt x="664" y="533"/>
                    </a:cubicBezTo>
                    <a:cubicBezTo>
                      <a:pt x="248" y="11"/>
                      <a:pt x="248" y="11"/>
                      <a:pt x="248" y="11"/>
                    </a:cubicBezTo>
                    <a:cubicBezTo>
                      <a:pt x="241" y="2"/>
                      <a:pt x="227" y="0"/>
                      <a:pt x="217" y="8"/>
                    </a:cubicBezTo>
                    <a:cubicBezTo>
                      <a:pt x="11" y="172"/>
                      <a:pt x="11" y="172"/>
                      <a:pt x="11" y="172"/>
                    </a:cubicBezTo>
                  </a:path>
                </a:pathLst>
              </a:custGeom>
              <a:solidFill>
                <a:srgbClr val="4E7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Freeform 46"/>
              <p:cNvSpPr>
                <a:spLocks/>
              </p:cNvSpPr>
              <p:nvPr/>
            </p:nvSpPr>
            <p:spPr bwMode="auto">
              <a:xfrm>
                <a:off x="2786068" y="3623301"/>
                <a:ext cx="327983" cy="330052"/>
              </a:xfrm>
              <a:custGeom>
                <a:avLst/>
                <a:gdLst>
                  <a:gd name="T0" fmla="*/ 52 w 235"/>
                  <a:gd name="T1" fmla="*/ 36 h 236"/>
                  <a:gd name="T2" fmla="*/ 36 w 235"/>
                  <a:gd name="T3" fmla="*/ 183 h 236"/>
                  <a:gd name="T4" fmla="*/ 183 w 235"/>
                  <a:gd name="T5" fmla="*/ 200 h 236"/>
                  <a:gd name="T6" fmla="*/ 199 w 235"/>
                  <a:gd name="T7" fmla="*/ 53 h 236"/>
                  <a:gd name="T8" fmla="*/ 52 w 235"/>
                  <a:gd name="T9" fmla="*/ 36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5" h="236">
                    <a:moveTo>
                      <a:pt x="52" y="36"/>
                    </a:moveTo>
                    <a:cubicBezTo>
                      <a:pt x="7" y="72"/>
                      <a:pt x="0" y="138"/>
                      <a:pt x="36" y="183"/>
                    </a:cubicBezTo>
                    <a:cubicBezTo>
                      <a:pt x="72" y="229"/>
                      <a:pt x="137" y="236"/>
                      <a:pt x="183" y="200"/>
                    </a:cubicBezTo>
                    <a:cubicBezTo>
                      <a:pt x="228" y="164"/>
                      <a:pt x="235" y="98"/>
                      <a:pt x="199" y="53"/>
                    </a:cubicBezTo>
                    <a:cubicBezTo>
                      <a:pt x="163" y="8"/>
                      <a:pt x="97" y="0"/>
                      <a:pt x="52" y="36"/>
                    </a:cubicBezTo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Freeform 47"/>
              <p:cNvSpPr>
                <a:spLocks noEditPoints="1"/>
              </p:cNvSpPr>
              <p:nvPr/>
            </p:nvSpPr>
            <p:spPr bwMode="auto">
              <a:xfrm>
                <a:off x="2935057" y="3690553"/>
                <a:ext cx="83807" cy="36213"/>
              </a:xfrm>
              <a:custGeom>
                <a:avLst/>
                <a:gdLst>
                  <a:gd name="T0" fmla="*/ 58 w 60"/>
                  <a:gd name="T1" fmla="*/ 18 h 26"/>
                  <a:gd name="T2" fmla="*/ 50 w 60"/>
                  <a:gd name="T3" fmla="*/ 25 h 26"/>
                  <a:gd name="T4" fmla="*/ 60 w 60"/>
                  <a:gd name="T5" fmla="*/ 26 h 26"/>
                  <a:gd name="T6" fmla="*/ 59 w 60"/>
                  <a:gd name="T7" fmla="*/ 20 h 26"/>
                  <a:gd name="T8" fmla="*/ 58 w 60"/>
                  <a:gd name="T9" fmla="*/ 18 h 26"/>
                  <a:gd name="T10" fmla="*/ 23 w 60"/>
                  <a:gd name="T11" fmla="*/ 0 h 26"/>
                  <a:gd name="T12" fmla="*/ 0 w 60"/>
                  <a:gd name="T13" fmla="*/ 18 h 26"/>
                  <a:gd name="T14" fmla="*/ 33 w 60"/>
                  <a:gd name="T15" fmla="*/ 23 h 26"/>
                  <a:gd name="T16" fmla="*/ 32 w 60"/>
                  <a:gd name="T17" fmla="*/ 22 h 26"/>
                  <a:gd name="T18" fmla="*/ 37 w 60"/>
                  <a:gd name="T19" fmla="*/ 18 h 26"/>
                  <a:gd name="T20" fmla="*/ 23 w 60"/>
                  <a:gd name="T21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0" h="26">
                    <a:moveTo>
                      <a:pt x="58" y="18"/>
                    </a:moveTo>
                    <a:cubicBezTo>
                      <a:pt x="50" y="25"/>
                      <a:pt x="50" y="25"/>
                      <a:pt x="50" y="25"/>
                    </a:cubicBezTo>
                    <a:cubicBezTo>
                      <a:pt x="60" y="26"/>
                      <a:pt x="60" y="26"/>
                      <a:pt x="60" y="26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8" y="18"/>
                      <a:pt x="58" y="18"/>
                      <a:pt x="58" y="18"/>
                    </a:cubicBezTo>
                    <a:moveTo>
                      <a:pt x="23" y="0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2"/>
                      <a:pt x="32" y="22"/>
                      <a:pt x="32" y="22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23" y="0"/>
                      <a:pt x="23" y="0"/>
                      <a:pt x="23" y="0"/>
                    </a:cubicBezTo>
                  </a:path>
                </a:pathLst>
              </a:custGeom>
              <a:solidFill>
                <a:srgbClr val="91A2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Freeform 48"/>
              <p:cNvSpPr>
                <a:spLocks noEditPoints="1"/>
              </p:cNvSpPr>
              <p:nvPr/>
            </p:nvSpPr>
            <p:spPr bwMode="auto">
              <a:xfrm>
                <a:off x="2506713" y="3304630"/>
                <a:ext cx="882553" cy="970498"/>
              </a:xfrm>
              <a:custGeom>
                <a:avLst/>
                <a:gdLst>
                  <a:gd name="T0" fmla="*/ 289 w 853"/>
                  <a:gd name="T1" fmla="*/ 0 h 938"/>
                  <a:gd name="T2" fmla="*/ 853 w 853"/>
                  <a:gd name="T3" fmla="*/ 708 h 938"/>
                  <a:gd name="T4" fmla="*/ 563 w 853"/>
                  <a:gd name="T5" fmla="*/ 938 h 938"/>
                  <a:gd name="T6" fmla="*/ 0 w 853"/>
                  <a:gd name="T7" fmla="*/ 231 h 938"/>
                  <a:gd name="T8" fmla="*/ 289 w 853"/>
                  <a:gd name="T9" fmla="*/ 0 h 938"/>
                  <a:gd name="T10" fmla="*/ 820 w 853"/>
                  <a:gd name="T11" fmla="*/ 705 h 938"/>
                  <a:gd name="T12" fmla="*/ 286 w 853"/>
                  <a:gd name="T13" fmla="*/ 31 h 938"/>
                  <a:gd name="T14" fmla="*/ 31 w 853"/>
                  <a:gd name="T15" fmla="*/ 234 h 938"/>
                  <a:gd name="T16" fmla="*/ 567 w 853"/>
                  <a:gd name="T17" fmla="*/ 907 h 938"/>
                  <a:gd name="T18" fmla="*/ 820 w 853"/>
                  <a:gd name="T19" fmla="*/ 705 h 9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53" h="938">
                    <a:moveTo>
                      <a:pt x="289" y="0"/>
                    </a:moveTo>
                    <a:lnTo>
                      <a:pt x="853" y="708"/>
                    </a:lnTo>
                    <a:lnTo>
                      <a:pt x="563" y="938"/>
                    </a:lnTo>
                    <a:lnTo>
                      <a:pt x="0" y="231"/>
                    </a:lnTo>
                    <a:lnTo>
                      <a:pt x="289" y="0"/>
                    </a:lnTo>
                    <a:close/>
                    <a:moveTo>
                      <a:pt x="820" y="705"/>
                    </a:moveTo>
                    <a:lnTo>
                      <a:pt x="286" y="31"/>
                    </a:lnTo>
                    <a:lnTo>
                      <a:pt x="31" y="234"/>
                    </a:lnTo>
                    <a:lnTo>
                      <a:pt x="567" y="907"/>
                    </a:lnTo>
                    <a:lnTo>
                      <a:pt x="820" y="705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Freeform 49"/>
              <p:cNvSpPr>
                <a:spLocks noEditPoints="1"/>
              </p:cNvSpPr>
              <p:nvPr/>
            </p:nvSpPr>
            <p:spPr bwMode="auto">
              <a:xfrm>
                <a:off x="2506713" y="3304630"/>
                <a:ext cx="882553" cy="970498"/>
              </a:xfrm>
              <a:custGeom>
                <a:avLst/>
                <a:gdLst>
                  <a:gd name="T0" fmla="*/ 289 w 853"/>
                  <a:gd name="T1" fmla="*/ 0 h 938"/>
                  <a:gd name="T2" fmla="*/ 853 w 853"/>
                  <a:gd name="T3" fmla="*/ 708 h 938"/>
                  <a:gd name="T4" fmla="*/ 563 w 853"/>
                  <a:gd name="T5" fmla="*/ 938 h 938"/>
                  <a:gd name="T6" fmla="*/ 0 w 853"/>
                  <a:gd name="T7" fmla="*/ 231 h 938"/>
                  <a:gd name="T8" fmla="*/ 289 w 853"/>
                  <a:gd name="T9" fmla="*/ 0 h 938"/>
                  <a:gd name="T10" fmla="*/ 820 w 853"/>
                  <a:gd name="T11" fmla="*/ 705 h 938"/>
                  <a:gd name="T12" fmla="*/ 286 w 853"/>
                  <a:gd name="T13" fmla="*/ 31 h 938"/>
                  <a:gd name="T14" fmla="*/ 31 w 853"/>
                  <a:gd name="T15" fmla="*/ 234 h 938"/>
                  <a:gd name="T16" fmla="*/ 567 w 853"/>
                  <a:gd name="T17" fmla="*/ 907 h 938"/>
                  <a:gd name="T18" fmla="*/ 820 w 853"/>
                  <a:gd name="T19" fmla="*/ 705 h 9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53" h="938">
                    <a:moveTo>
                      <a:pt x="289" y="0"/>
                    </a:moveTo>
                    <a:lnTo>
                      <a:pt x="853" y="708"/>
                    </a:lnTo>
                    <a:lnTo>
                      <a:pt x="563" y="938"/>
                    </a:lnTo>
                    <a:lnTo>
                      <a:pt x="0" y="231"/>
                    </a:lnTo>
                    <a:lnTo>
                      <a:pt x="289" y="0"/>
                    </a:lnTo>
                    <a:moveTo>
                      <a:pt x="820" y="705"/>
                    </a:moveTo>
                    <a:lnTo>
                      <a:pt x="286" y="31"/>
                    </a:lnTo>
                    <a:lnTo>
                      <a:pt x="31" y="234"/>
                    </a:lnTo>
                    <a:lnTo>
                      <a:pt x="567" y="907"/>
                    </a:lnTo>
                    <a:lnTo>
                      <a:pt x="820" y="705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Freeform 50"/>
              <p:cNvSpPr>
                <a:spLocks/>
              </p:cNvSpPr>
              <p:nvPr/>
            </p:nvSpPr>
            <p:spPr bwMode="auto">
              <a:xfrm>
                <a:off x="3270282" y="3958526"/>
                <a:ext cx="104500" cy="131400"/>
              </a:xfrm>
              <a:custGeom>
                <a:avLst/>
                <a:gdLst>
                  <a:gd name="T0" fmla="*/ 33 w 75"/>
                  <a:gd name="T1" fmla="*/ 0 h 94"/>
                  <a:gd name="T2" fmla="*/ 75 w 75"/>
                  <a:gd name="T3" fmla="*/ 53 h 94"/>
                  <a:gd name="T4" fmla="*/ 24 w 75"/>
                  <a:gd name="T5" fmla="*/ 94 h 94"/>
                  <a:gd name="T6" fmla="*/ 22 w 75"/>
                  <a:gd name="T7" fmla="*/ 91 h 94"/>
                  <a:gd name="T8" fmla="*/ 32 w 75"/>
                  <a:gd name="T9" fmla="*/ 1 h 94"/>
                  <a:gd name="T10" fmla="*/ 33 w 75"/>
                  <a:gd name="T11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33" y="0"/>
                    </a:moveTo>
                    <a:cubicBezTo>
                      <a:pt x="75" y="53"/>
                      <a:pt x="75" y="53"/>
                      <a:pt x="75" y="53"/>
                    </a:cubicBezTo>
                    <a:cubicBezTo>
                      <a:pt x="24" y="94"/>
                      <a:pt x="24" y="94"/>
                      <a:pt x="24" y="94"/>
                    </a:cubicBezTo>
                    <a:cubicBezTo>
                      <a:pt x="23" y="93"/>
                      <a:pt x="23" y="92"/>
                      <a:pt x="22" y="91"/>
                    </a:cubicBezTo>
                    <a:cubicBezTo>
                      <a:pt x="0" y="63"/>
                      <a:pt x="4" y="23"/>
                      <a:pt x="32" y="1"/>
                    </a:cubicBez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Freeform 51"/>
              <p:cNvSpPr>
                <a:spLocks/>
              </p:cNvSpPr>
              <p:nvPr/>
            </p:nvSpPr>
            <p:spPr bwMode="auto">
              <a:xfrm>
                <a:off x="3034383" y="4150970"/>
                <a:ext cx="131400" cy="105534"/>
              </a:xfrm>
              <a:custGeom>
                <a:avLst/>
                <a:gdLst>
                  <a:gd name="T0" fmla="*/ 94 w 94"/>
                  <a:gd name="T1" fmla="*/ 33 h 75"/>
                  <a:gd name="T2" fmla="*/ 41 w 94"/>
                  <a:gd name="T3" fmla="*/ 75 h 75"/>
                  <a:gd name="T4" fmla="*/ 0 w 94"/>
                  <a:gd name="T5" fmla="*/ 24 h 75"/>
                  <a:gd name="T6" fmla="*/ 3 w 94"/>
                  <a:gd name="T7" fmla="*/ 22 h 75"/>
                  <a:gd name="T8" fmla="*/ 94 w 94"/>
                  <a:gd name="T9" fmla="*/ 32 h 75"/>
                  <a:gd name="T10" fmla="*/ 94 w 94"/>
                  <a:gd name="T11" fmla="*/ 3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5">
                    <a:moveTo>
                      <a:pt x="94" y="33"/>
                    </a:moveTo>
                    <a:cubicBezTo>
                      <a:pt x="41" y="75"/>
                      <a:pt x="41" y="75"/>
                      <a:pt x="41" y="75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3"/>
                      <a:pt x="2" y="23"/>
                      <a:pt x="3" y="22"/>
                    </a:cubicBezTo>
                    <a:cubicBezTo>
                      <a:pt x="31" y="0"/>
                      <a:pt x="71" y="4"/>
                      <a:pt x="94" y="32"/>
                    </a:cubicBezTo>
                    <a:lnTo>
                      <a:pt x="94" y="33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Freeform 52"/>
              <p:cNvSpPr>
                <a:spLocks/>
              </p:cNvSpPr>
              <p:nvPr/>
            </p:nvSpPr>
            <p:spPr bwMode="auto">
              <a:xfrm>
                <a:off x="2522233" y="3489831"/>
                <a:ext cx="105534" cy="130365"/>
              </a:xfrm>
              <a:custGeom>
                <a:avLst/>
                <a:gdLst>
                  <a:gd name="T0" fmla="*/ 42 w 76"/>
                  <a:gd name="T1" fmla="*/ 94 h 94"/>
                  <a:gd name="T2" fmla="*/ 0 w 76"/>
                  <a:gd name="T3" fmla="*/ 41 h 94"/>
                  <a:gd name="T4" fmla="*/ 51 w 76"/>
                  <a:gd name="T5" fmla="*/ 0 h 94"/>
                  <a:gd name="T6" fmla="*/ 53 w 76"/>
                  <a:gd name="T7" fmla="*/ 2 h 94"/>
                  <a:gd name="T8" fmla="*/ 43 w 76"/>
                  <a:gd name="T9" fmla="*/ 93 h 94"/>
                  <a:gd name="T10" fmla="*/ 42 w 76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6" h="94">
                    <a:moveTo>
                      <a:pt x="42" y="94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2" y="0"/>
                      <a:pt x="53" y="1"/>
                      <a:pt x="53" y="2"/>
                    </a:cubicBezTo>
                    <a:cubicBezTo>
                      <a:pt x="76" y="30"/>
                      <a:pt x="71" y="71"/>
                      <a:pt x="43" y="93"/>
                    </a:cubicBezTo>
                    <a:lnTo>
                      <a:pt x="42" y="94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Freeform 53"/>
              <p:cNvSpPr>
                <a:spLocks/>
              </p:cNvSpPr>
              <p:nvPr/>
            </p:nvSpPr>
            <p:spPr bwMode="auto">
              <a:xfrm>
                <a:off x="2731231" y="3322219"/>
                <a:ext cx="131400" cy="105534"/>
              </a:xfrm>
              <a:custGeom>
                <a:avLst/>
                <a:gdLst>
                  <a:gd name="T0" fmla="*/ 0 w 94"/>
                  <a:gd name="T1" fmla="*/ 42 h 76"/>
                  <a:gd name="T2" fmla="*/ 53 w 94"/>
                  <a:gd name="T3" fmla="*/ 0 h 76"/>
                  <a:gd name="T4" fmla="*/ 94 w 94"/>
                  <a:gd name="T5" fmla="*/ 51 h 76"/>
                  <a:gd name="T6" fmla="*/ 92 w 94"/>
                  <a:gd name="T7" fmla="*/ 54 h 76"/>
                  <a:gd name="T8" fmla="*/ 1 w 94"/>
                  <a:gd name="T9" fmla="*/ 43 h 76"/>
                  <a:gd name="T10" fmla="*/ 0 w 94"/>
                  <a:gd name="T11" fmla="*/ 42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6">
                    <a:moveTo>
                      <a:pt x="0" y="42"/>
                    </a:moveTo>
                    <a:cubicBezTo>
                      <a:pt x="53" y="0"/>
                      <a:pt x="53" y="0"/>
                      <a:pt x="53" y="0"/>
                    </a:cubicBezTo>
                    <a:cubicBezTo>
                      <a:pt x="94" y="51"/>
                      <a:pt x="94" y="51"/>
                      <a:pt x="94" y="51"/>
                    </a:cubicBezTo>
                    <a:cubicBezTo>
                      <a:pt x="93" y="52"/>
                      <a:pt x="93" y="53"/>
                      <a:pt x="92" y="54"/>
                    </a:cubicBezTo>
                    <a:cubicBezTo>
                      <a:pt x="64" y="76"/>
                      <a:pt x="23" y="71"/>
                      <a:pt x="1" y="43"/>
                    </a:cubicBez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Freeform 54"/>
              <p:cNvSpPr>
                <a:spLocks/>
              </p:cNvSpPr>
              <p:nvPr/>
            </p:nvSpPr>
            <p:spPr bwMode="auto">
              <a:xfrm>
                <a:off x="2426011" y="3979219"/>
                <a:ext cx="1023265" cy="945666"/>
              </a:xfrm>
              <a:custGeom>
                <a:avLst/>
                <a:gdLst>
                  <a:gd name="T0" fmla="*/ 175 w 733"/>
                  <a:gd name="T1" fmla="*/ 666 h 677"/>
                  <a:gd name="T2" fmla="*/ 206 w 733"/>
                  <a:gd name="T3" fmla="*/ 669 h 677"/>
                  <a:gd name="T4" fmla="*/ 722 w 733"/>
                  <a:gd name="T5" fmla="*/ 246 h 677"/>
                  <a:gd name="T6" fmla="*/ 725 w 733"/>
                  <a:gd name="T7" fmla="*/ 215 h 677"/>
                  <a:gd name="T8" fmla="*/ 558 w 733"/>
                  <a:gd name="T9" fmla="*/ 11 h 677"/>
                  <a:gd name="T10" fmla="*/ 527 w 733"/>
                  <a:gd name="T11" fmla="*/ 8 h 677"/>
                  <a:gd name="T12" fmla="*/ 11 w 733"/>
                  <a:gd name="T13" fmla="*/ 431 h 677"/>
                  <a:gd name="T14" fmla="*/ 8 w 733"/>
                  <a:gd name="T15" fmla="*/ 462 h 677"/>
                  <a:gd name="T16" fmla="*/ 175 w 733"/>
                  <a:gd name="T17" fmla="*/ 666 h 6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33" h="677">
                    <a:moveTo>
                      <a:pt x="175" y="666"/>
                    </a:moveTo>
                    <a:cubicBezTo>
                      <a:pt x="183" y="675"/>
                      <a:pt x="197" y="677"/>
                      <a:pt x="206" y="669"/>
                    </a:cubicBezTo>
                    <a:cubicBezTo>
                      <a:pt x="722" y="246"/>
                      <a:pt x="722" y="246"/>
                      <a:pt x="722" y="246"/>
                    </a:cubicBezTo>
                    <a:cubicBezTo>
                      <a:pt x="732" y="239"/>
                      <a:pt x="733" y="225"/>
                      <a:pt x="725" y="215"/>
                    </a:cubicBezTo>
                    <a:cubicBezTo>
                      <a:pt x="558" y="11"/>
                      <a:pt x="558" y="11"/>
                      <a:pt x="558" y="11"/>
                    </a:cubicBezTo>
                    <a:cubicBezTo>
                      <a:pt x="550" y="1"/>
                      <a:pt x="536" y="0"/>
                      <a:pt x="527" y="8"/>
                    </a:cubicBezTo>
                    <a:cubicBezTo>
                      <a:pt x="11" y="431"/>
                      <a:pt x="11" y="431"/>
                      <a:pt x="11" y="431"/>
                    </a:cubicBezTo>
                    <a:cubicBezTo>
                      <a:pt x="1" y="438"/>
                      <a:pt x="0" y="452"/>
                      <a:pt x="8" y="462"/>
                    </a:cubicBezTo>
                    <a:cubicBezTo>
                      <a:pt x="175" y="666"/>
                      <a:pt x="175" y="666"/>
                      <a:pt x="175" y="666"/>
                    </a:cubicBezTo>
                  </a:path>
                </a:pathLst>
              </a:custGeom>
              <a:solidFill>
                <a:srgbClr val="4E7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Freeform 55"/>
              <p:cNvSpPr>
                <a:spLocks/>
              </p:cNvSpPr>
              <p:nvPr/>
            </p:nvSpPr>
            <p:spPr bwMode="auto">
              <a:xfrm>
                <a:off x="2773652" y="4288578"/>
                <a:ext cx="327983" cy="327983"/>
              </a:xfrm>
              <a:custGeom>
                <a:avLst/>
                <a:gdLst>
                  <a:gd name="T0" fmla="*/ 37 w 235"/>
                  <a:gd name="T1" fmla="*/ 184 h 235"/>
                  <a:gd name="T2" fmla="*/ 184 w 235"/>
                  <a:gd name="T3" fmla="*/ 198 h 235"/>
                  <a:gd name="T4" fmla="*/ 198 w 235"/>
                  <a:gd name="T5" fmla="*/ 51 h 235"/>
                  <a:gd name="T6" fmla="*/ 51 w 235"/>
                  <a:gd name="T7" fmla="*/ 36 h 235"/>
                  <a:gd name="T8" fmla="*/ 37 w 235"/>
                  <a:gd name="T9" fmla="*/ 184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5" h="235">
                    <a:moveTo>
                      <a:pt x="37" y="184"/>
                    </a:moveTo>
                    <a:cubicBezTo>
                      <a:pt x="73" y="228"/>
                      <a:pt x="139" y="235"/>
                      <a:pt x="184" y="198"/>
                    </a:cubicBezTo>
                    <a:cubicBezTo>
                      <a:pt x="228" y="162"/>
                      <a:pt x="235" y="96"/>
                      <a:pt x="198" y="51"/>
                    </a:cubicBezTo>
                    <a:cubicBezTo>
                      <a:pt x="162" y="6"/>
                      <a:pt x="96" y="0"/>
                      <a:pt x="51" y="36"/>
                    </a:cubicBezTo>
                    <a:cubicBezTo>
                      <a:pt x="7" y="73"/>
                      <a:pt x="0" y="139"/>
                      <a:pt x="37" y="184"/>
                    </a:cubicBezTo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Freeform 56"/>
              <p:cNvSpPr>
                <a:spLocks noEditPoints="1"/>
              </p:cNvSpPr>
              <p:nvPr/>
            </p:nvSpPr>
            <p:spPr bwMode="auto">
              <a:xfrm>
                <a:off x="2456016" y="4010259"/>
                <a:ext cx="966359" cy="887726"/>
              </a:xfrm>
              <a:custGeom>
                <a:avLst/>
                <a:gdLst>
                  <a:gd name="T0" fmla="*/ 0 w 934"/>
                  <a:gd name="T1" fmla="*/ 572 h 858"/>
                  <a:gd name="T2" fmla="*/ 699 w 934"/>
                  <a:gd name="T3" fmla="*/ 0 h 858"/>
                  <a:gd name="T4" fmla="*/ 934 w 934"/>
                  <a:gd name="T5" fmla="*/ 286 h 858"/>
                  <a:gd name="T6" fmla="*/ 235 w 934"/>
                  <a:gd name="T7" fmla="*/ 858 h 858"/>
                  <a:gd name="T8" fmla="*/ 0 w 934"/>
                  <a:gd name="T9" fmla="*/ 572 h 858"/>
                  <a:gd name="T10" fmla="*/ 697 w 934"/>
                  <a:gd name="T11" fmla="*/ 31 h 858"/>
                  <a:gd name="T12" fmla="*/ 31 w 934"/>
                  <a:gd name="T13" fmla="*/ 576 h 858"/>
                  <a:gd name="T14" fmla="*/ 238 w 934"/>
                  <a:gd name="T15" fmla="*/ 827 h 858"/>
                  <a:gd name="T16" fmla="*/ 902 w 934"/>
                  <a:gd name="T17" fmla="*/ 282 h 858"/>
                  <a:gd name="T18" fmla="*/ 697 w 934"/>
                  <a:gd name="T19" fmla="*/ 31 h 8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4" h="858">
                    <a:moveTo>
                      <a:pt x="0" y="572"/>
                    </a:moveTo>
                    <a:lnTo>
                      <a:pt x="699" y="0"/>
                    </a:lnTo>
                    <a:lnTo>
                      <a:pt x="934" y="286"/>
                    </a:lnTo>
                    <a:lnTo>
                      <a:pt x="235" y="858"/>
                    </a:lnTo>
                    <a:lnTo>
                      <a:pt x="0" y="572"/>
                    </a:lnTo>
                    <a:close/>
                    <a:moveTo>
                      <a:pt x="697" y="31"/>
                    </a:moveTo>
                    <a:lnTo>
                      <a:pt x="31" y="576"/>
                    </a:lnTo>
                    <a:lnTo>
                      <a:pt x="238" y="827"/>
                    </a:lnTo>
                    <a:lnTo>
                      <a:pt x="902" y="282"/>
                    </a:lnTo>
                    <a:lnTo>
                      <a:pt x="697" y="31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Freeform 57"/>
              <p:cNvSpPr>
                <a:spLocks noEditPoints="1"/>
              </p:cNvSpPr>
              <p:nvPr/>
            </p:nvSpPr>
            <p:spPr bwMode="auto">
              <a:xfrm>
                <a:off x="2456016" y="4010259"/>
                <a:ext cx="966359" cy="887726"/>
              </a:xfrm>
              <a:custGeom>
                <a:avLst/>
                <a:gdLst>
                  <a:gd name="T0" fmla="*/ 0 w 934"/>
                  <a:gd name="T1" fmla="*/ 572 h 858"/>
                  <a:gd name="T2" fmla="*/ 699 w 934"/>
                  <a:gd name="T3" fmla="*/ 0 h 858"/>
                  <a:gd name="T4" fmla="*/ 934 w 934"/>
                  <a:gd name="T5" fmla="*/ 286 h 858"/>
                  <a:gd name="T6" fmla="*/ 235 w 934"/>
                  <a:gd name="T7" fmla="*/ 858 h 858"/>
                  <a:gd name="T8" fmla="*/ 0 w 934"/>
                  <a:gd name="T9" fmla="*/ 572 h 858"/>
                  <a:gd name="T10" fmla="*/ 697 w 934"/>
                  <a:gd name="T11" fmla="*/ 31 h 858"/>
                  <a:gd name="T12" fmla="*/ 31 w 934"/>
                  <a:gd name="T13" fmla="*/ 576 h 858"/>
                  <a:gd name="T14" fmla="*/ 238 w 934"/>
                  <a:gd name="T15" fmla="*/ 827 h 858"/>
                  <a:gd name="T16" fmla="*/ 902 w 934"/>
                  <a:gd name="T17" fmla="*/ 282 h 858"/>
                  <a:gd name="T18" fmla="*/ 697 w 934"/>
                  <a:gd name="T19" fmla="*/ 31 h 8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4" h="858">
                    <a:moveTo>
                      <a:pt x="0" y="572"/>
                    </a:moveTo>
                    <a:lnTo>
                      <a:pt x="699" y="0"/>
                    </a:lnTo>
                    <a:lnTo>
                      <a:pt x="934" y="286"/>
                    </a:lnTo>
                    <a:lnTo>
                      <a:pt x="235" y="858"/>
                    </a:lnTo>
                    <a:lnTo>
                      <a:pt x="0" y="572"/>
                    </a:lnTo>
                    <a:moveTo>
                      <a:pt x="697" y="31"/>
                    </a:moveTo>
                    <a:lnTo>
                      <a:pt x="31" y="576"/>
                    </a:lnTo>
                    <a:lnTo>
                      <a:pt x="238" y="827"/>
                    </a:lnTo>
                    <a:lnTo>
                      <a:pt x="902" y="282"/>
                    </a:lnTo>
                    <a:lnTo>
                      <a:pt x="697" y="3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Freeform 58"/>
              <p:cNvSpPr>
                <a:spLocks/>
              </p:cNvSpPr>
              <p:nvPr/>
            </p:nvSpPr>
            <p:spPr bwMode="auto">
              <a:xfrm>
                <a:off x="3101635" y="4022674"/>
                <a:ext cx="131400" cy="104500"/>
              </a:xfrm>
              <a:custGeom>
                <a:avLst/>
                <a:gdLst>
                  <a:gd name="T0" fmla="*/ 0 w 94"/>
                  <a:gd name="T1" fmla="*/ 43 h 75"/>
                  <a:gd name="T2" fmla="*/ 53 w 94"/>
                  <a:gd name="T3" fmla="*/ 0 h 75"/>
                  <a:gd name="T4" fmla="*/ 94 w 94"/>
                  <a:gd name="T5" fmla="*/ 51 h 75"/>
                  <a:gd name="T6" fmla="*/ 92 w 94"/>
                  <a:gd name="T7" fmla="*/ 53 h 75"/>
                  <a:gd name="T8" fmla="*/ 1 w 94"/>
                  <a:gd name="T9" fmla="*/ 44 h 75"/>
                  <a:gd name="T10" fmla="*/ 0 w 94"/>
                  <a:gd name="T11" fmla="*/ 4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5">
                    <a:moveTo>
                      <a:pt x="0" y="43"/>
                    </a:moveTo>
                    <a:cubicBezTo>
                      <a:pt x="53" y="0"/>
                      <a:pt x="53" y="0"/>
                      <a:pt x="53" y="0"/>
                    </a:cubicBezTo>
                    <a:cubicBezTo>
                      <a:pt x="94" y="51"/>
                      <a:pt x="94" y="51"/>
                      <a:pt x="94" y="51"/>
                    </a:cubicBezTo>
                    <a:cubicBezTo>
                      <a:pt x="94" y="51"/>
                      <a:pt x="93" y="52"/>
                      <a:pt x="92" y="53"/>
                    </a:cubicBezTo>
                    <a:cubicBezTo>
                      <a:pt x="64" y="75"/>
                      <a:pt x="24" y="71"/>
                      <a:pt x="1" y="44"/>
                    </a:cubicBez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Freeform 59"/>
              <p:cNvSpPr>
                <a:spLocks/>
              </p:cNvSpPr>
              <p:nvPr/>
            </p:nvSpPr>
            <p:spPr bwMode="auto">
              <a:xfrm>
                <a:off x="3298217" y="4229604"/>
                <a:ext cx="104500" cy="131400"/>
              </a:xfrm>
              <a:custGeom>
                <a:avLst/>
                <a:gdLst>
                  <a:gd name="T0" fmla="*/ 32 w 75"/>
                  <a:gd name="T1" fmla="*/ 0 h 94"/>
                  <a:gd name="T2" fmla="*/ 75 w 75"/>
                  <a:gd name="T3" fmla="*/ 53 h 94"/>
                  <a:gd name="T4" fmla="*/ 24 w 75"/>
                  <a:gd name="T5" fmla="*/ 94 h 94"/>
                  <a:gd name="T6" fmla="*/ 22 w 75"/>
                  <a:gd name="T7" fmla="*/ 92 h 94"/>
                  <a:gd name="T8" fmla="*/ 31 w 75"/>
                  <a:gd name="T9" fmla="*/ 1 h 94"/>
                  <a:gd name="T10" fmla="*/ 32 w 75"/>
                  <a:gd name="T11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32" y="0"/>
                    </a:moveTo>
                    <a:cubicBezTo>
                      <a:pt x="75" y="53"/>
                      <a:pt x="75" y="53"/>
                      <a:pt x="75" y="53"/>
                    </a:cubicBezTo>
                    <a:cubicBezTo>
                      <a:pt x="24" y="94"/>
                      <a:pt x="24" y="94"/>
                      <a:pt x="24" y="94"/>
                    </a:cubicBezTo>
                    <a:cubicBezTo>
                      <a:pt x="24" y="94"/>
                      <a:pt x="23" y="93"/>
                      <a:pt x="22" y="92"/>
                    </a:cubicBezTo>
                    <a:cubicBezTo>
                      <a:pt x="0" y="64"/>
                      <a:pt x="4" y="24"/>
                      <a:pt x="31" y="1"/>
                    </a:cubicBezTo>
                    <a:cubicBezTo>
                      <a:pt x="32" y="0"/>
                      <a:pt x="32" y="0"/>
                      <a:pt x="32" y="0"/>
                    </a:cubicBezTo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Freeform 60"/>
              <p:cNvSpPr>
                <a:spLocks/>
              </p:cNvSpPr>
              <p:nvPr/>
            </p:nvSpPr>
            <p:spPr bwMode="auto">
              <a:xfrm>
                <a:off x="2643287" y="4777966"/>
                <a:ext cx="131400" cy="104500"/>
              </a:xfrm>
              <a:custGeom>
                <a:avLst/>
                <a:gdLst>
                  <a:gd name="T0" fmla="*/ 94 w 94"/>
                  <a:gd name="T1" fmla="*/ 32 h 75"/>
                  <a:gd name="T2" fmla="*/ 41 w 94"/>
                  <a:gd name="T3" fmla="*/ 75 h 75"/>
                  <a:gd name="T4" fmla="*/ 0 w 94"/>
                  <a:gd name="T5" fmla="*/ 24 h 75"/>
                  <a:gd name="T6" fmla="*/ 2 w 94"/>
                  <a:gd name="T7" fmla="*/ 22 h 75"/>
                  <a:gd name="T8" fmla="*/ 93 w 94"/>
                  <a:gd name="T9" fmla="*/ 31 h 75"/>
                  <a:gd name="T10" fmla="*/ 94 w 94"/>
                  <a:gd name="T11" fmla="*/ 3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5">
                    <a:moveTo>
                      <a:pt x="94" y="32"/>
                    </a:moveTo>
                    <a:cubicBezTo>
                      <a:pt x="41" y="75"/>
                      <a:pt x="41" y="75"/>
                      <a:pt x="41" y="75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ubicBezTo>
                      <a:pt x="30" y="0"/>
                      <a:pt x="70" y="4"/>
                      <a:pt x="93" y="31"/>
                    </a:cubicBezTo>
                    <a:lnTo>
                      <a:pt x="94" y="32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Freeform 61"/>
              <p:cNvSpPr>
                <a:spLocks/>
              </p:cNvSpPr>
              <p:nvPr/>
            </p:nvSpPr>
            <p:spPr bwMode="auto">
              <a:xfrm>
                <a:off x="2473605" y="4545170"/>
                <a:ext cx="104500" cy="131400"/>
              </a:xfrm>
              <a:custGeom>
                <a:avLst/>
                <a:gdLst>
                  <a:gd name="T0" fmla="*/ 43 w 75"/>
                  <a:gd name="T1" fmla="*/ 94 h 94"/>
                  <a:gd name="T2" fmla="*/ 0 w 75"/>
                  <a:gd name="T3" fmla="*/ 41 h 94"/>
                  <a:gd name="T4" fmla="*/ 51 w 75"/>
                  <a:gd name="T5" fmla="*/ 0 h 94"/>
                  <a:gd name="T6" fmla="*/ 53 w 75"/>
                  <a:gd name="T7" fmla="*/ 2 h 94"/>
                  <a:gd name="T8" fmla="*/ 44 w 75"/>
                  <a:gd name="T9" fmla="*/ 93 h 94"/>
                  <a:gd name="T10" fmla="*/ 43 w 75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43" y="94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1" y="0"/>
                      <a:pt x="52" y="1"/>
                      <a:pt x="53" y="2"/>
                    </a:cubicBezTo>
                    <a:cubicBezTo>
                      <a:pt x="75" y="30"/>
                      <a:pt x="71" y="70"/>
                      <a:pt x="44" y="93"/>
                    </a:cubicBezTo>
                    <a:lnTo>
                      <a:pt x="43" y="94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Freeform 62"/>
              <p:cNvSpPr>
                <a:spLocks/>
              </p:cNvSpPr>
              <p:nvPr/>
            </p:nvSpPr>
            <p:spPr bwMode="auto">
              <a:xfrm>
                <a:off x="4255265" y="3698830"/>
                <a:ext cx="1039820" cy="561813"/>
              </a:xfrm>
              <a:custGeom>
                <a:avLst/>
                <a:gdLst>
                  <a:gd name="T0" fmla="*/ 743 w 745"/>
                  <a:gd name="T1" fmla="*/ 282 h 402"/>
                  <a:gd name="T2" fmla="*/ 724 w 745"/>
                  <a:gd name="T3" fmla="*/ 307 h 402"/>
                  <a:gd name="T4" fmla="*/ 64 w 745"/>
                  <a:gd name="T5" fmla="*/ 400 h 402"/>
                  <a:gd name="T6" fmla="*/ 39 w 745"/>
                  <a:gd name="T7" fmla="*/ 382 h 402"/>
                  <a:gd name="T8" fmla="*/ 2 w 745"/>
                  <a:gd name="T9" fmla="*/ 120 h 402"/>
                  <a:gd name="T10" fmla="*/ 21 w 745"/>
                  <a:gd name="T11" fmla="*/ 95 h 402"/>
                  <a:gd name="T12" fmla="*/ 681 w 745"/>
                  <a:gd name="T13" fmla="*/ 1 h 402"/>
                  <a:gd name="T14" fmla="*/ 706 w 745"/>
                  <a:gd name="T15" fmla="*/ 20 h 402"/>
                  <a:gd name="T16" fmla="*/ 743 w 745"/>
                  <a:gd name="T17" fmla="*/ 282 h 4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5" h="402">
                    <a:moveTo>
                      <a:pt x="743" y="282"/>
                    </a:moveTo>
                    <a:cubicBezTo>
                      <a:pt x="745" y="294"/>
                      <a:pt x="736" y="305"/>
                      <a:pt x="724" y="307"/>
                    </a:cubicBezTo>
                    <a:cubicBezTo>
                      <a:pt x="64" y="400"/>
                      <a:pt x="64" y="400"/>
                      <a:pt x="64" y="400"/>
                    </a:cubicBezTo>
                    <a:cubicBezTo>
                      <a:pt x="52" y="402"/>
                      <a:pt x="41" y="394"/>
                      <a:pt x="39" y="382"/>
                    </a:cubicBezTo>
                    <a:cubicBezTo>
                      <a:pt x="2" y="120"/>
                      <a:pt x="2" y="120"/>
                      <a:pt x="2" y="120"/>
                    </a:cubicBezTo>
                    <a:cubicBezTo>
                      <a:pt x="0" y="108"/>
                      <a:pt x="9" y="97"/>
                      <a:pt x="21" y="95"/>
                    </a:cubicBezTo>
                    <a:cubicBezTo>
                      <a:pt x="681" y="1"/>
                      <a:pt x="681" y="1"/>
                      <a:pt x="681" y="1"/>
                    </a:cubicBezTo>
                    <a:cubicBezTo>
                      <a:pt x="693" y="0"/>
                      <a:pt x="704" y="8"/>
                      <a:pt x="706" y="20"/>
                    </a:cubicBezTo>
                    <a:cubicBezTo>
                      <a:pt x="743" y="282"/>
                      <a:pt x="743" y="282"/>
                      <a:pt x="743" y="282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Freeform 63"/>
              <p:cNvSpPr>
                <a:spLocks/>
              </p:cNvSpPr>
              <p:nvPr/>
            </p:nvSpPr>
            <p:spPr bwMode="auto">
              <a:xfrm>
                <a:off x="4619461" y="3822987"/>
                <a:ext cx="311429" cy="312463"/>
              </a:xfrm>
              <a:custGeom>
                <a:avLst/>
                <a:gdLst>
                  <a:gd name="T0" fmla="*/ 215 w 223"/>
                  <a:gd name="T1" fmla="*/ 97 h 224"/>
                  <a:gd name="T2" fmla="*/ 126 w 223"/>
                  <a:gd name="T3" fmla="*/ 215 h 224"/>
                  <a:gd name="T4" fmla="*/ 8 w 223"/>
                  <a:gd name="T5" fmla="*/ 127 h 224"/>
                  <a:gd name="T6" fmla="*/ 97 w 223"/>
                  <a:gd name="T7" fmla="*/ 8 h 224"/>
                  <a:gd name="T8" fmla="*/ 215 w 223"/>
                  <a:gd name="T9" fmla="*/ 97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3" h="224">
                    <a:moveTo>
                      <a:pt x="215" y="97"/>
                    </a:moveTo>
                    <a:cubicBezTo>
                      <a:pt x="223" y="154"/>
                      <a:pt x="183" y="207"/>
                      <a:pt x="126" y="215"/>
                    </a:cubicBezTo>
                    <a:cubicBezTo>
                      <a:pt x="69" y="224"/>
                      <a:pt x="16" y="184"/>
                      <a:pt x="8" y="127"/>
                    </a:cubicBezTo>
                    <a:cubicBezTo>
                      <a:pt x="0" y="69"/>
                      <a:pt x="40" y="16"/>
                      <a:pt x="97" y="8"/>
                    </a:cubicBezTo>
                    <a:cubicBezTo>
                      <a:pt x="154" y="0"/>
                      <a:pt x="207" y="40"/>
                      <a:pt x="215" y="97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Freeform 64"/>
              <p:cNvSpPr>
                <a:spLocks noEditPoints="1"/>
              </p:cNvSpPr>
              <p:nvPr/>
            </p:nvSpPr>
            <p:spPr bwMode="auto">
              <a:xfrm>
                <a:off x="4828459" y="3897482"/>
                <a:ext cx="20693" cy="139678"/>
              </a:xfrm>
              <a:custGeom>
                <a:avLst/>
                <a:gdLst>
                  <a:gd name="T0" fmla="*/ 0 w 15"/>
                  <a:gd name="T1" fmla="*/ 49 h 100"/>
                  <a:gd name="T2" fmla="*/ 0 w 15"/>
                  <a:gd name="T3" fmla="*/ 100 h 100"/>
                  <a:gd name="T4" fmla="*/ 6 w 15"/>
                  <a:gd name="T5" fmla="*/ 96 h 100"/>
                  <a:gd name="T6" fmla="*/ 13 w 15"/>
                  <a:gd name="T7" fmla="*/ 85 h 100"/>
                  <a:gd name="T8" fmla="*/ 14 w 15"/>
                  <a:gd name="T9" fmla="*/ 72 h 100"/>
                  <a:gd name="T10" fmla="*/ 8 w 15"/>
                  <a:gd name="T11" fmla="*/ 55 h 100"/>
                  <a:gd name="T12" fmla="*/ 0 w 15"/>
                  <a:gd name="T13" fmla="*/ 49 h 100"/>
                  <a:gd name="T14" fmla="*/ 1 w 15"/>
                  <a:gd name="T15" fmla="*/ 0 h 100"/>
                  <a:gd name="T16" fmla="*/ 0 w 15"/>
                  <a:gd name="T17" fmla="*/ 0 h 100"/>
                  <a:gd name="T18" fmla="*/ 0 w 15"/>
                  <a:gd name="T19" fmla="*/ 37 h 100"/>
                  <a:gd name="T20" fmla="*/ 6 w 15"/>
                  <a:gd name="T21" fmla="*/ 36 h 100"/>
                  <a:gd name="T22" fmla="*/ 1 w 15"/>
                  <a:gd name="T23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" h="100">
                    <a:moveTo>
                      <a:pt x="0" y="49"/>
                    </a:moveTo>
                    <a:cubicBezTo>
                      <a:pt x="0" y="100"/>
                      <a:pt x="0" y="100"/>
                      <a:pt x="0" y="100"/>
                    </a:cubicBezTo>
                    <a:cubicBezTo>
                      <a:pt x="2" y="99"/>
                      <a:pt x="4" y="97"/>
                      <a:pt x="6" y="96"/>
                    </a:cubicBezTo>
                    <a:cubicBezTo>
                      <a:pt x="9" y="93"/>
                      <a:pt x="11" y="89"/>
                      <a:pt x="13" y="85"/>
                    </a:cubicBezTo>
                    <a:cubicBezTo>
                      <a:pt x="15" y="81"/>
                      <a:pt x="15" y="77"/>
                      <a:pt x="14" y="72"/>
                    </a:cubicBezTo>
                    <a:cubicBezTo>
                      <a:pt x="13" y="65"/>
                      <a:pt x="11" y="59"/>
                      <a:pt x="8" y="55"/>
                    </a:cubicBezTo>
                    <a:cubicBezTo>
                      <a:pt x="5" y="53"/>
                      <a:pt x="3" y="51"/>
                      <a:pt x="0" y="49"/>
                    </a:cubicBezTo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9E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Freeform 65"/>
              <p:cNvSpPr>
                <a:spLocks noEditPoints="1"/>
              </p:cNvSpPr>
              <p:nvPr/>
            </p:nvSpPr>
            <p:spPr bwMode="auto">
              <a:xfrm>
                <a:off x="4285270" y="3726766"/>
                <a:ext cx="980844" cy="511115"/>
              </a:xfrm>
              <a:custGeom>
                <a:avLst/>
                <a:gdLst>
                  <a:gd name="T0" fmla="*/ 948 w 948"/>
                  <a:gd name="T1" fmla="*/ 367 h 494"/>
                  <a:gd name="T2" fmla="*/ 52 w 948"/>
                  <a:gd name="T3" fmla="*/ 494 h 494"/>
                  <a:gd name="T4" fmla="*/ 0 w 948"/>
                  <a:gd name="T5" fmla="*/ 127 h 494"/>
                  <a:gd name="T6" fmla="*/ 895 w 948"/>
                  <a:gd name="T7" fmla="*/ 0 h 494"/>
                  <a:gd name="T8" fmla="*/ 948 w 948"/>
                  <a:gd name="T9" fmla="*/ 367 h 494"/>
                  <a:gd name="T10" fmla="*/ 70 w 948"/>
                  <a:gd name="T11" fmla="*/ 468 h 494"/>
                  <a:gd name="T12" fmla="*/ 922 w 948"/>
                  <a:gd name="T13" fmla="*/ 348 h 494"/>
                  <a:gd name="T14" fmla="*/ 876 w 948"/>
                  <a:gd name="T15" fmla="*/ 26 h 494"/>
                  <a:gd name="T16" fmla="*/ 26 w 948"/>
                  <a:gd name="T17" fmla="*/ 146 h 494"/>
                  <a:gd name="T18" fmla="*/ 70 w 948"/>
                  <a:gd name="T19" fmla="*/ 468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48" h="494">
                    <a:moveTo>
                      <a:pt x="948" y="367"/>
                    </a:moveTo>
                    <a:lnTo>
                      <a:pt x="52" y="494"/>
                    </a:lnTo>
                    <a:lnTo>
                      <a:pt x="0" y="127"/>
                    </a:lnTo>
                    <a:lnTo>
                      <a:pt x="895" y="0"/>
                    </a:lnTo>
                    <a:lnTo>
                      <a:pt x="948" y="367"/>
                    </a:lnTo>
                    <a:close/>
                    <a:moveTo>
                      <a:pt x="70" y="468"/>
                    </a:moveTo>
                    <a:lnTo>
                      <a:pt x="922" y="348"/>
                    </a:lnTo>
                    <a:lnTo>
                      <a:pt x="876" y="26"/>
                    </a:lnTo>
                    <a:lnTo>
                      <a:pt x="26" y="146"/>
                    </a:lnTo>
                    <a:lnTo>
                      <a:pt x="70" y="468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Freeform 66"/>
              <p:cNvSpPr>
                <a:spLocks/>
              </p:cNvSpPr>
              <p:nvPr/>
            </p:nvSpPr>
            <p:spPr bwMode="auto">
              <a:xfrm>
                <a:off x="4297686" y="3850923"/>
                <a:ext cx="101395" cy="103465"/>
              </a:xfrm>
              <a:custGeom>
                <a:avLst/>
                <a:gdLst>
                  <a:gd name="T0" fmla="*/ 67 w 72"/>
                  <a:gd name="T1" fmla="*/ 0 h 74"/>
                  <a:gd name="T2" fmla="*/ 0 w 72"/>
                  <a:gd name="T3" fmla="*/ 9 h 74"/>
                  <a:gd name="T4" fmla="*/ 9 w 72"/>
                  <a:gd name="T5" fmla="*/ 74 h 74"/>
                  <a:gd name="T6" fmla="*/ 12 w 72"/>
                  <a:gd name="T7" fmla="*/ 74 h 74"/>
                  <a:gd name="T8" fmla="*/ 67 w 72"/>
                  <a:gd name="T9" fmla="*/ 1 h 74"/>
                  <a:gd name="T10" fmla="*/ 67 w 72"/>
                  <a:gd name="T11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74">
                    <a:moveTo>
                      <a:pt x="67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9" y="74"/>
                      <a:pt x="9" y="74"/>
                      <a:pt x="9" y="74"/>
                    </a:cubicBezTo>
                    <a:cubicBezTo>
                      <a:pt x="10" y="74"/>
                      <a:pt x="11" y="74"/>
                      <a:pt x="12" y="74"/>
                    </a:cubicBezTo>
                    <a:cubicBezTo>
                      <a:pt x="47" y="69"/>
                      <a:pt x="72" y="36"/>
                      <a:pt x="67" y="1"/>
                    </a:cubicBez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Freeform 67"/>
              <p:cNvSpPr>
                <a:spLocks/>
              </p:cNvSpPr>
              <p:nvPr/>
            </p:nvSpPr>
            <p:spPr bwMode="auto">
              <a:xfrm>
                <a:off x="4337002" y="4120965"/>
                <a:ext cx="103465" cy="100361"/>
              </a:xfrm>
              <a:custGeom>
                <a:avLst/>
                <a:gdLst>
                  <a:gd name="T0" fmla="*/ 0 w 74"/>
                  <a:gd name="T1" fmla="*/ 5 h 72"/>
                  <a:gd name="T2" fmla="*/ 9 w 74"/>
                  <a:gd name="T3" fmla="*/ 72 h 72"/>
                  <a:gd name="T4" fmla="*/ 74 w 74"/>
                  <a:gd name="T5" fmla="*/ 63 h 72"/>
                  <a:gd name="T6" fmla="*/ 74 w 74"/>
                  <a:gd name="T7" fmla="*/ 60 h 72"/>
                  <a:gd name="T8" fmla="*/ 1 w 74"/>
                  <a:gd name="T9" fmla="*/ 5 h 72"/>
                  <a:gd name="T10" fmla="*/ 0 w 74"/>
                  <a:gd name="T11" fmla="*/ 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72">
                    <a:moveTo>
                      <a:pt x="0" y="5"/>
                    </a:moveTo>
                    <a:cubicBezTo>
                      <a:pt x="9" y="72"/>
                      <a:pt x="9" y="72"/>
                      <a:pt x="9" y="72"/>
                    </a:cubicBezTo>
                    <a:cubicBezTo>
                      <a:pt x="74" y="63"/>
                      <a:pt x="74" y="63"/>
                      <a:pt x="74" y="63"/>
                    </a:cubicBezTo>
                    <a:cubicBezTo>
                      <a:pt x="74" y="62"/>
                      <a:pt x="74" y="61"/>
                      <a:pt x="74" y="60"/>
                    </a:cubicBezTo>
                    <a:cubicBezTo>
                      <a:pt x="69" y="25"/>
                      <a:pt x="36" y="0"/>
                      <a:pt x="1" y="5"/>
                    </a:cubicBez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Freeform 68"/>
              <p:cNvSpPr>
                <a:spLocks/>
              </p:cNvSpPr>
              <p:nvPr/>
            </p:nvSpPr>
            <p:spPr bwMode="auto">
              <a:xfrm>
                <a:off x="5151269" y="4006120"/>
                <a:ext cx="100361" cy="104500"/>
              </a:xfrm>
              <a:custGeom>
                <a:avLst/>
                <a:gdLst>
                  <a:gd name="T0" fmla="*/ 5 w 72"/>
                  <a:gd name="T1" fmla="*/ 75 h 75"/>
                  <a:gd name="T2" fmla="*/ 72 w 72"/>
                  <a:gd name="T3" fmla="*/ 65 h 75"/>
                  <a:gd name="T4" fmla="*/ 63 w 72"/>
                  <a:gd name="T5" fmla="*/ 0 h 75"/>
                  <a:gd name="T6" fmla="*/ 60 w 72"/>
                  <a:gd name="T7" fmla="*/ 1 h 75"/>
                  <a:gd name="T8" fmla="*/ 5 w 72"/>
                  <a:gd name="T9" fmla="*/ 74 h 75"/>
                  <a:gd name="T10" fmla="*/ 5 w 72"/>
                  <a:gd name="T11" fmla="*/ 7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75">
                    <a:moveTo>
                      <a:pt x="5" y="75"/>
                    </a:moveTo>
                    <a:cubicBezTo>
                      <a:pt x="72" y="65"/>
                      <a:pt x="72" y="65"/>
                      <a:pt x="72" y="65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62" y="0"/>
                      <a:pt x="61" y="0"/>
                      <a:pt x="60" y="1"/>
                    </a:cubicBezTo>
                    <a:cubicBezTo>
                      <a:pt x="25" y="6"/>
                      <a:pt x="0" y="38"/>
                      <a:pt x="5" y="74"/>
                    </a:cubicBezTo>
                    <a:lnTo>
                      <a:pt x="5" y="75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Freeform 69"/>
              <p:cNvSpPr>
                <a:spLocks/>
              </p:cNvSpPr>
              <p:nvPr/>
            </p:nvSpPr>
            <p:spPr bwMode="auto">
              <a:xfrm>
                <a:off x="5108848" y="3739181"/>
                <a:ext cx="103465" cy="100361"/>
              </a:xfrm>
              <a:custGeom>
                <a:avLst/>
                <a:gdLst>
                  <a:gd name="T0" fmla="*/ 74 w 74"/>
                  <a:gd name="T1" fmla="*/ 67 h 72"/>
                  <a:gd name="T2" fmla="*/ 65 w 74"/>
                  <a:gd name="T3" fmla="*/ 0 h 72"/>
                  <a:gd name="T4" fmla="*/ 0 w 74"/>
                  <a:gd name="T5" fmla="*/ 9 h 72"/>
                  <a:gd name="T6" fmla="*/ 0 w 74"/>
                  <a:gd name="T7" fmla="*/ 12 h 72"/>
                  <a:gd name="T8" fmla="*/ 73 w 74"/>
                  <a:gd name="T9" fmla="*/ 67 h 72"/>
                  <a:gd name="T10" fmla="*/ 74 w 74"/>
                  <a:gd name="T11" fmla="*/ 67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72">
                    <a:moveTo>
                      <a:pt x="74" y="67"/>
                    </a:moveTo>
                    <a:cubicBezTo>
                      <a:pt x="65" y="0"/>
                      <a:pt x="65" y="0"/>
                      <a:pt x="65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0"/>
                      <a:pt x="0" y="11"/>
                      <a:pt x="0" y="12"/>
                    </a:cubicBezTo>
                    <a:cubicBezTo>
                      <a:pt x="5" y="48"/>
                      <a:pt x="38" y="72"/>
                      <a:pt x="73" y="67"/>
                    </a:cubicBezTo>
                    <a:lnTo>
                      <a:pt x="74" y="6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Freeform 70"/>
              <p:cNvSpPr>
                <a:spLocks/>
              </p:cNvSpPr>
              <p:nvPr/>
            </p:nvSpPr>
            <p:spPr bwMode="auto">
              <a:xfrm>
                <a:off x="4360799" y="4075441"/>
                <a:ext cx="1059478" cy="646654"/>
              </a:xfrm>
              <a:custGeom>
                <a:avLst/>
                <a:gdLst>
                  <a:gd name="T0" fmla="*/ 694 w 759"/>
                  <a:gd name="T1" fmla="*/ 444 h 463"/>
                  <a:gd name="T2" fmla="*/ 667 w 759"/>
                  <a:gd name="T3" fmla="*/ 460 h 463"/>
                  <a:gd name="T4" fmla="*/ 19 w 759"/>
                  <a:gd name="T5" fmla="*/ 302 h 463"/>
                  <a:gd name="T6" fmla="*/ 3 w 759"/>
                  <a:gd name="T7" fmla="*/ 276 h 463"/>
                  <a:gd name="T8" fmla="*/ 65 w 759"/>
                  <a:gd name="T9" fmla="*/ 19 h 463"/>
                  <a:gd name="T10" fmla="*/ 92 w 759"/>
                  <a:gd name="T11" fmla="*/ 3 h 463"/>
                  <a:gd name="T12" fmla="*/ 740 w 759"/>
                  <a:gd name="T13" fmla="*/ 161 h 463"/>
                  <a:gd name="T14" fmla="*/ 756 w 759"/>
                  <a:gd name="T15" fmla="*/ 187 h 463"/>
                  <a:gd name="T16" fmla="*/ 694 w 759"/>
                  <a:gd name="T17" fmla="*/ 444 h 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9" h="463">
                    <a:moveTo>
                      <a:pt x="694" y="444"/>
                    </a:moveTo>
                    <a:cubicBezTo>
                      <a:pt x="691" y="456"/>
                      <a:pt x="679" y="463"/>
                      <a:pt x="667" y="460"/>
                    </a:cubicBezTo>
                    <a:cubicBezTo>
                      <a:pt x="19" y="302"/>
                      <a:pt x="19" y="302"/>
                      <a:pt x="19" y="302"/>
                    </a:cubicBezTo>
                    <a:cubicBezTo>
                      <a:pt x="7" y="299"/>
                      <a:pt x="0" y="287"/>
                      <a:pt x="3" y="276"/>
                    </a:cubicBezTo>
                    <a:cubicBezTo>
                      <a:pt x="65" y="19"/>
                      <a:pt x="65" y="19"/>
                      <a:pt x="65" y="19"/>
                    </a:cubicBezTo>
                    <a:cubicBezTo>
                      <a:pt x="68" y="7"/>
                      <a:pt x="80" y="0"/>
                      <a:pt x="92" y="3"/>
                    </a:cubicBezTo>
                    <a:cubicBezTo>
                      <a:pt x="740" y="161"/>
                      <a:pt x="740" y="161"/>
                      <a:pt x="740" y="161"/>
                    </a:cubicBezTo>
                    <a:cubicBezTo>
                      <a:pt x="752" y="163"/>
                      <a:pt x="759" y="175"/>
                      <a:pt x="756" y="187"/>
                    </a:cubicBezTo>
                    <a:cubicBezTo>
                      <a:pt x="694" y="444"/>
                      <a:pt x="694" y="444"/>
                      <a:pt x="694" y="444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Freeform 71"/>
              <p:cNvSpPr>
                <a:spLocks/>
              </p:cNvSpPr>
              <p:nvPr/>
            </p:nvSpPr>
            <p:spPr bwMode="auto">
              <a:xfrm>
                <a:off x="4729133" y="4237881"/>
                <a:ext cx="322810" cy="322810"/>
              </a:xfrm>
              <a:custGeom>
                <a:avLst/>
                <a:gdLst>
                  <a:gd name="T0" fmla="*/ 217 w 231"/>
                  <a:gd name="T1" fmla="*/ 140 h 231"/>
                  <a:gd name="T2" fmla="*/ 91 w 231"/>
                  <a:gd name="T3" fmla="*/ 217 h 231"/>
                  <a:gd name="T4" fmla="*/ 14 w 231"/>
                  <a:gd name="T5" fmla="*/ 91 h 231"/>
                  <a:gd name="T6" fmla="*/ 140 w 231"/>
                  <a:gd name="T7" fmla="*/ 14 h 231"/>
                  <a:gd name="T8" fmla="*/ 217 w 231"/>
                  <a:gd name="T9" fmla="*/ 140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1" h="231">
                    <a:moveTo>
                      <a:pt x="217" y="140"/>
                    </a:moveTo>
                    <a:cubicBezTo>
                      <a:pt x="203" y="196"/>
                      <a:pt x="147" y="231"/>
                      <a:pt x="91" y="217"/>
                    </a:cubicBezTo>
                    <a:cubicBezTo>
                      <a:pt x="35" y="203"/>
                      <a:pt x="0" y="147"/>
                      <a:pt x="14" y="91"/>
                    </a:cubicBezTo>
                    <a:cubicBezTo>
                      <a:pt x="27" y="34"/>
                      <a:pt x="84" y="0"/>
                      <a:pt x="140" y="14"/>
                    </a:cubicBezTo>
                    <a:cubicBezTo>
                      <a:pt x="196" y="27"/>
                      <a:pt x="231" y="84"/>
                      <a:pt x="217" y="140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Freeform 72"/>
              <p:cNvSpPr>
                <a:spLocks/>
              </p:cNvSpPr>
              <p:nvPr/>
            </p:nvSpPr>
            <p:spPr bwMode="auto">
              <a:xfrm>
                <a:off x="4839840" y="4302029"/>
                <a:ext cx="132435" cy="132435"/>
              </a:xfrm>
              <a:custGeom>
                <a:avLst/>
                <a:gdLst>
                  <a:gd name="T0" fmla="*/ 46 w 95"/>
                  <a:gd name="T1" fmla="*/ 0 h 95"/>
                  <a:gd name="T2" fmla="*/ 43 w 95"/>
                  <a:gd name="T3" fmla="*/ 14 h 95"/>
                  <a:gd name="T4" fmla="*/ 30 w 95"/>
                  <a:gd name="T5" fmla="*/ 13 h 95"/>
                  <a:gd name="T6" fmla="*/ 27 w 95"/>
                  <a:gd name="T7" fmla="*/ 13 h 95"/>
                  <a:gd name="T8" fmla="*/ 14 w 95"/>
                  <a:gd name="T9" fmla="*/ 16 h 95"/>
                  <a:gd name="T10" fmla="*/ 3 w 95"/>
                  <a:gd name="T11" fmla="*/ 23 h 95"/>
                  <a:gd name="T12" fmla="*/ 0 w 95"/>
                  <a:gd name="T13" fmla="*/ 28 h 95"/>
                  <a:gd name="T14" fmla="*/ 82 w 95"/>
                  <a:gd name="T15" fmla="*/ 95 h 95"/>
                  <a:gd name="T16" fmla="*/ 81 w 95"/>
                  <a:gd name="T17" fmla="*/ 83 h 95"/>
                  <a:gd name="T18" fmla="*/ 73 w 95"/>
                  <a:gd name="T19" fmla="*/ 71 h 95"/>
                  <a:gd name="T20" fmla="*/ 61 w 95"/>
                  <a:gd name="T21" fmla="*/ 62 h 95"/>
                  <a:gd name="T22" fmla="*/ 49 w 95"/>
                  <a:gd name="T23" fmla="*/ 55 h 95"/>
                  <a:gd name="T24" fmla="*/ 40 w 95"/>
                  <a:gd name="T25" fmla="*/ 49 h 95"/>
                  <a:gd name="T26" fmla="*/ 37 w 95"/>
                  <a:gd name="T27" fmla="*/ 42 h 95"/>
                  <a:gd name="T28" fmla="*/ 41 w 95"/>
                  <a:gd name="T29" fmla="*/ 38 h 95"/>
                  <a:gd name="T30" fmla="*/ 44 w 95"/>
                  <a:gd name="T31" fmla="*/ 38 h 95"/>
                  <a:gd name="T32" fmla="*/ 48 w 95"/>
                  <a:gd name="T33" fmla="*/ 39 h 95"/>
                  <a:gd name="T34" fmla="*/ 54 w 95"/>
                  <a:gd name="T35" fmla="*/ 41 h 95"/>
                  <a:gd name="T36" fmla="*/ 60 w 95"/>
                  <a:gd name="T37" fmla="*/ 46 h 95"/>
                  <a:gd name="T38" fmla="*/ 63 w 95"/>
                  <a:gd name="T39" fmla="*/ 52 h 95"/>
                  <a:gd name="T40" fmla="*/ 64 w 95"/>
                  <a:gd name="T41" fmla="*/ 59 h 95"/>
                  <a:gd name="T42" fmla="*/ 86 w 95"/>
                  <a:gd name="T43" fmla="*/ 65 h 95"/>
                  <a:gd name="T44" fmla="*/ 95 w 95"/>
                  <a:gd name="T45" fmla="*/ 29 h 95"/>
                  <a:gd name="T46" fmla="*/ 73 w 95"/>
                  <a:gd name="T47" fmla="*/ 23 h 95"/>
                  <a:gd name="T48" fmla="*/ 71 w 95"/>
                  <a:gd name="T49" fmla="*/ 30 h 95"/>
                  <a:gd name="T50" fmla="*/ 66 w 95"/>
                  <a:gd name="T51" fmla="*/ 25 h 95"/>
                  <a:gd name="T52" fmla="*/ 59 w 95"/>
                  <a:gd name="T53" fmla="*/ 21 h 95"/>
                  <a:gd name="T54" fmla="*/ 63 w 95"/>
                  <a:gd name="T55" fmla="*/ 4 h 95"/>
                  <a:gd name="T56" fmla="*/ 46 w 95"/>
                  <a:gd name="T57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95" h="95">
                    <a:moveTo>
                      <a:pt x="46" y="0"/>
                    </a:moveTo>
                    <a:cubicBezTo>
                      <a:pt x="43" y="14"/>
                      <a:pt x="43" y="14"/>
                      <a:pt x="43" y="14"/>
                    </a:cubicBezTo>
                    <a:cubicBezTo>
                      <a:pt x="38" y="13"/>
                      <a:pt x="34" y="13"/>
                      <a:pt x="30" y="13"/>
                    </a:cubicBezTo>
                    <a:cubicBezTo>
                      <a:pt x="29" y="13"/>
                      <a:pt x="28" y="13"/>
                      <a:pt x="27" y="13"/>
                    </a:cubicBezTo>
                    <a:cubicBezTo>
                      <a:pt x="22" y="13"/>
                      <a:pt x="18" y="14"/>
                      <a:pt x="14" y="16"/>
                    </a:cubicBezTo>
                    <a:cubicBezTo>
                      <a:pt x="10" y="18"/>
                      <a:pt x="6" y="20"/>
                      <a:pt x="3" y="23"/>
                    </a:cubicBezTo>
                    <a:cubicBezTo>
                      <a:pt x="2" y="25"/>
                      <a:pt x="1" y="26"/>
                      <a:pt x="0" y="28"/>
                    </a:cubicBezTo>
                    <a:cubicBezTo>
                      <a:pt x="82" y="95"/>
                      <a:pt x="82" y="95"/>
                      <a:pt x="82" y="95"/>
                    </a:cubicBezTo>
                    <a:cubicBezTo>
                      <a:pt x="82" y="91"/>
                      <a:pt x="82" y="87"/>
                      <a:pt x="81" y="83"/>
                    </a:cubicBezTo>
                    <a:cubicBezTo>
                      <a:pt x="79" y="78"/>
                      <a:pt x="76" y="74"/>
                      <a:pt x="73" y="71"/>
                    </a:cubicBezTo>
                    <a:cubicBezTo>
                      <a:pt x="70" y="67"/>
                      <a:pt x="66" y="64"/>
                      <a:pt x="61" y="62"/>
                    </a:cubicBezTo>
                    <a:cubicBezTo>
                      <a:pt x="57" y="59"/>
                      <a:pt x="53" y="57"/>
                      <a:pt x="49" y="55"/>
                    </a:cubicBezTo>
                    <a:cubicBezTo>
                      <a:pt x="45" y="53"/>
                      <a:pt x="42" y="51"/>
                      <a:pt x="40" y="49"/>
                    </a:cubicBezTo>
                    <a:cubicBezTo>
                      <a:pt x="37" y="47"/>
                      <a:pt x="36" y="45"/>
                      <a:pt x="37" y="42"/>
                    </a:cubicBezTo>
                    <a:cubicBezTo>
                      <a:pt x="37" y="40"/>
                      <a:pt x="39" y="39"/>
                      <a:pt x="41" y="38"/>
                    </a:cubicBezTo>
                    <a:cubicBezTo>
                      <a:pt x="42" y="38"/>
                      <a:pt x="43" y="38"/>
                      <a:pt x="44" y="38"/>
                    </a:cubicBezTo>
                    <a:cubicBezTo>
                      <a:pt x="45" y="38"/>
                      <a:pt x="47" y="38"/>
                      <a:pt x="48" y="39"/>
                    </a:cubicBezTo>
                    <a:cubicBezTo>
                      <a:pt x="50" y="39"/>
                      <a:pt x="52" y="40"/>
                      <a:pt x="54" y="41"/>
                    </a:cubicBezTo>
                    <a:cubicBezTo>
                      <a:pt x="56" y="43"/>
                      <a:pt x="58" y="44"/>
                      <a:pt x="60" y="46"/>
                    </a:cubicBezTo>
                    <a:cubicBezTo>
                      <a:pt x="61" y="48"/>
                      <a:pt x="62" y="50"/>
                      <a:pt x="63" y="52"/>
                    </a:cubicBezTo>
                    <a:cubicBezTo>
                      <a:pt x="64" y="55"/>
                      <a:pt x="64" y="57"/>
                      <a:pt x="64" y="59"/>
                    </a:cubicBezTo>
                    <a:cubicBezTo>
                      <a:pt x="86" y="65"/>
                      <a:pt x="86" y="65"/>
                      <a:pt x="86" y="65"/>
                    </a:cubicBezTo>
                    <a:cubicBezTo>
                      <a:pt x="95" y="29"/>
                      <a:pt x="95" y="29"/>
                      <a:pt x="95" y="29"/>
                    </a:cubicBezTo>
                    <a:cubicBezTo>
                      <a:pt x="73" y="23"/>
                      <a:pt x="73" y="23"/>
                      <a:pt x="73" y="23"/>
                    </a:cubicBezTo>
                    <a:cubicBezTo>
                      <a:pt x="71" y="30"/>
                      <a:pt x="71" y="30"/>
                      <a:pt x="71" y="30"/>
                    </a:cubicBezTo>
                    <a:cubicBezTo>
                      <a:pt x="70" y="28"/>
                      <a:pt x="68" y="27"/>
                      <a:pt x="66" y="25"/>
                    </a:cubicBezTo>
                    <a:cubicBezTo>
                      <a:pt x="64" y="24"/>
                      <a:pt x="62" y="22"/>
                      <a:pt x="59" y="21"/>
                    </a:cubicBezTo>
                    <a:cubicBezTo>
                      <a:pt x="63" y="4"/>
                      <a:pt x="63" y="4"/>
                      <a:pt x="63" y="4"/>
                    </a:cubicBezTo>
                    <a:cubicBezTo>
                      <a:pt x="46" y="0"/>
                      <a:pt x="46" y="0"/>
                      <a:pt x="46" y="0"/>
                    </a:cubicBezTo>
                  </a:path>
                </a:pathLst>
              </a:custGeom>
              <a:solidFill>
                <a:srgbClr val="9E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" name="Freeform 73"/>
              <p:cNvSpPr>
                <a:spLocks noEditPoints="1"/>
              </p:cNvSpPr>
              <p:nvPr/>
            </p:nvSpPr>
            <p:spPr bwMode="auto">
              <a:xfrm>
                <a:off x="4389769" y="4105446"/>
                <a:ext cx="1000503" cy="592853"/>
              </a:xfrm>
              <a:custGeom>
                <a:avLst/>
                <a:gdLst>
                  <a:gd name="T0" fmla="*/ 879 w 967"/>
                  <a:gd name="T1" fmla="*/ 573 h 573"/>
                  <a:gd name="T2" fmla="*/ 0 w 967"/>
                  <a:gd name="T3" fmla="*/ 359 h 573"/>
                  <a:gd name="T4" fmla="*/ 88 w 967"/>
                  <a:gd name="T5" fmla="*/ 0 h 573"/>
                  <a:gd name="T6" fmla="*/ 967 w 967"/>
                  <a:gd name="T7" fmla="*/ 214 h 573"/>
                  <a:gd name="T8" fmla="*/ 879 w 967"/>
                  <a:gd name="T9" fmla="*/ 573 h 573"/>
                  <a:gd name="T10" fmla="*/ 27 w 967"/>
                  <a:gd name="T11" fmla="*/ 343 h 573"/>
                  <a:gd name="T12" fmla="*/ 863 w 967"/>
                  <a:gd name="T13" fmla="*/ 546 h 573"/>
                  <a:gd name="T14" fmla="*/ 940 w 967"/>
                  <a:gd name="T15" fmla="*/ 231 h 573"/>
                  <a:gd name="T16" fmla="*/ 104 w 967"/>
                  <a:gd name="T17" fmla="*/ 27 h 573"/>
                  <a:gd name="T18" fmla="*/ 27 w 967"/>
                  <a:gd name="T19" fmla="*/ 343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7" h="573">
                    <a:moveTo>
                      <a:pt x="879" y="573"/>
                    </a:moveTo>
                    <a:lnTo>
                      <a:pt x="0" y="359"/>
                    </a:lnTo>
                    <a:lnTo>
                      <a:pt x="88" y="0"/>
                    </a:lnTo>
                    <a:lnTo>
                      <a:pt x="967" y="214"/>
                    </a:lnTo>
                    <a:lnTo>
                      <a:pt x="879" y="573"/>
                    </a:lnTo>
                    <a:close/>
                    <a:moveTo>
                      <a:pt x="27" y="343"/>
                    </a:moveTo>
                    <a:lnTo>
                      <a:pt x="863" y="546"/>
                    </a:lnTo>
                    <a:lnTo>
                      <a:pt x="940" y="231"/>
                    </a:lnTo>
                    <a:lnTo>
                      <a:pt x="104" y="27"/>
                    </a:lnTo>
                    <a:lnTo>
                      <a:pt x="27" y="343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Freeform 74"/>
              <p:cNvSpPr>
                <a:spLocks noEditPoints="1"/>
              </p:cNvSpPr>
              <p:nvPr/>
            </p:nvSpPr>
            <p:spPr bwMode="auto">
              <a:xfrm>
                <a:off x="4389769" y="4105446"/>
                <a:ext cx="1000503" cy="592853"/>
              </a:xfrm>
              <a:custGeom>
                <a:avLst/>
                <a:gdLst>
                  <a:gd name="T0" fmla="*/ 879 w 967"/>
                  <a:gd name="T1" fmla="*/ 573 h 573"/>
                  <a:gd name="T2" fmla="*/ 0 w 967"/>
                  <a:gd name="T3" fmla="*/ 359 h 573"/>
                  <a:gd name="T4" fmla="*/ 88 w 967"/>
                  <a:gd name="T5" fmla="*/ 0 h 573"/>
                  <a:gd name="T6" fmla="*/ 967 w 967"/>
                  <a:gd name="T7" fmla="*/ 214 h 573"/>
                  <a:gd name="T8" fmla="*/ 879 w 967"/>
                  <a:gd name="T9" fmla="*/ 573 h 573"/>
                  <a:gd name="T10" fmla="*/ 27 w 967"/>
                  <a:gd name="T11" fmla="*/ 343 h 573"/>
                  <a:gd name="T12" fmla="*/ 863 w 967"/>
                  <a:gd name="T13" fmla="*/ 546 h 573"/>
                  <a:gd name="T14" fmla="*/ 940 w 967"/>
                  <a:gd name="T15" fmla="*/ 231 h 573"/>
                  <a:gd name="T16" fmla="*/ 104 w 967"/>
                  <a:gd name="T17" fmla="*/ 27 h 573"/>
                  <a:gd name="T18" fmla="*/ 27 w 967"/>
                  <a:gd name="T19" fmla="*/ 343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7" h="573">
                    <a:moveTo>
                      <a:pt x="879" y="573"/>
                    </a:moveTo>
                    <a:lnTo>
                      <a:pt x="0" y="359"/>
                    </a:lnTo>
                    <a:lnTo>
                      <a:pt x="88" y="0"/>
                    </a:lnTo>
                    <a:lnTo>
                      <a:pt x="967" y="214"/>
                    </a:lnTo>
                    <a:lnTo>
                      <a:pt x="879" y="573"/>
                    </a:lnTo>
                    <a:moveTo>
                      <a:pt x="27" y="343"/>
                    </a:moveTo>
                    <a:lnTo>
                      <a:pt x="863" y="546"/>
                    </a:lnTo>
                    <a:lnTo>
                      <a:pt x="940" y="231"/>
                    </a:lnTo>
                    <a:lnTo>
                      <a:pt x="104" y="27"/>
                    </a:lnTo>
                    <a:lnTo>
                      <a:pt x="27" y="343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Freeform 75"/>
              <p:cNvSpPr>
                <a:spLocks/>
              </p:cNvSpPr>
              <p:nvPr/>
            </p:nvSpPr>
            <p:spPr bwMode="auto">
              <a:xfrm>
                <a:off x="4468402" y="4114758"/>
                <a:ext cx="114846" cy="102430"/>
              </a:xfrm>
              <a:custGeom>
                <a:avLst/>
                <a:gdLst>
                  <a:gd name="T0" fmla="*/ 82 w 82"/>
                  <a:gd name="T1" fmla="*/ 16 h 73"/>
                  <a:gd name="T2" fmla="*/ 16 w 82"/>
                  <a:gd name="T3" fmla="*/ 0 h 73"/>
                  <a:gd name="T4" fmla="*/ 0 w 82"/>
                  <a:gd name="T5" fmla="*/ 63 h 73"/>
                  <a:gd name="T6" fmla="*/ 3 w 82"/>
                  <a:gd name="T7" fmla="*/ 64 h 73"/>
                  <a:gd name="T8" fmla="*/ 81 w 82"/>
                  <a:gd name="T9" fmla="*/ 17 h 73"/>
                  <a:gd name="T10" fmla="*/ 82 w 82"/>
                  <a:gd name="T11" fmla="*/ 16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73">
                    <a:moveTo>
                      <a:pt x="82" y="16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1" y="64"/>
                      <a:pt x="2" y="64"/>
                      <a:pt x="3" y="64"/>
                    </a:cubicBezTo>
                    <a:cubicBezTo>
                      <a:pt x="38" y="73"/>
                      <a:pt x="73" y="52"/>
                      <a:pt x="81" y="17"/>
                    </a:cubicBezTo>
                    <a:lnTo>
                      <a:pt x="82" y="16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Freeform 76"/>
              <p:cNvSpPr>
                <a:spLocks/>
              </p:cNvSpPr>
              <p:nvPr/>
            </p:nvSpPr>
            <p:spPr bwMode="auto">
              <a:xfrm>
                <a:off x="4405289" y="4374454"/>
                <a:ext cx="103465" cy="113811"/>
              </a:xfrm>
              <a:custGeom>
                <a:avLst/>
                <a:gdLst>
                  <a:gd name="T0" fmla="*/ 17 w 74"/>
                  <a:gd name="T1" fmla="*/ 0 h 81"/>
                  <a:gd name="T2" fmla="*/ 0 w 74"/>
                  <a:gd name="T3" fmla="*/ 66 h 81"/>
                  <a:gd name="T4" fmla="*/ 64 w 74"/>
                  <a:gd name="T5" fmla="*/ 81 h 81"/>
                  <a:gd name="T6" fmla="*/ 65 w 74"/>
                  <a:gd name="T7" fmla="*/ 78 h 81"/>
                  <a:gd name="T8" fmla="*/ 18 w 74"/>
                  <a:gd name="T9" fmla="*/ 0 h 81"/>
                  <a:gd name="T10" fmla="*/ 17 w 74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81">
                    <a:moveTo>
                      <a:pt x="17" y="0"/>
                    </a:moveTo>
                    <a:cubicBezTo>
                      <a:pt x="0" y="66"/>
                      <a:pt x="0" y="66"/>
                      <a:pt x="0" y="66"/>
                    </a:cubicBezTo>
                    <a:cubicBezTo>
                      <a:pt x="64" y="81"/>
                      <a:pt x="64" y="81"/>
                      <a:pt x="64" y="81"/>
                    </a:cubicBezTo>
                    <a:cubicBezTo>
                      <a:pt x="64" y="80"/>
                      <a:pt x="65" y="79"/>
                      <a:pt x="65" y="78"/>
                    </a:cubicBezTo>
                    <a:cubicBezTo>
                      <a:pt x="74" y="43"/>
                      <a:pt x="52" y="8"/>
                      <a:pt x="18" y="0"/>
                    </a:cubicBez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Freeform 77"/>
              <p:cNvSpPr>
                <a:spLocks/>
              </p:cNvSpPr>
              <p:nvPr/>
            </p:nvSpPr>
            <p:spPr bwMode="auto">
              <a:xfrm>
                <a:off x="5198863" y="4582418"/>
                <a:ext cx="112777" cy="102430"/>
              </a:xfrm>
              <a:custGeom>
                <a:avLst/>
                <a:gdLst>
                  <a:gd name="T0" fmla="*/ 0 w 81"/>
                  <a:gd name="T1" fmla="*/ 57 h 73"/>
                  <a:gd name="T2" fmla="*/ 66 w 81"/>
                  <a:gd name="T3" fmla="*/ 73 h 73"/>
                  <a:gd name="T4" fmla="*/ 81 w 81"/>
                  <a:gd name="T5" fmla="*/ 10 h 73"/>
                  <a:gd name="T6" fmla="*/ 78 w 81"/>
                  <a:gd name="T7" fmla="*/ 9 h 73"/>
                  <a:gd name="T8" fmla="*/ 0 w 81"/>
                  <a:gd name="T9" fmla="*/ 56 h 73"/>
                  <a:gd name="T10" fmla="*/ 0 w 81"/>
                  <a:gd name="T11" fmla="*/ 5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1" h="73">
                    <a:moveTo>
                      <a:pt x="0" y="57"/>
                    </a:moveTo>
                    <a:cubicBezTo>
                      <a:pt x="66" y="73"/>
                      <a:pt x="66" y="73"/>
                      <a:pt x="66" y="73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0" y="9"/>
                      <a:pt x="79" y="9"/>
                      <a:pt x="78" y="9"/>
                    </a:cubicBezTo>
                    <a:cubicBezTo>
                      <a:pt x="43" y="0"/>
                      <a:pt x="8" y="22"/>
                      <a:pt x="0" y="56"/>
                    </a:cubicBez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Freeform 78"/>
              <p:cNvSpPr>
                <a:spLocks/>
              </p:cNvSpPr>
              <p:nvPr/>
            </p:nvSpPr>
            <p:spPr bwMode="auto">
              <a:xfrm>
                <a:off x="5272322" y="4311340"/>
                <a:ext cx="102430" cy="114846"/>
              </a:xfrm>
              <a:custGeom>
                <a:avLst/>
                <a:gdLst>
                  <a:gd name="T0" fmla="*/ 57 w 73"/>
                  <a:gd name="T1" fmla="*/ 82 h 82"/>
                  <a:gd name="T2" fmla="*/ 73 w 73"/>
                  <a:gd name="T3" fmla="*/ 16 h 82"/>
                  <a:gd name="T4" fmla="*/ 9 w 73"/>
                  <a:gd name="T5" fmla="*/ 0 h 82"/>
                  <a:gd name="T6" fmla="*/ 8 w 73"/>
                  <a:gd name="T7" fmla="*/ 3 h 82"/>
                  <a:gd name="T8" fmla="*/ 56 w 73"/>
                  <a:gd name="T9" fmla="*/ 81 h 82"/>
                  <a:gd name="T10" fmla="*/ 57 w 73"/>
                  <a:gd name="T11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82">
                    <a:moveTo>
                      <a:pt x="57" y="82"/>
                    </a:moveTo>
                    <a:cubicBezTo>
                      <a:pt x="73" y="16"/>
                      <a:pt x="73" y="16"/>
                      <a:pt x="73" y="16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1"/>
                      <a:pt x="9" y="2"/>
                      <a:pt x="8" y="3"/>
                    </a:cubicBezTo>
                    <a:cubicBezTo>
                      <a:pt x="0" y="38"/>
                      <a:pt x="21" y="73"/>
                      <a:pt x="56" y="81"/>
                    </a:cubicBezTo>
                    <a:lnTo>
                      <a:pt x="57" y="82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Freeform 79"/>
              <p:cNvSpPr>
                <a:spLocks/>
              </p:cNvSpPr>
              <p:nvPr/>
            </p:nvSpPr>
            <p:spPr bwMode="auto">
              <a:xfrm>
                <a:off x="4125934" y="3981289"/>
                <a:ext cx="1024300" cy="944632"/>
              </a:xfrm>
              <a:custGeom>
                <a:avLst/>
                <a:gdLst>
                  <a:gd name="T0" fmla="*/ 558 w 733"/>
                  <a:gd name="T1" fmla="*/ 666 h 677"/>
                  <a:gd name="T2" fmla="*/ 527 w 733"/>
                  <a:gd name="T3" fmla="*/ 669 h 677"/>
                  <a:gd name="T4" fmla="*/ 11 w 733"/>
                  <a:gd name="T5" fmla="*/ 247 h 677"/>
                  <a:gd name="T6" fmla="*/ 8 w 733"/>
                  <a:gd name="T7" fmla="*/ 216 h 677"/>
                  <a:gd name="T8" fmla="*/ 175 w 733"/>
                  <a:gd name="T9" fmla="*/ 11 h 677"/>
                  <a:gd name="T10" fmla="*/ 206 w 733"/>
                  <a:gd name="T11" fmla="*/ 8 h 677"/>
                  <a:gd name="T12" fmla="*/ 722 w 733"/>
                  <a:gd name="T13" fmla="*/ 431 h 677"/>
                  <a:gd name="T14" fmla="*/ 725 w 733"/>
                  <a:gd name="T15" fmla="*/ 462 h 677"/>
                  <a:gd name="T16" fmla="*/ 558 w 733"/>
                  <a:gd name="T17" fmla="*/ 666 h 6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33" h="677">
                    <a:moveTo>
                      <a:pt x="558" y="666"/>
                    </a:moveTo>
                    <a:cubicBezTo>
                      <a:pt x="550" y="676"/>
                      <a:pt x="536" y="677"/>
                      <a:pt x="527" y="669"/>
                    </a:cubicBezTo>
                    <a:cubicBezTo>
                      <a:pt x="11" y="247"/>
                      <a:pt x="11" y="247"/>
                      <a:pt x="11" y="247"/>
                    </a:cubicBezTo>
                    <a:cubicBezTo>
                      <a:pt x="1" y="239"/>
                      <a:pt x="0" y="225"/>
                      <a:pt x="8" y="216"/>
                    </a:cubicBezTo>
                    <a:cubicBezTo>
                      <a:pt x="175" y="11"/>
                      <a:pt x="175" y="11"/>
                      <a:pt x="175" y="11"/>
                    </a:cubicBezTo>
                    <a:cubicBezTo>
                      <a:pt x="183" y="2"/>
                      <a:pt x="197" y="0"/>
                      <a:pt x="206" y="8"/>
                    </a:cubicBezTo>
                    <a:cubicBezTo>
                      <a:pt x="722" y="431"/>
                      <a:pt x="722" y="431"/>
                      <a:pt x="722" y="431"/>
                    </a:cubicBezTo>
                    <a:cubicBezTo>
                      <a:pt x="732" y="439"/>
                      <a:pt x="733" y="453"/>
                      <a:pt x="725" y="462"/>
                    </a:cubicBezTo>
                    <a:cubicBezTo>
                      <a:pt x="558" y="666"/>
                      <a:pt x="558" y="666"/>
                      <a:pt x="558" y="666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Freeform 80"/>
              <p:cNvSpPr>
                <a:spLocks/>
              </p:cNvSpPr>
              <p:nvPr/>
            </p:nvSpPr>
            <p:spPr bwMode="auto">
              <a:xfrm>
                <a:off x="4473575" y="4289613"/>
                <a:ext cx="329017" cy="327983"/>
              </a:xfrm>
              <a:custGeom>
                <a:avLst/>
                <a:gdLst>
                  <a:gd name="T0" fmla="*/ 198 w 235"/>
                  <a:gd name="T1" fmla="*/ 184 h 235"/>
                  <a:gd name="T2" fmla="*/ 51 w 235"/>
                  <a:gd name="T3" fmla="*/ 199 h 235"/>
                  <a:gd name="T4" fmla="*/ 37 w 235"/>
                  <a:gd name="T5" fmla="*/ 52 h 235"/>
                  <a:gd name="T6" fmla="*/ 184 w 235"/>
                  <a:gd name="T7" fmla="*/ 37 h 235"/>
                  <a:gd name="T8" fmla="*/ 198 w 235"/>
                  <a:gd name="T9" fmla="*/ 184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5" h="235">
                    <a:moveTo>
                      <a:pt x="198" y="184"/>
                    </a:moveTo>
                    <a:cubicBezTo>
                      <a:pt x="162" y="229"/>
                      <a:pt x="96" y="235"/>
                      <a:pt x="51" y="199"/>
                    </a:cubicBezTo>
                    <a:cubicBezTo>
                      <a:pt x="6" y="162"/>
                      <a:pt x="0" y="96"/>
                      <a:pt x="37" y="52"/>
                    </a:cubicBezTo>
                    <a:cubicBezTo>
                      <a:pt x="73" y="7"/>
                      <a:pt x="139" y="0"/>
                      <a:pt x="184" y="37"/>
                    </a:cubicBezTo>
                    <a:cubicBezTo>
                      <a:pt x="228" y="74"/>
                      <a:pt x="235" y="139"/>
                      <a:pt x="198" y="184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Freeform 81"/>
              <p:cNvSpPr>
                <a:spLocks noEditPoints="1"/>
              </p:cNvSpPr>
              <p:nvPr/>
            </p:nvSpPr>
            <p:spPr bwMode="auto">
              <a:xfrm>
                <a:off x="4152835" y="4011293"/>
                <a:ext cx="966359" cy="889796"/>
              </a:xfrm>
              <a:custGeom>
                <a:avLst/>
                <a:gdLst>
                  <a:gd name="T0" fmla="*/ 699 w 934"/>
                  <a:gd name="T1" fmla="*/ 860 h 860"/>
                  <a:gd name="T2" fmla="*/ 0 w 934"/>
                  <a:gd name="T3" fmla="*/ 286 h 860"/>
                  <a:gd name="T4" fmla="*/ 235 w 934"/>
                  <a:gd name="T5" fmla="*/ 0 h 860"/>
                  <a:gd name="T6" fmla="*/ 934 w 934"/>
                  <a:gd name="T7" fmla="*/ 574 h 860"/>
                  <a:gd name="T8" fmla="*/ 699 w 934"/>
                  <a:gd name="T9" fmla="*/ 860 h 860"/>
                  <a:gd name="T10" fmla="*/ 31 w 934"/>
                  <a:gd name="T11" fmla="*/ 284 h 860"/>
                  <a:gd name="T12" fmla="*/ 696 w 934"/>
                  <a:gd name="T13" fmla="*/ 828 h 860"/>
                  <a:gd name="T14" fmla="*/ 903 w 934"/>
                  <a:gd name="T15" fmla="*/ 577 h 860"/>
                  <a:gd name="T16" fmla="*/ 238 w 934"/>
                  <a:gd name="T17" fmla="*/ 31 h 860"/>
                  <a:gd name="T18" fmla="*/ 31 w 934"/>
                  <a:gd name="T19" fmla="*/ 284 h 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4" h="860">
                    <a:moveTo>
                      <a:pt x="699" y="860"/>
                    </a:moveTo>
                    <a:lnTo>
                      <a:pt x="0" y="286"/>
                    </a:lnTo>
                    <a:lnTo>
                      <a:pt x="235" y="0"/>
                    </a:lnTo>
                    <a:lnTo>
                      <a:pt x="934" y="574"/>
                    </a:lnTo>
                    <a:lnTo>
                      <a:pt x="699" y="860"/>
                    </a:lnTo>
                    <a:close/>
                    <a:moveTo>
                      <a:pt x="31" y="284"/>
                    </a:moveTo>
                    <a:lnTo>
                      <a:pt x="696" y="828"/>
                    </a:lnTo>
                    <a:lnTo>
                      <a:pt x="903" y="577"/>
                    </a:lnTo>
                    <a:lnTo>
                      <a:pt x="238" y="31"/>
                    </a:lnTo>
                    <a:lnTo>
                      <a:pt x="31" y="284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Freeform 82"/>
              <p:cNvSpPr>
                <a:spLocks noEditPoints="1"/>
              </p:cNvSpPr>
              <p:nvPr/>
            </p:nvSpPr>
            <p:spPr bwMode="auto">
              <a:xfrm>
                <a:off x="4152835" y="4011293"/>
                <a:ext cx="966359" cy="889796"/>
              </a:xfrm>
              <a:custGeom>
                <a:avLst/>
                <a:gdLst>
                  <a:gd name="T0" fmla="*/ 699 w 934"/>
                  <a:gd name="T1" fmla="*/ 860 h 860"/>
                  <a:gd name="T2" fmla="*/ 0 w 934"/>
                  <a:gd name="T3" fmla="*/ 286 h 860"/>
                  <a:gd name="T4" fmla="*/ 235 w 934"/>
                  <a:gd name="T5" fmla="*/ 0 h 860"/>
                  <a:gd name="T6" fmla="*/ 934 w 934"/>
                  <a:gd name="T7" fmla="*/ 574 h 860"/>
                  <a:gd name="T8" fmla="*/ 699 w 934"/>
                  <a:gd name="T9" fmla="*/ 860 h 860"/>
                  <a:gd name="T10" fmla="*/ 31 w 934"/>
                  <a:gd name="T11" fmla="*/ 284 h 860"/>
                  <a:gd name="T12" fmla="*/ 696 w 934"/>
                  <a:gd name="T13" fmla="*/ 828 h 860"/>
                  <a:gd name="T14" fmla="*/ 903 w 934"/>
                  <a:gd name="T15" fmla="*/ 577 h 860"/>
                  <a:gd name="T16" fmla="*/ 238 w 934"/>
                  <a:gd name="T17" fmla="*/ 31 h 860"/>
                  <a:gd name="T18" fmla="*/ 31 w 934"/>
                  <a:gd name="T19" fmla="*/ 284 h 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4" h="860">
                    <a:moveTo>
                      <a:pt x="699" y="860"/>
                    </a:moveTo>
                    <a:lnTo>
                      <a:pt x="0" y="286"/>
                    </a:lnTo>
                    <a:lnTo>
                      <a:pt x="235" y="0"/>
                    </a:lnTo>
                    <a:lnTo>
                      <a:pt x="934" y="574"/>
                    </a:lnTo>
                    <a:lnTo>
                      <a:pt x="699" y="860"/>
                    </a:lnTo>
                    <a:moveTo>
                      <a:pt x="31" y="284"/>
                    </a:moveTo>
                    <a:lnTo>
                      <a:pt x="696" y="828"/>
                    </a:lnTo>
                    <a:lnTo>
                      <a:pt x="903" y="577"/>
                    </a:lnTo>
                    <a:lnTo>
                      <a:pt x="238" y="31"/>
                    </a:lnTo>
                    <a:lnTo>
                      <a:pt x="31" y="28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Freeform 83"/>
              <p:cNvSpPr>
                <a:spLocks/>
              </p:cNvSpPr>
              <p:nvPr/>
            </p:nvSpPr>
            <p:spPr bwMode="auto">
              <a:xfrm>
                <a:off x="4343210" y="4023709"/>
                <a:ext cx="130365" cy="106569"/>
              </a:xfrm>
              <a:custGeom>
                <a:avLst/>
                <a:gdLst>
                  <a:gd name="T0" fmla="*/ 94 w 94"/>
                  <a:gd name="T1" fmla="*/ 43 h 76"/>
                  <a:gd name="T2" fmla="*/ 41 w 94"/>
                  <a:gd name="T3" fmla="*/ 0 h 76"/>
                  <a:gd name="T4" fmla="*/ 0 w 94"/>
                  <a:gd name="T5" fmla="*/ 51 h 76"/>
                  <a:gd name="T6" fmla="*/ 2 w 94"/>
                  <a:gd name="T7" fmla="*/ 53 h 76"/>
                  <a:gd name="T8" fmla="*/ 93 w 94"/>
                  <a:gd name="T9" fmla="*/ 44 h 76"/>
                  <a:gd name="T10" fmla="*/ 94 w 94"/>
                  <a:gd name="T11" fmla="*/ 43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6">
                    <a:moveTo>
                      <a:pt x="94" y="43"/>
                    </a:moveTo>
                    <a:cubicBezTo>
                      <a:pt x="41" y="0"/>
                      <a:pt x="41" y="0"/>
                      <a:pt x="41" y="0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2"/>
                      <a:pt x="1" y="52"/>
                      <a:pt x="2" y="53"/>
                    </a:cubicBezTo>
                    <a:cubicBezTo>
                      <a:pt x="30" y="76"/>
                      <a:pt x="70" y="72"/>
                      <a:pt x="93" y="44"/>
                    </a:cubicBezTo>
                    <a:lnTo>
                      <a:pt x="94" y="43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Freeform 84"/>
              <p:cNvSpPr>
                <a:spLocks/>
              </p:cNvSpPr>
              <p:nvPr/>
            </p:nvSpPr>
            <p:spPr bwMode="auto">
              <a:xfrm>
                <a:off x="4172494" y="4232707"/>
                <a:ext cx="104500" cy="130365"/>
              </a:xfrm>
              <a:custGeom>
                <a:avLst/>
                <a:gdLst>
                  <a:gd name="T0" fmla="*/ 43 w 75"/>
                  <a:gd name="T1" fmla="*/ 0 h 94"/>
                  <a:gd name="T2" fmla="*/ 0 w 75"/>
                  <a:gd name="T3" fmla="*/ 52 h 94"/>
                  <a:gd name="T4" fmla="*/ 51 w 75"/>
                  <a:gd name="T5" fmla="*/ 94 h 94"/>
                  <a:gd name="T6" fmla="*/ 53 w 75"/>
                  <a:gd name="T7" fmla="*/ 91 h 94"/>
                  <a:gd name="T8" fmla="*/ 44 w 75"/>
                  <a:gd name="T9" fmla="*/ 0 h 94"/>
                  <a:gd name="T10" fmla="*/ 43 w 75"/>
                  <a:gd name="T11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43" y="0"/>
                    </a:moveTo>
                    <a:cubicBezTo>
                      <a:pt x="0" y="52"/>
                      <a:pt x="0" y="52"/>
                      <a:pt x="0" y="52"/>
                    </a:cubicBezTo>
                    <a:cubicBezTo>
                      <a:pt x="51" y="94"/>
                      <a:pt x="51" y="94"/>
                      <a:pt x="51" y="94"/>
                    </a:cubicBezTo>
                    <a:cubicBezTo>
                      <a:pt x="51" y="93"/>
                      <a:pt x="52" y="92"/>
                      <a:pt x="53" y="91"/>
                    </a:cubicBezTo>
                    <a:cubicBezTo>
                      <a:pt x="75" y="64"/>
                      <a:pt x="71" y="23"/>
                      <a:pt x="44" y="0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6" name="Freeform 85"/>
              <p:cNvSpPr>
                <a:spLocks/>
              </p:cNvSpPr>
              <p:nvPr/>
            </p:nvSpPr>
            <p:spPr bwMode="auto">
              <a:xfrm>
                <a:off x="4800524" y="4780035"/>
                <a:ext cx="131400" cy="105534"/>
              </a:xfrm>
              <a:custGeom>
                <a:avLst/>
                <a:gdLst>
                  <a:gd name="T0" fmla="*/ 0 w 94"/>
                  <a:gd name="T1" fmla="*/ 33 h 76"/>
                  <a:gd name="T2" fmla="*/ 53 w 94"/>
                  <a:gd name="T3" fmla="*/ 76 h 76"/>
                  <a:gd name="T4" fmla="*/ 94 w 94"/>
                  <a:gd name="T5" fmla="*/ 25 h 76"/>
                  <a:gd name="T6" fmla="*/ 92 w 94"/>
                  <a:gd name="T7" fmla="*/ 23 h 76"/>
                  <a:gd name="T8" fmla="*/ 1 w 94"/>
                  <a:gd name="T9" fmla="*/ 32 h 76"/>
                  <a:gd name="T10" fmla="*/ 0 w 94"/>
                  <a:gd name="T11" fmla="*/ 33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6">
                    <a:moveTo>
                      <a:pt x="0" y="33"/>
                    </a:moveTo>
                    <a:cubicBezTo>
                      <a:pt x="53" y="76"/>
                      <a:pt x="53" y="76"/>
                      <a:pt x="53" y="76"/>
                    </a:cubicBezTo>
                    <a:cubicBezTo>
                      <a:pt x="94" y="25"/>
                      <a:pt x="94" y="25"/>
                      <a:pt x="94" y="25"/>
                    </a:cubicBezTo>
                    <a:cubicBezTo>
                      <a:pt x="94" y="24"/>
                      <a:pt x="93" y="23"/>
                      <a:pt x="92" y="23"/>
                    </a:cubicBezTo>
                    <a:cubicBezTo>
                      <a:pt x="64" y="0"/>
                      <a:pt x="24" y="4"/>
                      <a:pt x="1" y="32"/>
                    </a:cubicBez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Freeform 86"/>
              <p:cNvSpPr>
                <a:spLocks/>
              </p:cNvSpPr>
              <p:nvPr/>
            </p:nvSpPr>
            <p:spPr bwMode="auto">
              <a:xfrm>
                <a:off x="4998141" y="4546205"/>
                <a:ext cx="104500" cy="131400"/>
              </a:xfrm>
              <a:custGeom>
                <a:avLst/>
                <a:gdLst>
                  <a:gd name="T0" fmla="*/ 32 w 75"/>
                  <a:gd name="T1" fmla="*/ 94 h 94"/>
                  <a:gd name="T2" fmla="*/ 75 w 75"/>
                  <a:gd name="T3" fmla="*/ 42 h 94"/>
                  <a:gd name="T4" fmla="*/ 24 w 75"/>
                  <a:gd name="T5" fmla="*/ 0 h 94"/>
                  <a:gd name="T6" fmla="*/ 22 w 75"/>
                  <a:gd name="T7" fmla="*/ 2 h 94"/>
                  <a:gd name="T8" fmla="*/ 31 w 75"/>
                  <a:gd name="T9" fmla="*/ 93 h 94"/>
                  <a:gd name="T10" fmla="*/ 32 w 75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32" y="94"/>
                    </a:moveTo>
                    <a:cubicBezTo>
                      <a:pt x="75" y="42"/>
                      <a:pt x="75" y="42"/>
                      <a:pt x="75" y="42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1"/>
                      <a:pt x="23" y="2"/>
                      <a:pt x="22" y="2"/>
                    </a:cubicBezTo>
                    <a:cubicBezTo>
                      <a:pt x="0" y="30"/>
                      <a:pt x="4" y="71"/>
                      <a:pt x="31" y="93"/>
                    </a:cubicBezTo>
                    <a:lnTo>
                      <a:pt x="32" y="94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Freeform 87"/>
              <p:cNvSpPr>
                <a:spLocks/>
              </p:cNvSpPr>
              <p:nvPr/>
            </p:nvSpPr>
            <p:spPr bwMode="auto">
              <a:xfrm>
                <a:off x="2969200" y="3298422"/>
                <a:ext cx="561813" cy="1039820"/>
              </a:xfrm>
              <a:custGeom>
                <a:avLst/>
                <a:gdLst>
                  <a:gd name="T0" fmla="*/ 20 w 403"/>
                  <a:gd name="T1" fmla="*/ 40 h 745"/>
                  <a:gd name="T2" fmla="*/ 1 w 403"/>
                  <a:gd name="T3" fmla="*/ 65 h 745"/>
                  <a:gd name="T4" fmla="*/ 96 w 403"/>
                  <a:gd name="T5" fmla="*/ 725 h 745"/>
                  <a:gd name="T6" fmla="*/ 121 w 403"/>
                  <a:gd name="T7" fmla="*/ 744 h 745"/>
                  <a:gd name="T8" fmla="*/ 383 w 403"/>
                  <a:gd name="T9" fmla="*/ 706 h 745"/>
                  <a:gd name="T10" fmla="*/ 401 w 403"/>
                  <a:gd name="T11" fmla="*/ 681 h 745"/>
                  <a:gd name="T12" fmla="*/ 307 w 403"/>
                  <a:gd name="T13" fmla="*/ 21 h 745"/>
                  <a:gd name="T14" fmla="*/ 282 w 403"/>
                  <a:gd name="T15" fmla="*/ 2 h 745"/>
                  <a:gd name="T16" fmla="*/ 20 w 403"/>
                  <a:gd name="T17" fmla="*/ 40 h 7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03" h="745">
                    <a:moveTo>
                      <a:pt x="20" y="40"/>
                    </a:moveTo>
                    <a:cubicBezTo>
                      <a:pt x="8" y="41"/>
                      <a:pt x="0" y="53"/>
                      <a:pt x="1" y="65"/>
                    </a:cubicBezTo>
                    <a:cubicBezTo>
                      <a:pt x="96" y="725"/>
                      <a:pt x="96" y="725"/>
                      <a:pt x="96" y="725"/>
                    </a:cubicBezTo>
                    <a:cubicBezTo>
                      <a:pt x="98" y="737"/>
                      <a:pt x="109" y="745"/>
                      <a:pt x="121" y="744"/>
                    </a:cubicBezTo>
                    <a:cubicBezTo>
                      <a:pt x="383" y="706"/>
                      <a:pt x="383" y="706"/>
                      <a:pt x="383" y="706"/>
                    </a:cubicBezTo>
                    <a:cubicBezTo>
                      <a:pt x="395" y="704"/>
                      <a:pt x="403" y="693"/>
                      <a:pt x="401" y="681"/>
                    </a:cubicBezTo>
                    <a:cubicBezTo>
                      <a:pt x="307" y="21"/>
                      <a:pt x="307" y="21"/>
                      <a:pt x="307" y="21"/>
                    </a:cubicBezTo>
                    <a:cubicBezTo>
                      <a:pt x="305" y="9"/>
                      <a:pt x="294" y="0"/>
                      <a:pt x="282" y="2"/>
                    </a:cubicBezTo>
                    <a:cubicBezTo>
                      <a:pt x="20" y="40"/>
                      <a:pt x="20" y="40"/>
                      <a:pt x="20" y="40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Freeform 88"/>
              <p:cNvSpPr>
                <a:spLocks/>
              </p:cNvSpPr>
              <p:nvPr/>
            </p:nvSpPr>
            <p:spPr bwMode="auto">
              <a:xfrm>
                <a:off x="3094392" y="3662618"/>
                <a:ext cx="311429" cy="312463"/>
              </a:xfrm>
              <a:custGeom>
                <a:avLst/>
                <a:gdLst>
                  <a:gd name="T0" fmla="*/ 96 w 223"/>
                  <a:gd name="T1" fmla="*/ 8 h 224"/>
                  <a:gd name="T2" fmla="*/ 8 w 223"/>
                  <a:gd name="T3" fmla="*/ 127 h 224"/>
                  <a:gd name="T4" fmla="*/ 126 w 223"/>
                  <a:gd name="T5" fmla="*/ 215 h 224"/>
                  <a:gd name="T6" fmla="*/ 215 w 223"/>
                  <a:gd name="T7" fmla="*/ 97 h 224"/>
                  <a:gd name="T8" fmla="*/ 96 w 223"/>
                  <a:gd name="T9" fmla="*/ 8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3" h="224">
                    <a:moveTo>
                      <a:pt x="96" y="8"/>
                    </a:moveTo>
                    <a:cubicBezTo>
                      <a:pt x="39" y="17"/>
                      <a:pt x="0" y="70"/>
                      <a:pt x="8" y="127"/>
                    </a:cubicBezTo>
                    <a:cubicBezTo>
                      <a:pt x="16" y="184"/>
                      <a:pt x="69" y="224"/>
                      <a:pt x="126" y="215"/>
                    </a:cubicBezTo>
                    <a:cubicBezTo>
                      <a:pt x="183" y="207"/>
                      <a:pt x="223" y="154"/>
                      <a:pt x="215" y="97"/>
                    </a:cubicBezTo>
                    <a:cubicBezTo>
                      <a:pt x="207" y="40"/>
                      <a:pt x="154" y="0"/>
                      <a:pt x="96" y="8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Freeform 89"/>
              <p:cNvSpPr>
                <a:spLocks noEditPoints="1"/>
              </p:cNvSpPr>
              <p:nvPr/>
            </p:nvSpPr>
            <p:spPr bwMode="auto">
              <a:xfrm>
                <a:off x="3206134" y="3742285"/>
                <a:ext cx="111742" cy="27936"/>
              </a:xfrm>
              <a:custGeom>
                <a:avLst/>
                <a:gdLst>
                  <a:gd name="T0" fmla="*/ 11 w 80"/>
                  <a:gd name="T1" fmla="*/ 7 h 20"/>
                  <a:gd name="T2" fmla="*/ 4 w 80"/>
                  <a:gd name="T3" fmla="*/ 8 h 20"/>
                  <a:gd name="T4" fmla="*/ 0 w 80"/>
                  <a:gd name="T5" fmla="*/ 8 h 20"/>
                  <a:gd name="T6" fmla="*/ 27 w 80"/>
                  <a:gd name="T7" fmla="*/ 12 h 20"/>
                  <a:gd name="T8" fmla="*/ 22 w 80"/>
                  <a:gd name="T9" fmla="*/ 9 h 20"/>
                  <a:gd name="T10" fmla="*/ 11 w 80"/>
                  <a:gd name="T11" fmla="*/ 7 h 20"/>
                  <a:gd name="T12" fmla="*/ 77 w 80"/>
                  <a:gd name="T13" fmla="*/ 0 h 20"/>
                  <a:gd name="T14" fmla="*/ 41 w 80"/>
                  <a:gd name="T15" fmla="*/ 6 h 20"/>
                  <a:gd name="T16" fmla="*/ 42 w 80"/>
                  <a:gd name="T17" fmla="*/ 14 h 20"/>
                  <a:gd name="T18" fmla="*/ 80 w 80"/>
                  <a:gd name="T19" fmla="*/ 20 h 20"/>
                  <a:gd name="T20" fmla="*/ 80 w 80"/>
                  <a:gd name="T21" fmla="*/ 20 h 20"/>
                  <a:gd name="T22" fmla="*/ 77 w 80"/>
                  <a:gd name="T2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0" h="20">
                    <a:moveTo>
                      <a:pt x="11" y="7"/>
                    </a:moveTo>
                    <a:cubicBezTo>
                      <a:pt x="9" y="7"/>
                      <a:pt x="7" y="7"/>
                      <a:pt x="4" y="8"/>
                    </a:cubicBezTo>
                    <a:cubicBezTo>
                      <a:pt x="3" y="8"/>
                      <a:pt x="2" y="8"/>
                      <a:pt x="0" y="8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25" y="11"/>
                      <a:pt x="23" y="10"/>
                      <a:pt x="22" y="9"/>
                    </a:cubicBezTo>
                    <a:cubicBezTo>
                      <a:pt x="19" y="8"/>
                      <a:pt x="15" y="7"/>
                      <a:pt x="11" y="7"/>
                    </a:cubicBezTo>
                    <a:moveTo>
                      <a:pt x="77" y="0"/>
                    </a:moveTo>
                    <a:cubicBezTo>
                      <a:pt x="41" y="6"/>
                      <a:pt x="41" y="6"/>
                      <a:pt x="41" y="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77" y="0"/>
                      <a:pt x="77" y="0"/>
                      <a:pt x="77" y="0"/>
                    </a:cubicBezTo>
                  </a:path>
                </a:pathLst>
              </a:custGeom>
              <a:solidFill>
                <a:srgbClr val="9E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Freeform 90"/>
              <p:cNvSpPr>
                <a:spLocks noEditPoints="1"/>
              </p:cNvSpPr>
              <p:nvPr/>
            </p:nvSpPr>
            <p:spPr bwMode="auto">
              <a:xfrm>
                <a:off x="2990928" y="3328427"/>
                <a:ext cx="511115" cy="980844"/>
              </a:xfrm>
              <a:custGeom>
                <a:avLst/>
                <a:gdLst>
                  <a:gd name="T0" fmla="*/ 366 w 494"/>
                  <a:gd name="T1" fmla="*/ 0 h 948"/>
                  <a:gd name="T2" fmla="*/ 494 w 494"/>
                  <a:gd name="T3" fmla="*/ 895 h 948"/>
                  <a:gd name="T4" fmla="*/ 128 w 494"/>
                  <a:gd name="T5" fmla="*/ 948 h 948"/>
                  <a:gd name="T6" fmla="*/ 0 w 494"/>
                  <a:gd name="T7" fmla="*/ 53 h 948"/>
                  <a:gd name="T8" fmla="*/ 366 w 494"/>
                  <a:gd name="T9" fmla="*/ 0 h 948"/>
                  <a:gd name="T10" fmla="*/ 470 w 494"/>
                  <a:gd name="T11" fmla="*/ 876 h 948"/>
                  <a:gd name="T12" fmla="*/ 347 w 494"/>
                  <a:gd name="T13" fmla="*/ 26 h 948"/>
                  <a:gd name="T14" fmla="*/ 26 w 494"/>
                  <a:gd name="T15" fmla="*/ 72 h 948"/>
                  <a:gd name="T16" fmla="*/ 147 w 494"/>
                  <a:gd name="T17" fmla="*/ 922 h 948"/>
                  <a:gd name="T18" fmla="*/ 470 w 494"/>
                  <a:gd name="T19" fmla="*/ 876 h 9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4" h="948">
                    <a:moveTo>
                      <a:pt x="366" y="0"/>
                    </a:moveTo>
                    <a:lnTo>
                      <a:pt x="494" y="895"/>
                    </a:lnTo>
                    <a:lnTo>
                      <a:pt x="128" y="948"/>
                    </a:lnTo>
                    <a:lnTo>
                      <a:pt x="0" y="53"/>
                    </a:lnTo>
                    <a:lnTo>
                      <a:pt x="366" y="0"/>
                    </a:lnTo>
                    <a:close/>
                    <a:moveTo>
                      <a:pt x="470" y="876"/>
                    </a:moveTo>
                    <a:lnTo>
                      <a:pt x="347" y="26"/>
                    </a:lnTo>
                    <a:lnTo>
                      <a:pt x="26" y="72"/>
                    </a:lnTo>
                    <a:lnTo>
                      <a:pt x="147" y="922"/>
                    </a:lnTo>
                    <a:lnTo>
                      <a:pt x="470" y="876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Freeform 91"/>
              <p:cNvSpPr>
                <a:spLocks noEditPoints="1"/>
              </p:cNvSpPr>
              <p:nvPr/>
            </p:nvSpPr>
            <p:spPr bwMode="auto">
              <a:xfrm>
                <a:off x="2990928" y="3328427"/>
                <a:ext cx="511115" cy="980844"/>
              </a:xfrm>
              <a:custGeom>
                <a:avLst/>
                <a:gdLst>
                  <a:gd name="T0" fmla="*/ 366 w 494"/>
                  <a:gd name="T1" fmla="*/ 0 h 948"/>
                  <a:gd name="T2" fmla="*/ 494 w 494"/>
                  <a:gd name="T3" fmla="*/ 895 h 948"/>
                  <a:gd name="T4" fmla="*/ 128 w 494"/>
                  <a:gd name="T5" fmla="*/ 948 h 948"/>
                  <a:gd name="T6" fmla="*/ 0 w 494"/>
                  <a:gd name="T7" fmla="*/ 53 h 948"/>
                  <a:gd name="T8" fmla="*/ 366 w 494"/>
                  <a:gd name="T9" fmla="*/ 0 h 948"/>
                  <a:gd name="T10" fmla="*/ 470 w 494"/>
                  <a:gd name="T11" fmla="*/ 876 h 948"/>
                  <a:gd name="T12" fmla="*/ 347 w 494"/>
                  <a:gd name="T13" fmla="*/ 26 h 948"/>
                  <a:gd name="T14" fmla="*/ 26 w 494"/>
                  <a:gd name="T15" fmla="*/ 72 h 948"/>
                  <a:gd name="T16" fmla="*/ 147 w 494"/>
                  <a:gd name="T17" fmla="*/ 922 h 948"/>
                  <a:gd name="T18" fmla="*/ 470 w 494"/>
                  <a:gd name="T19" fmla="*/ 876 h 9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4" h="948">
                    <a:moveTo>
                      <a:pt x="366" y="0"/>
                    </a:moveTo>
                    <a:lnTo>
                      <a:pt x="494" y="895"/>
                    </a:lnTo>
                    <a:lnTo>
                      <a:pt x="128" y="948"/>
                    </a:lnTo>
                    <a:lnTo>
                      <a:pt x="0" y="53"/>
                    </a:lnTo>
                    <a:lnTo>
                      <a:pt x="366" y="0"/>
                    </a:lnTo>
                    <a:moveTo>
                      <a:pt x="470" y="876"/>
                    </a:moveTo>
                    <a:lnTo>
                      <a:pt x="347" y="26"/>
                    </a:lnTo>
                    <a:lnTo>
                      <a:pt x="26" y="72"/>
                    </a:lnTo>
                    <a:lnTo>
                      <a:pt x="147" y="922"/>
                    </a:lnTo>
                    <a:lnTo>
                      <a:pt x="470" y="87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Freeform 92"/>
              <p:cNvSpPr>
                <a:spLocks/>
              </p:cNvSpPr>
              <p:nvPr/>
            </p:nvSpPr>
            <p:spPr bwMode="auto">
              <a:xfrm>
                <a:off x="3396509" y="4150970"/>
                <a:ext cx="97257" cy="106569"/>
              </a:xfrm>
              <a:custGeom>
                <a:avLst/>
                <a:gdLst>
                  <a:gd name="T0" fmla="*/ 61 w 70"/>
                  <a:gd name="T1" fmla="*/ 0 h 76"/>
                  <a:gd name="T2" fmla="*/ 70 w 70"/>
                  <a:gd name="T3" fmla="*/ 67 h 76"/>
                  <a:gd name="T4" fmla="*/ 5 w 70"/>
                  <a:gd name="T5" fmla="*/ 76 h 76"/>
                  <a:gd name="T6" fmla="*/ 5 w 70"/>
                  <a:gd name="T7" fmla="*/ 73 h 76"/>
                  <a:gd name="T8" fmla="*/ 60 w 70"/>
                  <a:gd name="T9" fmla="*/ 0 h 76"/>
                  <a:gd name="T10" fmla="*/ 61 w 70"/>
                  <a:gd name="T11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0" h="76">
                    <a:moveTo>
                      <a:pt x="61" y="0"/>
                    </a:moveTo>
                    <a:cubicBezTo>
                      <a:pt x="70" y="67"/>
                      <a:pt x="70" y="67"/>
                      <a:pt x="70" y="67"/>
                    </a:cubicBezTo>
                    <a:cubicBezTo>
                      <a:pt x="5" y="76"/>
                      <a:pt x="5" y="76"/>
                      <a:pt x="5" y="76"/>
                    </a:cubicBezTo>
                    <a:cubicBezTo>
                      <a:pt x="5" y="75"/>
                      <a:pt x="5" y="74"/>
                      <a:pt x="5" y="73"/>
                    </a:cubicBezTo>
                    <a:cubicBezTo>
                      <a:pt x="0" y="38"/>
                      <a:pt x="24" y="5"/>
                      <a:pt x="60" y="0"/>
                    </a:cubicBezTo>
                    <a:cubicBezTo>
                      <a:pt x="61" y="0"/>
                      <a:pt x="61" y="0"/>
                      <a:pt x="61" y="0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4" name="Freeform 93"/>
              <p:cNvSpPr>
                <a:spLocks/>
              </p:cNvSpPr>
              <p:nvPr/>
            </p:nvSpPr>
            <p:spPr bwMode="auto">
              <a:xfrm>
                <a:off x="3123363" y="4195460"/>
                <a:ext cx="106569" cy="98292"/>
              </a:xfrm>
              <a:custGeom>
                <a:avLst/>
                <a:gdLst>
                  <a:gd name="T0" fmla="*/ 76 w 76"/>
                  <a:gd name="T1" fmla="*/ 61 h 70"/>
                  <a:gd name="T2" fmla="*/ 9 w 76"/>
                  <a:gd name="T3" fmla="*/ 70 h 70"/>
                  <a:gd name="T4" fmla="*/ 0 w 76"/>
                  <a:gd name="T5" fmla="*/ 6 h 70"/>
                  <a:gd name="T6" fmla="*/ 3 w 76"/>
                  <a:gd name="T7" fmla="*/ 5 h 70"/>
                  <a:gd name="T8" fmla="*/ 76 w 76"/>
                  <a:gd name="T9" fmla="*/ 60 h 70"/>
                  <a:gd name="T10" fmla="*/ 76 w 76"/>
                  <a:gd name="T11" fmla="*/ 6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6" h="70">
                    <a:moveTo>
                      <a:pt x="76" y="61"/>
                    </a:moveTo>
                    <a:cubicBezTo>
                      <a:pt x="9" y="70"/>
                      <a:pt x="9" y="70"/>
                      <a:pt x="9" y="7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5"/>
                      <a:pt x="2" y="5"/>
                      <a:pt x="3" y="5"/>
                    </a:cubicBezTo>
                    <a:cubicBezTo>
                      <a:pt x="38" y="0"/>
                      <a:pt x="71" y="24"/>
                      <a:pt x="76" y="60"/>
                    </a:cubicBezTo>
                    <a:lnTo>
                      <a:pt x="76" y="61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5" name="Freeform 94"/>
              <p:cNvSpPr>
                <a:spLocks/>
              </p:cNvSpPr>
              <p:nvPr/>
            </p:nvSpPr>
            <p:spPr bwMode="auto">
              <a:xfrm>
                <a:off x="3003344" y="3380159"/>
                <a:ext cx="98292" cy="106569"/>
              </a:xfrm>
              <a:custGeom>
                <a:avLst/>
                <a:gdLst>
                  <a:gd name="T0" fmla="*/ 9 w 70"/>
                  <a:gd name="T1" fmla="*/ 76 h 76"/>
                  <a:gd name="T2" fmla="*/ 0 w 70"/>
                  <a:gd name="T3" fmla="*/ 9 h 76"/>
                  <a:gd name="T4" fmla="*/ 65 w 70"/>
                  <a:gd name="T5" fmla="*/ 0 h 76"/>
                  <a:gd name="T6" fmla="*/ 65 w 70"/>
                  <a:gd name="T7" fmla="*/ 3 h 76"/>
                  <a:gd name="T8" fmla="*/ 10 w 70"/>
                  <a:gd name="T9" fmla="*/ 76 h 76"/>
                  <a:gd name="T10" fmla="*/ 9 w 70"/>
                  <a:gd name="T11" fmla="*/ 7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0" h="76">
                    <a:moveTo>
                      <a:pt x="9" y="76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65" y="0"/>
                      <a:pt x="65" y="0"/>
                      <a:pt x="65" y="0"/>
                    </a:cubicBezTo>
                    <a:cubicBezTo>
                      <a:pt x="65" y="1"/>
                      <a:pt x="65" y="2"/>
                      <a:pt x="65" y="3"/>
                    </a:cubicBezTo>
                    <a:cubicBezTo>
                      <a:pt x="70" y="38"/>
                      <a:pt x="46" y="71"/>
                      <a:pt x="10" y="76"/>
                    </a:cubicBezTo>
                    <a:lnTo>
                      <a:pt x="9" y="76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6" name="Freeform 95"/>
              <p:cNvSpPr>
                <a:spLocks/>
              </p:cNvSpPr>
              <p:nvPr/>
            </p:nvSpPr>
            <p:spPr bwMode="auto">
              <a:xfrm>
                <a:off x="3267178" y="3342912"/>
                <a:ext cx="107603" cy="99326"/>
              </a:xfrm>
              <a:custGeom>
                <a:avLst/>
                <a:gdLst>
                  <a:gd name="T0" fmla="*/ 0 w 77"/>
                  <a:gd name="T1" fmla="*/ 10 h 71"/>
                  <a:gd name="T2" fmla="*/ 67 w 77"/>
                  <a:gd name="T3" fmla="*/ 0 h 71"/>
                  <a:gd name="T4" fmla="*/ 77 w 77"/>
                  <a:gd name="T5" fmla="*/ 65 h 71"/>
                  <a:gd name="T6" fmla="*/ 73 w 77"/>
                  <a:gd name="T7" fmla="*/ 66 h 71"/>
                  <a:gd name="T8" fmla="*/ 0 w 77"/>
                  <a:gd name="T9" fmla="*/ 11 h 71"/>
                  <a:gd name="T10" fmla="*/ 0 w 77"/>
                  <a:gd name="T11" fmla="*/ 1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71">
                    <a:moveTo>
                      <a:pt x="0" y="10"/>
                    </a:moveTo>
                    <a:cubicBezTo>
                      <a:pt x="67" y="0"/>
                      <a:pt x="67" y="0"/>
                      <a:pt x="67" y="0"/>
                    </a:cubicBezTo>
                    <a:cubicBezTo>
                      <a:pt x="77" y="65"/>
                      <a:pt x="77" y="65"/>
                      <a:pt x="77" y="65"/>
                    </a:cubicBezTo>
                    <a:cubicBezTo>
                      <a:pt x="75" y="66"/>
                      <a:pt x="74" y="66"/>
                      <a:pt x="73" y="66"/>
                    </a:cubicBezTo>
                    <a:cubicBezTo>
                      <a:pt x="38" y="71"/>
                      <a:pt x="5" y="46"/>
                      <a:pt x="0" y="11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Freeform 96"/>
              <p:cNvSpPr>
                <a:spLocks/>
              </p:cNvSpPr>
              <p:nvPr/>
            </p:nvSpPr>
            <p:spPr bwMode="auto">
              <a:xfrm>
                <a:off x="2307026" y="3635717"/>
                <a:ext cx="1038785" cy="562847"/>
              </a:xfrm>
              <a:custGeom>
                <a:avLst/>
                <a:gdLst>
                  <a:gd name="T0" fmla="*/ 1 w 744"/>
                  <a:gd name="T1" fmla="*/ 282 h 403"/>
                  <a:gd name="T2" fmla="*/ 20 w 744"/>
                  <a:gd name="T3" fmla="*/ 307 h 403"/>
                  <a:gd name="T4" fmla="*/ 681 w 744"/>
                  <a:gd name="T5" fmla="*/ 401 h 403"/>
                  <a:gd name="T6" fmla="*/ 705 w 744"/>
                  <a:gd name="T7" fmla="*/ 382 h 403"/>
                  <a:gd name="T8" fmla="*/ 743 w 744"/>
                  <a:gd name="T9" fmla="*/ 121 h 403"/>
                  <a:gd name="T10" fmla="*/ 724 w 744"/>
                  <a:gd name="T11" fmla="*/ 96 h 403"/>
                  <a:gd name="T12" fmla="*/ 63 w 744"/>
                  <a:gd name="T13" fmla="*/ 2 h 403"/>
                  <a:gd name="T14" fmla="*/ 38 w 744"/>
                  <a:gd name="T15" fmla="*/ 21 h 403"/>
                  <a:gd name="T16" fmla="*/ 1 w 744"/>
                  <a:gd name="T17" fmla="*/ 282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4" h="403">
                    <a:moveTo>
                      <a:pt x="1" y="282"/>
                    </a:moveTo>
                    <a:cubicBezTo>
                      <a:pt x="0" y="294"/>
                      <a:pt x="8" y="306"/>
                      <a:pt x="20" y="307"/>
                    </a:cubicBezTo>
                    <a:cubicBezTo>
                      <a:pt x="681" y="401"/>
                      <a:pt x="681" y="401"/>
                      <a:pt x="681" y="401"/>
                    </a:cubicBezTo>
                    <a:cubicBezTo>
                      <a:pt x="693" y="403"/>
                      <a:pt x="704" y="394"/>
                      <a:pt x="705" y="382"/>
                    </a:cubicBezTo>
                    <a:cubicBezTo>
                      <a:pt x="743" y="121"/>
                      <a:pt x="743" y="121"/>
                      <a:pt x="743" y="121"/>
                    </a:cubicBezTo>
                    <a:cubicBezTo>
                      <a:pt x="744" y="109"/>
                      <a:pt x="736" y="97"/>
                      <a:pt x="724" y="96"/>
                    </a:cubicBezTo>
                    <a:cubicBezTo>
                      <a:pt x="63" y="2"/>
                      <a:pt x="63" y="2"/>
                      <a:pt x="63" y="2"/>
                    </a:cubicBezTo>
                    <a:cubicBezTo>
                      <a:pt x="51" y="0"/>
                      <a:pt x="40" y="9"/>
                      <a:pt x="38" y="21"/>
                    </a:cubicBezTo>
                    <a:cubicBezTo>
                      <a:pt x="1" y="282"/>
                      <a:pt x="1" y="282"/>
                      <a:pt x="1" y="282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8" name="Freeform 97"/>
              <p:cNvSpPr>
                <a:spLocks/>
              </p:cNvSpPr>
              <p:nvPr/>
            </p:nvSpPr>
            <p:spPr bwMode="auto">
              <a:xfrm>
                <a:off x="2670188" y="3761944"/>
                <a:ext cx="312463" cy="311429"/>
              </a:xfrm>
              <a:custGeom>
                <a:avLst/>
                <a:gdLst>
                  <a:gd name="T0" fmla="*/ 8 w 224"/>
                  <a:gd name="T1" fmla="*/ 97 h 223"/>
                  <a:gd name="T2" fmla="*/ 97 w 224"/>
                  <a:gd name="T3" fmla="*/ 215 h 223"/>
                  <a:gd name="T4" fmla="*/ 215 w 224"/>
                  <a:gd name="T5" fmla="*/ 126 h 223"/>
                  <a:gd name="T6" fmla="*/ 127 w 224"/>
                  <a:gd name="T7" fmla="*/ 8 h 223"/>
                  <a:gd name="T8" fmla="*/ 8 w 224"/>
                  <a:gd name="T9" fmla="*/ 97 h 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4" h="223">
                    <a:moveTo>
                      <a:pt x="8" y="97"/>
                    </a:moveTo>
                    <a:cubicBezTo>
                      <a:pt x="0" y="154"/>
                      <a:pt x="40" y="207"/>
                      <a:pt x="97" y="215"/>
                    </a:cubicBezTo>
                    <a:cubicBezTo>
                      <a:pt x="154" y="223"/>
                      <a:pt x="207" y="183"/>
                      <a:pt x="215" y="126"/>
                    </a:cubicBezTo>
                    <a:cubicBezTo>
                      <a:pt x="224" y="69"/>
                      <a:pt x="184" y="16"/>
                      <a:pt x="127" y="8"/>
                    </a:cubicBezTo>
                    <a:cubicBezTo>
                      <a:pt x="69" y="0"/>
                      <a:pt x="17" y="40"/>
                      <a:pt x="8" y="97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Freeform 98"/>
              <p:cNvSpPr>
                <a:spLocks noEditPoints="1"/>
              </p:cNvSpPr>
              <p:nvPr/>
            </p:nvSpPr>
            <p:spPr bwMode="auto">
              <a:xfrm>
                <a:off x="2335997" y="3665721"/>
                <a:ext cx="980844" cy="509046"/>
              </a:xfrm>
              <a:custGeom>
                <a:avLst/>
                <a:gdLst>
                  <a:gd name="T0" fmla="*/ 52 w 948"/>
                  <a:gd name="T1" fmla="*/ 0 h 492"/>
                  <a:gd name="T2" fmla="*/ 948 w 948"/>
                  <a:gd name="T3" fmla="*/ 126 h 492"/>
                  <a:gd name="T4" fmla="*/ 895 w 948"/>
                  <a:gd name="T5" fmla="*/ 492 h 492"/>
                  <a:gd name="T6" fmla="*/ 0 w 948"/>
                  <a:gd name="T7" fmla="*/ 365 h 492"/>
                  <a:gd name="T8" fmla="*/ 52 w 948"/>
                  <a:gd name="T9" fmla="*/ 0 h 492"/>
                  <a:gd name="T10" fmla="*/ 922 w 948"/>
                  <a:gd name="T11" fmla="*/ 145 h 492"/>
                  <a:gd name="T12" fmla="*/ 70 w 948"/>
                  <a:gd name="T13" fmla="*/ 25 h 492"/>
                  <a:gd name="T14" fmla="*/ 25 w 948"/>
                  <a:gd name="T15" fmla="*/ 346 h 492"/>
                  <a:gd name="T16" fmla="*/ 876 w 948"/>
                  <a:gd name="T17" fmla="*/ 468 h 492"/>
                  <a:gd name="T18" fmla="*/ 922 w 948"/>
                  <a:gd name="T19" fmla="*/ 145 h 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48" h="492">
                    <a:moveTo>
                      <a:pt x="52" y="0"/>
                    </a:moveTo>
                    <a:lnTo>
                      <a:pt x="948" y="126"/>
                    </a:lnTo>
                    <a:lnTo>
                      <a:pt x="895" y="492"/>
                    </a:lnTo>
                    <a:lnTo>
                      <a:pt x="0" y="365"/>
                    </a:lnTo>
                    <a:lnTo>
                      <a:pt x="52" y="0"/>
                    </a:lnTo>
                    <a:close/>
                    <a:moveTo>
                      <a:pt x="922" y="145"/>
                    </a:moveTo>
                    <a:lnTo>
                      <a:pt x="70" y="25"/>
                    </a:lnTo>
                    <a:lnTo>
                      <a:pt x="25" y="346"/>
                    </a:lnTo>
                    <a:lnTo>
                      <a:pt x="876" y="468"/>
                    </a:lnTo>
                    <a:lnTo>
                      <a:pt x="922" y="145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0" name="Freeform 99"/>
              <p:cNvSpPr>
                <a:spLocks/>
              </p:cNvSpPr>
              <p:nvPr/>
            </p:nvSpPr>
            <p:spPr bwMode="auto">
              <a:xfrm>
                <a:off x="3201996" y="3787809"/>
                <a:ext cx="101395" cy="105534"/>
              </a:xfrm>
              <a:custGeom>
                <a:avLst/>
                <a:gdLst>
                  <a:gd name="T0" fmla="*/ 6 w 73"/>
                  <a:gd name="T1" fmla="*/ 0 h 75"/>
                  <a:gd name="T2" fmla="*/ 73 w 73"/>
                  <a:gd name="T3" fmla="*/ 10 h 75"/>
                  <a:gd name="T4" fmla="*/ 63 w 73"/>
                  <a:gd name="T5" fmla="*/ 75 h 75"/>
                  <a:gd name="T6" fmla="*/ 60 w 73"/>
                  <a:gd name="T7" fmla="*/ 74 h 75"/>
                  <a:gd name="T8" fmla="*/ 5 w 73"/>
                  <a:gd name="T9" fmla="*/ 1 h 75"/>
                  <a:gd name="T10" fmla="*/ 6 w 73"/>
                  <a:gd name="T1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75">
                    <a:moveTo>
                      <a:pt x="6" y="0"/>
                    </a:moveTo>
                    <a:cubicBezTo>
                      <a:pt x="73" y="10"/>
                      <a:pt x="73" y="10"/>
                      <a:pt x="73" y="10"/>
                    </a:cubicBezTo>
                    <a:cubicBezTo>
                      <a:pt x="63" y="75"/>
                      <a:pt x="63" y="75"/>
                      <a:pt x="63" y="75"/>
                    </a:cubicBezTo>
                    <a:cubicBezTo>
                      <a:pt x="62" y="75"/>
                      <a:pt x="61" y="75"/>
                      <a:pt x="60" y="74"/>
                    </a:cubicBezTo>
                    <a:cubicBezTo>
                      <a:pt x="25" y="69"/>
                      <a:pt x="0" y="37"/>
                      <a:pt x="5" y="1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1" name="Freeform 100"/>
              <p:cNvSpPr>
                <a:spLocks/>
              </p:cNvSpPr>
              <p:nvPr/>
            </p:nvSpPr>
            <p:spPr bwMode="auto">
              <a:xfrm>
                <a:off x="3159575" y="4058887"/>
                <a:ext cx="105534" cy="100361"/>
              </a:xfrm>
              <a:custGeom>
                <a:avLst/>
                <a:gdLst>
                  <a:gd name="T0" fmla="*/ 75 w 75"/>
                  <a:gd name="T1" fmla="*/ 5 h 72"/>
                  <a:gd name="T2" fmla="*/ 65 w 75"/>
                  <a:gd name="T3" fmla="*/ 72 h 72"/>
                  <a:gd name="T4" fmla="*/ 0 w 75"/>
                  <a:gd name="T5" fmla="*/ 63 h 72"/>
                  <a:gd name="T6" fmla="*/ 1 w 75"/>
                  <a:gd name="T7" fmla="*/ 60 h 72"/>
                  <a:gd name="T8" fmla="*/ 74 w 75"/>
                  <a:gd name="T9" fmla="*/ 5 h 72"/>
                  <a:gd name="T10" fmla="*/ 75 w 75"/>
                  <a:gd name="T11" fmla="*/ 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72">
                    <a:moveTo>
                      <a:pt x="75" y="5"/>
                    </a:moveTo>
                    <a:cubicBezTo>
                      <a:pt x="65" y="72"/>
                      <a:pt x="65" y="72"/>
                      <a:pt x="65" y="72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0" y="62"/>
                      <a:pt x="0" y="61"/>
                      <a:pt x="1" y="60"/>
                    </a:cubicBezTo>
                    <a:cubicBezTo>
                      <a:pt x="6" y="24"/>
                      <a:pt x="38" y="0"/>
                      <a:pt x="74" y="5"/>
                    </a:cubicBezTo>
                    <a:lnTo>
                      <a:pt x="75" y="5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Freeform 101"/>
              <p:cNvSpPr>
                <a:spLocks/>
              </p:cNvSpPr>
              <p:nvPr/>
            </p:nvSpPr>
            <p:spPr bwMode="auto">
              <a:xfrm>
                <a:off x="2348412" y="3945076"/>
                <a:ext cx="101395" cy="102430"/>
              </a:xfrm>
              <a:custGeom>
                <a:avLst/>
                <a:gdLst>
                  <a:gd name="T0" fmla="*/ 67 w 72"/>
                  <a:gd name="T1" fmla="*/ 74 h 74"/>
                  <a:gd name="T2" fmla="*/ 0 w 72"/>
                  <a:gd name="T3" fmla="*/ 65 h 74"/>
                  <a:gd name="T4" fmla="*/ 9 w 72"/>
                  <a:gd name="T5" fmla="*/ 0 h 74"/>
                  <a:gd name="T6" fmla="*/ 12 w 72"/>
                  <a:gd name="T7" fmla="*/ 0 h 74"/>
                  <a:gd name="T8" fmla="*/ 67 w 72"/>
                  <a:gd name="T9" fmla="*/ 73 h 74"/>
                  <a:gd name="T10" fmla="*/ 67 w 72"/>
                  <a:gd name="T11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74">
                    <a:moveTo>
                      <a:pt x="67" y="74"/>
                    </a:moveTo>
                    <a:cubicBezTo>
                      <a:pt x="0" y="65"/>
                      <a:pt x="0" y="65"/>
                      <a:pt x="0" y="65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0" y="0"/>
                      <a:pt x="11" y="0"/>
                      <a:pt x="12" y="0"/>
                    </a:cubicBezTo>
                    <a:cubicBezTo>
                      <a:pt x="48" y="5"/>
                      <a:pt x="72" y="38"/>
                      <a:pt x="67" y="73"/>
                    </a:cubicBezTo>
                    <a:lnTo>
                      <a:pt x="67" y="74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Freeform 102"/>
              <p:cNvSpPr>
                <a:spLocks/>
              </p:cNvSpPr>
              <p:nvPr/>
            </p:nvSpPr>
            <p:spPr bwMode="auto">
              <a:xfrm>
                <a:off x="2387729" y="3678137"/>
                <a:ext cx="103465" cy="100361"/>
              </a:xfrm>
              <a:custGeom>
                <a:avLst/>
                <a:gdLst>
                  <a:gd name="T0" fmla="*/ 0 w 74"/>
                  <a:gd name="T1" fmla="*/ 67 h 72"/>
                  <a:gd name="T2" fmla="*/ 9 w 74"/>
                  <a:gd name="T3" fmla="*/ 0 h 72"/>
                  <a:gd name="T4" fmla="*/ 74 w 74"/>
                  <a:gd name="T5" fmla="*/ 9 h 72"/>
                  <a:gd name="T6" fmla="*/ 74 w 74"/>
                  <a:gd name="T7" fmla="*/ 12 h 72"/>
                  <a:gd name="T8" fmla="*/ 1 w 74"/>
                  <a:gd name="T9" fmla="*/ 67 h 72"/>
                  <a:gd name="T10" fmla="*/ 0 w 74"/>
                  <a:gd name="T11" fmla="*/ 67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72">
                    <a:moveTo>
                      <a:pt x="0" y="67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74" y="9"/>
                      <a:pt x="74" y="9"/>
                      <a:pt x="74" y="9"/>
                    </a:cubicBezTo>
                    <a:cubicBezTo>
                      <a:pt x="74" y="10"/>
                      <a:pt x="74" y="11"/>
                      <a:pt x="74" y="12"/>
                    </a:cubicBezTo>
                    <a:cubicBezTo>
                      <a:pt x="69" y="47"/>
                      <a:pt x="36" y="72"/>
                      <a:pt x="1" y="67"/>
                    </a:cubicBez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4" name="Freeform 103"/>
              <p:cNvSpPr>
                <a:spLocks/>
              </p:cNvSpPr>
              <p:nvPr/>
            </p:nvSpPr>
            <p:spPr bwMode="auto">
              <a:xfrm>
                <a:off x="2086647" y="4041298"/>
                <a:ext cx="1059478" cy="646654"/>
              </a:xfrm>
              <a:custGeom>
                <a:avLst/>
                <a:gdLst>
                  <a:gd name="T0" fmla="*/ 65 w 759"/>
                  <a:gd name="T1" fmla="*/ 444 h 463"/>
                  <a:gd name="T2" fmla="*/ 92 w 759"/>
                  <a:gd name="T3" fmla="*/ 460 h 463"/>
                  <a:gd name="T4" fmla="*/ 740 w 759"/>
                  <a:gd name="T5" fmla="*/ 302 h 463"/>
                  <a:gd name="T6" fmla="*/ 756 w 759"/>
                  <a:gd name="T7" fmla="*/ 276 h 463"/>
                  <a:gd name="T8" fmla="*/ 694 w 759"/>
                  <a:gd name="T9" fmla="*/ 19 h 463"/>
                  <a:gd name="T10" fmla="*/ 667 w 759"/>
                  <a:gd name="T11" fmla="*/ 3 h 463"/>
                  <a:gd name="T12" fmla="*/ 19 w 759"/>
                  <a:gd name="T13" fmla="*/ 161 h 463"/>
                  <a:gd name="T14" fmla="*/ 3 w 759"/>
                  <a:gd name="T15" fmla="*/ 187 h 463"/>
                  <a:gd name="T16" fmla="*/ 65 w 759"/>
                  <a:gd name="T17" fmla="*/ 444 h 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9" h="463">
                    <a:moveTo>
                      <a:pt x="65" y="444"/>
                    </a:moveTo>
                    <a:cubicBezTo>
                      <a:pt x="68" y="456"/>
                      <a:pt x="80" y="463"/>
                      <a:pt x="92" y="460"/>
                    </a:cubicBezTo>
                    <a:cubicBezTo>
                      <a:pt x="740" y="302"/>
                      <a:pt x="740" y="302"/>
                      <a:pt x="740" y="302"/>
                    </a:cubicBezTo>
                    <a:cubicBezTo>
                      <a:pt x="752" y="299"/>
                      <a:pt x="759" y="288"/>
                      <a:pt x="756" y="276"/>
                    </a:cubicBezTo>
                    <a:cubicBezTo>
                      <a:pt x="694" y="19"/>
                      <a:pt x="694" y="19"/>
                      <a:pt x="694" y="19"/>
                    </a:cubicBezTo>
                    <a:cubicBezTo>
                      <a:pt x="691" y="7"/>
                      <a:pt x="679" y="0"/>
                      <a:pt x="667" y="3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7" y="164"/>
                      <a:pt x="0" y="176"/>
                      <a:pt x="3" y="187"/>
                    </a:cubicBezTo>
                    <a:cubicBezTo>
                      <a:pt x="65" y="444"/>
                      <a:pt x="65" y="444"/>
                      <a:pt x="65" y="444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Freeform 104"/>
              <p:cNvSpPr>
                <a:spLocks/>
              </p:cNvSpPr>
              <p:nvPr/>
            </p:nvSpPr>
            <p:spPr bwMode="auto">
              <a:xfrm>
                <a:off x="2454981" y="4202703"/>
                <a:ext cx="322810" cy="322810"/>
              </a:xfrm>
              <a:custGeom>
                <a:avLst/>
                <a:gdLst>
                  <a:gd name="T0" fmla="*/ 14 w 231"/>
                  <a:gd name="T1" fmla="*/ 140 h 231"/>
                  <a:gd name="T2" fmla="*/ 140 w 231"/>
                  <a:gd name="T3" fmla="*/ 217 h 231"/>
                  <a:gd name="T4" fmla="*/ 217 w 231"/>
                  <a:gd name="T5" fmla="*/ 91 h 231"/>
                  <a:gd name="T6" fmla="*/ 91 w 231"/>
                  <a:gd name="T7" fmla="*/ 14 h 231"/>
                  <a:gd name="T8" fmla="*/ 14 w 231"/>
                  <a:gd name="T9" fmla="*/ 140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1" h="231">
                    <a:moveTo>
                      <a:pt x="14" y="140"/>
                    </a:moveTo>
                    <a:cubicBezTo>
                      <a:pt x="28" y="196"/>
                      <a:pt x="84" y="231"/>
                      <a:pt x="140" y="217"/>
                    </a:cubicBezTo>
                    <a:cubicBezTo>
                      <a:pt x="196" y="204"/>
                      <a:pt x="231" y="147"/>
                      <a:pt x="217" y="91"/>
                    </a:cubicBezTo>
                    <a:cubicBezTo>
                      <a:pt x="203" y="35"/>
                      <a:pt x="147" y="0"/>
                      <a:pt x="91" y="14"/>
                    </a:cubicBezTo>
                    <a:cubicBezTo>
                      <a:pt x="35" y="28"/>
                      <a:pt x="0" y="84"/>
                      <a:pt x="14" y="140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6" name="Freeform 105"/>
              <p:cNvSpPr>
                <a:spLocks/>
              </p:cNvSpPr>
              <p:nvPr/>
            </p:nvSpPr>
            <p:spPr bwMode="auto">
              <a:xfrm>
                <a:off x="2534649" y="4266851"/>
                <a:ext cx="160370" cy="188306"/>
              </a:xfrm>
              <a:custGeom>
                <a:avLst/>
                <a:gdLst>
                  <a:gd name="T0" fmla="*/ 49 w 115"/>
                  <a:gd name="T1" fmla="*/ 0 h 135"/>
                  <a:gd name="T2" fmla="*/ 32 w 115"/>
                  <a:gd name="T3" fmla="*/ 5 h 135"/>
                  <a:gd name="T4" fmla="*/ 36 w 115"/>
                  <a:gd name="T5" fmla="*/ 21 h 135"/>
                  <a:gd name="T6" fmla="*/ 29 w 115"/>
                  <a:gd name="T7" fmla="*/ 26 h 135"/>
                  <a:gd name="T8" fmla="*/ 24 w 115"/>
                  <a:gd name="T9" fmla="*/ 30 h 135"/>
                  <a:gd name="T10" fmla="*/ 22 w 115"/>
                  <a:gd name="T11" fmla="*/ 24 h 135"/>
                  <a:gd name="T12" fmla="*/ 0 w 115"/>
                  <a:gd name="T13" fmla="*/ 29 h 135"/>
                  <a:gd name="T14" fmla="*/ 9 w 115"/>
                  <a:gd name="T15" fmla="*/ 65 h 135"/>
                  <a:gd name="T16" fmla="*/ 31 w 115"/>
                  <a:gd name="T17" fmla="*/ 60 h 135"/>
                  <a:gd name="T18" fmla="*/ 32 w 115"/>
                  <a:gd name="T19" fmla="*/ 53 h 135"/>
                  <a:gd name="T20" fmla="*/ 35 w 115"/>
                  <a:gd name="T21" fmla="*/ 46 h 135"/>
                  <a:gd name="T22" fmla="*/ 41 w 115"/>
                  <a:gd name="T23" fmla="*/ 42 h 135"/>
                  <a:gd name="T24" fmla="*/ 47 w 115"/>
                  <a:gd name="T25" fmla="*/ 39 h 135"/>
                  <a:gd name="T26" fmla="*/ 51 w 115"/>
                  <a:gd name="T27" fmla="*/ 38 h 135"/>
                  <a:gd name="T28" fmla="*/ 54 w 115"/>
                  <a:gd name="T29" fmla="*/ 39 h 135"/>
                  <a:gd name="T30" fmla="*/ 58 w 115"/>
                  <a:gd name="T31" fmla="*/ 43 h 135"/>
                  <a:gd name="T32" fmla="*/ 55 w 115"/>
                  <a:gd name="T33" fmla="*/ 49 h 135"/>
                  <a:gd name="T34" fmla="*/ 46 w 115"/>
                  <a:gd name="T35" fmla="*/ 55 h 135"/>
                  <a:gd name="T36" fmla="*/ 34 w 115"/>
                  <a:gd name="T37" fmla="*/ 62 h 135"/>
                  <a:gd name="T38" fmla="*/ 22 w 115"/>
                  <a:gd name="T39" fmla="*/ 71 h 135"/>
                  <a:gd name="T40" fmla="*/ 14 w 115"/>
                  <a:gd name="T41" fmla="*/ 84 h 135"/>
                  <a:gd name="T42" fmla="*/ 14 w 115"/>
                  <a:gd name="T43" fmla="*/ 101 h 135"/>
                  <a:gd name="T44" fmla="*/ 20 w 115"/>
                  <a:gd name="T45" fmla="*/ 113 h 135"/>
                  <a:gd name="T46" fmla="*/ 31 w 115"/>
                  <a:gd name="T47" fmla="*/ 120 h 135"/>
                  <a:gd name="T48" fmla="*/ 45 w 115"/>
                  <a:gd name="T49" fmla="*/ 123 h 135"/>
                  <a:gd name="T50" fmla="*/ 46 w 115"/>
                  <a:gd name="T51" fmla="*/ 123 h 135"/>
                  <a:gd name="T52" fmla="*/ 60 w 115"/>
                  <a:gd name="T53" fmla="*/ 121 h 135"/>
                  <a:gd name="T54" fmla="*/ 63 w 115"/>
                  <a:gd name="T55" fmla="*/ 135 h 135"/>
                  <a:gd name="T56" fmla="*/ 81 w 115"/>
                  <a:gd name="T57" fmla="*/ 131 h 135"/>
                  <a:gd name="T58" fmla="*/ 77 w 115"/>
                  <a:gd name="T59" fmla="*/ 116 h 135"/>
                  <a:gd name="T60" fmla="*/ 91 w 115"/>
                  <a:gd name="T61" fmla="*/ 106 h 135"/>
                  <a:gd name="T62" fmla="*/ 92 w 115"/>
                  <a:gd name="T63" fmla="*/ 112 h 135"/>
                  <a:gd name="T64" fmla="*/ 115 w 115"/>
                  <a:gd name="T65" fmla="*/ 106 h 135"/>
                  <a:gd name="T66" fmla="*/ 106 w 115"/>
                  <a:gd name="T67" fmla="*/ 69 h 135"/>
                  <a:gd name="T68" fmla="*/ 83 w 115"/>
                  <a:gd name="T69" fmla="*/ 75 h 135"/>
                  <a:gd name="T70" fmla="*/ 79 w 115"/>
                  <a:gd name="T71" fmla="*/ 89 h 135"/>
                  <a:gd name="T72" fmla="*/ 67 w 115"/>
                  <a:gd name="T73" fmla="*/ 97 h 135"/>
                  <a:gd name="T74" fmla="*/ 62 w 115"/>
                  <a:gd name="T75" fmla="*/ 98 h 135"/>
                  <a:gd name="T76" fmla="*/ 59 w 115"/>
                  <a:gd name="T77" fmla="*/ 97 h 135"/>
                  <a:gd name="T78" fmla="*/ 55 w 115"/>
                  <a:gd name="T79" fmla="*/ 93 h 135"/>
                  <a:gd name="T80" fmla="*/ 58 w 115"/>
                  <a:gd name="T81" fmla="*/ 87 h 135"/>
                  <a:gd name="T82" fmla="*/ 67 w 115"/>
                  <a:gd name="T83" fmla="*/ 81 h 135"/>
                  <a:gd name="T84" fmla="*/ 79 w 115"/>
                  <a:gd name="T85" fmla="*/ 74 h 135"/>
                  <a:gd name="T86" fmla="*/ 91 w 115"/>
                  <a:gd name="T87" fmla="*/ 65 h 135"/>
                  <a:gd name="T88" fmla="*/ 98 w 115"/>
                  <a:gd name="T89" fmla="*/ 53 h 135"/>
                  <a:gd name="T90" fmla="*/ 98 w 115"/>
                  <a:gd name="T91" fmla="*/ 36 h 135"/>
                  <a:gd name="T92" fmla="*/ 92 w 115"/>
                  <a:gd name="T93" fmla="*/ 23 h 135"/>
                  <a:gd name="T94" fmla="*/ 81 w 115"/>
                  <a:gd name="T95" fmla="*/ 16 h 135"/>
                  <a:gd name="T96" fmla="*/ 68 w 115"/>
                  <a:gd name="T97" fmla="*/ 13 h 135"/>
                  <a:gd name="T98" fmla="*/ 65 w 115"/>
                  <a:gd name="T99" fmla="*/ 13 h 135"/>
                  <a:gd name="T100" fmla="*/ 52 w 115"/>
                  <a:gd name="T101" fmla="*/ 15 h 135"/>
                  <a:gd name="T102" fmla="*/ 49 w 115"/>
                  <a:gd name="T103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15" h="135">
                    <a:moveTo>
                      <a:pt x="49" y="0"/>
                    </a:moveTo>
                    <a:cubicBezTo>
                      <a:pt x="32" y="5"/>
                      <a:pt x="32" y="5"/>
                      <a:pt x="32" y="5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33" y="23"/>
                      <a:pt x="31" y="24"/>
                      <a:pt x="29" y="26"/>
                    </a:cubicBezTo>
                    <a:cubicBezTo>
                      <a:pt x="27" y="27"/>
                      <a:pt x="25" y="29"/>
                      <a:pt x="24" y="30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9" y="65"/>
                      <a:pt x="9" y="65"/>
                      <a:pt x="9" y="65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57"/>
                      <a:pt x="31" y="55"/>
                      <a:pt x="32" y="53"/>
                    </a:cubicBezTo>
                    <a:cubicBezTo>
                      <a:pt x="33" y="50"/>
                      <a:pt x="34" y="48"/>
                      <a:pt x="35" y="46"/>
                    </a:cubicBezTo>
                    <a:cubicBezTo>
                      <a:pt x="37" y="45"/>
                      <a:pt x="39" y="43"/>
                      <a:pt x="41" y="42"/>
                    </a:cubicBezTo>
                    <a:cubicBezTo>
                      <a:pt x="43" y="40"/>
                      <a:pt x="45" y="39"/>
                      <a:pt x="47" y="39"/>
                    </a:cubicBezTo>
                    <a:cubicBezTo>
                      <a:pt x="48" y="38"/>
                      <a:pt x="50" y="38"/>
                      <a:pt x="51" y="38"/>
                    </a:cubicBezTo>
                    <a:cubicBezTo>
                      <a:pt x="52" y="38"/>
                      <a:pt x="53" y="38"/>
                      <a:pt x="54" y="39"/>
                    </a:cubicBezTo>
                    <a:cubicBezTo>
                      <a:pt x="56" y="39"/>
                      <a:pt x="58" y="41"/>
                      <a:pt x="58" y="43"/>
                    </a:cubicBezTo>
                    <a:cubicBezTo>
                      <a:pt x="59" y="45"/>
                      <a:pt x="58" y="47"/>
                      <a:pt x="55" y="49"/>
                    </a:cubicBezTo>
                    <a:cubicBezTo>
                      <a:pt x="53" y="51"/>
                      <a:pt x="50" y="53"/>
                      <a:pt x="46" y="55"/>
                    </a:cubicBezTo>
                    <a:cubicBezTo>
                      <a:pt x="42" y="57"/>
                      <a:pt x="38" y="60"/>
                      <a:pt x="34" y="62"/>
                    </a:cubicBezTo>
                    <a:cubicBezTo>
                      <a:pt x="29" y="65"/>
                      <a:pt x="25" y="68"/>
                      <a:pt x="22" y="71"/>
                    </a:cubicBezTo>
                    <a:cubicBezTo>
                      <a:pt x="19" y="75"/>
                      <a:pt x="16" y="79"/>
                      <a:pt x="14" y="84"/>
                    </a:cubicBezTo>
                    <a:cubicBezTo>
                      <a:pt x="13" y="88"/>
                      <a:pt x="13" y="94"/>
                      <a:pt x="14" y="101"/>
                    </a:cubicBezTo>
                    <a:cubicBezTo>
                      <a:pt x="15" y="106"/>
                      <a:pt x="18" y="110"/>
                      <a:pt x="20" y="113"/>
                    </a:cubicBezTo>
                    <a:cubicBezTo>
                      <a:pt x="23" y="116"/>
                      <a:pt x="27" y="119"/>
                      <a:pt x="31" y="120"/>
                    </a:cubicBezTo>
                    <a:cubicBezTo>
                      <a:pt x="35" y="122"/>
                      <a:pt x="40" y="123"/>
                      <a:pt x="45" y="123"/>
                    </a:cubicBezTo>
                    <a:cubicBezTo>
                      <a:pt x="45" y="123"/>
                      <a:pt x="46" y="123"/>
                      <a:pt x="46" y="123"/>
                    </a:cubicBezTo>
                    <a:cubicBezTo>
                      <a:pt x="51" y="123"/>
                      <a:pt x="55" y="122"/>
                      <a:pt x="60" y="121"/>
                    </a:cubicBezTo>
                    <a:cubicBezTo>
                      <a:pt x="63" y="135"/>
                      <a:pt x="63" y="135"/>
                      <a:pt x="63" y="135"/>
                    </a:cubicBezTo>
                    <a:cubicBezTo>
                      <a:pt x="81" y="131"/>
                      <a:pt x="81" y="131"/>
                      <a:pt x="81" y="131"/>
                    </a:cubicBezTo>
                    <a:cubicBezTo>
                      <a:pt x="77" y="116"/>
                      <a:pt x="77" y="116"/>
                      <a:pt x="77" y="116"/>
                    </a:cubicBezTo>
                    <a:cubicBezTo>
                      <a:pt x="82" y="113"/>
                      <a:pt x="86" y="110"/>
                      <a:pt x="91" y="106"/>
                    </a:cubicBezTo>
                    <a:cubicBezTo>
                      <a:pt x="92" y="112"/>
                      <a:pt x="92" y="112"/>
                      <a:pt x="92" y="112"/>
                    </a:cubicBezTo>
                    <a:cubicBezTo>
                      <a:pt x="115" y="106"/>
                      <a:pt x="115" y="106"/>
                      <a:pt x="115" y="106"/>
                    </a:cubicBezTo>
                    <a:cubicBezTo>
                      <a:pt x="106" y="69"/>
                      <a:pt x="106" y="69"/>
                      <a:pt x="106" y="69"/>
                    </a:cubicBezTo>
                    <a:cubicBezTo>
                      <a:pt x="83" y="75"/>
                      <a:pt x="83" y="75"/>
                      <a:pt x="83" y="75"/>
                    </a:cubicBezTo>
                    <a:cubicBezTo>
                      <a:pt x="83" y="81"/>
                      <a:pt x="82" y="85"/>
                      <a:pt x="79" y="89"/>
                    </a:cubicBezTo>
                    <a:cubicBezTo>
                      <a:pt x="76" y="93"/>
                      <a:pt x="72" y="96"/>
                      <a:pt x="67" y="97"/>
                    </a:cubicBezTo>
                    <a:cubicBezTo>
                      <a:pt x="65" y="97"/>
                      <a:pt x="64" y="98"/>
                      <a:pt x="62" y="98"/>
                    </a:cubicBezTo>
                    <a:cubicBezTo>
                      <a:pt x="61" y="98"/>
                      <a:pt x="60" y="97"/>
                      <a:pt x="59" y="97"/>
                    </a:cubicBezTo>
                    <a:cubicBezTo>
                      <a:pt x="57" y="96"/>
                      <a:pt x="56" y="95"/>
                      <a:pt x="55" y="93"/>
                    </a:cubicBezTo>
                    <a:cubicBezTo>
                      <a:pt x="55" y="91"/>
                      <a:pt x="56" y="89"/>
                      <a:pt x="58" y="87"/>
                    </a:cubicBezTo>
                    <a:cubicBezTo>
                      <a:pt x="60" y="85"/>
                      <a:pt x="63" y="83"/>
                      <a:pt x="67" y="81"/>
                    </a:cubicBezTo>
                    <a:cubicBezTo>
                      <a:pt x="71" y="79"/>
                      <a:pt x="75" y="76"/>
                      <a:pt x="79" y="74"/>
                    </a:cubicBezTo>
                    <a:cubicBezTo>
                      <a:pt x="83" y="71"/>
                      <a:pt x="87" y="68"/>
                      <a:pt x="91" y="65"/>
                    </a:cubicBezTo>
                    <a:cubicBezTo>
                      <a:pt x="94" y="62"/>
                      <a:pt x="97" y="57"/>
                      <a:pt x="98" y="53"/>
                    </a:cubicBezTo>
                    <a:cubicBezTo>
                      <a:pt x="100" y="48"/>
                      <a:pt x="100" y="42"/>
                      <a:pt x="98" y="36"/>
                    </a:cubicBezTo>
                    <a:cubicBezTo>
                      <a:pt x="97" y="31"/>
                      <a:pt x="95" y="27"/>
                      <a:pt x="92" y="23"/>
                    </a:cubicBezTo>
                    <a:cubicBezTo>
                      <a:pt x="89" y="20"/>
                      <a:pt x="85" y="18"/>
                      <a:pt x="81" y="16"/>
                    </a:cubicBezTo>
                    <a:cubicBezTo>
                      <a:pt x="77" y="14"/>
                      <a:pt x="73" y="13"/>
                      <a:pt x="68" y="13"/>
                    </a:cubicBezTo>
                    <a:cubicBezTo>
                      <a:pt x="67" y="13"/>
                      <a:pt x="66" y="13"/>
                      <a:pt x="65" y="13"/>
                    </a:cubicBezTo>
                    <a:cubicBezTo>
                      <a:pt x="61" y="13"/>
                      <a:pt x="57" y="14"/>
                      <a:pt x="52" y="15"/>
                    </a:cubicBezTo>
                    <a:cubicBezTo>
                      <a:pt x="49" y="0"/>
                      <a:pt x="49" y="0"/>
                      <a:pt x="49" y="0"/>
                    </a:cubicBezTo>
                  </a:path>
                </a:pathLst>
              </a:custGeom>
              <a:solidFill>
                <a:srgbClr val="9E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Freeform 106"/>
              <p:cNvSpPr>
                <a:spLocks noEditPoints="1"/>
              </p:cNvSpPr>
              <p:nvPr/>
            </p:nvSpPr>
            <p:spPr bwMode="auto">
              <a:xfrm>
                <a:off x="2116652" y="4070268"/>
                <a:ext cx="1000503" cy="593887"/>
              </a:xfrm>
              <a:custGeom>
                <a:avLst/>
                <a:gdLst>
                  <a:gd name="T0" fmla="*/ 0 w 967"/>
                  <a:gd name="T1" fmla="*/ 215 h 574"/>
                  <a:gd name="T2" fmla="*/ 879 w 967"/>
                  <a:gd name="T3" fmla="*/ 0 h 574"/>
                  <a:gd name="T4" fmla="*/ 967 w 967"/>
                  <a:gd name="T5" fmla="*/ 359 h 574"/>
                  <a:gd name="T6" fmla="*/ 88 w 967"/>
                  <a:gd name="T7" fmla="*/ 574 h 574"/>
                  <a:gd name="T8" fmla="*/ 0 w 967"/>
                  <a:gd name="T9" fmla="*/ 215 h 574"/>
                  <a:gd name="T10" fmla="*/ 863 w 967"/>
                  <a:gd name="T11" fmla="*/ 27 h 574"/>
                  <a:gd name="T12" fmla="*/ 27 w 967"/>
                  <a:gd name="T13" fmla="*/ 231 h 574"/>
                  <a:gd name="T14" fmla="*/ 104 w 967"/>
                  <a:gd name="T15" fmla="*/ 547 h 574"/>
                  <a:gd name="T16" fmla="*/ 940 w 967"/>
                  <a:gd name="T17" fmla="*/ 343 h 574"/>
                  <a:gd name="T18" fmla="*/ 863 w 967"/>
                  <a:gd name="T19" fmla="*/ 27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7" h="574">
                    <a:moveTo>
                      <a:pt x="0" y="215"/>
                    </a:moveTo>
                    <a:lnTo>
                      <a:pt x="879" y="0"/>
                    </a:lnTo>
                    <a:lnTo>
                      <a:pt x="967" y="359"/>
                    </a:lnTo>
                    <a:lnTo>
                      <a:pt x="88" y="574"/>
                    </a:lnTo>
                    <a:lnTo>
                      <a:pt x="0" y="215"/>
                    </a:lnTo>
                    <a:close/>
                    <a:moveTo>
                      <a:pt x="863" y="27"/>
                    </a:moveTo>
                    <a:lnTo>
                      <a:pt x="27" y="231"/>
                    </a:lnTo>
                    <a:lnTo>
                      <a:pt x="104" y="547"/>
                    </a:lnTo>
                    <a:lnTo>
                      <a:pt x="940" y="343"/>
                    </a:lnTo>
                    <a:lnTo>
                      <a:pt x="863" y="2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8" name="Freeform 107"/>
              <p:cNvSpPr>
                <a:spLocks/>
              </p:cNvSpPr>
              <p:nvPr/>
            </p:nvSpPr>
            <p:spPr bwMode="auto">
              <a:xfrm>
                <a:off x="2923676" y="4079580"/>
                <a:ext cx="114846" cy="102430"/>
              </a:xfrm>
              <a:custGeom>
                <a:avLst/>
                <a:gdLst>
                  <a:gd name="T0" fmla="*/ 0 w 82"/>
                  <a:gd name="T1" fmla="*/ 16 h 73"/>
                  <a:gd name="T2" fmla="*/ 66 w 82"/>
                  <a:gd name="T3" fmla="*/ 0 h 73"/>
                  <a:gd name="T4" fmla="*/ 82 w 82"/>
                  <a:gd name="T5" fmla="*/ 64 h 73"/>
                  <a:gd name="T6" fmla="*/ 79 w 82"/>
                  <a:gd name="T7" fmla="*/ 65 h 73"/>
                  <a:gd name="T8" fmla="*/ 1 w 82"/>
                  <a:gd name="T9" fmla="*/ 17 h 73"/>
                  <a:gd name="T10" fmla="*/ 0 w 82"/>
                  <a:gd name="T11" fmla="*/ 16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73">
                    <a:moveTo>
                      <a:pt x="0" y="16"/>
                    </a:moveTo>
                    <a:cubicBezTo>
                      <a:pt x="66" y="0"/>
                      <a:pt x="66" y="0"/>
                      <a:pt x="66" y="0"/>
                    </a:cubicBezTo>
                    <a:cubicBezTo>
                      <a:pt x="82" y="64"/>
                      <a:pt x="82" y="64"/>
                      <a:pt x="82" y="64"/>
                    </a:cubicBezTo>
                    <a:cubicBezTo>
                      <a:pt x="81" y="64"/>
                      <a:pt x="80" y="64"/>
                      <a:pt x="79" y="65"/>
                    </a:cubicBezTo>
                    <a:cubicBezTo>
                      <a:pt x="44" y="73"/>
                      <a:pt x="9" y="52"/>
                      <a:pt x="1" y="17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9" name="Freeform 108"/>
              <p:cNvSpPr>
                <a:spLocks/>
              </p:cNvSpPr>
              <p:nvPr/>
            </p:nvSpPr>
            <p:spPr bwMode="auto">
              <a:xfrm>
                <a:off x="2998170" y="4339276"/>
                <a:ext cx="101395" cy="113811"/>
              </a:xfrm>
              <a:custGeom>
                <a:avLst/>
                <a:gdLst>
                  <a:gd name="T0" fmla="*/ 57 w 73"/>
                  <a:gd name="T1" fmla="*/ 0 h 81"/>
                  <a:gd name="T2" fmla="*/ 73 w 73"/>
                  <a:gd name="T3" fmla="*/ 66 h 81"/>
                  <a:gd name="T4" fmla="*/ 10 w 73"/>
                  <a:gd name="T5" fmla="*/ 81 h 81"/>
                  <a:gd name="T6" fmla="*/ 9 w 73"/>
                  <a:gd name="T7" fmla="*/ 78 h 81"/>
                  <a:gd name="T8" fmla="*/ 56 w 73"/>
                  <a:gd name="T9" fmla="*/ 0 h 81"/>
                  <a:gd name="T10" fmla="*/ 57 w 73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81">
                    <a:moveTo>
                      <a:pt x="57" y="0"/>
                    </a:moveTo>
                    <a:cubicBezTo>
                      <a:pt x="73" y="66"/>
                      <a:pt x="73" y="66"/>
                      <a:pt x="73" y="66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9" y="80"/>
                      <a:pt x="9" y="79"/>
                      <a:pt x="9" y="78"/>
                    </a:cubicBezTo>
                    <a:cubicBezTo>
                      <a:pt x="0" y="44"/>
                      <a:pt x="22" y="9"/>
                      <a:pt x="56" y="0"/>
                    </a:cubicBez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0" name="Freeform 109"/>
              <p:cNvSpPr>
                <a:spLocks/>
              </p:cNvSpPr>
              <p:nvPr/>
            </p:nvSpPr>
            <p:spPr bwMode="auto">
              <a:xfrm>
                <a:off x="2195285" y="4549309"/>
                <a:ext cx="112777" cy="101395"/>
              </a:xfrm>
              <a:custGeom>
                <a:avLst/>
                <a:gdLst>
                  <a:gd name="T0" fmla="*/ 81 w 81"/>
                  <a:gd name="T1" fmla="*/ 57 h 73"/>
                  <a:gd name="T2" fmla="*/ 15 w 81"/>
                  <a:gd name="T3" fmla="*/ 73 h 73"/>
                  <a:gd name="T4" fmla="*/ 0 w 81"/>
                  <a:gd name="T5" fmla="*/ 9 h 73"/>
                  <a:gd name="T6" fmla="*/ 3 w 81"/>
                  <a:gd name="T7" fmla="*/ 8 h 73"/>
                  <a:gd name="T8" fmla="*/ 81 w 81"/>
                  <a:gd name="T9" fmla="*/ 56 h 73"/>
                  <a:gd name="T10" fmla="*/ 81 w 81"/>
                  <a:gd name="T11" fmla="*/ 5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1" h="73">
                    <a:moveTo>
                      <a:pt x="81" y="57"/>
                    </a:moveTo>
                    <a:cubicBezTo>
                      <a:pt x="15" y="73"/>
                      <a:pt x="15" y="73"/>
                      <a:pt x="15" y="7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" y="9"/>
                      <a:pt x="2" y="8"/>
                      <a:pt x="3" y="8"/>
                    </a:cubicBezTo>
                    <a:cubicBezTo>
                      <a:pt x="38" y="0"/>
                      <a:pt x="73" y="21"/>
                      <a:pt x="81" y="56"/>
                    </a:cubicBezTo>
                    <a:lnTo>
                      <a:pt x="81" y="5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1" name="Freeform 110"/>
              <p:cNvSpPr>
                <a:spLocks/>
              </p:cNvSpPr>
              <p:nvPr/>
            </p:nvSpPr>
            <p:spPr bwMode="auto">
              <a:xfrm>
                <a:off x="2132172" y="4277197"/>
                <a:ext cx="102430" cy="113811"/>
              </a:xfrm>
              <a:custGeom>
                <a:avLst/>
                <a:gdLst>
                  <a:gd name="T0" fmla="*/ 16 w 73"/>
                  <a:gd name="T1" fmla="*/ 82 h 82"/>
                  <a:gd name="T2" fmla="*/ 0 w 73"/>
                  <a:gd name="T3" fmla="*/ 16 h 82"/>
                  <a:gd name="T4" fmla="*/ 64 w 73"/>
                  <a:gd name="T5" fmla="*/ 0 h 82"/>
                  <a:gd name="T6" fmla="*/ 65 w 73"/>
                  <a:gd name="T7" fmla="*/ 3 h 82"/>
                  <a:gd name="T8" fmla="*/ 17 w 73"/>
                  <a:gd name="T9" fmla="*/ 82 h 82"/>
                  <a:gd name="T10" fmla="*/ 16 w 73"/>
                  <a:gd name="T11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82">
                    <a:moveTo>
                      <a:pt x="16" y="82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1"/>
                      <a:pt x="64" y="2"/>
                      <a:pt x="65" y="3"/>
                    </a:cubicBezTo>
                    <a:cubicBezTo>
                      <a:pt x="73" y="38"/>
                      <a:pt x="52" y="73"/>
                      <a:pt x="17" y="82"/>
                    </a:cubicBezTo>
                    <a:lnTo>
                      <a:pt x="16" y="82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2" name="Oval 111"/>
              <p:cNvSpPr>
                <a:spLocks noChangeArrowheads="1"/>
              </p:cNvSpPr>
              <p:nvPr/>
            </p:nvSpPr>
            <p:spPr bwMode="auto">
              <a:xfrm>
                <a:off x="4460125" y="3152537"/>
                <a:ext cx="296944" cy="295909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3" name="Oval 112"/>
              <p:cNvSpPr>
                <a:spLocks noChangeArrowheads="1"/>
              </p:cNvSpPr>
              <p:nvPr/>
            </p:nvSpPr>
            <p:spPr bwMode="auto">
              <a:xfrm>
                <a:off x="4492199" y="3183576"/>
                <a:ext cx="239004" cy="239004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4" name="Freeform 113"/>
              <p:cNvSpPr>
                <a:spLocks/>
              </p:cNvSpPr>
              <p:nvPr/>
            </p:nvSpPr>
            <p:spPr bwMode="auto">
              <a:xfrm>
                <a:off x="4559451" y="3228066"/>
                <a:ext cx="101395" cy="141747"/>
              </a:xfrm>
              <a:custGeom>
                <a:avLst/>
                <a:gdLst>
                  <a:gd name="T0" fmla="*/ 44 w 73"/>
                  <a:gd name="T1" fmla="*/ 0 h 101"/>
                  <a:gd name="T2" fmla="*/ 30 w 73"/>
                  <a:gd name="T3" fmla="*/ 0 h 101"/>
                  <a:gd name="T4" fmla="*/ 30 w 73"/>
                  <a:gd name="T5" fmla="*/ 11 h 101"/>
                  <a:gd name="T6" fmla="*/ 19 w 73"/>
                  <a:gd name="T7" fmla="*/ 12 h 101"/>
                  <a:gd name="T8" fmla="*/ 9 w 73"/>
                  <a:gd name="T9" fmla="*/ 17 h 101"/>
                  <a:gd name="T10" fmla="*/ 3 w 73"/>
                  <a:gd name="T11" fmla="*/ 24 h 101"/>
                  <a:gd name="T12" fmla="*/ 0 w 73"/>
                  <a:gd name="T13" fmla="*/ 34 h 101"/>
                  <a:gd name="T14" fmla="*/ 4 w 73"/>
                  <a:gd name="T15" fmla="*/ 47 h 101"/>
                  <a:gd name="T16" fmla="*/ 11 w 73"/>
                  <a:gd name="T17" fmla="*/ 54 h 101"/>
                  <a:gd name="T18" fmla="*/ 21 w 73"/>
                  <a:gd name="T19" fmla="*/ 59 h 101"/>
                  <a:gd name="T20" fmla="*/ 31 w 73"/>
                  <a:gd name="T21" fmla="*/ 61 h 101"/>
                  <a:gd name="T22" fmla="*/ 39 w 73"/>
                  <a:gd name="T23" fmla="*/ 64 h 101"/>
                  <a:gd name="T24" fmla="*/ 42 w 73"/>
                  <a:gd name="T25" fmla="*/ 69 h 101"/>
                  <a:gd name="T26" fmla="*/ 40 w 73"/>
                  <a:gd name="T27" fmla="*/ 72 h 101"/>
                  <a:gd name="T28" fmla="*/ 35 w 73"/>
                  <a:gd name="T29" fmla="*/ 73 h 101"/>
                  <a:gd name="T30" fmla="*/ 24 w 73"/>
                  <a:gd name="T31" fmla="*/ 70 h 101"/>
                  <a:gd name="T32" fmla="*/ 18 w 73"/>
                  <a:gd name="T33" fmla="*/ 60 h 101"/>
                  <a:gd name="T34" fmla="*/ 1 w 73"/>
                  <a:gd name="T35" fmla="*/ 60 h 101"/>
                  <a:gd name="T36" fmla="*/ 1 w 73"/>
                  <a:gd name="T37" fmla="*/ 89 h 101"/>
                  <a:gd name="T38" fmla="*/ 18 w 73"/>
                  <a:gd name="T39" fmla="*/ 89 h 101"/>
                  <a:gd name="T40" fmla="*/ 18 w 73"/>
                  <a:gd name="T41" fmla="*/ 84 h 101"/>
                  <a:gd name="T42" fmla="*/ 30 w 73"/>
                  <a:gd name="T43" fmla="*/ 89 h 101"/>
                  <a:gd name="T44" fmla="*/ 30 w 73"/>
                  <a:gd name="T45" fmla="*/ 101 h 101"/>
                  <a:gd name="T46" fmla="*/ 44 w 73"/>
                  <a:gd name="T47" fmla="*/ 101 h 101"/>
                  <a:gd name="T48" fmla="*/ 44 w 73"/>
                  <a:gd name="T49" fmla="*/ 90 h 101"/>
                  <a:gd name="T50" fmla="*/ 55 w 73"/>
                  <a:gd name="T51" fmla="*/ 88 h 101"/>
                  <a:gd name="T52" fmla="*/ 65 w 73"/>
                  <a:gd name="T53" fmla="*/ 84 h 101"/>
                  <a:gd name="T54" fmla="*/ 71 w 73"/>
                  <a:gd name="T55" fmla="*/ 77 h 101"/>
                  <a:gd name="T56" fmla="*/ 73 w 73"/>
                  <a:gd name="T57" fmla="*/ 67 h 101"/>
                  <a:gd name="T58" fmla="*/ 70 w 73"/>
                  <a:gd name="T59" fmla="*/ 54 h 101"/>
                  <a:gd name="T60" fmla="*/ 62 w 73"/>
                  <a:gd name="T61" fmla="*/ 46 h 101"/>
                  <a:gd name="T62" fmla="*/ 52 w 73"/>
                  <a:gd name="T63" fmla="*/ 42 h 101"/>
                  <a:gd name="T64" fmla="*/ 42 w 73"/>
                  <a:gd name="T65" fmla="*/ 39 h 101"/>
                  <a:gd name="T66" fmla="*/ 34 w 73"/>
                  <a:gd name="T67" fmla="*/ 36 h 101"/>
                  <a:gd name="T68" fmla="*/ 31 w 73"/>
                  <a:gd name="T69" fmla="*/ 32 h 101"/>
                  <a:gd name="T70" fmla="*/ 33 w 73"/>
                  <a:gd name="T71" fmla="*/ 29 h 101"/>
                  <a:gd name="T72" fmla="*/ 39 w 73"/>
                  <a:gd name="T73" fmla="*/ 27 h 101"/>
                  <a:gd name="T74" fmla="*/ 44 w 73"/>
                  <a:gd name="T75" fmla="*/ 28 h 101"/>
                  <a:gd name="T76" fmla="*/ 48 w 73"/>
                  <a:gd name="T77" fmla="*/ 31 h 101"/>
                  <a:gd name="T78" fmla="*/ 52 w 73"/>
                  <a:gd name="T79" fmla="*/ 35 h 101"/>
                  <a:gd name="T80" fmla="*/ 54 w 73"/>
                  <a:gd name="T81" fmla="*/ 40 h 101"/>
                  <a:gd name="T82" fmla="*/ 71 w 73"/>
                  <a:gd name="T83" fmla="*/ 40 h 101"/>
                  <a:gd name="T84" fmla="*/ 71 w 73"/>
                  <a:gd name="T85" fmla="*/ 12 h 101"/>
                  <a:gd name="T86" fmla="*/ 54 w 73"/>
                  <a:gd name="T87" fmla="*/ 12 h 101"/>
                  <a:gd name="T88" fmla="*/ 54 w 73"/>
                  <a:gd name="T89" fmla="*/ 17 h 101"/>
                  <a:gd name="T90" fmla="*/ 49 w 73"/>
                  <a:gd name="T91" fmla="*/ 15 h 101"/>
                  <a:gd name="T92" fmla="*/ 44 w 73"/>
                  <a:gd name="T93" fmla="*/ 12 h 101"/>
                  <a:gd name="T94" fmla="*/ 44 w 73"/>
                  <a:gd name="T9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101">
                    <a:moveTo>
                      <a:pt x="44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1"/>
                      <a:pt x="23" y="11"/>
                      <a:pt x="19" y="12"/>
                    </a:cubicBezTo>
                    <a:cubicBezTo>
                      <a:pt x="15" y="13"/>
                      <a:pt x="12" y="15"/>
                      <a:pt x="9" y="17"/>
                    </a:cubicBezTo>
                    <a:cubicBezTo>
                      <a:pt x="7" y="19"/>
                      <a:pt x="5" y="21"/>
                      <a:pt x="3" y="24"/>
                    </a:cubicBezTo>
                    <a:cubicBezTo>
                      <a:pt x="1" y="27"/>
                      <a:pt x="0" y="30"/>
                      <a:pt x="0" y="34"/>
                    </a:cubicBezTo>
                    <a:cubicBezTo>
                      <a:pt x="0" y="39"/>
                      <a:pt x="2" y="43"/>
                      <a:pt x="4" y="47"/>
                    </a:cubicBezTo>
                    <a:cubicBezTo>
                      <a:pt x="6" y="50"/>
                      <a:pt x="8" y="52"/>
                      <a:pt x="11" y="54"/>
                    </a:cubicBezTo>
                    <a:cubicBezTo>
                      <a:pt x="14" y="56"/>
                      <a:pt x="18" y="58"/>
                      <a:pt x="21" y="59"/>
                    </a:cubicBezTo>
                    <a:cubicBezTo>
                      <a:pt x="25" y="60"/>
                      <a:pt x="28" y="61"/>
                      <a:pt x="31" y="61"/>
                    </a:cubicBezTo>
                    <a:cubicBezTo>
                      <a:pt x="34" y="62"/>
                      <a:pt x="37" y="63"/>
                      <a:pt x="39" y="64"/>
                    </a:cubicBezTo>
                    <a:cubicBezTo>
                      <a:pt x="41" y="65"/>
                      <a:pt x="42" y="67"/>
                      <a:pt x="42" y="69"/>
                    </a:cubicBezTo>
                    <a:cubicBezTo>
                      <a:pt x="42" y="70"/>
                      <a:pt x="41" y="71"/>
                      <a:pt x="40" y="72"/>
                    </a:cubicBezTo>
                    <a:cubicBezTo>
                      <a:pt x="39" y="73"/>
                      <a:pt x="37" y="73"/>
                      <a:pt x="35" y="73"/>
                    </a:cubicBezTo>
                    <a:cubicBezTo>
                      <a:pt x="31" y="73"/>
                      <a:pt x="27" y="72"/>
                      <a:pt x="24" y="70"/>
                    </a:cubicBezTo>
                    <a:cubicBezTo>
                      <a:pt x="21" y="68"/>
                      <a:pt x="19" y="64"/>
                      <a:pt x="18" y="60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2" y="86"/>
                      <a:pt x="26" y="88"/>
                      <a:pt x="30" y="89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44" y="101"/>
                      <a:pt x="44" y="101"/>
                      <a:pt x="44" y="101"/>
                    </a:cubicBezTo>
                    <a:cubicBezTo>
                      <a:pt x="44" y="90"/>
                      <a:pt x="44" y="90"/>
                      <a:pt x="44" y="90"/>
                    </a:cubicBezTo>
                    <a:cubicBezTo>
                      <a:pt x="48" y="90"/>
                      <a:pt x="51" y="89"/>
                      <a:pt x="55" y="88"/>
                    </a:cubicBezTo>
                    <a:cubicBezTo>
                      <a:pt x="59" y="87"/>
                      <a:pt x="62" y="86"/>
                      <a:pt x="65" y="84"/>
                    </a:cubicBezTo>
                    <a:cubicBezTo>
                      <a:pt x="67" y="82"/>
                      <a:pt x="69" y="80"/>
                      <a:pt x="71" y="77"/>
                    </a:cubicBezTo>
                    <a:cubicBezTo>
                      <a:pt x="73" y="74"/>
                      <a:pt x="73" y="71"/>
                      <a:pt x="73" y="67"/>
                    </a:cubicBezTo>
                    <a:cubicBezTo>
                      <a:pt x="73" y="62"/>
                      <a:pt x="72" y="57"/>
                      <a:pt x="70" y="54"/>
                    </a:cubicBezTo>
                    <a:cubicBezTo>
                      <a:pt x="68" y="51"/>
                      <a:pt x="66" y="48"/>
                      <a:pt x="62" y="46"/>
                    </a:cubicBezTo>
                    <a:cubicBezTo>
                      <a:pt x="59" y="45"/>
                      <a:pt x="56" y="43"/>
                      <a:pt x="52" y="42"/>
                    </a:cubicBezTo>
                    <a:cubicBezTo>
                      <a:pt x="49" y="41"/>
                      <a:pt x="45" y="40"/>
                      <a:pt x="42" y="39"/>
                    </a:cubicBezTo>
                    <a:cubicBezTo>
                      <a:pt x="39" y="38"/>
                      <a:pt x="36" y="37"/>
                      <a:pt x="34" y="36"/>
                    </a:cubicBezTo>
                    <a:cubicBezTo>
                      <a:pt x="32" y="35"/>
                      <a:pt x="31" y="34"/>
                      <a:pt x="31" y="32"/>
                    </a:cubicBezTo>
                    <a:cubicBezTo>
                      <a:pt x="31" y="31"/>
                      <a:pt x="32" y="29"/>
                      <a:pt x="33" y="29"/>
                    </a:cubicBezTo>
                    <a:cubicBezTo>
                      <a:pt x="35" y="28"/>
                      <a:pt x="36" y="27"/>
                      <a:pt x="39" y="27"/>
                    </a:cubicBezTo>
                    <a:cubicBezTo>
                      <a:pt x="40" y="27"/>
                      <a:pt x="42" y="28"/>
                      <a:pt x="44" y="28"/>
                    </a:cubicBezTo>
                    <a:cubicBezTo>
                      <a:pt x="45" y="29"/>
                      <a:pt x="47" y="30"/>
                      <a:pt x="48" y="31"/>
                    </a:cubicBezTo>
                    <a:cubicBezTo>
                      <a:pt x="50" y="32"/>
                      <a:pt x="51" y="33"/>
                      <a:pt x="52" y="35"/>
                    </a:cubicBezTo>
                    <a:cubicBezTo>
                      <a:pt x="53" y="36"/>
                      <a:pt x="53" y="38"/>
                      <a:pt x="54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7"/>
                      <a:pt x="54" y="17"/>
                      <a:pt x="54" y="17"/>
                    </a:cubicBezTo>
                    <a:cubicBezTo>
                      <a:pt x="53" y="16"/>
                      <a:pt x="51" y="15"/>
                      <a:pt x="49" y="15"/>
                    </a:cubicBezTo>
                    <a:cubicBezTo>
                      <a:pt x="48" y="14"/>
                      <a:pt x="46" y="13"/>
                      <a:pt x="44" y="12"/>
                    </a:cubicBezTo>
                    <a:cubicBezTo>
                      <a:pt x="44" y="0"/>
                      <a:pt x="44" y="0"/>
                      <a:pt x="44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5" name="Oval 114"/>
              <p:cNvSpPr>
                <a:spLocks noChangeArrowheads="1"/>
              </p:cNvSpPr>
              <p:nvPr/>
            </p:nvSpPr>
            <p:spPr bwMode="auto">
              <a:xfrm>
                <a:off x="4161112" y="3384297"/>
                <a:ext cx="297978" cy="295909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6" name="Oval 115"/>
              <p:cNvSpPr>
                <a:spLocks noChangeArrowheads="1"/>
              </p:cNvSpPr>
              <p:nvPr/>
            </p:nvSpPr>
            <p:spPr bwMode="auto">
              <a:xfrm>
                <a:off x="4192152" y="3415337"/>
                <a:ext cx="240038" cy="239004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7" name="Freeform 116"/>
              <p:cNvSpPr>
                <a:spLocks/>
              </p:cNvSpPr>
              <p:nvPr/>
            </p:nvSpPr>
            <p:spPr bwMode="auto">
              <a:xfrm>
                <a:off x="4260438" y="3459827"/>
                <a:ext cx="101395" cy="141747"/>
              </a:xfrm>
              <a:custGeom>
                <a:avLst/>
                <a:gdLst>
                  <a:gd name="T0" fmla="*/ 43 w 73"/>
                  <a:gd name="T1" fmla="*/ 0 h 101"/>
                  <a:gd name="T2" fmla="*/ 30 w 73"/>
                  <a:gd name="T3" fmla="*/ 0 h 101"/>
                  <a:gd name="T4" fmla="*/ 30 w 73"/>
                  <a:gd name="T5" fmla="*/ 11 h 101"/>
                  <a:gd name="T6" fmla="*/ 19 w 73"/>
                  <a:gd name="T7" fmla="*/ 13 h 101"/>
                  <a:gd name="T8" fmla="*/ 9 w 73"/>
                  <a:gd name="T9" fmla="*/ 17 h 101"/>
                  <a:gd name="T10" fmla="*/ 3 w 73"/>
                  <a:gd name="T11" fmla="*/ 24 h 101"/>
                  <a:gd name="T12" fmla="*/ 0 w 73"/>
                  <a:gd name="T13" fmla="*/ 34 h 101"/>
                  <a:gd name="T14" fmla="*/ 3 w 73"/>
                  <a:gd name="T15" fmla="*/ 47 h 101"/>
                  <a:gd name="T16" fmla="*/ 11 w 73"/>
                  <a:gd name="T17" fmla="*/ 54 h 101"/>
                  <a:gd name="T18" fmla="*/ 21 w 73"/>
                  <a:gd name="T19" fmla="*/ 59 h 101"/>
                  <a:gd name="T20" fmla="*/ 31 w 73"/>
                  <a:gd name="T21" fmla="*/ 62 h 101"/>
                  <a:gd name="T22" fmla="*/ 39 w 73"/>
                  <a:gd name="T23" fmla="*/ 64 h 101"/>
                  <a:gd name="T24" fmla="*/ 42 w 73"/>
                  <a:gd name="T25" fmla="*/ 69 h 101"/>
                  <a:gd name="T26" fmla="*/ 40 w 73"/>
                  <a:gd name="T27" fmla="*/ 72 h 101"/>
                  <a:gd name="T28" fmla="*/ 34 w 73"/>
                  <a:gd name="T29" fmla="*/ 73 h 101"/>
                  <a:gd name="T30" fmla="*/ 24 w 73"/>
                  <a:gd name="T31" fmla="*/ 70 h 101"/>
                  <a:gd name="T32" fmla="*/ 18 w 73"/>
                  <a:gd name="T33" fmla="*/ 60 h 101"/>
                  <a:gd name="T34" fmla="*/ 1 w 73"/>
                  <a:gd name="T35" fmla="*/ 60 h 101"/>
                  <a:gd name="T36" fmla="*/ 1 w 73"/>
                  <a:gd name="T37" fmla="*/ 89 h 101"/>
                  <a:gd name="T38" fmla="*/ 18 w 73"/>
                  <a:gd name="T39" fmla="*/ 89 h 101"/>
                  <a:gd name="T40" fmla="*/ 18 w 73"/>
                  <a:gd name="T41" fmla="*/ 84 h 101"/>
                  <a:gd name="T42" fmla="*/ 30 w 73"/>
                  <a:gd name="T43" fmla="*/ 89 h 101"/>
                  <a:gd name="T44" fmla="*/ 30 w 73"/>
                  <a:gd name="T45" fmla="*/ 101 h 101"/>
                  <a:gd name="T46" fmla="*/ 43 w 73"/>
                  <a:gd name="T47" fmla="*/ 101 h 101"/>
                  <a:gd name="T48" fmla="*/ 43 w 73"/>
                  <a:gd name="T49" fmla="*/ 90 h 101"/>
                  <a:gd name="T50" fmla="*/ 55 w 73"/>
                  <a:gd name="T51" fmla="*/ 88 h 101"/>
                  <a:gd name="T52" fmla="*/ 64 w 73"/>
                  <a:gd name="T53" fmla="*/ 84 h 101"/>
                  <a:gd name="T54" fmla="*/ 71 w 73"/>
                  <a:gd name="T55" fmla="*/ 77 h 101"/>
                  <a:gd name="T56" fmla="*/ 73 w 73"/>
                  <a:gd name="T57" fmla="*/ 67 h 101"/>
                  <a:gd name="T58" fmla="*/ 70 w 73"/>
                  <a:gd name="T59" fmla="*/ 54 h 101"/>
                  <a:gd name="T60" fmla="*/ 62 w 73"/>
                  <a:gd name="T61" fmla="*/ 47 h 101"/>
                  <a:gd name="T62" fmla="*/ 52 w 73"/>
                  <a:gd name="T63" fmla="*/ 42 h 101"/>
                  <a:gd name="T64" fmla="*/ 42 w 73"/>
                  <a:gd name="T65" fmla="*/ 39 h 101"/>
                  <a:gd name="T66" fmla="*/ 34 w 73"/>
                  <a:gd name="T67" fmla="*/ 37 h 101"/>
                  <a:gd name="T68" fmla="*/ 31 w 73"/>
                  <a:gd name="T69" fmla="*/ 32 h 101"/>
                  <a:gd name="T70" fmla="*/ 33 w 73"/>
                  <a:gd name="T71" fmla="*/ 29 h 101"/>
                  <a:gd name="T72" fmla="*/ 38 w 73"/>
                  <a:gd name="T73" fmla="*/ 27 h 101"/>
                  <a:gd name="T74" fmla="*/ 43 w 73"/>
                  <a:gd name="T75" fmla="*/ 28 h 101"/>
                  <a:gd name="T76" fmla="*/ 48 w 73"/>
                  <a:gd name="T77" fmla="*/ 31 h 101"/>
                  <a:gd name="T78" fmla="*/ 52 w 73"/>
                  <a:gd name="T79" fmla="*/ 35 h 101"/>
                  <a:gd name="T80" fmla="*/ 54 w 73"/>
                  <a:gd name="T81" fmla="*/ 40 h 101"/>
                  <a:gd name="T82" fmla="*/ 71 w 73"/>
                  <a:gd name="T83" fmla="*/ 40 h 101"/>
                  <a:gd name="T84" fmla="*/ 71 w 73"/>
                  <a:gd name="T85" fmla="*/ 12 h 101"/>
                  <a:gd name="T86" fmla="*/ 54 w 73"/>
                  <a:gd name="T87" fmla="*/ 12 h 101"/>
                  <a:gd name="T88" fmla="*/ 54 w 73"/>
                  <a:gd name="T89" fmla="*/ 17 h 101"/>
                  <a:gd name="T90" fmla="*/ 49 w 73"/>
                  <a:gd name="T91" fmla="*/ 15 h 101"/>
                  <a:gd name="T92" fmla="*/ 43 w 73"/>
                  <a:gd name="T93" fmla="*/ 13 h 101"/>
                  <a:gd name="T94" fmla="*/ 43 w 73"/>
                  <a:gd name="T9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101">
                    <a:moveTo>
                      <a:pt x="43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1"/>
                      <a:pt x="22" y="11"/>
                      <a:pt x="19" y="13"/>
                    </a:cubicBezTo>
                    <a:cubicBezTo>
                      <a:pt x="15" y="14"/>
                      <a:pt x="12" y="15"/>
                      <a:pt x="9" y="17"/>
                    </a:cubicBezTo>
                    <a:cubicBezTo>
                      <a:pt x="7" y="19"/>
                      <a:pt x="4" y="21"/>
                      <a:pt x="3" y="24"/>
                    </a:cubicBezTo>
                    <a:cubicBezTo>
                      <a:pt x="1" y="27"/>
                      <a:pt x="0" y="31"/>
                      <a:pt x="0" y="34"/>
                    </a:cubicBezTo>
                    <a:cubicBezTo>
                      <a:pt x="0" y="39"/>
                      <a:pt x="1" y="44"/>
                      <a:pt x="3" y="47"/>
                    </a:cubicBezTo>
                    <a:cubicBezTo>
                      <a:pt x="5" y="50"/>
                      <a:pt x="8" y="52"/>
                      <a:pt x="11" y="54"/>
                    </a:cubicBezTo>
                    <a:cubicBezTo>
                      <a:pt x="14" y="56"/>
                      <a:pt x="17" y="58"/>
                      <a:pt x="21" y="59"/>
                    </a:cubicBezTo>
                    <a:cubicBezTo>
                      <a:pt x="25" y="60"/>
                      <a:pt x="28" y="61"/>
                      <a:pt x="31" y="62"/>
                    </a:cubicBezTo>
                    <a:cubicBezTo>
                      <a:pt x="34" y="62"/>
                      <a:pt x="37" y="63"/>
                      <a:pt x="39" y="64"/>
                    </a:cubicBezTo>
                    <a:cubicBezTo>
                      <a:pt x="41" y="65"/>
                      <a:pt x="42" y="67"/>
                      <a:pt x="42" y="69"/>
                    </a:cubicBezTo>
                    <a:cubicBezTo>
                      <a:pt x="42" y="70"/>
                      <a:pt x="41" y="71"/>
                      <a:pt x="40" y="72"/>
                    </a:cubicBezTo>
                    <a:cubicBezTo>
                      <a:pt x="39" y="73"/>
                      <a:pt x="37" y="73"/>
                      <a:pt x="34" y="73"/>
                    </a:cubicBezTo>
                    <a:cubicBezTo>
                      <a:pt x="31" y="73"/>
                      <a:pt x="27" y="72"/>
                      <a:pt x="24" y="70"/>
                    </a:cubicBezTo>
                    <a:cubicBezTo>
                      <a:pt x="21" y="68"/>
                      <a:pt x="19" y="64"/>
                      <a:pt x="18" y="60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2" y="86"/>
                      <a:pt x="26" y="88"/>
                      <a:pt x="30" y="89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43" y="101"/>
                      <a:pt x="43" y="101"/>
                      <a:pt x="43" y="101"/>
                    </a:cubicBezTo>
                    <a:cubicBezTo>
                      <a:pt x="43" y="90"/>
                      <a:pt x="43" y="90"/>
                      <a:pt x="43" y="90"/>
                    </a:cubicBezTo>
                    <a:cubicBezTo>
                      <a:pt x="47" y="90"/>
                      <a:pt x="51" y="89"/>
                      <a:pt x="55" y="88"/>
                    </a:cubicBezTo>
                    <a:cubicBezTo>
                      <a:pt x="58" y="87"/>
                      <a:pt x="62" y="86"/>
                      <a:pt x="64" y="84"/>
                    </a:cubicBezTo>
                    <a:cubicBezTo>
                      <a:pt x="67" y="82"/>
                      <a:pt x="69" y="80"/>
                      <a:pt x="71" y="77"/>
                    </a:cubicBezTo>
                    <a:cubicBezTo>
                      <a:pt x="72" y="74"/>
                      <a:pt x="73" y="71"/>
                      <a:pt x="73" y="67"/>
                    </a:cubicBezTo>
                    <a:cubicBezTo>
                      <a:pt x="73" y="62"/>
                      <a:pt x="72" y="58"/>
                      <a:pt x="70" y="54"/>
                    </a:cubicBezTo>
                    <a:cubicBezTo>
                      <a:pt x="68" y="51"/>
                      <a:pt x="65" y="49"/>
                      <a:pt x="62" y="47"/>
                    </a:cubicBezTo>
                    <a:cubicBezTo>
                      <a:pt x="59" y="45"/>
                      <a:pt x="56" y="43"/>
                      <a:pt x="52" y="42"/>
                    </a:cubicBezTo>
                    <a:cubicBezTo>
                      <a:pt x="48" y="41"/>
                      <a:pt x="45" y="40"/>
                      <a:pt x="42" y="39"/>
                    </a:cubicBezTo>
                    <a:cubicBezTo>
                      <a:pt x="39" y="38"/>
                      <a:pt x="36" y="38"/>
                      <a:pt x="34" y="37"/>
                    </a:cubicBezTo>
                    <a:cubicBezTo>
                      <a:pt x="32" y="36"/>
                      <a:pt x="31" y="34"/>
                      <a:pt x="31" y="32"/>
                    </a:cubicBezTo>
                    <a:cubicBezTo>
                      <a:pt x="31" y="31"/>
                      <a:pt x="32" y="30"/>
                      <a:pt x="33" y="29"/>
                    </a:cubicBezTo>
                    <a:cubicBezTo>
                      <a:pt x="34" y="28"/>
                      <a:pt x="36" y="27"/>
                      <a:pt x="38" y="27"/>
                    </a:cubicBezTo>
                    <a:cubicBezTo>
                      <a:pt x="40" y="27"/>
                      <a:pt x="42" y="28"/>
                      <a:pt x="43" y="28"/>
                    </a:cubicBezTo>
                    <a:cubicBezTo>
                      <a:pt x="45" y="29"/>
                      <a:pt x="47" y="30"/>
                      <a:pt x="48" y="31"/>
                    </a:cubicBezTo>
                    <a:cubicBezTo>
                      <a:pt x="49" y="32"/>
                      <a:pt x="51" y="33"/>
                      <a:pt x="52" y="35"/>
                    </a:cubicBezTo>
                    <a:cubicBezTo>
                      <a:pt x="53" y="36"/>
                      <a:pt x="53" y="38"/>
                      <a:pt x="54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7"/>
                      <a:pt x="54" y="17"/>
                      <a:pt x="54" y="17"/>
                    </a:cubicBezTo>
                    <a:cubicBezTo>
                      <a:pt x="52" y="16"/>
                      <a:pt x="51" y="15"/>
                      <a:pt x="49" y="15"/>
                    </a:cubicBezTo>
                    <a:cubicBezTo>
                      <a:pt x="48" y="14"/>
                      <a:pt x="46" y="13"/>
                      <a:pt x="43" y="13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8" name="Oval 117"/>
              <p:cNvSpPr>
                <a:spLocks noChangeArrowheads="1"/>
              </p:cNvSpPr>
              <p:nvPr/>
            </p:nvSpPr>
            <p:spPr bwMode="auto">
              <a:xfrm>
                <a:off x="4280097" y="2804896"/>
                <a:ext cx="296944" cy="297978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9" name="Oval 118"/>
              <p:cNvSpPr>
                <a:spLocks noChangeArrowheads="1"/>
              </p:cNvSpPr>
              <p:nvPr/>
            </p:nvSpPr>
            <p:spPr bwMode="auto">
              <a:xfrm>
                <a:off x="4311136" y="2835935"/>
                <a:ext cx="240038" cy="240038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0" name="Freeform 119"/>
              <p:cNvSpPr>
                <a:spLocks/>
              </p:cNvSpPr>
              <p:nvPr/>
            </p:nvSpPr>
            <p:spPr bwMode="auto">
              <a:xfrm>
                <a:off x="4379423" y="2880425"/>
                <a:ext cx="101395" cy="140712"/>
              </a:xfrm>
              <a:custGeom>
                <a:avLst/>
                <a:gdLst>
                  <a:gd name="T0" fmla="*/ 44 w 73"/>
                  <a:gd name="T1" fmla="*/ 0 h 101"/>
                  <a:gd name="T2" fmla="*/ 30 w 73"/>
                  <a:gd name="T3" fmla="*/ 0 h 101"/>
                  <a:gd name="T4" fmla="*/ 30 w 73"/>
                  <a:gd name="T5" fmla="*/ 11 h 101"/>
                  <a:gd name="T6" fmla="*/ 19 w 73"/>
                  <a:gd name="T7" fmla="*/ 13 h 101"/>
                  <a:gd name="T8" fmla="*/ 9 w 73"/>
                  <a:gd name="T9" fmla="*/ 17 h 101"/>
                  <a:gd name="T10" fmla="*/ 3 w 73"/>
                  <a:gd name="T11" fmla="*/ 25 h 101"/>
                  <a:gd name="T12" fmla="*/ 0 w 73"/>
                  <a:gd name="T13" fmla="*/ 34 h 101"/>
                  <a:gd name="T14" fmla="*/ 3 w 73"/>
                  <a:gd name="T15" fmla="*/ 47 h 101"/>
                  <a:gd name="T16" fmla="*/ 11 w 73"/>
                  <a:gd name="T17" fmla="*/ 55 h 101"/>
                  <a:gd name="T18" fmla="*/ 21 w 73"/>
                  <a:gd name="T19" fmla="*/ 59 h 101"/>
                  <a:gd name="T20" fmla="*/ 31 w 73"/>
                  <a:gd name="T21" fmla="*/ 62 h 101"/>
                  <a:gd name="T22" fmla="*/ 39 w 73"/>
                  <a:gd name="T23" fmla="*/ 65 h 101"/>
                  <a:gd name="T24" fmla="*/ 42 w 73"/>
                  <a:gd name="T25" fmla="*/ 69 h 101"/>
                  <a:gd name="T26" fmla="*/ 40 w 73"/>
                  <a:gd name="T27" fmla="*/ 72 h 101"/>
                  <a:gd name="T28" fmla="*/ 34 w 73"/>
                  <a:gd name="T29" fmla="*/ 74 h 101"/>
                  <a:gd name="T30" fmla="*/ 24 w 73"/>
                  <a:gd name="T31" fmla="*/ 70 h 101"/>
                  <a:gd name="T32" fmla="*/ 18 w 73"/>
                  <a:gd name="T33" fmla="*/ 60 h 101"/>
                  <a:gd name="T34" fmla="*/ 1 w 73"/>
                  <a:gd name="T35" fmla="*/ 60 h 101"/>
                  <a:gd name="T36" fmla="*/ 1 w 73"/>
                  <a:gd name="T37" fmla="*/ 89 h 101"/>
                  <a:gd name="T38" fmla="*/ 18 w 73"/>
                  <a:gd name="T39" fmla="*/ 89 h 101"/>
                  <a:gd name="T40" fmla="*/ 18 w 73"/>
                  <a:gd name="T41" fmla="*/ 84 h 101"/>
                  <a:gd name="T42" fmla="*/ 30 w 73"/>
                  <a:gd name="T43" fmla="*/ 89 h 101"/>
                  <a:gd name="T44" fmla="*/ 30 w 73"/>
                  <a:gd name="T45" fmla="*/ 101 h 101"/>
                  <a:gd name="T46" fmla="*/ 44 w 73"/>
                  <a:gd name="T47" fmla="*/ 101 h 101"/>
                  <a:gd name="T48" fmla="*/ 44 w 73"/>
                  <a:gd name="T49" fmla="*/ 90 h 101"/>
                  <a:gd name="T50" fmla="*/ 55 w 73"/>
                  <a:gd name="T51" fmla="*/ 89 h 101"/>
                  <a:gd name="T52" fmla="*/ 64 w 73"/>
                  <a:gd name="T53" fmla="*/ 84 h 101"/>
                  <a:gd name="T54" fmla="*/ 71 w 73"/>
                  <a:gd name="T55" fmla="*/ 77 h 101"/>
                  <a:gd name="T56" fmla="*/ 73 w 73"/>
                  <a:gd name="T57" fmla="*/ 67 h 101"/>
                  <a:gd name="T58" fmla="*/ 70 w 73"/>
                  <a:gd name="T59" fmla="*/ 54 h 101"/>
                  <a:gd name="T60" fmla="*/ 62 w 73"/>
                  <a:gd name="T61" fmla="*/ 47 h 101"/>
                  <a:gd name="T62" fmla="*/ 52 w 73"/>
                  <a:gd name="T63" fmla="*/ 42 h 101"/>
                  <a:gd name="T64" fmla="*/ 42 w 73"/>
                  <a:gd name="T65" fmla="*/ 39 h 101"/>
                  <a:gd name="T66" fmla="*/ 34 w 73"/>
                  <a:gd name="T67" fmla="*/ 37 h 101"/>
                  <a:gd name="T68" fmla="*/ 31 w 73"/>
                  <a:gd name="T69" fmla="*/ 32 h 101"/>
                  <a:gd name="T70" fmla="*/ 33 w 73"/>
                  <a:gd name="T71" fmla="*/ 29 h 101"/>
                  <a:gd name="T72" fmla="*/ 38 w 73"/>
                  <a:gd name="T73" fmla="*/ 28 h 101"/>
                  <a:gd name="T74" fmla="*/ 44 w 73"/>
                  <a:gd name="T75" fmla="*/ 29 h 101"/>
                  <a:gd name="T76" fmla="*/ 48 w 73"/>
                  <a:gd name="T77" fmla="*/ 31 h 101"/>
                  <a:gd name="T78" fmla="*/ 52 w 73"/>
                  <a:gd name="T79" fmla="*/ 35 h 101"/>
                  <a:gd name="T80" fmla="*/ 54 w 73"/>
                  <a:gd name="T81" fmla="*/ 40 h 101"/>
                  <a:gd name="T82" fmla="*/ 71 w 73"/>
                  <a:gd name="T83" fmla="*/ 40 h 101"/>
                  <a:gd name="T84" fmla="*/ 71 w 73"/>
                  <a:gd name="T85" fmla="*/ 12 h 101"/>
                  <a:gd name="T86" fmla="*/ 54 w 73"/>
                  <a:gd name="T87" fmla="*/ 12 h 101"/>
                  <a:gd name="T88" fmla="*/ 54 w 73"/>
                  <a:gd name="T89" fmla="*/ 17 h 101"/>
                  <a:gd name="T90" fmla="*/ 49 w 73"/>
                  <a:gd name="T91" fmla="*/ 15 h 101"/>
                  <a:gd name="T92" fmla="*/ 44 w 73"/>
                  <a:gd name="T93" fmla="*/ 13 h 101"/>
                  <a:gd name="T94" fmla="*/ 44 w 73"/>
                  <a:gd name="T9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101">
                    <a:moveTo>
                      <a:pt x="44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1"/>
                      <a:pt x="22" y="12"/>
                      <a:pt x="19" y="13"/>
                    </a:cubicBezTo>
                    <a:cubicBezTo>
                      <a:pt x="15" y="14"/>
                      <a:pt x="12" y="15"/>
                      <a:pt x="9" y="17"/>
                    </a:cubicBezTo>
                    <a:cubicBezTo>
                      <a:pt x="7" y="19"/>
                      <a:pt x="4" y="22"/>
                      <a:pt x="3" y="25"/>
                    </a:cubicBezTo>
                    <a:cubicBezTo>
                      <a:pt x="1" y="27"/>
                      <a:pt x="0" y="31"/>
                      <a:pt x="0" y="34"/>
                    </a:cubicBezTo>
                    <a:cubicBezTo>
                      <a:pt x="0" y="40"/>
                      <a:pt x="1" y="44"/>
                      <a:pt x="3" y="47"/>
                    </a:cubicBezTo>
                    <a:cubicBezTo>
                      <a:pt x="6" y="50"/>
                      <a:pt x="8" y="53"/>
                      <a:pt x="11" y="55"/>
                    </a:cubicBezTo>
                    <a:cubicBezTo>
                      <a:pt x="14" y="56"/>
                      <a:pt x="18" y="58"/>
                      <a:pt x="21" y="59"/>
                    </a:cubicBezTo>
                    <a:cubicBezTo>
                      <a:pt x="25" y="60"/>
                      <a:pt x="28" y="61"/>
                      <a:pt x="31" y="62"/>
                    </a:cubicBezTo>
                    <a:cubicBezTo>
                      <a:pt x="34" y="63"/>
                      <a:pt x="37" y="63"/>
                      <a:pt x="39" y="65"/>
                    </a:cubicBezTo>
                    <a:cubicBezTo>
                      <a:pt x="41" y="66"/>
                      <a:pt x="42" y="67"/>
                      <a:pt x="42" y="69"/>
                    </a:cubicBezTo>
                    <a:cubicBezTo>
                      <a:pt x="42" y="70"/>
                      <a:pt x="41" y="71"/>
                      <a:pt x="40" y="72"/>
                    </a:cubicBezTo>
                    <a:cubicBezTo>
                      <a:pt x="39" y="73"/>
                      <a:pt x="37" y="74"/>
                      <a:pt x="34" y="74"/>
                    </a:cubicBezTo>
                    <a:cubicBezTo>
                      <a:pt x="31" y="74"/>
                      <a:pt x="27" y="72"/>
                      <a:pt x="24" y="70"/>
                    </a:cubicBezTo>
                    <a:cubicBezTo>
                      <a:pt x="21" y="68"/>
                      <a:pt x="19" y="65"/>
                      <a:pt x="18" y="60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2" y="87"/>
                      <a:pt x="26" y="88"/>
                      <a:pt x="30" y="89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44" y="101"/>
                      <a:pt x="44" y="101"/>
                      <a:pt x="44" y="101"/>
                    </a:cubicBezTo>
                    <a:cubicBezTo>
                      <a:pt x="44" y="90"/>
                      <a:pt x="44" y="90"/>
                      <a:pt x="44" y="90"/>
                    </a:cubicBezTo>
                    <a:cubicBezTo>
                      <a:pt x="47" y="90"/>
                      <a:pt x="51" y="89"/>
                      <a:pt x="55" y="89"/>
                    </a:cubicBezTo>
                    <a:cubicBezTo>
                      <a:pt x="58" y="88"/>
                      <a:pt x="62" y="86"/>
                      <a:pt x="64" y="84"/>
                    </a:cubicBezTo>
                    <a:cubicBezTo>
                      <a:pt x="67" y="82"/>
                      <a:pt x="69" y="80"/>
                      <a:pt x="71" y="77"/>
                    </a:cubicBezTo>
                    <a:cubicBezTo>
                      <a:pt x="72" y="74"/>
                      <a:pt x="73" y="71"/>
                      <a:pt x="73" y="67"/>
                    </a:cubicBezTo>
                    <a:cubicBezTo>
                      <a:pt x="73" y="62"/>
                      <a:pt x="72" y="58"/>
                      <a:pt x="70" y="54"/>
                    </a:cubicBezTo>
                    <a:cubicBezTo>
                      <a:pt x="68" y="51"/>
                      <a:pt x="65" y="49"/>
                      <a:pt x="62" y="47"/>
                    </a:cubicBezTo>
                    <a:cubicBezTo>
                      <a:pt x="59" y="45"/>
                      <a:pt x="56" y="43"/>
                      <a:pt x="52" y="42"/>
                    </a:cubicBezTo>
                    <a:cubicBezTo>
                      <a:pt x="48" y="41"/>
                      <a:pt x="45" y="40"/>
                      <a:pt x="42" y="39"/>
                    </a:cubicBezTo>
                    <a:cubicBezTo>
                      <a:pt x="39" y="39"/>
                      <a:pt x="36" y="38"/>
                      <a:pt x="34" y="37"/>
                    </a:cubicBezTo>
                    <a:cubicBezTo>
                      <a:pt x="32" y="36"/>
                      <a:pt x="31" y="34"/>
                      <a:pt x="31" y="32"/>
                    </a:cubicBezTo>
                    <a:cubicBezTo>
                      <a:pt x="31" y="31"/>
                      <a:pt x="32" y="30"/>
                      <a:pt x="33" y="29"/>
                    </a:cubicBezTo>
                    <a:cubicBezTo>
                      <a:pt x="34" y="28"/>
                      <a:pt x="36" y="28"/>
                      <a:pt x="38" y="28"/>
                    </a:cubicBezTo>
                    <a:cubicBezTo>
                      <a:pt x="40" y="28"/>
                      <a:pt x="42" y="28"/>
                      <a:pt x="44" y="29"/>
                    </a:cubicBezTo>
                    <a:cubicBezTo>
                      <a:pt x="45" y="29"/>
                      <a:pt x="47" y="30"/>
                      <a:pt x="48" y="31"/>
                    </a:cubicBezTo>
                    <a:cubicBezTo>
                      <a:pt x="50" y="32"/>
                      <a:pt x="51" y="34"/>
                      <a:pt x="52" y="35"/>
                    </a:cubicBezTo>
                    <a:cubicBezTo>
                      <a:pt x="53" y="37"/>
                      <a:pt x="53" y="38"/>
                      <a:pt x="54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7"/>
                      <a:pt x="54" y="17"/>
                      <a:pt x="54" y="17"/>
                    </a:cubicBezTo>
                    <a:cubicBezTo>
                      <a:pt x="52" y="16"/>
                      <a:pt x="51" y="16"/>
                      <a:pt x="49" y="15"/>
                    </a:cubicBezTo>
                    <a:cubicBezTo>
                      <a:pt x="48" y="14"/>
                      <a:pt x="46" y="13"/>
                      <a:pt x="44" y="13"/>
                    </a:cubicBezTo>
                    <a:cubicBezTo>
                      <a:pt x="44" y="0"/>
                      <a:pt x="44" y="0"/>
                      <a:pt x="44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1" name="Oval 120"/>
              <p:cNvSpPr>
                <a:spLocks noChangeArrowheads="1"/>
              </p:cNvSpPr>
              <p:nvPr/>
            </p:nvSpPr>
            <p:spPr bwMode="auto">
              <a:xfrm>
                <a:off x="4636015" y="2823519"/>
                <a:ext cx="295909" cy="295909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2" name="Oval 121"/>
              <p:cNvSpPr>
                <a:spLocks noChangeArrowheads="1"/>
              </p:cNvSpPr>
              <p:nvPr/>
            </p:nvSpPr>
            <p:spPr bwMode="auto">
              <a:xfrm>
                <a:off x="4667054" y="2854559"/>
                <a:ext cx="237969" cy="240038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3" name="Freeform 122"/>
              <p:cNvSpPr>
                <a:spLocks/>
              </p:cNvSpPr>
              <p:nvPr/>
            </p:nvSpPr>
            <p:spPr bwMode="auto">
              <a:xfrm>
                <a:off x="4735341" y="2899049"/>
                <a:ext cx="101395" cy="140712"/>
              </a:xfrm>
              <a:custGeom>
                <a:avLst/>
                <a:gdLst>
                  <a:gd name="T0" fmla="*/ 43 w 73"/>
                  <a:gd name="T1" fmla="*/ 0 h 101"/>
                  <a:gd name="T2" fmla="*/ 30 w 73"/>
                  <a:gd name="T3" fmla="*/ 0 h 101"/>
                  <a:gd name="T4" fmla="*/ 30 w 73"/>
                  <a:gd name="T5" fmla="*/ 11 h 101"/>
                  <a:gd name="T6" fmla="*/ 18 w 73"/>
                  <a:gd name="T7" fmla="*/ 13 h 101"/>
                  <a:gd name="T8" fmla="*/ 9 w 73"/>
                  <a:gd name="T9" fmla="*/ 17 h 101"/>
                  <a:gd name="T10" fmla="*/ 2 w 73"/>
                  <a:gd name="T11" fmla="*/ 24 h 101"/>
                  <a:gd name="T12" fmla="*/ 0 w 73"/>
                  <a:gd name="T13" fmla="*/ 34 h 101"/>
                  <a:gd name="T14" fmla="*/ 3 w 73"/>
                  <a:gd name="T15" fmla="*/ 47 h 101"/>
                  <a:gd name="T16" fmla="*/ 11 w 73"/>
                  <a:gd name="T17" fmla="*/ 54 h 101"/>
                  <a:gd name="T18" fmla="*/ 21 w 73"/>
                  <a:gd name="T19" fmla="*/ 59 h 101"/>
                  <a:gd name="T20" fmla="*/ 31 w 73"/>
                  <a:gd name="T21" fmla="*/ 62 h 101"/>
                  <a:gd name="T22" fmla="*/ 38 w 73"/>
                  <a:gd name="T23" fmla="*/ 64 h 101"/>
                  <a:gd name="T24" fmla="*/ 42 w 73"/>
                  <a:gd name="T25" fmla="*/ 69 h 101"/>
                  <a:gd name="T26" fmla="*/ 40 w 73"/>
                  <a:gd name="T27" fmla="*/ 72 h 101"/>
                  <a:gd name="T28" fmla="*/ 34 w 73"/>
                  <a:gd name="T29" fmla="*/ 74 h 101"/>
                  <a:gd name="T30" fmla="*/ 24 w 73"/>
                  <a:gd name="T31" fmla="*/ 70 h 101"/>
                  <a:gd name="T32" fmla="*/ 18 w 73"/>
                  <a:gd name="T33" fmla="*/ 60 h 101"/>
                  <a:gd name="T34" fmla="*/ 1 w 73"/>
                  <a:gd name="T35" fmla="*/ 60 h 101"/>
                  <a:gd name="T36" fmla="*/ 1 w 73"/>
                  <a:gd name="T37" fmla="*/ 89 h 101"/>
                  <a:gd name="T38" fmla="*/ 18 w 73"/>
                  <a:gd name="T39" fmla="*/ 89 h 101"/>
                  <a:gd name="T40" fmla="*/ 18 w 73"/>
                  <a:gd name="T41" fmla="*/ 84 h 101"/>
                  <a:gd name="T42" fmla="*/ 30 w 73"/>
                  <a:gd name="T43" fmla="*/ 89 h 101"/>
                  <a:gd name="T44" fmla="*/ 30 w 73"/>
                  <a:gd name="T45" fmla="*/ 101 h 101"/>
                  <a:gd name="T46" fmla="*/ 43 w 73"/>
                  <a:gd name="T47" fmla="*/ 101 h 101"/>
                  <a:gd name="T48" fmla="*/ 43 w 73"/>
                  <a:gd name="T49" fmla="*/ 90 h 101"/>
                  <a:gd name="T50" fmla="*/ 55 w 73"/>
                  <a:gd name="T51" fmla="*/ 88 h 101"/>
                  <a:gd name="T52" fmla="*/ 64 w 73"/>
                  <a:gd name="T53" fmla="*/ 84 h 101"/>
                  <a:gd name="T54" fmla="*/ 71 w 73"/>
                  <a:gd name="T55" fmla="*/ 77 h 101"/>
                  <a:gd name="T56" fmla="*/ 73 w 73"/>
                  <a:gd name="T57" fmla="*/ 67 h 101"/>
                  <a:gd name="T58" fmla="*/ 70 w 73"/>
                  <a:gd name="T59" fmla="*/ 54 h 101"/>
                  <a:gd name="T60" fmla="*/ 62 w 73"/>
                  <a:gd name="T61" fmla="*/ 47 h 101"/>
                  <a:gd name="T62" fmla="*/ 52 w 73"/>
                  <a:gd name="T63" fmla="*/ 42 h 101"/>
                  <a:gd name="T64" fmla="*/ 42 w 73"/>
                  <a:gd name="T65" fmla="*/ 39 h 101"/>
                  <a:gd name="T66" fmla="*/ 34 w 73"/>
                  <a:gd name="T67" fmla="*/ 37 h 101"/>
                  <a:gd name="T68" fmla="*/ 31 w 73"/>
                  <a:gd name="T69" fmla="*/ 32 h 101"/>
                  <a:gd name="T70" fmla="*/ 33 w 73"/>
                  <a:gd name="T71" fmla="*/ 29 h 101"/>
                  <a:gd name="T72" fmla="*/ 38 w 73"/>
                  <a:gd name="T73" fmla="*/ 28 h 101"/>
                  <a:gd name="T74" fmla="*/ 43 w 73"/>
                  <a:gd name="T75" fmla="*/ 29 h 101"/>
                  <a:gd name="T76" fmla="*/ 48 w 73"/>
                  <a:gd name="T77" fmla="*/ 31 h 101"/>
                  <a:gd name="T78" fmla="*/ 51 w 73"/>
                  <a:gd name="T79" fmla="*/ 35 h 101"/>
                  <a:gd name="T80" fmla="*/ 53 w 73"/>
                  <a:gd name="T81" fmla="*/ 40 h 101"/>
                  <a:gd name="T82" fmla="*/ 71 w 73"/>
                  <a:gd name="T83" fmla="*/ 40 h 101"/>
                  <a:gd name="T84" fmla="*/ 71 w 73"/>
                  <a:gd name="T85" fmla="*/ 12 h 101"/>
                  <a:gd name="T86" fmla="*/ 53 w 73"/>
                  <a:gd name="T87" fmla="*/ 12 h 101"/>
                  <a:gd name="T88" fmla="*/ 53 w 73"/>
                  <a:gd name="T89" fmla="*/ 17 h 101"/>
                  <a:gd name="T90" fmla="*/ 49 w 73"/>
                  <a:gd name="T91" fmla="*/ 15 h 101"/>
                  <a:gd name="T92" fmla="*/ 43 w 73"/>
                  <a:gd name="T93" fmla="*/ 13 h 101"/>
                  <a:gd name="T94" fmla="*/ 43 w 73"/>
                  <a:gd name="T9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101">
                    <a:moveTo>
                      <a:pt x="43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1"/>
                      <a:pt x="22" y="12"/>
                      <a:pt x="18" y="13"/>
                    </a:cubicBezTo>
                    <a:cubicBezTo>
                      <a:pt x="15" y="14"/>
                      <a:pt x="12" y="15"/>
                      <a:pt x="9" y="17"/>
                    </a:cubicBezTo>
                    <a:cubicBezTo>
                      <a:pt x="6" y="19"/>
                      <a:pt x="4" y="22"/>
                      <a:pt x="2" y="24"/>
                    </a:cubicBezTo>
                    <a:cubicBezTo>
                      <a:pt x="1" y="27"/>
                      <a:pt x="0" y="31"/>
                      <a:pt x="0" y="34"/>
                    </a:cubicBezTo>
                    <a:cubicBezTo>
                      <a:pt x="0" y="40"/>
                      <a:pt x="1" y="44"/>
                      <a:pt x="3" y="47"/>
                    </a:cubicBezTo>
                    <a:cubicBezTo>
                      <a:pt x="5" y="50"/>
                      <a:pt x="8" y="53"/>
                      <a:pt x="11" y="54"/>
                    </a:cubicBezTo>
                    <a:cubicBezTo>
                      <a:pt x="14" y="56"/>
                      <a:pt x="17" y="58"/>
                      <a:pt x="21" y="59"/>
                    </a:cubicBezTo>
                    <a:cubicBezTo>
                      <a:pt x="24" y="60"/>
                      <a:pt x="28" y="61"/>
                      <a:pt x="31" y="62"/>
                    </a:cubicBezTo>
                    <a:cubicBezTo>
                      <a:pt x="34" y="63"/>
                      <a:pt x="36" y="63"/>
                      <a:pt x="38" y="64"/>
                    </a:cubicBezTo>
                    <a:cubicBezTo>
                      <a:pt x="40" y="66"/>
                      <a:pt x="42" y="67"/>
                      <a:pt x="42" y="69"/>
                    </a:cubicBezTo>
                    <a:cubicBezTo>
                      <a:pt x="42" y="70"/>
                      <a:pt x="41" y="71"/>
                      <a:pt x="40" y="72"/>
                    </a:cubicBezTo>
                    <a:cubicBezTo>
                      <a:pt x="39" y="73"/>
                      <a:pt x="37" y="74"/>
                      <a:pt x="34" y="74"/>
                    </a:cubicBezTo>
                    <a:cubicBezTo>
                      <a:pt x="30" y="74"/>
                      <a:pt x="27" y="72"/>
                      <a:pt x="24" y="70"/>
                    </a:cubicBezTo>
                    <a:cubicBezTo>
                      <a:pt x="21" y="68"/>
                      <a:pt x="19" y="65"/>
                      <a:pt x="18" y="60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2" y="87"/>
                      <a:pt x="26" y="88"/>
                      <a:pt x="30" y="89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43" y="101"/>
                      <a:pt x="43" y="101"/>
                      <a:pt x="43" y="101"/>
                    </a:cubicBezTo>
                    <a:cubicBezTo>
                      <a:pt x="43" y="90"/>
                      <a:pt x="43" y="90"/>
                      <a:pt x="43" y="90"/>
                    </a:cubicBezTo>
                    <a:cubicBezTo>
                      <a:pt x="47" y="90"/>
                      <a:pt x="51" y="89"/>
                      <a:pt x="55" y="88"/>
                    </a:cubicBezTo>
                    <a:cubicBezTo>
                      <a:pt x="58" y="88"/>
                      <a:pt x="61" y="86"/>
                      <a:pt x="64" y="84"/>
                    </a:cubicBezTo>
                    <a:cubicBezTo>
                      <a:pt x="67" y="82"/>
                      <a:pt x="69" y="80"/>
                      <a:pt x="71" y="77"/>
                    </a:cubicBezTo>
                    <a:cubicBezTo>
                      <a:pt x="72" y="74"/>
                      <a:pt x="73" y="71"/>
                      <a:pt x="73" y="67"/>
                    </a:cubicBezTo>
                    <a:cubicBezTo>
                      <a:pt x="73" y="62"/>
                      <a:pt x="72" y="58"/>
                      <a:pt x="70" y="54"/>
                    </a:cubicBezTo>
                    <a:cubicBezTo>
                      <a:pt x="68" y="51"/>
                      <a:pt x="65" y="49"/>
                      <a:pt x="62" y="47"/>
                    </a:cubicBezTo>
                    <a:cubicBezTo>
                      <a:pt x="59" y="45"/>
                      <a:pt x="55" y="43"/>
                      <a:pt x="52" y="42"/>
                    </a:cubicBezTo>
                    <a:cubicBezTo>
                      <a:pt x="48" y="41"/>
                      <a:pt x="45" y="40"/>
                      <a:pt x="42" y="39"/>
                    </a:cubicBezTo>
                    <a:cubicBezTo>
                      <a:pt x="39" y="39"/>
                      <a:pt x="36" y="38"/>
                      <a:pt x="34" y="37"/>
                    </a:cubicBezTo>
                    <a:cubicBezTo>
                      <a:pt x="32" y="36"/>
                      <a:pt x="31" y="34"/>
                      <a:pt x="31" y="32"/>
                    </a:cubicBezTo>
                    <a:cubicBezTo>
                      <a:pt x="31" y="31"/>
                      <a:pt x="31" y="30"/>
                      <a:pt x="33" y="29"/>
                    </a:cubicBezTo>
                    <a:cubicBezTo>
                      <a:pt x="34" y="28"/>
                      <a:pt x="36" y="28"/>
                      <a:pt x="38" y="28"/>
                    </a:cubicBezTo>
                    <a:cubicBezTo>
                      <a:pt x="40" y="28"/>
                      <a:pt x="41" y="28"/>
                      <a:pt x="43" y="29"/>
                    </a:cubicBezTo>
                    <a:cubicBezTo>
                      <a:pt x="45" y="29"/>
                      <a:pt x="46" y="30"/>
                      <a:pt x="48" y="31"/>
                    </a:cubicBezTo>
                    <a:cubicBezTo>
                      <a:pt x="49" y="32"/>
                      <a:pt x="50" y="34"/>
                      <a:pt x="51" y="35"/>
                    </a:cubicBezTo>
                    <a:cubicBezTo>
                      <a:pt x="52" y="37"/>
                      <a:pt x="53" y="38"/>
                      <a:pt x="53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53" y="12"/>
                      <a:pt x="53" y="12"/>
                      <a:pt x="53" y="12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2" y="16"/>
                      <a:pt x="51" y="16"/>
                      <a:pt x="49" y="15"/>
                    </a:cubicBezTo>
                    <a:cubicBezTo>
                      <a:pt x="47" y="14"/>
                      <a:pt x="45" y="13"/>
                      <a:pt x="43" y="13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4" name="Oval 123"/>
              <p:cNvSpPr>
                <a:spLocks noChangeArrowheads="1"/>
              </p:cNvSpPr>
              <p:nvPr/>
            </p:nvSpPr>
            <p:spPr bwMode="auto">
              <a:xfrm>
                <a:off x="2449808" y="2971474"/>
                <a:ext cx="330052" cy="331087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Oval 124"/>
              <p:cNvSpPr>
                <a:spLocks noChangeArrowheads="1"/>
              </p:cNvSpPr>
              <p:nvPr/>
            </p:nvSpPr>
            <p:spPr bwMode="auto">
              <a:xfrm>
                <a:off x="2478778" y="3000444"/>
                <a:ext cx="272112" cy="272112"/>
              </a:xfrm>
              <a:prstGeom prst="ellipse">
                <a:avLst/>
              </a:prstGeom>
              <a:solidFill>
                <a:srgbClr val="B49E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6" name="Oval 125"/>
              <p:cNvSpPr>
                <a:spLocks noChangeArrowheads="1"/>
              </p:cNvSpPr>
              <p:nvPr/>
            </p:nvSpPr>
            <p:spPr bwMode="auto">
              <a:xfrm>
                <a:off x="2478778" y="3000444"/>
                <a:ext cx="264869" cy="266939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7" name="Freeform 126"/>
              <p:cNvSpPr>
                <a:spLocks/>
              </p:cNvSpPr>
              <p:nvPr/>
            </p:nvSpPr>
            <p:spPr bwMode="auto">
              <a:xfrm>
                <a:off x="2559480" y="3055280"/>
                <a:ext cx="112777" cy="157266"/>
              </a:xfrm>
              <a:custGeom>
                <a:avLst/>
                <a:gdLst>
                  <a:gd name="T0" fmla="*/ 48 w 81"/>
                  <a:gd name="T1" fmla="*/ 0 h 113"/>
                  <a:gd name="T2" fmla="*/ 33 w 81"/>
                  <a:gd name="T3" fmla="*/ 0 h 113"/>
                  <a:gd name="T4" fmla="*/ 33 w 81"/>
                  <a:gd name="T5" fmla="*/ 13 h 113"/>
                  <a:gd name="T6" fmla="*/ 21 w 81"/>
                  <a:gd name="T7" fmla="*/ 15 h 113"/>
                  <a:gd name="T8" fmla="*/ 10 w 81"/>
                  <a:gd name="T9" fmla="*/ 20 h 113"/>
                  <a:gd name="T10" fmla="*/ 3 w 81"/>
                  <a:gd name="T11" fmla="*/ 28 h 113"/>
                  <a:gd name="T12" fmla="*/ 0 w 81"/>
                  <a:gd name="T13" fmla="*/ 39 h 113"/>
                  <a:gd name="T14" fmla="*/ 4 w 81"/>
                  <a:gd name="T15" fmla="*/ 53 h 113"/>
                  <a:gd name="T16" fmla="*/ 12 w 81"/>
                  <a:gd name="T17" fmla="*/ 61 h 113"/>
                  <a:gd name="T18" fmla="*/ 23 w 81"/>
                  <a:gd name="T19" fmla="*/ 66 h 113"/>
                  <a:gd name="T20" fmla="*/ 35 w 81"/>
                  <a:gd name="T21" fmla="*/ 69 h 113"/>
                  <a:gd name="T22" fmla="*/ 43 w 81"/>
                  <a:gd name="T23" fmla="*/ 72 h 113"/>
                  <a:gd name="T24" fmla="*/ 47 w 81"/>
                  <a:gd name="T25" fmla="*/ 77 h 113"/>
                  <a:gd name="T26" fmla="*/ 44 w 81"/>
                  <a:gd name="T27" fmla="*/ 81 h 113"/>
                  <a:gd name="T28" fmla="*/ 38 w 81"/>
                  <a:gd name="T29" fmla="*/ 82 h 113"/>
                  <a:gd name="T30" fmla="*/ 27 w 81"/>
                  <a:gd name="T31" fmla="*/ 78 h 113"/>
                  <a:gd name="T32" fmla="*/ 20 w 81"/>
                  <a:gd name="T33" fmla="*/ 68 h 113"/>
                  <a:gd name="T34" fmla="*/ 1 w 81"/>
                  <a:gd name="T35" fmla="*/ 68 h 113"/>
                  <a:gd name="T36" fmla="*/ 1 w 81"/>
                  <a:gd name="T37" fmla="*/ 99 h 113"/>
                  <a:gd name="T38" fmla="*/ 20 w 81"/>
                  <a:gd name="T39" fmla="*/ 99 h 113"/>
                  <a:gd name="T40" fmla="*/ 20 w 81"/>
                  <a:gd name="T41" fmla="*/ 94 h 113"/>
                  <a:gd name="T42" fmla="*/ 33 w 81"/>
                  <a:gd name="T43" fmla="*/ 100 h 113"/>
                  <a:gd name="T44" fmla="*/ 33 w 81"/>
                  <a:gd name="T45" fmla="*/ 113 h 113"/>
                  <a:gd name="T46" fmla="*/ 48 w 81"/>
                  <a:gd name="T47" fmla="*/ 113 h 113"/>
                  <a:gd name="T48" fmla="*/ 48 w 81"/>
                  <a:gd name="T49" fmla="*/ 101 h 113"/>
                  <a:gd name="T50" fmla="*/ 61 w 81"/>
                  <a:gd name="T51" fmla="*/ 99 h 113"/>
                  <a:gd name="T52" fmla="*/ 72 w 81"/>
                  <a:gd name="T53" fmla="*/ 94 h 113"/>
                  <a:gd name="T54" fmla="*/ 79 w 81"/>
                  <a:gd name="T55" fmla="*/ 86 h 113"/>
                  <a:gd name="T56" fmla="*/ 81 w 81"/>
                  <a:gd name="T57" fmla="*/ 75 h 113"/>
                  <a:gd name="T58" fmla="*/ 78 w 81"/>
                  <a:gd name="T59" fmla="*/ 61 h 113"/>
                  <a:gd name="T60" fmla="*/ 69 w 81"/>
                  <a:gd name="T61" fmla="*/ 52 h 113"/>
                  <a:gd name="T62" fmla="*/ 58 w 81"/>
                  <a:gd name="T63" fmla="*/ 47 h 113"/>
                  <a:gd name="T64" fmla="*/ 47 w 81"/>
                  <a:gd name="T65" fmla="*/ 44 h 113"/>
                  <a:gd name="T66" fmla="*/ 38 w 81"/>
                  <a:gd name="T67" fmla="*/ 41 h 113"/>
                  <a:gd name="T68" fmla="*/ 34 w 81"/>
                  <a:gd name="T69" fmla="*/ 36 h 113"/>
                  <a:gd name="T70" fmla="*/ 37 w 81"/>
                  <a:gd name="T71" fmla="*/ 33 h 113"/>
                  <a:gd name="T72" fmla="*/ 43 w 81"/>
                  <a:gd name="T73" fmla="*/ 31 h 113"/>
                  <a:gd name="T74" fmla="*/ 48 w 81"/>
                  <a:gd name="T75" fmla="*/ 32 h 113"/>
                  <a:gd name="T76" fmla="*/ 54 w 81"/>
                  <a:gd name="T77" fmla="*/ 35 h 113"/>
                  <a:gd name="T78" fmla="*/ 57 w 81"/>
                  <a:gd name="T79" fmla="*/ 39 h 113"/>
                  <a:gd name="T80" fmla="*/ 60 w 81"/>
                  <a:gd name="T81" fmla="*/ 45 h 113"/>
                  <a:gd name="T82" fmla="*/ 79 w 81"/>
                  <a:gd name="T83" fmla="*/ 45 h 113"/>
                  <a:gd name="T84" fmla="*/ 79 w 81"/>
                  <a:gd name="T85" fmla="*/ 14 h 113"/>
                  <a:gd name="T86" fmla="*/ 60 w 81"/>
                  <a:gd name="T87" fmla="*/ 14 h 113"/>
                  <a:gd name="T88" fmla="*/ 60 w 81"/>
                  <a:gd name="T89" fmla="*/ 19 h 113"/>
                  <a:gd name="T90" fmla="*/ 55 w 81"/>
                  <a:gd name="T91" fmla="*/ 17 h 113"/>
                  <a:gd name="T92" fmla="*/ 48 w 81"/>
                  <a:gd name="T93" fmla="*/ 15 h 113"/>
                  <a:gd name="T94" fmla="*/ 48 w 81"/>
                  <a:gd name="T95" fmla="*/ 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81" h="113">
                    <a:moveTo>
                      <a:pt x="48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33" y="13"/>
                      <a:pt x="33" y="13"/>
                      <a:pt x="33" y="13"/>
                    </a:cubicBezTo>
                    <a:cubicBezTo>
                      <a:pt x="29" y="13"/>
                      <a:pt x="25" y="13"/>
                      <a:pt x="21" y="15"/>
                    </a:cubicBezTo>
                    <a:cubicBezTo>
                      <a:pt x="17" y="16"/>
                      <a:pt x="13" y="17"/>
                      <a:pt x="10" y="20"/>
                    </a:cubicBezTo>
                    <a:cubicBezTo>
                      <a:pt x="7" y="22"/>
                      <a:pt x="5" y="24"/>
                      <a:pt x="3" y="28"/>
                    </a:cubicBezTo>
                    <a:cubicBezTo>
                      <a:pt x="1" y="31"/>
                      <a:pt x="0" y="35"/>
                      <a:pt x="0" y="39"/>
                    </a:cubicBezTo>
                    <a:cubicBezTo>
                      <a:pt x="0" y="45"/>
                      <a:pt x="1" y="49"/>
                      <a:pt x="4" y="53"/>
                    </a:cubicBezTo>
                    <a:cubicBezTo>
                      <a:pt x="6" y="56"/>
                      <a:pt x="9" y="59"/>
                      <a:pt x="12" y="61"/>
                    </a:cubicBezTo>
                    <a:cubicBezTo>
                      <a:pt x="16" y="63"/>
                      <a:pt x="19" y="65"/>
                      <a:pt x="23" y="66"/>
                    </a:cubicBezTo>
                    <a:cubicBezTo>
                      <a:pt x="27" y="67"/>
                      <a:pt x="31" y="68"/>
                      <a:pt x="35" y="69"/>
                    </a:cubicBezTo>
                    <a:cubicBezTo>
                      <a:pt x="38" y="70"/>
                      <a:pt x="41" y="71"/>
                      <a:pt x="43" y="72"/>
                    </a:cubicBezTo>
                    <a:cubicBezTo>
                      <a:pt x="45" y="73"/>
                      <a:pt x="47" y="75"/>
                      <a:pt x="47" y="77"/>
                    </a:cubicBezTo>
                    <a:cubicBezTo>
                      <a:pt x="47" y="78"/>
                      <a:pt x="46" y="80"/>
                      <a:pt x="44" y="81"/>
                    </a:cubicBezTo>
                    <a:cubicBezTo>
                      <a:pt x="43" y="82"/>
                      <a:pt x="41" y="82"/>
                      <a:pt x="38" y="82"/>
                    </a:cubicBezTo>
                    <a:cubicBezTo>
                      <a:pt x="34" y="82"/>
                      <a:pt x="30" y="81"/>
                      <a:pt x="27" y="78"/>
                    </a:cubicBezTo>
                    <a:cubicBezTo>
                      <a:pt x="23" y="76"/>
                      <a:pt x="21" y="72"/>
                      <a:pt x="20" y="68"/>
                    </a:cubicBezTo>
                    <a:cubicBezTo>
                      <a:pt x="1" y="68"/>
                      <a:pt x="1" y="68"/>
                      <a:pt x="1" y="68"/>
                    </a:cubicBezTo>
                    <a:cubicBezTo>
                      <a:pt x="1" y="99"/>
                      <a:pt x="1" y="99"/>
                      <a:pt x="1" y="99"/>
                    </a:cubicBezTo>
                    <a:cubicBezTo>
                      <a:pt x="20" y="99"/>
                      <a:pt x="20" y="99"/>
                      <a:pt x="20" y="99"/>
                    </a:cubicBezTo>
                    <a:cubicBezTo>
                      <a:pt x="20" y="94"/>
                      <a:pt x="20" y="94"/>
                      <a:pt x="20" y="94"/>
                    </a:cubicBezTo>
                    <a:cubicBezTo>
                      <a:pt x="25" y="97"/>
                      <a:pt x="29" y="99"/>
                      <a:pt x="33" y="100"/>
                    </a:cubicBezTo>
                    <a:cubicBezTo>
                      <a:pt x="33" y="113"/>
                      <a:pt x="33" y="113"/>
                      <a:pt x="33" y="113"/>
                    </a:cubicBezTo>
                    <a:cubicBezTo>
                      <a:pt x="48" y="113"/>
                      <a:pt x="48" y="113"/>
                      <a:pt x="48" y="113"/>
                    </a:cubicBezTo>
                    <a:cubicBezTo>
                      <a:pt x="48" y="101"/>
                      <a:pt x="48" y="101"/>
                      <a:pt x="48" y="101"/>
                    </a:cubicBezTo>
                    <a:cubicBezTo>
                      <a:pt x="53" y="101"/>
                      <a:pt x="57" y="100"/>
                      <a:pt x="61" y="99"/>
                    </a:cubicBezTo>
                    <a:cubicBezTo>
                      <a:pt x="65" y="98"/>
                      <a:pt x="68" y="96"/>
                      <a:pt x="72" y="94"/>
                    </a:cubicBezTo>
                    <a:cubicBezTo>
                      <a:pt x="75" y="92"/>
                      <a:pt x="77" y="89"/>
                      <a:pt x="79" y="86"/>
                    </a:cubicBezTo>
                    <a:cubicBezTo>
                      <a:pt x="81" y="83"/>
                      <a:pt x="81" y="79"/>
                      <a:pt x="81" y="75"/>
                    </a:cubicBezTo>
                    <a:cubicBezTo>
                      <a:pt x="81" y="69"/>
                      <a:pt x="80" y="65"/>
                      <a:pt x="78" y="61"/>
                    </a:cubicBezTo>
                    <a:cubicBezTo>
                      <a:pt x="76" y="57"/>
                      <a:pt x="73" y="55"/>
                      <a:pt x="69" y="52"/>
                    </a:cubicBezTo>
                    <a:cubicBezTo>
                      <a:pt x="66" y="50"/>
                      <a:pt x="62" y="49"/>
                      <a:pt x="58" y="47"/>
                    </a:cubicBezTo>
                    <a:cubicBezTo>
                      <a:pt x="54" y="46"/>
                      <a:pt x="50" y="45"/>
                      <a:pt x="47" y="44"/>
                    </a:cubicBezTo>
                    <a:cubicBezTo>
                      <a:pt x="43" y="43"/>
                      <a:pt x="40" y="42"/>
                      <a:pt x="38" y="41"/>
                    </a:cubicBezTo>
                    <a:cubicBezTo>
                      <a:pt x="36" y="40"/>
                      <a:pt x="34" y="39"/>
                      <a:pt x="34" y="36"/>
                    </a:cubicBezTo>
                    <a:cubicBezTo>
                      <a:pt x="34" y="35"/>
                      <a:pt x="35" y="33"/>
                      <a:pt x="37" y="33"/>
                    </a:cubicBezTo>
                    <a:cubicBezTo>
                      <a:pt x="38" y="32"/>
                      <a:pt x="40" y="31"/>
                      <a:pt x="43" y="31"/>
                    </a:cubicBezTo>
                    <a:cubicBezTo>
                      <a:pt x="45" y="31"/>
                      <a:pt x="46" y="32"/>
                      <a:pt x="48" y="32"/>
                    </a:cubicBezTo>
                    <a:cubicBezTo>
                      <a:pt x="50" y="33"/>
                      <a:pt x="52" y="34"/>
                      <a:pt x="54" y="35"/>
                    </a:cubicBezTo>
                    <a:cubicBezTo>
                      <a:pt x="55" y="36"/>
                      <a:pt x="56" y="38"/>
                      <a:pt x="57" y="39"/>
                    </a:cubicBezTo>
                    <a:cubicBezTo>
                      <a:pt x="59" y="41"/>
                      <a:pt x="59" y="43"/>
                      <a:pt x="60" y="45"/>
                    </a:cubicBezTo>
                    <a:cubicBezTo>
                      <a:pt x="79" y="45"/>
                      <a:pt x="79" y="45"/>
                      <a:pt x="79" y="45"/>
                    </a:cubicBezTo>
                    <a:cubicBezTo>
                      <a:pt x="79" y="14"/>
                      <a:pt x="79" y="14"/>
                      <a:pt x="79" y="14"/>
                    </a:cubicBezTo>
                    <a:cubicBezTo>
                      <a:pt x="60" y="14"/>
                      <a:pt x="60" y="14"/>
                      <a:pt x="60" y="14"/>
                    </a:cubicBezTo>
                    <a:cubicBezTo>
                      <a:pt x="60" y="19"/>
                      <a:pt x="60" y="19"/>
                      <a:pt x="60" y="19"/>
                    </a:cubicBezTo>
                    <a:cubicBezTo>
                      <a:pt x="58" y="19"/>
                      <a:pt x="57" y="18"/>
                      <a:pt x="55" y="17"/>
                    </a:cubicBezTo>
                    <a:cubicBezTo>
                      <a:pt x="53" y="16"/>
                      <a:pt x="51" y="15"/>
                      <a:pt x="48" y="15"/>
                    </a:cubicBezTo>
                    <a:cubicBezTo>
                      <a:pt x="48" y="0"/>
                      <a:pt x="48" y="0"/>
                      <a:pt x="48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8" name="Freeform 127"/>
              <p:cNvSpPr>
                <a:spLocks/>
              </p:cNvSpPr>
              <p:nvPr/>
            </p:nvSpPr>
            <p:spPr bwMode="auto">
              <a:xfrm>
                <a:off x="3485489" y="2268949"/>
                <a:ext cx="735634" cy="697351"/>
              </a:xfrm>
              <a:custGeom>
                <a:avLst/>
                <a:gdLst>
                  <a:gd name="T0" fmla="*/ 520 w 527"/>
                  <a:gd name="T1" fmla="*/ 187 h 499"/>
                  <a:gd name="T2" fmla="*/ 518 w 527"/>
                  <a:gd name="T3" fmla="*/ 214 h 499"/>
                  <a:gd name="T4" fmla="*/ 181 w 527"/>
                  <a:gd name="T5" fmla="*/ 492 h 499"/>
                  <a:gd name="T6" fmla="*/ 154 w 527"/>
                  <a:gd name="T7" fmla="*/ 489 h 499"/>
                  <a:gd name="T8" fmla="*/ 7 w 527"/>
                  <a:gd name="T9" fmla="*/ 311 h 499"/>
                  <a:gd name="T10" fmla="*/ 9 w 527"/>
                  <a:gd name="T11" fmla="*/ 284 h 499"/>
                  <a:gd name="T12" fmla="*/ 346 w 527"/>
                  <a:gd name="T13" fmla="*/ 6 h 499"/>
                  <a:gd name="T14" fmla="*/ 373 w 527"/>
                  <a:gd name="T15" fmla="*/ 9 h 499"/>
                  <a:gd name="T16" fmla="*/ 520 w 527"/>
                  <a:gd name="T17" fmla="*/ 187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7" h="499">
                    <a:moveTo>
                      <a:pt x="520" y="187"/>
                    </a:moveTo>
                    <a:cubicBezTo>
                      <a:pt x="527" y="195"/>
                      <a:pt x="526" y="207"/>
                      <a:pt x="518" y="214"/>
                    </a:cubicBezTo>
                    <a:cubicBezTo>
                      <a:pt x="181" y="492"/>
                      <a:pt x="181" y="492"/>
                      <a:pt x="181" y="492"/>
                    </a:cubicBezTo>
                    <a:cubicBezTo>
                      <a:pt x="173" y="499"/>
                      <a:pt x="161" y="498"/>
                      <a:pt x="154" y="489"/>
                    </a:cubicBezTo>
                    <a:cubicBezTo>
                      <a:pt x="7" y="311"/>
                      <a:pt x="7" y="311"/>
                      <a:pt x="7" y="311"/>
                    </a:cubicBezTo>
                    <a:cubicBezTo>
                      <a:pt x="0" y="303"/>
                      <a:pt x="1" y="291"/>
                      <a:pt x="9" y="284"/>
                    </a:cubicBezTo>
                    <a:cubicBezTo>
                      <a:pt x="346" y="6"/>
                      <a:pt x="346" y="6"/>
                      <a:pt x="346" y="6"/>
                    </a:cubicBezTo>
                    <a:cubicBezTo>
                      <a:pt x="354" y="0"/>
                      <a:pt x="367" y="1"/>
                      <a:pt x="373" y="9"/>
                    </a:cubicBezTo>
                    <a:cubicBezTo>
                      <a:pt x="520" y="187"/>
                      <a:pt x="520" y="187"/>
                      <a:pt x="520" y="187"/>
                    </a:cubicBezTo>
                  </a:path>
                </a:pathLst>
              </a:cu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9" name="Freeform 128"/>
              <p:cNvSpPr>
                <a:spLocks/>
              </p:cNvSpPr>
              <p:nvPr/>
            </p:nvSpPr>
            <p:spPr bwMode="auto">
              <a:xfrm>
                <a:off x="3528944" y="2321716"/>
                <a:ext cx="572160" cy="497665"/>
              </a:xfrm>
              <a:custGeom>
                <a:avLst/>
                <a:gdLst>
                  <a:gd name="T0" fmla="*/ 553 w 553"/>
                  <a:gd name="T1" fmla="*/ 72 h 481"/>
                  <a:gd name="T2" fmla="*/ 59 w 553"/>
                  <a:gd name="T3" fmla="*/ 481 h 481"/>
                  <a:gd name="T4" fmla="*/ 0 w 553"/>
                  <a:gd name="T5" fmla="*/ 409 h 481"/>
                  <a:gd name="T6" fmla="*/ 494 w 553"/>
                  <a:gd name="T7" fmla="*/ 0 h 481"/>
                  <a:gd name="T8" fmla="*/ 553 w 553"/>
                  <a:gd name="T9" fmla="*/ 72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3" h="481">
                    <a:moveTo>
                      <a:pt x="553" y="72"/>
                    </a:moveTo>
                    <a:lnTo>
                      <a:pt x="59" y="481"/>
                    </a:lnTo>
                    <a:lnTo>
                      <a:pt x="0" y="409"/>
                    </a:lnTo>
                    <a:lnTo>
                      <a:pt x="494" y="0"/>
                    </a:lnTo>
                    <a:lnTo>
                      <a:pt x="553" y="72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0" name="Freeform 129"/>
              <p:cNvSpPr>
                <a:spLocks/>
              </p:cNvSpPr>
              <p:nvPr/>
            </p:nvSpPr>
            <p:spPr bwMode="auto">
              <a:xfrm>
                <a:off x="3789675" y="2555546"/>
                <a:ext cx="199687" cy="168648"/>
              </a:xfrm>
              <a:custGeom>
                <a:avLst/>
                <a:gdLst>
                  <a:gd name="T0" fmla="*/ 193 w 193"/>
                  <a:gd name="T1" fmla="*/ 9 h 163"/>
                  <a:gd name="T2" fmla="*/ 7 w 193"/>
                  <a:gd name="T3" fmla="*/ 163 h 163"/>
                  <a:gd name="T4" fmla="*/ 0 w 193"/>
                  <a:gd name="T5" fmla="*/ 154 h 163"/>
                  <a:gd name="T6" fmla="*/ 185 w 193"/>
                  <a:gd name="T7" fmla="*/ 0 h 163"/>
                  <a:gd name="T8" fmla="*/ 193 w 193"/>
                  <a:gd name="T9" fmla="*/ 9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163">
                    <a:moveTo>
                      <a:pt x="193" y="9"/>
                    </a:moveTo>
                    <a:lnTo>
                      <a:pt x="7" y="163"/>
                    </a:lnTo>
                    <a:lnTo>
                      <a:pt x="0" y="154"/>
                    </a:lnTo>
                    <a:lnTo>
                      <a:pt x="185" y="0"/>
                    </a:lnTo>
                    <a:lnTo>
                      <a:pt x="193" y="9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1" name="Freeform 130"/>
              <p:cNvSpPr>
                <a:spLocks/>
              </p:cNvSpPr>
              <p:nvPr/>
            </p:nvSpPr>
            <p:spPr bwMode="auto">
              <a:xfrm>
                <a:off x="3813471" y="2585551"/>
                <a:ext cx="199687" cy="167613"/>
              </a:xfrm>
              <a:custGeom>
                <a:avLst/>
                <a:gdLst>
                  <a:gd name="T0" fmla="*/ 193 w 193"/>
                  <a:gd name="T1" fmla="*/ 9 h 162"/>
                  <a:gd name="T2" fmla="*/ 8 w 193"/>
                  <a:gd name="T3" fmla="*/ 162 h 162"/>
                  <a:gd name="T4" fmla="*/ 0 w 193"/>
                  <a:gd name="T5" fmla="*/ 153 h 162"/>
                  <a:gd name="T6" fmla="*/ 186 w 193"/>
                  <a:gd name="T7" fmla="*/ 0 h 162"/>
                  <a:gd name="T8" fmla="*/ 193 w 193"/>
                  <a:gd name="T9" fmla="*/ 9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162">
                    <a:moveTo>
                      <a:pt x="193" y="9"/>
                    </a:moveTo>
                    <a:lnTo>
                      <a:pt x="8" y="162"/>
                    </a:lnTo>
                    <a:lnTo>
                      <a:pt x="0" y="153"/>
                    </a:lnTo>
                    <a:lnTo>
                      <a:pt x="186" y="0"/>
                    </a:lnTo>
                    <a:lnTo>
                      <a:pt x="193" y="9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2" name="Freeform 131"/>
              <p:cNvSpPr>
                <a:spLocks/>
              </p:cNvSpPr>
              <p:nvPr/>
            </p:nvSpPr>
            <p:spPr bwMode="auto">
              <a:xfrm>
                <a:off x="3838303" y="2615556"/>
                <a:ext cx="199687" cy="167613"/>
              </a:xfrm>
              <a:custGeom>
                <a:avLst/>
                <a:gdLst>
                  <a:gd name="T0" fmla="*/ 193 w 193"/>
                  <a:gd name="T1" fmla="*/ 9 h 162"/>
                  <a:gd name="T2" fmla="*/ 7 w 193"/>
                  <a:gd name="T3" fmla="*/ 162 h 162"/>
                  <a:gd name="T4" fmla="*/ 0 w 193"/>
                  <a:gd name="T5" fmla="*/ 154 h 162"/>
                  <a:gd name="T6" fmla="*/ 187 w 193"/>
                  <a:gd name="T7" fmla="*/ 0 h 162"/>
                  <a:gd name="T8" fmla="*/ 193 w 193"/>
                  <a:gd name="T9" fmla="*/ 9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162">
                    <a:moveTo>
                      <a:pt x="193" y="9"/>
                    </a:moveTo>
                    <a:lnTo>
                      <a:pt x="7" y="162"/>
                    </a:lnTo>
                    <a:lnTo>
                      <a:pt x="0" y="154"/>
                    </a:lnTo>
                    <a:lnTo>
                      <a:pt x="187" y="0"/>
                    </a:lnTo>
                    <a:lnTo>
                      <a:pt x="193" y="9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3" name="Freeform 132"/>
              <p:cNvSpPr>
                <a:spLocks/>
              </p:cNvSpPr>
              <p:nvPr/>
            </p:nvSpPr>
            <p:spPr bwMode="auto">
              <a:xfrm>
                <a:off x="3636547" y="2720055"/>
                <a:ext cx="204860" cy="204860"/>
              </a:xfrm>
              <a:custGeom>
                <a:avLst/>
                <a:gdLst>
                  <a:gd name="T0" fmla="*/ 109 w 198"/>
                  <a:gd name="T1" fmla="*/ 0 h 198"/>
                  <a:gd name="T2" fmla="*/ 0 w 198"/>
                  <a:gd name="T3" fmla="*/ 89 h 198"/>
                  <a:gd name="T4" fmla="*/ 90 w 198"/>
                  <a:gd name="T5" fmla="*/ 198 h 198"/>
                  <a:gd name="T6" fmla="*/ 198 w 198"/>
                  <a:gd name="T7" fmla="*/ 108 h 198"/>
                  <a:gd name="T8" fmla="*/ 109 w 198"/>
                  <a:gd name="T9" fmla="*/ 0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8" h="198">
                    <a:moveTo>
                      <a:pt x="109" y="0"/>
                    </a:moveTo>
                    <a:lnTo>
                      <a:pt x="0" y="89"/>
                    </a:lnTo>
                    <a:lnTo>
                      <a:pt x="90" y="198"/>
                    </a:lnTo>
                    <a:lnTo>
                      <a:pt x="198" y="10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rgbClr val="F9F4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4" name="Freeform 133"/>
              <p:cNvSpPr>
                <a:spLocks/>
              </p:cNvSpPr>
              <p:nvPr/>
            </p:nvSpPr>
            <p:spPr bwMode="auto">
              <a:xfrm>
                <a:off x="3636547" y="2720055"/>
                <a:ext cx="204860" cy="204860"/>
              </a:xfrm>
              <a:custGeom>
                <a:avLst/>
                <a:gdLst>
                  <a:gd name="T0" fmla="*/ 109 w 198"/>
                  <a:gd name="T1" fmla="*/ 0 h 198"/>
                  <a:gd name="T2" fmla="*/ 0 w 198"/>
                  <a:gd name="T3" fmla="*/ 89 h 198"/>
                  <a:gd name="T4" fmla="*/ 90 w 198"/>
                  <a:gd name="T5" fmla="*/ 198 h 198"/>
                  <a:gd name="T6" fmla="*/ 198 w 198"/>
                  <a:gd name="T7" fmla="*/ 108 h 198"/>
                  <a:gd name="T8" fmla="*/ 109 w 198"/>
                  <a:gd name="T9" fmla="*/ 0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8" h="198">
                    <a:moveTo>
                      <a:pt x="109" y="0"/>
                    </a:moveTo>
                    <a:lnTo>
                      <a:pt x="0" y="89"/>
                    </a:lnTo>
                    <a:lnTo>
                      <a:pt x="90" y="198"/>
                    </a:lnTo>
                    <a:lnTo>
                      <a:pt x="198" y="108"/>
                    </a:lnTo>
                    <a:lnTo>
                      <a:pt x="10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Freeform 134"/>
              <p:cNvSpPr>
                <a:spLocks/>
              </p:cNvSpPr>
              <p:nvPr/>
            </p:nvSpPr>
            <p:spPr bwMode="auto">
              <a:xfrm>
                <a:off x="3677933" y="2757302"/>
                <a:ext cx="143816" cy="146920"/>
              </a:xfrm>
              <a:custGeom>
                <a:avLst/>
                <a:gdLst>
                  <a:gd name="T0" fmla="*/ 62 w 103"/>
                  <a:gd name="T1" fmla="*/ 52 h 105"/>
                  <a:gd name="T2" fmla="*/ 57 w 103"/>
                  <a:gd name="T3" fmla="*/ 49 h 105"/>
                  <a:gd name="T4" fmla="*/ 54 w 103"/>
                  <a:gd name="T5" fmla="*/ 33 h 105"/>
                  <a:gd name="T6" fmla="*/ 48 w 103"/>
                  <a:gd name="T7" fmla="*/ 22 h 105"/>
                  <a:gd name="T8" fmla="*/ 17 w 103"/>
                  <a:gd name="T9" fmla="*/ 14 h 105"/>
                  <a:gd name="T10" fmla="*/ 19 w 103"/>
                  <a:gd name="T11" fmla="*/ 46 h 105"/>
                  <a:gd name="T12" fmla="*/ 29 w 103"/>
                  <a:gd name="T13" fmla="*/ 53 h 105"/>
                  <a:gd name="T14" fmla="*/ 44 w 103"/>
                  <a:gd name="T15" fmla="*/ 60 h 105"/>
                  <a:gd name="T16" fmla="*/ 46 w 103"/>
                  <a:gd name="T17" fmla="*/ 66 h 105"/>
                  <a:gd name="T18" fmla="*/ 37 w 103"/>
                  <a:gd name="T19" fmla="*/ 105 h 105"/>
                  <a:gd name="T20" fmla="*/ 70 w 103"/>
                  <a:gd name="T21" fmla="*/ 78 h 105"/>
                  <a:gd name="T22" fmla="*/ 103 w 103"/>
                  <a:gd name="T23" fmla="*/ 51 h 105"/>
                  <a:gd name="T24" fmla="*/ 62 w 103"/>
                  <a:gd name="T25" fmla="*/ 52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3" h="105">
                    <a:moveTo>
                      <a:pt x="62" y="52"/>
                    </a:moveTo>
                    <a:cubicBezTo>
                      <a:pt x="61" y="53"/>
                      <a:pt x="57" y="49"/>
                      <a:pt x="57" y="49"/>
                    </a:cubicBezTo>
                    <a:cubicBezTo>
                      <a:pt x="57" y="49"/>
                      <a:pt x="58" y="40"/>
                      <a:pt x="54" y="33"/>
                    </a:cubicBezTo>
                    <a:cubicBezTo>
                      <a:pt x="56" y="31"/>
                      <a:pt x="52" y="22"/>
                      <a:pt x="48" y="22"/>
                    </a:cubicBezTo>
                    <a:cubicBezTo>
                      <a:pt x="46" y="20"/>
                      <a:pt x="35" y="0"/>
                      <a:pt x="17" y="14"/>
                    </a:cubicBezTo>
                    <a:cubicBezTo>
                      <a:pt x="0" y="29"/>
                      <a:pt x="17" y="43"/>
                      <a:pt x="19" y="46"/>
                    </a:cubicBezTo>
                    <a:cubicBezTo>
                      <a:pt x="19" y="50"/>
                      <a:pt x="26" y="56"/>
                      <a:pt x="29" y="53"/>
                    </a:cubicBezTo>
                    <a:cubicBezTo>
                      <a:pt x="35" y="59"/>
                      <a:pt x="44" y="60"/>
                      <a:pt x="44" y="60"/>
                    </a:cubicBezTo>
                    <a:cubicBezTo>
                      <a:pt x="44" y="60"/>
                      <a:pt x="48" y="64"/>
                      <a:pt x="46" y="66"/>
                    </a:cubicBezTo>
                    <a:cubicBezTo>
                      <a:pt x="42" y="71"/>
                      <a:pt x="29" y="96"/>
                      <a:pt x="37" y="105"/>
                    </a:cubicBezTo>
                    <a:cubicBezTo>
                      <a:pt x="70" y="78"/>
                      <a:pt x="70" y="78"/>
                      <a:pt x="70" y="78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95" y="41"/>
                      <a:pt x="68" y="49"/>
                      <a:pt x="62" y="52"/>
                    </a:cubicBez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6" name="Freeform 135"/>
              <p:cNvSpPr>
                <a:spLocks/>
              </p:cNvSpPr>
              <p:nvPr/>
            </p:nvSpPr>
            <p:spPr bwMode="auto">
              <a:xfrm>
                <a:off x="4042128" y="2436562"/>
                <a:ext cx="86910" cy="86910"/>
              </a:xfrm>
              <a:custGeom>
                <a:avLst/>
                <a:gdLst>
                  <a:gd name="T0" fmla="*/ 84 w 84"/>
                  <a:gd name="T1" fmla="*/ 46 h 84"/>
                  <a:gd name="T2" fmla="*/ 38 w 84"/>
                  <a:gd name="T3" fmla="*/ 84 h 84"/>
                  <a:gd name="T4" fmla="*/ 0 w 84"/>
                  <a:gd name="T5" fmla="*/ 38 h 84"/>
                  <a:gd name="T6" fmla="*/ 46 w 84"/>
                  <a:gd name="T7" fmla="*/ 0 h 84"/>
                  <a:gd name="T8" fmla="*/ 84 w 84"/>
                  <a:gd name="T9" fmla="*/ 4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84">
                    <a:moveTo>
                      <a:pt x="84" y="46"/>
                    </a:moveTo>
                    <a:lnTo>
                      <a:pt x="38" y="84"/>
                    </a:lnTo>
                    <a:lnTo>
                      <a:pt x="0" y="38"/>
                    </a:lnTo>
                    <a:lnTo>
                      <a:pt x="46" y="0"/>
                    </a:lnTo>
                    <a:lnTo>
                      <a:pt x="84" y="46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7" name="Freeform 136"/>
              <p:cNvSpPr>
                <a:spLocks/>
              </p:cNvSpPr>
              <p:nvPr/>
            </p:nvSpPr>
            <p:spPr bwMode="auto">
              <a:xfrm>
                <a:off x="4096964" y="2501745"/>
                <a:ext cx="86910" cy="86910"/>
              </a:xfrm>
              <a:custGeom>
                <a:avLst/>
                <a:gdLst>
                  <a:gd name="T0" fmla="*/ 84 w 84"/>
                  <a:gd name="T1" fmla="*/ 46 h 84"/>
                  <a:gd name="T2" fmla="*/ 38 w 84"/>
                  <a:gd name="T3" fmla="*/ 84 h 84"/>
                  <a:gd name="T4" fmla="*/ 0 w 84"/>
                  <a:gd name="T5" fmla="*/ 38 h 84"/>
                  <a:gd name="T6" fmla="*/ 46 w 84"/>
                  <a:gd name="T7" fmla="*/ 0 h 84"/>
                  <a:gd name="T8" fmla="*/ 84 w 84"/>
                  <a:gd name="T9" fmla="*/ 4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84">
                    <a:moveTo>
                      <a:pt x="84" y="46"/>
                    </a:moveTo>
                    <a:lnTo>
                      <a:pt x="38" y="84"/>
                    </a:lnTo>
                    <a:lnTo>
                      <a:pt x="0" y="38"/>
                    </a:lnTo>
                    <a:lnTo>
                      <a:pt x="46" y="0"/>
                    </a:lnTo>
                    <a:lnTo>
                      <a:pt x="84" y="46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8" name="Freeform 137"/>
              <p:cNvSpPr>
                <a:spLocks/>
              </p:cNvSpPr>
              <p:nvPr/>
            </p:nvSpPr>
            <p:spPr bwMode="auto">
              <a:xfrm>
                <a:off x="3758635" y="2920776"/>
                <a:ext cx="510081" cy="511115"/>
              </a:xfrm>
              <a:custGeom>
                <a:avLst/>
                <a:gdLst>
                  <a:gd name="T0" fmla="*/ 365 w 365"/>
                  <a:gd name="T1" fmla="*/ 183 h 366"/>
                  <a:gd name="T2" fmla="*/ 317 w 365"/>
                  <a:gd name="T3" fmla="*/ 239 h 366"/>
                  <a:gd name="T4" fmla="*/ 312 w 365"/>
                  <a:gd name="T5" fmla="*/ 312 h 366"/>
                  <a:gd name="T6" fmla="*/ 238 w 365"/>
                  <a:gd name="T7" fmla="*/ 318 h 366"/>
                  <a:gd name="T8" fmla="*/ 182 w 365"/>
                  <a:gd name="T9" fmla="*/ 366 h 366"/>
                  <a:gd name="T10" fmla="*/ 127 w 365"/>
                  <a:gd name="T11" fmla="*/ 318 h 366"/>
                  <a:gd name="T12" fmla="*/ 53 w 365"/>
                  <a:gd name="T13" fmla="*/ 312 h 366"/>
                  <a:gd name="T14" fmla="*/ 48 w 365"/>
                  <a:gd name="T15" fmla="*/ 239 h 366"/>
                  <a:gd name="T16" fmla="*/ 0 w 365"/>
                  <a:gd name="T17" fmla="*/ 183 h 366"/>
                  <a:gd name="T18" fmla="*/ 48 w 365"/>
                  <a:gd name="T19" fmla="*/ 127 h 366"/>
                  <a:gd name="T20" fmla="*/ 53 w 365"/>
                  <a:gd name="T21" fmla="*/ 54 h 366"/>
                  <a:gd name="T22" fmla="*/ 127 w 365"/>
                  <a:gd name="T23" fmla="*/ 48 h 366"/>
                  <a:gd name="T24" fmla="*/ 182 w 365"/>
                  <a:gd name="T25" fmla="*/ 0 h 366"/>
                  <a:gd name="T26" fmla="*/ 238 w 365"/>
                  <a:gd name="T27" fmla="*/ 48 h 366"/>
                  <a:gd name="T28" fmla="*/ 312 w 365"/>
                  <a:gd name="T29" fmla="*/ 54 h 366"/>
                  <a:gd name="T30" fmla="*/ 317 w 365"/>
                  <a:gd name="T31" fmla="*/ 127 h 366"/>
                  <a:gd name="T32" fmla="*/ 365 w 365"/>
                  <a:gd name="T33" fmla="*/ 183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65" h="366">
                    <a:moveTo>
                      <a:pt x="365" y="183"/>
                    </a:moveTo>
                    <a:cubicBezTo>
                      <a:pt x="365" y="205"/>
                      <a:pt x="325" y="220"/>
                      <a:pt x="317" y="239"/>
                    </a:cubicBezTo>
                    <a:cubicBezTo>
                      <a:pt x="309" y="259"/>
                      <a:pt x="327" y="297"/>
                      <a:pt x="312" y="312"/>
                    </a:cubicBezTo>
                    <a:cubicBezTo>
                      <a:pt x="297" y="328"/>
                      <a:pt x="258" y="310"/>
                      <a:pt x="238" y="318"/>
                    </a:cubicBezTo>
                    <a:cubicBezTo>
                      <a:pt x="219" y="326"/>
                      <a:pt x="205" y="366"/>
                      <a:pt x="182" y="366"/>
                    </a:cubicBezTo>
                    <a:cubicBezTo>
                      <a:pt x="160" y="366"/>
                      <a:pt x="146" y="326"/>
                      <a:pt x="127" y="318"/>
                    </a:cubicBezTo>
                    <a:cubicBezTo>
                      <a:pt x="107" y="310"/>
                      <a:pt x="68" y="328"/>
                      <a:pt x="53" y="312"/>
                    </a:cubicBezTo>
                    <a:cubicBezTo>
                      <a:pt x="38" y="297"/>
                      <a:pt x="56" y="259"/>
                      <a:pt x="48" y="239"/>
                    </a:cubicBezTo>
                    <a:cubicBezTo>
                      <a:pt x="40" y="220"/>
                      <a:pt x="0" y="205"/>
                      <a:pt x="0" y="183"/>
                    </a:cubicBezTo>
                    <a:cubicBezTo>
                      <a:pt x="0" y="161"/>
                      <a:pt x="40" y="147"/>
                      <a:pt x="48" y="127"/>
                    </a:cubicBezTo>
                    <a:cubicBezTo>
                      <a:pt x="56" y="107"/>
                      <a:pt x="38" y="69"/>
                      <a:pt x="53" y="54"/>
                    </a:cubicBezTo>
                    <a:cubicBezTo>
                      <a:pt x="68" y="39"/>
                      <a:pt x="107" y="57"/>
                      <a:pt x="127" y="48"/>
                    </a:cubicBezTo>
                    <a:cubicBezTo>
                      <a:pt x="146" y="40"/>
                      <a:pt x="160" y="0"/>
                      <a:pt x="182" y="0"/>
                    </a:cubicBezTo>
                    <a:cubicBezTo>
                      <a:pt x="205" y="0"/>
                      <a:pt x="219" y="40"/>
                      <a:pt x="238" y="48"/>
                    </a:cubicBezTo>
                    <a:cubicBezTo>
                      <a:pt x="258" y="57"/>
                      <a:pt x="297" y="39"/>
                      <a:pt x="312" y="54"/>
                    </a:cubicBezTo>
                    <a:cubicBezTo>
                      <a:pt x="327" y="69"/>
                      <a:pt x="309" y="107"/>
                      <a:pt x="317" y="127"/>
                    </a:cubicBezTo>
                    <a:cubicBezTo>
                      <a:pt x="325" y="147"/>
                      <a:pt x="365" y="161"/>
                      <a:pt x="365" y="183"/>
                    </a:cubicBez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9" name="Freeform 138"/>
              <p:cNvSpPr>
                <a:spLocks noEditPoints="1"/>
              </p:cNvSpPr>
              <p:nvPr/>
            </p:nvSpPr>
            <p:spPr bwMode="auto">
              <a:xfrm>
                <a:off x="3900381" y="3079077"/>
                <a:ext cx="227622" cy="196583"/>
              </a:xfrm>
              <a:custGeom>
                <a:avLst/>
                <a:gdLst>
                  <a:gd name="T0" fmla="*/ 3 w 163"/>
                  <a:gd name="T1" fmla="*/ 20 h 141"/>
                  <a:gd name="T2" fmla="*/ 22 w 163"/>
                  <a:gd name="T3" fmla="*/ 2 h 141"/>
                  <a:gd name="T4" fmla="*/ 51 w 163"/>
                  <a:gd name="T5" fmla="*/ 2 h 141"/>
                  <a:gd name="T6" fmla="*/ 70 w 163"/>
                  <a:gd name="T7" fmla="*/ 20 h 141"/>
                  <a:gd name="T8" fmla="*/ 70 w 163"/>
                  <a:gd name="T9" fmla="*/ 50 h 141"/>
                  <a:gd name="T10" fmla="*/ 51 w 163"/>
                  <a:gd name="T11" fmla="*/ 68 h 141"/>
                  <a:gd name="T12" fmla="*/ 22 w 163"/>
                  <a:gd name="T13" fmla="*/ 68 h 141"/>
                  <a:gd name="T14" fmla="*/ 3 w 163"/>
                  <a:gd name="T15" fmla="*/ 50 h 141"/>
                  <a:gd name="T16" fmla="*/ 118 w 163"/>
                  <a:gd name="T17" fmla="*/ 2 h 141"/>
                  <a:gd name="T18" fmla="*/ 44 w 163"/>
                  <a:gd name="T19" fmla="*/ 139 h 141"/>
                  <a:gd name="T20" fmla="*/ 118 w 163"/>
                  <a:gd name="T21" fmla="*/ 2 h 141"/>
                  <a:gd name="T22" fmla="*/ 29 w 163"/>
                  <a:gd name="T23" fmla="*/ 44 h 141"/>
                  <a:gd name="T24" fmla="*/ 32 w 163"/>
                  <a:gd name="T25" fmla="*/ 53 h 141"/>
                  <a:gd name="T26" fmla="*/ 40 w 163"/>
                  <a:gd name="T27" fmla="*/ 53 h 141"/>
                  <a:gd name="T28" fmla="*/ 43 w 163"/>
                  <a:gd name="T29" fmla="*/ 44 h 141"/>
                  <a:gd name="T30" fmla="*/ 42 w 163"/>
                  <a:gd name="T31" fmla="*/ 20 h 141"/>
                  <a:gd name="T32" fmla="*/ 30 w 163"/>
                  <a:gd name="T33" fmla="*/ 20 h 141"/>
                  <a:gd name="T34" fmla="*/ 90 w 163"/>
                  <a:gd name="T35" fmla="*/ 105 h 141"/>
                  <a:gd name="T36" fmla="*/ 101 w 163"/>
                  <a:gd name="T37" fmla="*/ 79 h 141"/>
                  <a:gd name="T38" fmla="*/ 127 w 163"/>
                  <a:gd name="T39" fmla="*/ 70 h 141"/>
                  <a:gd name="T40" fmla="*/ 153 w 163"/>
                  <a:gd name="T41" fmla="*/ 79 h 141"/>
                  <a:gd name="T42" fmla="*/ 163 w 163"/>
                  <a:gd name="T43" fmla="*/ 105 h 141"/>
                  <a:gd name="T44" fmla="*/ 153 w 163"/>
                  <a:gd name="T45" fmla="*/ 131 h 141"/>
                  <a:gd name="T46" fmla="*/ 127 w 163"/>
                  <a:gd name="T47" fmla="*/ 141 h 141"/>
                  <a:gd name="T48" fmla="*/ 101 w 163"/>
                  <a:gd name="T49" fmla="*/ 131 h 141"/>
                  <a:gd name="T50" fmla="*/ 90 w 163"/>
                  <a:gd name="T51" fmla="*/ 105 h 141"/>
                  <a:gd name="T52" fmla="*/ 119 w 163"/>
                  <a:gd name="T53" fmla="*/ 114 h 141"/>
                  <a:gd name="T54" fmla="*/ 123 w 163"/>
                  <a:gd name="T55" fmla="*/ 123 h 141"/>
                  <a:gd name="T56" fmla="*/ 130 w 163"/>
                  <a:gd name="T57" fmla="*/ 123 h 141"/>
                  <a:gd name="T58" fmla="*/ 134 w 163"/>
                  <a:gd name="T59" fmla="*/ 114 h 141"/>
                  <a:gd name="T60" fmla="*/ 133 w 163"/>
                  <a:gd name="T61" fmla="*/ 90 h 141"/>
                  <a:gd name="T62" fmla="*/ 121 w 163"/>
                  <a:gd name="T63" fmla="*/ 9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3" h="141">
                    <a:moveTo>
                      <a:pt x="0" y="35"/>
                    </a:moveTo>
                    <a:cubicBezTo>
                      <a:pt x="0" y="29"/>
                      <a:pt x="1" y="24"/>
                      <a:pt x="3" y="20"/>
                    </a:cubicBezTo>
                    <a:cubicBezTo>
                      <a:pt x="4" y="16"/>
                      <a:pt x="7" y="12"/>
                      <a:pt x="10" y="9"/>
                    </a:cubicBezTo>
                    <a:cubicBezTo>
                      <a:pt x="13" y="6"/>
                      <a:pt x="17" y="4"/>
                      <a:pt x="22" y="2"/>
                    </a:cubicBezTo>
                    <a:cubicBezTo>
                      <a:pt x="26" y="0"/>
                      <a:pt x="31" y="0"/>
                      <a:pt x="36" y="0"/>
                    </a:cubicBezTo>
                    <a:cubicBezTo>
                      <a:pt x="42" y="0"/>
                      <a:pt x="46" y="0"/>
                      <a:pt x="51" y="2"/>
                    </a:cubicBezTo>
                    <a:cubicBezTo>
                      <a:pt x="55" y="4"/>
                      <a:pt x="59" y="6"/>
                      <a:pt x="62" y="9"/>
                    </a:cubicBezTo>
                    <a:cubicBezTo>
                      <a:pt x="66" y="12"/>
                      <a:pt x="68" y="16"/>
                      <a:pt x="70" y="20"/>
                    </a:cubicBezTo>
                    <a:cubicBezTo>
                      <a:pt x="72" y="24"/>
                      <a:pt x="72" y="29"/>
                      <a:pt x="72" y="35"/>
                    </a:cubicBezTo>
                    <a:cubicBezTo>
                      <a:pt x="72" y="41"/>
                      <a:pt x="72" y="46"/>
                      <a:pt x="70" y="50"/>
                    </a:cubicBezTo>
                    <a:cubicBezTo>
                      <a:pt x="68" y="55"/>
                      <a:pt x="66" y="58"/>
                      <a:pt x="62" y="61"/>
                    </a:cubicBezTo>
                    <a:cubicBezTo>
                      <a:pt x="59" y="64"/>
                      <a:pt x="55" y="67"/>
                      <a:pt x="51" y="68"/>
                    </a:cubicBezTo>
                    <a:cubicBezTo>
                      <a:pt x="46" y="70"/>
                      <a:pt x="42" y="71"/>
                      <a:pt x="36" y="71"/>
                    </a:cubicBezTo>
                    <a:cubicBezTo>
                      <a:pt x="31" y="71"/>
                      <a:pt x="26" y="70"/>
                      <a:pt x="22" y="68"/>
                    </a:cubicBezTo>
                    <a:cubicBezTo>
                      <a:pt x="17" y="67"/>
                      <a:pt x="13" y="64"/>
                      <a:pt x="10" y="61"/>
                    </a:cubicBezTo>
                    <a:cubicBezTo>
                      <a:pt x="7" y="58"/>
                      <a:pt x="4" y="55"/>
                      <a:pt x="3" y="50"/>
                    </a:cubicBezTo>
                    <a:cubicBezTo>
                      <a:pt x="1" y="46"/>
                      <a:pt x="0" y="41"/>
                      <a:pt x="0" y="35"/>
                    </a:cubicBezTo>
                    <a:close/>
                    <a:moveTo>
                      <a:pt x="118" y="2"/>
                    </a:moveTo>
                    <a:cubicBezTo>
                      <a:pt x="145" y="2"/>
                      <a:pt x="145" y="2"/>
                      <a:pt x="145" y="2"/>
                    </a:cubicBezTo>
                    <a:cubicBezTo>
                      <a:pt x="44" y="139"/>
                      <a:pt x="44" y="139"/>
                      <a:pt x="44" y="139"/>
                    </a:cubicBezTo>
                    <a:cubicBezTo>
                      <a:pt x="18" y="139"/>
                      <a:pt x="18" y="139"/>
                      <a:pt x="18" y="139"/>
                    </a:cubicBezTo>
                    <a:lnTo>
                      <a:pt x="118" y="2"/>
                    </a:lnTo>
                    <a:close/>
                    <a:moveTo>
                      <a:pt x="29" y="35"/>
                    </a:moveTo>
                    <a:cubicBezTo>
                      <a:pt x="29" y="39"/>
                      <a:pt x="29" y="42"/>
                      <a:pt x="29" y="44"/>
                    </a:cubicBezTo>
                    <a:cubicBezTo>
                      <a:pt x="29" y="47"/>
                      <a:pt x="30" y="49"/>
                      <a:pt x="30" y="50"/>
                    </a:cubicBezTo>
                    <a:cubicBezTo>
                      <a:pt x="31" y="52"/>
                      <a:pt x="31" y="53"/>
                      <a:pt x="32" y="53"/>
                    </a:cubicBezTo>
                    <a:cubicBezTo>
                      <a:pt x="33" y="54"/>
                      <a:pt x="35" y="54"/>
                      <a:pt x="36" y="54"/>
                    </a:cubicBezTo>
                    <a:cubicBezTo>
                      <a:pt x="38" y="54"/>
                      <a:pt x="39" y="54"/>
                      <a:pt x="40" y="53"/>
                    </a:cubicBezTo>
                    <a:cubicBezTo>
                      <a:pt x="41" y="53"/>
                      <a:pt x="42" y="52"/>
                      <a:pt x="42" y="50"/>
                    </a:cubicBezTo>
                    <a:cubicBezTo>
                      <a:pt x="43" y="49"/>
                      <a:pt x="43" y="47"/>
                      <a:pt x="43" y="44"/>
                    </a:cubicBezTo>
                    <a:cubicBezTo>
                      <a:pt x="44" y="42"/>
                      <a:pt x="44" y="39"/>
                      <a:pt x="44" y="35"/>
                    </a:cubicBezTo>
                    <a:cubicBezTo>
                      <a:pt x="44" y="28"/>
                      <a:pt x="43" y="23"/>
                      <a:pt x="42" y="20"/>
                    </a:cubicBezTo>
                    <a:cubicBezTo>
                      <a:pt x="41" y="18"/>
                      <a:pt x="39" y="16"/>
                      <a:pt x="36" y="16"/>
                    </a:cubicBezTo>
                    <a:cubicBezTo>
                      <a:pt x="33" y="16"/>
                      <a:pt x="31" y="18"/>
                      <a:pt x="30" y="20"/>
                    </a:cubicBezTo>
                    <a:cubicBezTo>
                      <a:pt x="29" y="23"/>
                      <a:pt x="29" y="28"/>
                      <a:pt x="29" y="35"/>
                    </a:cubicBezTo>
                    <a:close/>
                    <a:moveTo>
                      <a:pt x="90" y="105"/>
                    </a:moveTo>
                    <a:cubicBezTo>
                      <a:pt x="90" y="99"/>
                      <a:pt x="91" y="94"/>
                      <a:pt x="93" y="90"/>
                    </a:cubicBezTo>
                    <a:cubicBezTo>
                      <a:pt x="95" y="86"/>
                      <a:pt x="97" y="82"/>
                      <a:pt x="101" y="79"/>
                    </a:cubicBezTo>
                    <a:cubicBezTo>
                      <a:pt x="104" y="76"/>
                      <a:pt x="108" y="74"/>
                      <a:pt x="112" y="72"/>
                    </a:cubicBezTo>
                    <a:cubicBezTo>
                      <a:pt x="116" y="70"/>
                      <a:pt x="121" y="70"/>
                      <a:pt x="127" y="70"/>
                    </a:cubicBezTo>
                    <a:cubicBezTo>
                      <a:pt x="132" y="70"/>
                      <a:pt x="137" y="70"/>
                      <a:pt x="141" y="72"/>
                    </a:cubicBezTo>
                    <a:cubicBezTo>
                      <a:pt x="146" y="74"/>
                      <a:pt x="150" y="76"/>
                      <a:pt x="153" y="79"/>
                    </a:cubicBezTo>
                    <a:cubicBezTo>
                      <a:pt x="156" y="82"/>
                      <a:pt x="158" y="86"/>
                      <a:pt x="160" y="90"/>
                    </a:cubicBezTo>
                    <a:cubicBezTo>
                      <a:pt x="162" y="94"/>
                      <a:pt x="163" y="99"/>
                      <a:pt x="163" y="105"/>
                    </a:cubicBezTo>
                    <a:cubicBezTo>
                      <a:pt x="163" y="111"/>
                      <a:pt x="162" y="116"/>
                      <a:pt x="160" y="120"/>
                    </a:cubicBezTo>
                    <a:cubicBezTo>
                      <a:pt x="158" y="125"/>
                      <a:pt x="156" y="128"/>
                      <a:pt x="153" y="131"/>
                    </a:cubicBezTo>
                    <a:cubicBezTo>
                      <a:pt x="150" y="134"/>
                      <a:pt x="146" y="137"/>
                      <a:pt x="141" y="138"/>
                    </a:cubicBezTo>
                    <a:cubicBezTo>
                      <a:pt x="137" y="140"/>
                      <a:pt x="132" y="141"/>
                      <a:pt x="127" y="141"/>
                    </a:cubicBezTo>
                    <a:cubicBezTo>
                      <a:pt x="121" y="141"/>
                      <a:pt x="116" y="140"/>
                      <a:pt x="112" y="138"/>
                    </a:cubicBezTo>
                    <a:cubicBezTo>
                      <a:pt x="108" y="137"/>
                      <a:pt x="104" y="134"/>
                      <a:pt x="101" y="131"/>
                    </a:cubicBezTo>
                    <a:cubicBezTo>
                      <a:pt x="97" y="128"/>
                      <a:pt x="95" y="125"/>
                      <a:pt x="93" y="120"/>
                    </a:cubicBezTo>
                    <a:cubicBezTo>
                      <a:pt x="91" y="116"/>
                      <a:pt x="90" y="111"/>
                      <a:pt x="90" y="105"/>
                    </a:cubicBezTo>
                    <a:close/>
                    <a:moveTo>
                      <a:pt x="119" y="105"/>
                    </a:moveTo>
                    <a:cubicBezTo>
                      <a:pt x="119" y="109"/>
                      <a:pt x="119" y="112"/>
                      <a:pt x="119" y="114"/>
                    </a:cubicBezTo>
                    <a:cubicBezTo>
                      <a:pt x="119" y="117"/>
                      <a:pt x="120" y="119"/>
                      <a:pt x="120" y="120"/>
                    </a:cubicBezTo>
                    <a:cubicBezTo>
                      <a:pt x="121" y="122"/>
                      <a:pt x="122" y="123"/>
                      <a:pt x="123" y="123"/>
                    </a:cubicBezTo>
                    <a:cubicBezTo>
                      <a:pt x="124" y="124"/>
                      <a:pt x="125" y="124"/>
                      <a:pt x="127" y="124"/>
                    </a:cubicBezTo>
                    <a:cubicBezTo>
                      <a:pt x="128" y="124"/>
                      <a:pt x="129" y="124"/>
                      <a:pt x="130" y="123"/>
                    </a:cubicBezTo>
                    <a:cubicBezTo>
                      <a:pt x="131" y="123"/>
                      <a:pt x="132" y="122"/>
                      <a:pt x="133" y="120"/>
                    </a:cubicBezTo>
                    <a:cubicBezTo>
                      <a:pt x="133" y="119"/>
                      <a:pt x="134" y="117"/>
                      <a:pt x="134" y="114"/>
                    </a:cubicBezTo>
                    <a:cubicBezTo>
                      <a:pt x="134" y="112"/>
                      <a:pt x="134" y="109"/>
                      <a:pt x="134" y="105"/>
                    </a:cubicBezTo>
                    <a:cubicBezTo>
                      <a:pt x="134" y="98"/>
                      <a:pt x="134" y="93"/>
                      <a:pt x="133" y="90"/>
                    </a:cubicBezTo>
                    <a:cubicBezTo>
                      <a:pt x="132" y="88"/>
                      <a:pt x="130" y="86"/>
                      <a:pt x="127" y="86"/>
                    </a:cubicBezTo>
                    <a:cubicBezTo>
                      <a:pt x="124" y="86"/>
                      <a:pt x="122" y="88"/>
                      <a:pt x="121" y="90"/>
                    </a:cubicBezTo>
                    <a:cubicBezTo>
                      <a:pt x="120" y="93"/>
                      <a:pt x="119" y="98"/>
                      <a:pt x="119" y="105"/>
                    </a:cubicBezTo>
                    <a:close/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0" name="Freeform 139"/>
              <p:cNvSpPr>
                <a:spLocks/>
              </p:cNvSpPr>
              <p:nvPr/>
            </p:nvSpPr>
            <p:spPr bwMode="auto">
              <a:xfrm>
                <a:off x="2969200" y="2617625"/>
                <a:ext cx="555605" cy="649758"/>
              </a:xfrm>
              <a:custGeom>
                <a:avLst/>
                <a:gdLst>
                  <a:gd name="T0" fmla="*/ 232 w 398"/>
                  <a:gd name="T1" fmla="*/ 75 h 465"/>
                  <a:gd name="T2" fmla="*/ 250 w 398"/>
                  <a:gd name="T3" fmla="*/ 4 h 465"/>
                  <a:gd name="T4" fmla="*/ 197 w 398"/>
                  <a:gd name="T5" fmla="*/ 28 h 465"/>
                  <a:gd name="T6" fmla="*/ 172 w 398"/>
                  <a:gd name="T7" fmla="*/ 25 h 465"/>
                  <a:gd name="T8" fmla="*/ 141 w 398"/>
                  <a:gd name="T9" fmla="*/ 22 h 465"/>
                  <a:gd name="T10" fmla="*/ 93 w 398"/>
                  <a:gd name="T11" fmla="*/ 45 h 465"/>
                  <a:gd name="T12" fmla="*/ 70 w 398"/>
                  <a:gd name="T13" fmla="*/ 43 h 465"/>
                  <a:gd name="T14" fmla="*/ 24 w 398"/>
                  <a:gd name="T15" fmla="*/ 50 h 465"/>
                  <a:gd name="T16" fmla="*/ 65 w 398"/>
                  <a:gd name="T17" fmla="*/ 107 h 465"/>
                  <a:gd name="T18" fmla="*/ 5 w 398"/>
                  <a:gd name="T19" fmla="*/ 282 h 465"/>
                  <a:gd name="T20" fmla="*/ 216 w 398"/>
                  <a:gd name="T21" fmla="*/ 438 h 465"/>
                  <a:gd name="T22" fmla="*/ 358 w 398"/>
                  <a:gd name="T23" fmla="*/ 218 h 465"/>
                  <a:gd name="T24" fmla="*/ 232 w 398"/>
                  <a:gd name="T25" fmla="*/ 75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8" h="465">
                    <a:moveTo>
                      <a:pt x="232" y="75"/>
                    </a:moveTo>
                    <a:cubicBezTo>
                      <a:pt x="232" y="75"/>
                      <a:pt x="284" y="9"/>
                      <a:pt x="250" y="4"/>
                    </a:cubicBezTo>
                    <a:cubicBezTo>
                      <a:pt x="216" y="0"/>
                      <a:pt x="214" y="25"/>
                      <a:pt x="197" y="28"/>
                    </a:cubicBezTo>
                    <a:cubicBezTo>
                      <a:pt x="188" y="30"/>
                      <a:pt x="181" y="27"/>
                      <a:pt x="172" y="25"/>
                    </a:cubicBezTo>
                    <a:cubicBezTo>
                      <a:pt x="163" y="22"/>
                      <a:pt x="153" y="19"/>
                      <a:pt x="141" y="22"/>
                    </a:cubicBezTo>
                    <a:cubicBezTo>
                      <a:pt x="109" y="28"/>
                      <a:pt x="108" y="44"/>
                      <a:pt x="93" y="45"/>
                    </a:cubicBezTo>
                    <a:cubicBezTo>
                      <a:pt x="85" y="45"/>
                      <a:pt x="78" y="44"/>
                      <a:pt x="70" y="43"/>
                    </a:cubicBezTo>
                    <a:cubicBezTo>
                      <a:pt x="55" y="41"/>
                      <a:pt x="39" y="39"/>
                      <a:pt x="24" y="50"/>
                    </a:cubicBezTo>
                    <a:cubicBezTo>
                      <a:pt x="1" y="67"/>
                      <a:pt x="65" y="107"/>
                      <a:pt x="65" y="107"/>
                    </a:cubicBezTo>
                    <a:cubicBezTo>
                      <a:pt x="65" y="107"/>
                      <a:pt x="0" y="183"/>
                      <a:pt x="5" y="282"/>
                    </a:cubicBezTo>
                    <a:cubicBezTo>
                      <a:pt x="10" y="381"/>
                      <a:pt x="66" y="465"/>
                      <a:pt x="216" y="438"/>
                    </a:cubicBezTo>
                    <a:cubicBezTo>
                      <a:pt x="366" y="410"/>
                      <a:pt x="398" y="324"/>
                      <a:pt x="358" y="218"/>
                    </a:cubicBezTo>
                    <a:cubicBezTo>
                      <a:pt x="318" y="112"/>
                      <a:pt x="232" y="75"/>
                      <a:pt x="232" y="75"/>
                    </a:cubicBezTo>
                  </a:path>
                </a:pathLst>
              </a:custGeom>
              <a:solidFill>
                <a:srgbClr val="4E7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1" name="Freeform 140"/>
              <p:cNvSpPr>
                <a:spLocks/>
              </p:cNvSpPr>
              <p:nvPr/>
            </p:nvSpPr>
            <p:spPr bwMode="auto">
              <a:xfrm>
                <a:off x="3133709" y="2848351"/>
                <a:ext cx="199687" cy="256592"/>
              </a:xfrm>
              <a:custGeom>
                <a:avLst/>
                <a:gdLst>
                  <a:gd name="T0" fmla="*/ 67 w 143"/>
                  <a:gd name="T1" fmla="*/ 0 h 184"/>
                  <a:gd name="T2" fmla="*/ 43 w 143"/>
                  <a:gd name="T3" fmla="*/ 4 h 184"/>
                  <a:gd name="T4" fmla="*/ 47 w 143"/>
                  <a:gd name="T5" fmla="*/ 24 h 184"/>
                  <a:gd name="T6" fmla="*/ 27 w 143"/>
                  <a:gd name="T7" fmla="*/ 30 h 184"/>
                  <a:gd name="T8" fmla="*/ 12 w 143"/>
                  <a:gd name="T9" fmla="*/ 42 h 184"/>
                  <a:gd name="T10" fmla="*/ 2 w 143"/>
                  <a:gd name="T11" fmla="*/ 57 h 184"/>
                  <a:gd name="T12" fmla="*/ 1 w 143"/>
                  <a:gd name="T13" fmla="*/ 75 h 184"/>
                  <a:gd name="T14" fmla="*/ 11 w 143"/>
                  <a:gd name="T15" fmla="*/ 96 h 184"/>
                  <a:gd name="T16" fmla="*/ 27 w 143"/>
                  <a:gd name="T17" fmla="*/ 107 h 184"/>
                  <a:gd name="T18" fmla="*/ 46 w 143"/>
                  <a:gd name="T19" fmla="*/ 112 h 184"/>
                  <a:gd name="T20" fmla="*/ 65 w 143"/>
                  <a:gd name="T21" fmla="*/ 113 h 184"/>
                  <a:gd name="T22" fmla="*/ 79 w 143"/>
                  <a:gd name="T23" fmla="*/ 116 h 184"/>
                  <a:gd name="T24" fmla="*/ 86 w 143"/>
                  <a:gd name="T25" fmla="*/ 123 h 184"/>
                  <a:gd name="T26" fmla="*/ 84 w 143"/>
                  <a:gd name="T27" fmla="*/ 129 h 184"/>
                  <a:gd name="T28" fmla="*/ 74 w 143"/>
                  <a:gd name="T29" fmla="*/ 134 h 184"/>
                  <a:gd name="T30" fmla="*/ 69 w 143"/>
                  <a:gd name="T31" fmla="*/ 134 h 184"/>
                  <a:gd name="T32" fmla="*/ 55 w 143"/>
                  <a:gd name="T33" fmla="*/ 131 h 184"/>
                  <a:gd name="T34" fmla="*/ 41 w 143"/>
                  <a:gd name="T35" fmla="*/ 115 h 184"/>
                  <a:gd name="T36" fmla="*/ 11 w 143"/>
                  <a:gd name="T37" fmla="*/ 121 h 184"/>
                  <a:gd name="T38" fmla="*/ 20 w 143"/>
                  <a:gd name="T39" fmla="*/ 172 h 184"/>
                  <a:gd name="T40" fmla="*/ 51 w 143"/>
                  <a:gd name="T41" fmla="*/ 166 h 184"/>
                  <a:gd name="T42" fmla="*/ 49 w 143"/>
                  <a:gd name="T43" fmla="*/ 158 h 184"/>
                  <a:gd name="T44" fmla="*/ 72 w 143"/>
                  <a:gd name="T45" fmla="*/ 163 h 184"/>
                  <a:gd name="T46" fmla="*/ 76 w 143"/>
                  <a:gd name="T47" fmla="*/ 184 h 184"/>
                  <a:gd name="T48" fmla="*/ 99 w 143"/>
                  <a:gd name="T49" fmla="*/ 179 h 184"/>
                  <a:gd name="T50" fmla="*/ 96 w 143"/>
                  <a:gd name="T51" fmla="*/ 160 h 184"/>
                  <a:gd name="T52" fmla="*/ 116 w 143"/>
                  <a:gd name="T53" fmla="*/ 153 h 184"/>
                  <a:gd name="T54" fmla="*/ 131 w 143"/>
                  <a:gd name="T55" fmla="*/ 143 h 184"/>
                  <a:gd name="T56" fmla="*/ 140 w 143"/>
                  <a:gd name="T57" fmla="*/ 128 h 184"/>
                  <a:gd name="T58" fmla="*/ 141 w 143"/>
                  <a:gd name="T59" fmla="*/ 109 h 184"/>
                  <a:gd name="T60" fmla="*/ 132 w 143"/>
                  <a:gd name="T61" fmla="*/ 88 h 184"/>
                  <a:gd name="T62" fmla="*/ 115 w 143"/>
                  <a:gd name="T63" fmla="*/ 77 h 184"/>
                  <a:gd name="T64" fmla="*/ 96 w 143"/>
                  <a:gd name="T65" fmla="*/ 72 h 184"/>
                  <a:gd name="T66" fmla="*/ 77 w 143"/>
                  <a:gd name="T67" fmla="*/ 71 h 184"/>
                  <a:gd name="T68" fmla="*/ 62 w 143"/>
                  <a:gd name="T69" fmla="*/ 68 h 184"/>
                  <a:gd name="T70" fmla="*/ 55 w 143"/>
                  <a:gd name="T71" fmla="*/ 62 h 184"/>
                  <a:gd name="T72" fmla="*/ 57 w 143"/>
                  <a:gd name="T73" fmla="*/ 55 h 184"/>
                  <a:gd name="T74" fmla="*/ 67 w 143"/>
                  <a:gd name="T75" fmla="*/ 51 h 184"/>
                  <a:gd name="T76" fmla="*/ 71 w 143"/>
                  <a:gd name="T77" fmla="*/ 50 h 184"/>
                  <a:gd name="T78" fmla="*/ 76 w 143"/>
                  <a:gd name="T79" fmla="*/ 51 h 184"/>
                  <a:gd name="T80" fmla="*/ 85 w 143"/>
                  <a:gd name="T81" fmla="*/ 54 h 184"/>
                  <a:gd name="T82" fmla="*/ 93 w 143"/>
                  <a:gd name="T83" fmla="*/ 60 h 184"/>
                  <a:gd name="T84" fmla="*/ 98 w 143"/>
                  <a:gd name="T85" fmla="*/ 68 h 184"/>
                  <a:gd name="T86" fmla="*/ 128 w 143"/>
                  <a:gd name="T87" fmla="*/ 62 h 184"/>
                  <a:gd name="T88" fmla="*/ 119 w 143"/>
                  <a:gd name="T89" fmla="*/ 13 h 184"/>
                  <a:gd name="T90" fmla="*/ 89 w 143"/>
                  <a:gd name="T91" fmla="*/ 18 h 184"/>
                  <a:gd name="T92" fmla="*/ 90 w 143"/>
                  <a:gd name="T93" fmla="*/ 27 h 184"/>
                  <a:gd name="T94" fmla="*/ 82 w 143"/>
                  <a:gd name="T95" fmla="*/ 24 h 184"/>
                  <a:gd name="T96" fmla="*/ 71 w 143"/>
                  <a:gd name="T97" fmla="*/ 22 h 184"/>
                  <a:gd name="T98" fmla="*/ 67 w 143"/>
                  <a:gd name="T99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43" h="184">
                    <a:moveTo>
                      <a:pt x="67" y="0"/>
                    </a:moveTo>
                    <a:cubicBezTo>
                      <a:pt x="43" y="4"/>
                      <a:pt x="43" y="4"/>
                      <a:pt x="43" y="4"/>
                    </a:cubicBezTo>
                    <a:cubicBezTo>
                      <a:pt x="47" y="24"/>
                      <a:pt x="47" y="24"/>
                      <a:pt x="47" y="24"/>
                    </a:cubicBezTo>
                    <a:cubicBezTo>
                      <a:pt x="40" y="25"/>
                      <a:pt x="33" y="27"/>
                      <a:pt x="27" y="30"/>
                    </a:cubicBezTo>
                    <a:cubicBezTo>
                      <a:pt x="21" y="34"/>
                      <a:pt x="16" y="37"/>
                      <a:pt x="12" y="42"/>
                    </a:cubicBezTo>
                    <a:cubicBezTo>
                      <a:pt x="7" y="46"/>
                      <a:pt x="4" y="51"/>
                      <a:pt x="2" y="57"/>
                    </a:cubicBezTo>
                    <a:cubicBezTo>
                      <a:pt x="0" y="62"/>
                      <a:pt x="0" y="69"/>
                      <a:pt x="1" y="75"/>
                    </a:cubicBezTo>
                    <a:cubicBezTo>
                      <a:pt x="3" y="84"/>
                      <a:pt x="6" y="91"/>
                      <a:pt x="11" y="96"/>
                    </a:cubicBezTo>
                    <a:cubicBezTo>
                      <a:pt x="16" y="101"/>
                      <a:pt x="21" y="105"/>
                      <a:pt x="27" y="107"/>
                    </a:cubicBezTo>
                    <a:cubicBezTo>
                      <a:pt x="33" y="110"/>
                      <a:pt x="39" y="111"/>
                      <a:pt x="46" y="112"/>
                    </a:cubicBezTo>
                    <a:cubicBezTo>
                      <a:pt x="53" y="112"/>
                      <a:pt x="59" y="113"/>
                      <a:pt x="65" y="113"/>
                    </a:cubicBezTo>
                    <a:cubicBezTo>
                      <a:pt x="70" y="114"/>
                      <a:pt x="75" y="115"/>
                      <a:pt x="79" y="116"/>
                    </a:cubicBezTo>
                    <a:cubicBezTo>
                      <a:pt x="83" y="117"/>
                      <a:pt x="86" y="120"/>
                      <a:pt x="86" y="123"/>
                    </a:cubicBezTo>
                    <a:cubicBezTo>
                      <a:pt x="87" y="125"/>
                      <a:pt x="86" y="127"/>
                      <a:pt x="84" y="129"/>
                    </a:cubicBezTo>
                    <a:cubicBezTo>
                      <a:pt x="82" y="131"/>
                      <a:pt x="79" y="133"/>
                      <a:pt x="74" y="134"/>
                    </a:cubicBezTo>
                    <a:cubicBezTo>
                      <a:pt x="72" y="134"/>
                      <a:pt x="71" y="134"/>
                      <a:pt x="69" y="134"/>
                    </a:cubicBezTo>
                    <a:cubicBezTo>
                      <a:pt x="64" y="134"/>
                      <a:pt x="59" y="133"/>
                      <a:pt x="55" y="131"/>
                    </a:cubicBezTo>
                    <a:cubicBezTo>
                      <a:pt x="49" y="128"/>
                      <a:pt x="44" y="122"/>
                      <a:pt x="41" y="115"/>
                    </a:cubicBezTo>
                    <a:cubicBezTo>
                      <a:pt x="11" y="121"/>
                      <a:pt x="11" y="121"/>
                      <a:pt x="11" y="121"/>
                    </a:cubicBezTo>
                    <a:cubicBezTo>
                      <a:pt x="20" y="172"/>
                      <a:pt x="20" y="172"/>
                      <a:pt x="20" y="172"/>
                    </a:cubicBezTo>
                    <a:cubicBezTo>
                      <a:pt x="51" y="166"/>
                      <a:pt x="51" y="166"/>
                      <a:pt x="51" y="166"/>
                    </a:cubicBezTo>
                    <a:cubicBezTo>
                      <a:pt x="49" y="158"/>
                      <a:pt x="49" y="158"/>
                      <a:pt x="49" y="158"/>
                    </a:cubicBezTo>
                    <a:cubicBezTo>
                      <a:pt x="57" y="161"/>
                      <a:pt x="65" y="162"/>
                      <a:pt x="72" y="163"/>
                    </a:cubicBezTo>
                    <a:cubicBezTo>
                      <a:pt x="76" y="184"/>
                      <a:pt x="76" y="184"/>
                      <a:pt x="76" y="184"/>
                    </a:cubicBezTo>
                    <a:cubicBezTo>
                      <a:pt x="99" y="179"/>
                      <a:pt x="99" y="179"/>
                      <a:pt x="99" y="179"/>
                    </a:cubicBezTo>
                    <a:cubicBezTo>
                      <a:pt x="96" y="160"/>
                      <a:pt x="96" y="160"/>
                      <a:pt x="96" y="160"/>
                    </a:cubicBezTo>
                    <a:cubicBezTo>
                      <a:pt x="103" y="158"/>
                      <a:pt x="109" y="156"/>
                      <a:pt x="116" y="153"/>
                    </a:cubicBezTo>
                    <a:cubicBezTo>
                      <a:pt x="122" y="151"/>
                      <a:pt x="127" y="147"/>
                      <a:pt x="131" y="143"/>
                    </a:cubicBezTo>
                    <a:cubicBezTo>
                      <a:pt x="135" y="139"/>
                      <a:pt x="138" y="134"/>
                      <a:pt x="140" y="128"/>
                    </a:cubicBezTo>
                    <a:cubicBezTo>
                      <a:pt x="142" y="123"/>
                      <a:pt x="143" y="116"/>
                      <a:pt x="141" y="109"/>
                    </a:cubicBezTo>
                    <a:cubicBezTo>
                      <a:pt x="140" y="100"/>
                      <a:pt x="136" y="93"/>
                      <a:pt x="132" y="88"/>
                    </a:cubicBezTo>
                    <a:cubicBezTo>
                      <a:pt x="127" y="83"/>
                      <a:pt x="121" y="79"/>
                      <a:pt x="115" y="77"/>
                    </a:cubicBezTo>
                    <a:cubicBezTo>
                      <a:pt x="109" y="74"/>
                      <a:pt x="103" y="73"/>
                      <a:pt x="96" y="72"/>
                    </a:cubicBezTo>
                    <a:cubicBezTo>
                      <a:pt x="89" y="72"/>
                      <a:pt x="83" y="71"/>
                      <a:pt x="77" y="71"/>
                    </a:cubicBezTo>
                    <a:cubicBezTo>
                      <a:pt x="71" y="70"/>
                      <a:pt x="66" y="69"/>
                      <a:pt x="62" y="68"/>
                    </a:cubicBezTo>
                    <a:cubicBezTo>
                      <a:pt x="58" y="67"/>
                      <a:pt x="55" y="65"/>
                      <a:pt x="55" y="62"/>
                    </a:cubicBezTo>
                    <a:cubicBezTo>
                      <a:pt x="54" y="59"/>
                      <a:pt x="55" y="56"/>
                      <a:pt x="57" y="55"/>
                    </a:cubicBezTo>
                    <a:cubicBezTo>
                      <a:pt x="60" y="53"/>
                      <a:pt x="63" y="51"/>
                      <a:pt x="67" y="51"/>
                    </a:cubicBezTo>
                    <a:cubicBezTo>
                      <a:pt x="68" y="50"/>
                      <a:pt x="70" y="50"/>
                      <a:pt x="71" y="50"/>
                    </a:cubicBezTo>
                    <a:cubicBezTo>
                      <a:pt x="73" y="50"/>
                      <a:pt x="74" y="50"/>
                      <a:pt x="76" y="51"/>
                    </a:cubicBezTo>
                    <a:cubicBezTo>
                      <a:pt x="79" y="51"/>
                      <a:pt x="82" y="52"/>
                      <a:pt x="85" y="54"/>
                    </a:cubicBezTo>
                    <a:cubicBezTo>
                      <a:pt x="88" y="55"/>
                      <a:pt x="90" y="57"/>
                      <a:pt x="93" y="60"/>
                    </a:cubicBezTo>
                    <a:cubicBezTo>
                      <a:pt x="95" y="62"/>
                      <a:pt x="97" y="65"/>
                      <a:pt x="98" y="68"/>
                    </a:cubicBezTo>
                    <a:cubicBezTo>
                      <a:pt x="128" y="62"/>
                      <a:pt x="128" y="62"/>
                      <a:pt x="128" y="6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89" y="18"/>
                      <a:pt x="89" y="18"/>
                      <a:pt x="89" y="18"/>
                    </a:cubicBezTo>
                    <a:cubicBezTo>
                      <a:pt x="90" y="27"/>
                      <a:pt x="90" y="27"/>
                      <a:pt x="90" y="27"/>
                    </a:cubicBezTo>
                    <a:cubicBezTo>
                      <a:pt x="88" y="26"/>
                      <a:pt x="85" y="25"/>
                      <a:pt x="82" y="24"/>
                    </a:cubicBezTo>
                    <a:cubicBezTo>
                      <a:pt x="78" y="23"/>
                      <a:pt x="75" y="23"/>
                      <a:pt x="71" y="22"/>
                    </a:cubicBezTo>
                    <a:cubicBezTo>
                      <a:pt x="67" y="0"/>
                      <a:pt x="67" y="0"/>
                      <a:pt x="67" y="0"/>
                    </a:cubicBezTo>
                  </a:path>
                </a:pathLst>
              </a:custGeom>
              <a:solidFill>
                <a:srgbClr val="A7BB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2" name="Freeform 141"/>
              <p:cNvSpPr>
                <a:spLocks/>
              </p:cNvSpPr>
              <p:nvPr/>
            </p:nvSpPr>
            <p:spPr bwMode="auto">
              <a:xfrm>
                <a:off x="3043694" y="2705570"/>
                <a:ext cx="265904" cy="77599"/>
              </a:xfrm>
              <a:custGeom>
                <a:avLst/>
                <a:gdLst>
                  <a:gd name="T0" fmla="*/ 89 w 190"/>
                  <a:gd name="T1" fmla="*/ 44 h 55"/>
                  <a:gd name="T2" fmla="*/ 12 w 190"/>
                  <a:gd name="T3" fmla="*/ 55 h 55"/>
                  <a:gd name="T4" fmla="*/ 0 w 190"/>
                  <a:gd name="T5" fmla="*/ 45 h 55"/>
                  <a:gd name="T6" fmla="*/ 10 w 190"/>
                  <a:gd name="T7" fmla="*/ 33 h 55"/>
                  <a:gd name="T8" fmla="*/ 175 w 190"/>
                  <a:gd name="T9" fmla="*/ 2 h 55"/>
                  <a:gd name="T10" fmla="*/ 188 w 190"/>
                  <a:gd name="T11" fmla="*/ 9 h 55"/>
                  <a:gd name="T12" fmla="*/ 181 w 190"/>
                  <a:gd name="T13" fmla="*/ 22 h 55"/>
                  <a:gd name="T14" fmla="*/ 89 w 190"/>
                  <a:gd name="T15" fmla="*/ 4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0" h="55">
                    <a:moveTo>
                      <a:pt x="89" y="44"/>
                    </a:moveTo>
                    <a:cubicBezTo>
                      <a:pt x="66" y="49"/>
                      <a:pt x="40" y="52"/>
                      <a:pt x="12" y="55"/>
                    </a:cubicBezTo>
                    <a:cubicBezTo>
                      <a:pt x="6" y="55"/>
                      <a:pt x="1" y="51"/>
                      <a:pt x="0" y="45"/>
                    </a:cubicBezTo>
                    <a:cubicBezTo>
                      <a:pt x="0" y="39"/>
                      <a:pt x="4" y="34"/>
                      <a:pt x="10" y="33"/>
                    </a:cubicBezTo>
                    <a:cubicBezTo>
                      <a:pt x="98" y="26"/>
                      <a:pt x="174" y="2"/>
                      <a:pt x="175" y="2"/>
                    </a:cubicBezTo>
                    <a:cubicBezTo>
                      <a:pt x="181" y="0"/>
                      <a:pt x="186" y="3"/>
                      <a:pt x="188" y="9"/>
                    </a:cubicBezTo>
                    <a:cubicBezTo>
                      <a:pt x="190" y="14"/>
                      <a:pt x="187" y="20"/>
                      <a:pt x="181" y="22"/>
                    </a:cubicBezTo>
                    <a:cubicBezTo>
                      <a:pt x="179" y="23"/>
                      <a:pt x="142" y="35"/>
                      <a:pt x="89" y="44"/>
                    </a:cubicBez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9" name="Freeform 148"/>
              <p:cNvSpPr>
                <a:spLocks/>
              </p:cNvSpPr>
              <p:nvPr/>
            </p:nvSpPr>
            <p:spPr bwMode="auto">
              <a:xfrm>
                <a:off x="4328725" y="2440700"/>
                <a:ext cx="207964" cy="191410"/>
              </a:xfrm>
              <a:custGeom>
                <a:avLst/>
                <a:gdLst>
                  <a:gd name="T0" fmla="*/ 74 w 149"/>
                  <a:gd name="T1" fmla="*/ 0 h 137"/>
                  <a:gd name="T2" fmla="*/ 67 w 149"/>
                  <a:gd name="T3" fmla="*/ 5 h 137"/>
                  <a:gd name="T4" fmla="*/ 56 w 149"/>
                  <a:gd name="T5" fmla="*/ 28 h 137"/>
                  <a:gd name="T6" fmla="*/ 35 w 149"/>
                  <a:gd name="T7" fmla="*/ 44 h 137"/>
                  <a:gd name="T8" fmla="*/ 10 w 149"/>
                  <a:gd name="T9" fmla="*/ 47 h 137"/>
                  <a:gd name="T10" fmla="*/ 5 w 149"/>
                  <a:gd name="T11" fmla="*/ 60 h 137"/>
                  <a:gd name="T12" fmla="*/ 24 w 149"/>
                  <a:gd name="T13" fmla="*/ 78 h 137"/>
                  <a:gd name="T14" fmla="*/ 32 w 149"/>
                  <a:gd name="T15" fmla="*/ 103 h 137"/>
                  <a:gd name="T16" fmla="*/ 28 w 149"/>
                  <a:gd name="T17" fmla="*/ 128 h 137"/>
                  <a:gd name="T18" fmla="*/ 33 w 149"/>
                  <a:gd name="T19" fmla="*/ 137 h 137"/>
                  <a:gd name="T20" fmla="*/ 38 w 149"/>
                  <a:gd name="T21" fmla="*/ 136 h 137"/>
                  <a:gd name="T22" fmla="*/ 61 w 149"/>
                  <a:gd name="T23" fmla="*/ 124 h 137"/>
                  <a:gd name="T24" fmla="*/ 74 w 149"/>
                  <a:gd name="T25" fmla="*/ 121 h 137"/>
                  <a:gd name="T26" fmla="*/ 87 w 149"/>
                  <a:gd name="T27" fmla="*/ 124 h 137"/>
                  <a:gd name="T28" fmla="*/ 110 w 149"/>
                  <a:gd name="T29" fmla="*/ 136 h 137"/>
                  <a:gd name="T30" fmla="*/ 115 w 149"/>
                  <a:gd name="T31" fmla="*/ 137 h 137"/>
                  <a:gd name="T32" fmla="*/ 121 w 149"/>
                  <a:gd name="T33" fmla="*/ 128 h 137"/>
                  <a:gd name="T34" fmla="*/ 116 w 149"/>
                  <a:gd name="T35" fmla="*/ 103 h 137"/>
                  <a:gd name="T36" fmla="*/ 125 w 149"/>
                  <a:gd name="T37" fmla="*/ 78 h 137"/>
                  <a:gd name="T38" fmla="*/ 143 w 149"/>
                  <a:gd name="T39" fmla="*/ 60 h 137"/>
                  <a:gd name="T40" fmla="*/ 139 w 149"/>
                  <a:gd name="T41" fmla="*/ 47 h 137"/>
                  <a:gd name="T42" fmla="*/ 113 w 149"/>
                  <a:gd name="T43" fmla="*/ 44 h 137"/>
                  <a:gd name="T44" fmla="*/ 92 w 149"/>
                  <a:gd name="T45" fmla="*/ 28 h 137"/>
                  <a:gd name="T46" fmla="*/ 81 w 149"/>
                  <a:gd name="T47" fmla="*/ 5 h 137"/>
                  <a:gd name="T48" fmla="*/ 74 w 149"/>
                  <a:gd name="T49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9" h="137">
                    <a:moveTo>
                      <a:pt x="74" y="0"/>
                    </a:moveTo>
                    <a:cubicBezTo>
                      <a:pt x="72" y="0"/>
                      <a:pt x="69" y="1"/>
                      <a:pt x="67" y="5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53" y="35"/>
                      <a:pt x="43" y="42"/>
                      <a:pt x="35" y="44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1" y="48"/>
                      <a:pt x="0" y="54"/>
                      <a:pt x="5" y="60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30" y="83"/>
                      <a:pt x="33" y="95"/>
                      <a:pt x="32" y="103"/>
                    </a:cubicBezTo>
                    <a:cubicBezTo>
                      <a:pt x="28" y="128"/>
                      <a:pt x="28" y="128"/>
                      <a:pt x="28" y="128"/>
                    </a:cubicBezTo>
                    <a:cubicBezTo>
                      <a:pt x="27" y="134"/>
                      <a:pt x="29" y="137"/>
                      <a:pt x="33" y="137"/>
                    </a:cubicBezTo>
                    <a:cubicBezTo>
                      <a:pt x="35" y="137"/>
                      <a:pt x="36" y="137"/>
                      <a:pt x="38" y="136"/>
                    </a:cubicBezTo>
                    <a:cubicBezTo>
                      <a:pt x="61" y="124"/>
                      <a:pt x="61" y="124"/>
                      <a:pt x="61" y="124"/>
                    </a:cubicBezTo>
                    <a:cubicBezTo>
                      <a:pt x="64" y="122"/>
                      <a:pt x="69" y="121"/>
                      <a:pt x="74" y="121"/>
                    </a:cubicBezTo>
                    <a:cubicBezTo>
                      <a:pt x="79" y="121"/>
                      <a:pt x="84" y="122"/>
                      <a:pt x="87" y="124"/>
                    </a:cubicBezTo>
                    <a:cubicBezTo>
                      <a:pt x="110" y="136"/>
                      <a:pt x="110" y="136"/>
                      <a:pt x="110" y="136"/>
                    </a:cubicBezTo>
                    <a:cubicBezTo>
                      <a:pt x="112" y="137"/>
                      <a:pt x="114" y="137"/>
                      <a:pt x="115" y="137"/>
                    </a:cubicBezTo>
                    <a:cubicBezTo>
                      <a:pt x="119" y="137"/>
                      <a:pt x="122" y="134"/>
                      <a:pt x="121" y="128"/>
                    </a:cubicBezTo>
                    <a:cubicBezTo>
                      <a:pt x="116" y="103"/>
                      <a:pt x="116" y="103"/>
                      <a:pt x="116" y="103"/>
                    </a:cubicBezTo>
                    <a:cubicBezTo>
                      <a:pt x="115" y="95"/>
                      <a:pt x="119" y="83"/>
                      <a:pt x="125" y="78"/>
                    </a:cubicBezTo>
                    <a:cubicBezTo>
                      <a:pt x="143" y="60"/>
                      <a:pt x="143" y="60"/>
                      <a:pt x="143" y="60"/>
                    </a:cubicBezTo>
                    <a:cubicBezTo>
                      <a:pt x="149" y="54"/>
                      <a:pt x="147" y="48"/>
                      <a:pt x="139" y="47"/>
                    </a:cubicBezTo>
                    <a:cubicBezTo>
                      <a:pt x="113" y="44"/>
                      <a:pt x="113" y="44"/>
                      <a:pt x="113" y="44"/>
                    </a:cubicBezTo>
                    <a:cubicBezTo>
                      <a:pt x="105" y="42"/>
                      <a:pt x="96" y="35"/>
                      <a:pt x="92" y="28"/>
                    </a:cubicBezTo>
                    <a:cubicBezTo>
                      <a:pt x="81" y="5"/>
                      <a:pt x="81" y="5"/>
                      <a:pt x="81" y="5"/>
                    </a:cubicBezTo>
                    <a:cubicBezTo>
                      <a:pt x="79" y="1"/>
                      <a:pt x="76" y="0"/>
                      <a:pt x="7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0" name="Freeform 149"/>
              <p:cNvSpPr>
                <a:spLocks/>
              </p:cNvSpPr>
              <p:nvPr/>
            </p:nvSpPr>
            <p:spPr bwMode="auto">
              <a:xfrm>
                <a:off x="3443068" y="3131844"/>
                <a:ext cx="208999" cy="191410"/>
              </a:xfrm>
              <a:custGeom>
                <a:avLst/>
                <a:gdLst>
                  <a:gd name="T0" fmla="*/ 74 w 149"/>
                  <a:gd name="T1" fmla="*/ 0 h 137"/>
                  <a:gd name="T2" fmla="*/ 68 w 149"/>
                  <a:gd name="T3" fmla="*/ 6 h 137"/>
                  <a:gd name="T4" fmla="*/ 57 w 149"/>
                  <a:gd name="T5" fmla="*/ 28 h 137"/>
                  <a:gd name="T6" fmla="*/ 35 w 149"/>
                  <a:gd name="T7" fmla="*/ 44 h 137"/>
                  <a:gd name="T8" fmla="*/ 10 w 149"/>
                  <a:gd name="T9" fmla="*/ 48 h 137"/>
                  <a:gd name="T10" fmla="*/ 6 w 149"/>
                  <a:gd name="T11" fmla="*/ 60 h 137"/>
                  <a:gd name="T12" fmla="*/ 24 w 149"/>
                  <a:gd name="T13" fmla="*/ 78 h 137"/>
                  <a:gd name="T14" fmla="*/ 32 w 149"/>
                  <a:gd name="T15" fmla="*/ 103 h 137"/>
                  <a:gd name="T16" fmla="*/ 28 w 149"/>
                  <a:gd name="T17" fmla="*/ 128 h 137"/>
                  <a:gd name="T18" fmla="*/ 33 w 149"/>
                  <a:gd name="T19" fmla="*/ 137 h 137"/>
                  <a:gd name="T20" fmla="*/ 39 w 149"/>
                  <a:gd name="T21" fmla="*/ 136 h 137"/>
                  <a:gd name="T22" fmla="*/ 61 w 149"/>
                  <a:gd name="T23" fmla="*/ 124 h 137"/>
                  <a:gd name="T24" fmla="*/ 74 w 149"/>
                  <a:gd name="T25" fmla="*/ 121 h 137"/>
                  <a:gd name="T26" fmla="*/ 88 w 149"/>
                  <a:gd name="T27" fmla="*/ 124 h 137"/>
                  <a:gd name="T28" fmla="*/ 110 w 149"/>
                  <a:gd name="T29" fmla="*/ 136 h 137"/>
                  <a:gd name="T30" fmla="*/ 116 w 149"/>
                  <a:gd name="T31" fmla="*/ 137 h 137"/>
                  <a:gd name="T32" fmla="*/ 121 w 149"/>
                  <a:gd name="T33" fmla="*/ 128 h 137"/>
                  <a:gd name="T34" fmla="*/ 117 w 149"/>
                  <a:gd name="T35" fmla="*/ 103 h 137"/>
                  <a:gd name="T36" fmla="*/ 125 w 149"/>
                  <a:gd name="T37" fmla="*/ 78 h 137"/>
                  <a:gd name="T38" fmla="*/ 143 w 149"/>
                  <a:gd name="T39" fmla="*/ 60 h 137"/>
                  <a:gd name="T40" fmla="*/ 139 w 149"/>
                  <a:gd name="T41" fmla="*/ 48 h 137"/>
                  <a:gd name="T42" fmla="*/ 114 w 149"/>
                  <a:gd name="T43" fmla="*/ 44 h 137"/>
                  <a:gd name="T44" fmla="*/ 92 w 149"/>
                  <a:gd name="T45" fmla="*/ 28 h 137"/>
                  <a:gd name="T46" fmla="*/ 81 w 149"/>
                  <a:gd name="T47" fmla="*/ 6 h 137"/>
                  <a:gd name="T48" fmla="*/ 74 w 149"/>
                  <a:gd name="T49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9" h="137">
                    <a:moveTo>
                      <a:pt x="74" y="0"/>
                    </a:moveTo>
                    <a:cubicBezTo>
                      <a:pt x="72" y="0"/>
                      <a:pt x="70" y="2"/>
                      <a:pt x="68" y="6"/>
                    </a:cubicBezTo>
                    <a:cubicBezTo>
                      <a:pt x="57" y="28"/>
                      <a:pt x="57" y="28"/>
                      <a:pt x="57" y="28"/>
                    </a:cubicBezTo>
                    <a:cubicBezTo>
                      <a:pt x="53" y="36"/>
                      <a:pt x="43" y="43"/>
                      <a:pt x="35" y="44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2" y="49"/>
                      <a:pt x="0" y="54"/>
                      <a:pt x="6" y="60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30" y="84"/>
                      <a:pt x="34" y="95"/>
                      <a:pt x="32" y="103"/>
                    </a:cubicBezTo>
                    <a:cubicBezTo>
                      <a:pt x="28" y="128"/>
                      <a:pt x="28" y="128"/>
                      <a:pt x="28" y="128"/>
                    </a:cubicBezTo>
                    <a:cubicBezTo>
                      <a:pt x="27" y="134"/>
                      <a:pt x="29" y="137"/>
                      <a:pt x="33" y="137"/>
                    </a:cubicBezTo>
                    <a:cubicBezTo>
                      <a:pt x="35" y="137"/>
                      <a:pt x="37" y="137"/>
                      <a:pt x="39" y="136"/>
                    </a:cubicBezTo>
                    <a:cubicBezTo>
                      <a:pt x="61" y="124"/>
                      <a:pt x="61" y="124"/>
                      <a:pt x="61" y="124"/>
                    </a:cubicBezTo>
                    <a:cubicBezTo>
                      <a:pt x="65" y="122"/>
                      <a:pt x="70" y="121"/>
                      <a:pt x="74" y="121"/>
                    </a:cubicBezTo>
                    <a:cubicBezTo>
                      <a:pt x="79" y="121"/>
                      <a:pt x="84" y="122"/>
                      <a:pt x="88" y="124"/>
                    </a:cubicBezTo>
                    <a:cubicBezTo>
                      <a:pt x="110" y="136"/>
                      <a:pt x="110" y="136"/>
                      <a:pt x="110" y="136"/>
                    </a:cubicBezTo>
                    <a:cubicBezTo>
                      <a:pt x="112" y="137"/>
                      <a:pt x="114" y="137"/>
                      <a:pt x="116" y="137"/>
                    </a:cubicBezTo>
                    <a:cubicBezTo>
                      <a:pt x="120" y="137"/>
                      <a:pt x="122" y="134"/>
                      <a:pt x="121" y="128"/>
                    </a:cubicBezTo>
                    <a:cubicBezTo>
                      <a:pt x="117" y="103"/>
                      <a:pt x="117" y="103"/>
                      <a:pt x="117" y="103"/>
                    </a:cubicBezTo>
                    <a:cubicBezTo>
                      <a:pt x="115" y="95"/>
                      <a:pt x="119" y="84"/>
                      <a:pt x="125" y="78"/>
                    </a:cubicBezTo>
                    <a:cubicBezTo>
                      <a:pt x="143" y="60"/>
                      <a:pt x="143" y="60"/>
                      <a:pt x="143" y="60"/>
                    </a:cubicBezTo>
                    <a:cubicBezTo>
                      <a:pt x="149" y="54"/>
                      <a:pt x="147" y="49"/>
                      <a:pt x="139" y="48"/>
                    </a:cubicBezTo>
                    <a:cubicBezTo>
                      <a:pt x="114" y="44"/>
                      <a:pt x="114" y="44"/>
                      <a:pt x="114" y="44"/>
                    </a:cubicBezTo>
                    <a:cubicBezTo>
                      <a:pt x="106" y="43"/>
                      <a:pt x="96" y="36"/>
                      <a:pt x="92" y="28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79" y="2"/>
                      <a:pt x="77" y="0"/>
                      <a:pt x="7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1" name="Freeform 150"/>
              <p:cNvSpPr>
                <a:spLocks/>
              </p:cNvSpPr>
              <p:nvPr/>
            </p:nvSpPr>
            <p:spPr bwMode="auto">
              <a:xfrm>
                <a:off x="2013187" y="3947145"/>
                <a:ext cx="208999" cy="192444"/>
              </a:xfrm>
              <a:custGeom>
                <a:avLst/>
                <a:gdLst>
                  <a:gd name="T0" fmla="*/ 74 w 149"/>
                  <a:gd name="T1" fmla="*/ 0 h 138"/>
                  <a:gd name="T2" fmla="*/ 68 w 149"/>
                  <a:gd name="T3" fmla="*/ 6 h 138"/>
                  <a:gd name="T4" fmla="*/ 56 w 149"/>
                  <a:gd name="T5" fmla="*/ 29 h 138"/>
                  <a:gd name="T6" fmla="*/ 35 w 149"/>
                  <a:gd name="T7" fmla="*/ 44 h 138"/>
                  <a:gd name="T8" fmla="*/ 10 w 149"/>
                  <a:gd name="T9" fmla="*/ 48 h 138"/>
                  <a:gd name="T10" fmla="*/ 6 w 149"/>
                  <a:gd name="T11" fmla="*/ 61 h 138"/>
                  <a:gd name="T12" fmla="*/ 24 w 149"/>
                  <a:gd name="T13" fmla="*/ 78 h 138"/>
                  <a:gd name="T14" fmla="*/ 32 w 149"/>
                  <a:gd name="T15" fmla="*/ 104 h 138"/>
                  <a:gd name="T16" fmla="*/ 28 w 149"/>
                  <a:gd name="T17" fmla="*/ 129 h 138"/>
                  <a:gd name="T18" fmla="*/ 33 w 149"/>
                  <a:gd name="T19" fmla="*/ 138 h 138"/>
                  <a:gd name="T20" fmla="*/ 38 w 149"/>
                  <a:gd name="T21" fmla="*/ 136 h 138"/>
                  <a:gd name="T22" fmla="*/ 61 w 149"/>
                  <a:gd name="T23" fmla="*/ 125 h 138"/>
                  <a:gd name="T24" fmla="*/ 74 w 149"/>
                  <a:gd name="T25" fmla="*/ 122 h 138"/>
                  <a:gd name="T26" fmla="*/ 88 w 149"/>
                  <a:gd name="T27" fmla="*/ 125 h 138"/>
                  <a:gd name="T28" fmla="*/ 110 w 149"/>
                  <a:gd name="T29" fmla="*/ 136 h 138"/>
                  <a:gd name="T30" fmla="*/ 115 w 149"/>
                  <a:gd name="T31" fmla="*/ 138 h 138"/>
                  <a:gd name="T32" fmla="*/ 121 w 149"/>
                  <a:gd name="T33" fmla="*/ 129 h 138"/>
                  <a:gd name="T34" fmla="*/ 116 w 149"/>
                  <a:gd name="T35" fmla="*/ 104 h 138"/>
                  <a:gd name="T36" fmla="*/ 125 w 149"/>
                  <a:gd name="T37" fmla="*/ 78 h 138"/>
                  <a:gd name="T38" fmla="*/ 143 w 149"/>
                  <a:gd name="T39" fmla="*/ 61 h 138"/>
                  <a:gd name="T40" fmla="*/ 139 w 149"/>
                  <a:gd name="T41" fmla="*/ 48 h 138"/>
                  <a:gd name="T42" fmla="*/ 114 w 149"/>
                  <a:gd name="T43" fmla="*/ 44 h 138"/>
                  <a:gd name="T44" fmla="*/ 92 w 149"/>
                  <a:gd name="T45" fmla="*/ 29 h 138"/>
                  <a:gd name="T46" fmla="*/ 81 w 149"/>
                  <a:gd name="T47" fmla="*/ 6 h 138"/>
                  <a:gd name="T48" fmla="*/ 74 w 149"/>
                  <a:gd name="T49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9" h="138">
                    <a:moveTo>
                      <a:pt x="74" y="0"/>
                    </a:moveTo>
                    <a:cubicBezTo>
                      <a:pt x="72" y="0"/>
                      <a:pt x="69" y="2"/>
                      <a:pt x="68" y="6"/>
                    </a:cubicBezTo>
                    <a:cubicBezTo>
                      <a:pt x="56" y="29"/>
                      <a:pt x="56" y="29"/>
                      <a:pt x="56" y="29"/>
                    </a:cubicBezTo>
                    <a:cubicBezTo>
                      <a:pt x="53" y="36"/>
                      <a:pt x="43" y="43"/>
                      <a:pt x="35" y="44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2" y="49"/>
                      <a:pt x="0" y="55"/>
                      <a:pt x="6" y="61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30" y="84"/>
                      <a:pt x="33" y="95"/>
                      <a:pt x="32" y="104"/>
                    </a:cubicBezTo>
                    <a:cubicBezTo>
                      <a:pt x="28" y="129"/>
                      <a:pt x="28" y="129"/>
                      <a:pt x="28" y="129"/>
                    </a:cubicBezTo>
                    <a:cubicBezTo>
                      <a:pt x="27" y="134"/>
                      <a:pt x="29" y="138"/>
                      <a:pt x="33" y="138"/>
                    </a:cubicBezTo>
                    <a:cubicBezTo>
                      <a:pt x="35" y="138"/>
                      <a:pt x="36" y="137"/>
                      <a:pt x="38" y="136"/>
                    </a:cubicBezTo>
                    <a:cubicBezTo>
                      <a:pt x="61" y="125"/>
                      <a:pt x="61" y="125"/>
                      <a:pt x="61" y="125"/>
                    </a:cubicBezTo>
                    <a:cubicBezTo>
                      <a:pt x="65" y="123"/>
                      <a:pt x="69" y="122"/>
                      <a:pt x="74" y="122"/>
                    </a:cubicBezTo>
                    <a:cubicBezTo>
                      <a:pt x="79" y="122"/>
                      <a:pt x="84" y="123"/>
                      <a:pt x="88" y="125"/>
                    </a:cubicBezTo>
                    <a:cubicBezTo>
                      <a:pt x="110" y="136"/>
                      <a:pt x="110" y="136"/>
                      <a:pt x="110" y="136"/>
                    </a:cubicBezTo>
                    <a:cubicBezTo>
                      <a:pt x="112" y="137"/>
                      <a:pt x="114" y="138"/>
                      <a:pt x="115" y="138"/>
                    </a:cubicBezTo>
                    <a:cubicBezTo>
                      <a:pt x="119" y="138"/>
                      <a:pt x="122" y="134"/>
                      <a:pt x="121" y="129"/>
                    </a:cubicBezTo>
                    <a:cubicBezTo>
                      <a:pt x="116" y="104"/>
                      <a:pt x="116" y="104"/>
                      <a:pt x="116" y="104"/>
                    </a:cubicBezTo>
                    <a:cubicBezTo>
                      <a:pt x="115" y="95"/>
                      <a:pt x="119" y="84"/>
                      <a:pt x="125" y="78"/>
                    </a:cubicBezTo>
                    <a:cubicBezTo>
                      <a:pt x="143" y="61"/>
                      <a:pt x="143" y="61"/>
                      <a:pt x="143" y="61"/>
                    </a:cubicBezTo>
                    <a:cubicBezTo>
                      <a:pt x="149" y="55"/>
                      <a:pt x="147" y="49"/>
                      <a:pt x="139" y="48"/>
                    </a:cubicBezTo>
                    <a:cubicBezTo>
                      <a:pt x="114" y="44"/>
                      <a:pt x="114" y="44"/>
                      <a:pt x="114" y="44"/>
                    </a:cubicBezTo>
                    <a:cubicBezTo>
                      <a:pt x="105" y="43"/>
                      <a:pt x="96" y="36"/>
                      <a:pt x="92" y="29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79" y="2"/>
                      <a:pt x="77" y="0"/>
                      <a:pt x="7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2" name="Freeform 151"/>
              <p:cNvSpPr>
                <a:spLocks/>
              </p:cNvSpPr>
              <p:nvPr/>
            </p:nvSpPr>
            <p:spPr bwMode="auto">
              <a:xfrm>
                <a:off x="5270253" y="3272556"/>
                <a:ext cx="207964" cy="193479"/>
              </a:xfrm>
              <a:custGeom>
                <a:avLst/>
                <a:gdLst>
                  <a:gd name="T0" fmla="*/ 75 w 149"/>
                  <a:gd name="T1" fmla="*/ 0 h 138"/>
                  <a:gd name="T2" fmla="*/ 68 w 149"/>
                  <a:gd name="T3" fmla="*/ 6 h 138"/>
                  <a:gd name="T4" fmla="*/ 57 w 149"/>
                  <a:gd name="T5" fmla="*/ 28 h 138"/>
                  <a:gd name="T6" fmla="*/ 36 w 149"/>
                  <a:gd name="T7" fmla="*/ 44 h 138"/>
                  <a:gd name="T8" fmla="*/ 10 w 149"/>
                  <a:gd name="T9" fmla="*/ 48 h 138"/>
                  <a:gd name="T10" fmla="*/ 6 w 149"/>
                  <a:gd name="T11" fmla="*/ 60 h 138"/>
                  <a:gd name="T12" fmla="*/ 24 w 149"/>
                  <a:gd name="T13" fmla="*/ 78 h 138"/>
                  <a:gd name="T14" fmla="*/ 33 w 149"/>
                  <a:gd name="T15" fmla="*/ 103 h 138"/>
                  <a:gd name="T16" fmla="*/ 28 w 149"/>
                  <a:gd name="T17" fmla="*/ 128 h 138"/>
                  <a:gd name="T18" fmla="*/ 34 w 149"/>
                  <a:gd name="T19" fmla="*/ 138 h 138"/>
                  <a:gd name="T20" fmla="*/ 39 w 149"/>
                  <a:gd name="T21" fmla="*/ 136 h 138"/>
                  <a:gd name="T22" fmla="*/ 62 w 149"/>
                  <a:gd name="T23" fmla="*/ 124 h 138"/>
                  <a:gd name="T24" fmla="*/ 75 w 149"/>
                  <a:gd name="T25" fmla="*/ 121 h 138"/>
                  <a:gd name="T26" fmla="*/ 88 w 149"/>
                  <a:gd name="T27" fmla="*/ 124 h 138"/>
                  <a:gd name="T28" fmla="*/ 111 w 149"/>
                  <a:gd name="T29" fmla="*/ 136 h 138"/>
                  <a:gd name="T30" fmla="*/ 116 w 149"/>
                  <a:gd name="T31" fmla="*/ 138 h 138"/>
                  <a:gd name="T32" fmla="*/ 121 w 149"/>
                  <a:gd name="T33" fmla="*/ 128 h 138"/>
                  <a:gd name="T34" fmla="*/ 117 w 149"/>
                  <a:gd name="T35" fmla="*/ 103 h 138"/>
                  <a:gd name="T36" fmla="*/ 125 w 149"/>
                  <a:gd name="T37" fmla="*/ 78 h 138"/>
                  <a:gd name="T38" fmla="*/ 143 w 149"/>
                  <a:gd name="T39" fmla="*/ 60 h 138"/>
                  <a:gd name="T40" fmla="*/ 139 w 149"/>
                  <a:gd name="T41" fmla="*/ 48 h 138"/>
                  <a:gd name="T42" fmla="*/ 114 w 149"/>
                  <a:gd name="T43" fmla="*/ 44 h 138"/>
                  <a:gd name="T44" fmla="*/ 93 w 149"/>
                  <a:gd name="T45" fmla="*/ 28 h 138"/>
                  <a:gd name="T46" fmla="*/ 82 w 149"/>
                  <a:gd name="T47" fmla="*/ 6 h 138"/>
                  <a:gd name="T48" fmla="*/ 75 w 149"/>
                  <a:gd name="T49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9" h="138">
                    <a:moveTo>
                      <a:pt x="75" y="0"/>
                    </a:moveTo>
                    <a:cubicBezTo>
                      <a:pt x="73" y="0"/>
                      <a:pt x="70" y="2"/>
                      <a:pt x="68" y="6"/>
                    </a:cubicBezTo>
                    <a:cubicBezTo>
                      <a:pt x="57" y="28"/>
                      <a:pt x="57" y="28"/>
                      <a:pt x="57" y="28"/>
                    </a:cubicBezTo>
                    <a:cubicBezTo>
                      <a:pt x="53" y="36"/>
                      <a:pt x="44" y="43"/>
                      <a:pt x="36" y="44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2" y="49"/>
                      <a:pt x="0" y="54"/>
                      <a:pt x="6" y="60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30" y="84"/>
                      <a:pt x="34" y="95"/>
                      <a:pt x="33" y="103"/>
                    </a:cubicBezTo>
                    <a:cubicBezTo>
                      <a:pt x="28" y="128"/>
                      <a:pt x="28" y="128"/>
                      <a:pt x="28" y="128"/>
                    </a:cubicBezTo>
                    <a:cubicBezTo>
                      <a:pt x="27" y="134"/>
                      <a:pt x="30" y="138"/>
                      <a:pt x="34" y="138"/>
                    </a:cubicBezTo>
                    <a:cubicBezTo>
                      <a:pt x="35" y="138"/>
                      <a:pt x="37" y="137"/>
                      <a:pt x="39" y="136"/>
                    </a:cubicBezTo>
                    <a:cubicBezTo>
                      <a:pt x="62" y="124"/>
                      <a:pt x="62" y="124"/>
                      <a:pt x="62" y="124"/>
                    </a:cubicBezTo>
                    <a:cubicBezTo>
                      <a:pt x="65" y="122"/>
                      <a:pt x="70" y="121"/>
                      <a:pt x="75" y="121"/>
                    </a:cubicBezTo>
                    <a:cubicBezTo>
                      <a:pt x="80" y="121"/>
                      <a:pt x="85" y="122"/>
                      <a:pt x="88" y="124"/>
                    </a:cubicBezTo>
                    <a:cubicBezTo>
                      <a:pt x="111" y="136"/>
                      <a:pt x="111" y="136"/>
                      <a:pt x="111" y="136"/>
                    </a:cubicBezTo>
                    <a:cubicBezTo>
                      <a:pt x="113" y="137"/>
                      <a:pt x="114" y="138"/>
                      <a:pt x="116" y="138"/>
                    </a:cubicBezTo>
                    <a:cubicBezTo>
                      <a:pt x="120" y="138"/>
                      <a:pt x="122" y="134"/>
                      <a:pt x="121" y="128"/>
                    </a:cubicBezTo>
                    <a:cubicBezTo>
                      <a:pt x="117" y="103"/>
                      <a:pt x="117" y="103"/>
                      <a:pt x="117" y="103"/>
                    </a:cubicBezTo>
                    <a:cubicBezTo>
                      <a:pt x="116" y="95"/>
                      <a:pt x="119" y="84"/>
                      <a:pt x="125" y="78"/>
                    </a:cubicBezTo>
                    <a:cubicBezTo>
                      <a:pt x="143" y="60"/>
                      <a:pt x="143" y="60"/>
                      <a:pt x="143" y="60"/>
                    </a:cubicBezTo>
                    <a:cubicBezTo>
                      <a:pt x="149" y="54"/>
                      <a:pt x="148" y="49"/>
                      <a:pt x="139" y="48"/>
                    </a:cubicBezTo>
                    <a:cubicBezTo>
                      <a:pt x="114" y="44"/>
                      <a:pt x="114" y="44"/>
                      <a:pt x="114" y="44"/>
                    </a:cubicBezTo>
                    <a:cubicBezTo>
                      <a:pt x="106" y="43"/>
                      <a:pt x="96" y="36"/>
                      <a:pt x="93" y="28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0" y="2"/>
                      <a:pt x="77" y="0"/>
                      <a:pt x="75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3" name="Freeform 152"/>
              <p:cNvSpPr>
                <a:spLocks/>
              </p:cNvSpPr>
              <p:nvPr/>
            </p:nvSpPr>
            <p:spPr bwMode="auto">
              <a:xfrm>
                <a:off x="4208706" y="2643491"/>
                <a:ext cx="121054" cy="111742"/>
              </a:xfrm>
              <a:custGeom>
                <a:avLst/>
                <a:gdLst>
                  <a:gd name="T0" fmla="*/ 43 w 87"/>
                  <a:gd name="T1" fmla="*/ 0 h 80"/>
                  <a:gd name="T2" fmla="*/ 39 w 87"/>
                  <a:gd name="T3" fmla="*/ 3 h 80"/>
                  <a:gd name="T4" fmla="*/ 33 w 87"/>
                  <a:gd name="T5" fmla="*/ 17 h 80"/>
                  <a:gd name="T6" fmla="*/ 20 w 87"/>
                  <a:gd name="T7" fmla="*/ 26 h 80"/>
                  <a:gd name="T8" fmla="*/ 6 w 87"/>
                  <a:gd name="T9" fmla="*/ 28 h 80"/>
                  <a:gd name="T10" fmla="*/ 3 w 87"/>
                  <a:gd name="T11" fmla="*/ 35 h 80"/>
                  <a:gd name="T12" fmla="*/ 14 w 87"/>
                  <a:gd name="T13" fmla="*/ 46 h 80"/>
                  <a:gd name="T14" fmla="*/ 19 w 87"/>
                  <a:gd name="T15" fmla="*/ 60 h 80"/>
                  <a:gd name="T16" fmla="*/ 16 w 87"/>
                  <a:gd name="T17" fmla="*/ 75 h 80"/>
                  <a:gd name="T18" fmla="*/ 19 w 87"/>
                  <a:gd name="T19" fmla="*/ 80 h 80"/>
                  <a:gd name="T20" fmla="*/ 22 w 87"/>
                  <a:gd name="T21" fmla="*/ 79 h 80"/>
                  <a:gd name="T22" fmla="*/ 35 w 87"/>
                  <a:gd name="T23" fmla="*/ 72 h 80"/>
                  <a:gd name="T24" fmla="*/ 43 w 87"/>
                  <a:gd name="T25" fmla="*/ 71 h 80"/>
                  <a:gd name="T26" fmla="*/ 51 w 87"/>
                  <a:gd name="T27" fmla="*/ 72 h 80"/>
                  <a:gd name="T28" fmla="*/ 64 w 87"/>
                  <a:gd name="T29" fmla="*/ 79 h 80"/>
                  <a:gd name="T30" fmla="*/ 67 w 87"/>
                  <a:gd name="T31" fmla="*/ 80 h 80"/>
                  <a:gd name="T32" fmla="*/ 70 w 87"/>
                  <a:gd name="T33" fmla="*/ 75 h 80"/>
                  <a:gd name="T34" fmla="*/ 68 w 87"/>
                  <a:gd name="T35" fmla="*/ 60 h 80"/>
                  <a:gd name="T36" fmla="*/ 73 w 87"/>
                  <a:gd name="T37" fmla="*/ 46 h 80"/>
                  <a:gd name="T38" fmla="*/ 83 w 87"/>
                  <a:gd name="T39" fmla="*/ 35 h 80"/>
                  <a:gd name="T40" fmla="*/ 81 w 87"/>
                  <a:gd name="T41" fmla="*/ 28 h 80"/>
                  <a:gd name="T42" fmla="*/ 66 w 87"/>
                  <a:gd name="T43" fmla="*/ 26 h 80"/>
                  <a:gd name="T44" fmla="*/ 54 w 87"/>
                  <a:gd name="T45" fmla="*/ 17 h 80"/>
                  <a:gd name="T46" fmla="*/ 47 w 87"/>
                  <a:gd name="T47" fmla="*/ 3 h 80"/>
                  <a:gd name="T48" fmla="*/ 43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3" y="0"/>
                    </a:moveTo>
                    <a:cubicBezTo>
                      <a:pt x="42" y="0"/>
                      <a:pt x="40" y="1"/>
                      <a:pt x="39" y="3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21"/>
                      <a:pt x="25" y="25"/>
                      <a:pt x="20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9"/>
                      <a:pt x="0" y="32"/>
                      <a:pt x="3" y="35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7" y="49"/>
                      <a:pt x="19" y="56"/>
                      <a:pt x="19" y="60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8"/>
                      <a:pt x="17" y="80"/>
                      <a:pt x="19" y="80"/>
                    </a:cubicBezTo>
                    <a:cubicBezTo>
                      <a:pt x="20" y="80"/>
                      <a:pt x="21" y="80"/>
                      <a:pt x="22" y="79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8" y="71"/>
                      <a:pt x="40" y="71"/>
                      <a:pt x="43" y="71"/>
                    </a:cubicBezTo>
                    <a:cubicBezTo>
                      <a:pt x="46" y="71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5" y="80"/>
                      <a:pt x="66" y="80"/>
                      <a:pt x="67" y="80"/>
                    </a:cubicBezTo>
                    <a:cubicBezTo>
                      <a:pt x="70" y="80"/>
                      <a:pt x="71" y="78"/>
                      <a:pt x="70" y="75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6"/>
                      <a:pt x="69" y="49"/>
                      <a:pt x="73" y="46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7" y="32"/>
                      <a:pt x="86" y="29"/>
                      <a:pt x="81" y="28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1" y="25"/>
                      <a:pt x="56" y="21"/>
                      <a:pt x="54" y="17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5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4" name="Freeform 153"/>
              <p:cNvSpPr>
                <a:spLocks/>
              </p:cNvSpPr>
              <p:nvPr/>
            </p:nvSpPr>
            <p:spPr bwMode="auto">
              <a:xfrm>
                <a:off x="2763306" y="2774891"/>
                <a:ext cx="122088" cy="111742"/>
              </a:xfrm>
              <a:custGeom>
                <a:avLst/>
                <a:gdLst>
                  <a:gd name="T0" fmla="*/ 43 w 87"/>
                  <a:gd name="T1" fmla="*/ 0 h 80"/>
                  <a:gd name="T2" fmla="*/ 39 w 87"/>
                  <a:gd name="T3" fmla="*/ 4 h 80"/>
                  <a:gd name="T4" fmla="*/ 33 w 87"/>
                  <a:gd name="T5" fmla="*/ 17 h 80"/>
                  <a:gd name="T6" fmla="*/ 20 w 87"/>
                  <a:gd name="T7" fmla="*/ 26 h 80"/>
                  <a:gd name="T8" fmla="*/ 6 w 87"/>
                  <a:gd name="T9" fmla="*/ 28 h 80"/>
                  <a:gd name="T10" fmla="*/ 3 w 87"/>
                  <a:gd name="T11" fmla="*/ 35 h 80"/>
                  <a:gd name="T12" fmla="*/ 14 w 87"/>
                  <a:gd name="T13" fmla="*/ 46 h 80"/>
                  <a:gd name="T14" fmla="*/ 19 w 87"/>
                  <a:gd name="T15" fmla="*/ 60 h 80"/>
                  <a:gd name="T16" fmla="*/ 16 w 87"/>
                  <a:gd name="T17" fmla="*/ 75 h 80"/>
                  <a:gd name="T18" fmla="*/ 19 w 87"/>
                  <a:gd name="T19" fmla="*/ 80 h 80"/>
                  <a:gd name="T20" fmla="*/ 22 w 87"/>
                  <a:gd name="T21" fmla="*/ 80 h 80"/>
                  <a:gd name="T22" fmla="*/ 36 w 87"/>
                  <a:gd name="T23" fmla="*/ 73 h 80"/>
                  <a:gd name="T24" fmla="*/ 43 w 87"/>
                  <a:gd name="T25" fmla="*/ 71 h 80"/>
                  <a:gd name="T26" fmla="*/ 51 w 87"/>
                  <a:gd name="T27" fmla="*/ 73 h 80"/>
                  <a:gd name="T28" fmla="*/ 64 w 87"/>
                  <a:gd name="T29" fmla="*/ 80 h 80"/>
                  <a:gd name="T30" fmla="*/ 67 w 87"/>
                  <a:gd name="T31" fmla="*/ 80 h 80"/>
                  <a:gd name="T32" fmla="*/ 70 w 87"/>
                  <a:gd name="T33" fmla="*/ 75 h 80"/>
                  <a:gd name="T34" fmla="*/ 68 w 87"/>
                  <a:gd name="T35" fmla="*/ 60 h 80"/>
                  <a:gd name="T36" fmla="*/ 73 w 87"/>
                  <a:gd name="T37" fmla="*/ 46 h 80"/>
                  <a:gd name="T38" fmla="*/ 83 w 87"/>
                  <a:gd name="T39" fmla="*/ 35 h 80"/>
                  <a:gd name="T40" fmla="*/ 81 w 87"/>
                  <a:gd name="T41" fmla="*/ 28 h 80"/>
                  <a:gd name="T42" fmla="*/ 66 w 87"/>
                  <a:gd name="T43" fmla="*/ 26 h 80"/>
                  <a:gd name="T44" fmla="*/ 54 w 87"/>
                  <a:gd name="T45" fmla="*/ 17 h 80"/>
                  <a:gd name="T46" fmla="*/ 47 w 87"/>
                  <a:gd name="T47" fmla="*/ 4 h 80"/>
                  <a:gd name="T48" fmla="*/ 43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3" y="0"/>
                    </a:moveTo>
                    <a:cubicBezTo>
                      <a:pt x="42" y="0"/>
                      <a:pt x="40" y="1"/>
                      <a:pt x="39" y="4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21"/>
                      <a:pt x="25" y="25"/>
                      <a:pt x="20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9"/>
                      <a:pt x="0" y="32"/>
                      <a:pt x="3" y="35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7" y="49"/>
                      <a:pt x="20" y="56"/>
                      <a:pt x="19" y="60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8"/>
                      <a:pt x="17" y="80"/>
                      <a:pt x="19" y="80"/>
                    </a:cubicBezTo>
                    <a:cubicBezTo>
                      <a:pt x="20" y="80"/>
                      <a:pt x="21" y="80"/>
                      <a:pt x="22" y="80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8" y="72"/>
                      <a:pt x="40" y="71"/>
                      <a:pt x="43" y="71"/>
                    </a:cubicBezTo>
                    <a:cubicBezTo>
                      <a:pt x="46" y="71"/>
                      <a:pt x="49" y="72"/>
                      <a:pt x="51" y="73"/>
                    </a:cubicBezTo>
                    <a:cubicBezTo>
                      <a:pt x="64" y="80"/>
                      <a:pt x="64" y="80"/>
                      <a:pt x="64" y="80"/>
                    </a:cubicBezTo>
                    <a:cubicBezTo>
                      <a:pt x="65" y="80"/>
                      <a:pt x="66" y="80"/>
                      <a:pt x="67" y="80"/>
                    </a:cubicBezTo>
                    <a:cubicBezTo>
                      <a:pt x="70" y="80"/>
                      <a:pt x="71" y="78"/>
                      <a:pt x="70" y="75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6"/>
                      <a:pt x="69" y="49"/>
                      <a:pt x="73" y="46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7" y="32"/>
                      <a:pt x="86" y="29"/>
                      <a:pt x="81" y="28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1" y="25"/>
                      <a:pt x="56" y="21"/>
                      <a:pt x="54" y="17"/>
                    </a:cubicBezTo>
                    <a:cubicBezTo>
                      <a:pt x="47" y="4"/>
                      <a:pt x="47" y="4"/>
                      <a:pt x="47" y="4"/>
                    </a:cubicBezTo>
                    <a:cubicBezTo>
                      <a:pt x="46" y="1"/>
                      <a:pt x="45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5" name="Freeform 154"/>
              <p:cNvSpPr>
                <a:spLocks/>
              </p:cNvSpPr>
              <p:nvPr/>
            </p:nvSpPr>
            <p:spPr bwMode="auto">
              <a:xfrm>
                <a:off x="2288403" y="3418441"/>
                <a:ext cx="120019" cy="111742"/>
              </a:xfrm>
              <a:custGeom>
                <a:avLst/>
                <a:gdLst>
                  <a:gd name="T0" fmla="*/ 43 w 86"/>
                  <a:gd name="T1" fmla="*/ 0 h 80"/>
                  <a:gd name="T2" fmla="*/ 39 w 86"/>
                  <a:gd name="T3" fmla="*/ 3 h 80"/>
                  <a:gd name="T4" fmla="*/ 33 w 86"/>
                  <a:gd name="T5" fmla="*/ 16 h 80"/>
                  <a:gd name="T6" fmla="*/ 20 w 86"/>
                  <a:gd name="T7" fmla="*/ 25 h 80"/>
                  <a:gd name="T8" fmla="*/ 5 w 86"/>
                  <a:gd name="T9" fmla="*/ 27 h 80"/>
                  <a:gd name="T10" fmla="*/ 3 w 86"/>
                  <a:gd name="T11" fmla="*/ 35 h 80"/>
                  <a:gd name="T12" fmla="*/ 14 w 86"/>
                  <a:gd name="T13" fmla="*/ 45 h 80"/>
                  <a:gd name="T14" fmla="*/ 18 w 86"/>
                  <a:gd name="T15" fmla="*/ 60 h 80"/>
                  <a:gd name="T16" fmla="*/ 16 w 86"/>
                  <a:gd name="T17" fmla="*/ 74 h 80"/>
                  <a:gd name="T18" fmla="*/ 19 w 86"/>
                  <a:gd name="T19" fmla="*/ 80 h 80"/>
                  <a:gd name="T20" fmla="*/ 22 w 86"/>
                  <a:gd name="T21" fmla="*/ 79 h 80"/>
                  <a:gd name="T22" fmla="*/ 35 w 86"/>
                  <a:gd name="T23" fmla="*/ 72 h 80"/>
                  <a:gd name="T24" fmla="*/ 43 w 86"/>
                  <a:gd name="T25" fmla="*/ 70 h 80"/>
                  <a:gd name="T26" fmla="*/ 51 w 86"/>
                  <a:gd name="T27" fmla="*/ 72 h 80"/>
                  <a:gd name="T28" fmla="*/ 64 w 86"/>
                  <a:gd name="T29" fmla="*/ 79 h 80"/>
                  <a:gd name="T30" fmla="*/ 67 w 86"/>
                  <a:gd name="T31" fmla="*/ 80 h 80"/>
                  <a:gd name="T32" fmla="*/ 70 w 86"/>
                  <a:gd name="T33" fmla="*/ 74 h 80"/>
                  <a:gd name="T34" fmla="*/ 68 w 86"/>
                  <a:gd name="T35" fmla="*/ 60 h 80"/>
                  <a:gd name="T36" fmla="*/ 72 w 86"/>
                  <a:gd name="T37" fmla="*/ 45 h 80"/>
                  <a:gd name="T38" fmla="*/ 83 w 86"/>
                  <a:gd name="T39" fmla="*/ 35 h 80"/>
                  <a:gd name="T40" fmla="*/ 81 w 86"/>
                  <a:gd name="T41" fmla="*/ 27 h 80"/>
                  <a:gd name="T42" fmla="*/ 66 w 86"/>
                  <a:gd name="T43" fmla="*/ 25 h 80"/>
                  <a:gd name="T44" fmla="*/ 53 w 86"/>
                  <a:gd name="T45" fmla="*/ 16 h 80"/>
                  <a:gd name="T46" fmla="*/ 47 w 86"/>
                  <a:gd name="T47" fmla="*/ 3 h 80"/>
                  <a:gd name="T48" fmla="*/ 43 w 86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6" h="80">
                    <a:moveTo>
                      <a:pt x="43" y="0"/>
                    </a:moveTo>
                    <a:cubicBezTo>
                      <a:pt x="42" y="0"/>
                      <a:pt x="40" y="1"/>
                      <a:pt x="39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0"/>
                      <a:pt x="25" y="24"/>
                      <a:pt x="20" y="25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8"/>
                      <a:pt x="0" y="31"/>
                      <a:pt x="3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7" y="48"/>
                      <a:pt x="19" y="55"/>
                      <a:pt x="18" y="60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8"/>
                      <a:pt x="17" y="80"/>
                      <a:pt x="19" y="80"/>
                    </a:cubicBezTo>
                    <a:cubicBezTo>
                      <a:pt x="20" y="80"/>
                      <a:pt x="21" y="79"/>
                      <a:pt x="22" y="79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7" y="71"/>
                      <a:pt x="40" y="70"/>
                      <a:pt x="43" y="70"/>
                    </a:cubicBezTo>
                    <a:cubicBezTo>
                      <a:pt x="46" y="70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5" y="79"/>
                      <a:pt x="66" y="80"/>
                      <a:pt x="67" y="80"/>
                    </a:cubicBezTo>
                    <a:cubicBezTo>
                      <a:pt x="69" y="80"/>
                      <a:pt x="71" y="78"/>
                      <a:pt x="70" y="74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5"/>
                      <a:pt x="69" y="48"/>
                      <a:pt x="72" y="45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6" y="31"/>
                      <a:pt x="85" y="28"/>
                      <a:pt x="81" y="27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61" y="24"/>
                      <a:pt x="56" y="20"/>
                      <a:pt x="53" y="1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4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6" name="Freeform 155"/>
              <p:cNvSpPr>
                <a:spLocks/>
              </p:cNvSpPr>
              <p:nvPr/>
            </p:nvSpPr>
            <p:spPr bwMode="auto">
              <a:xfrm>
                <a:off x="2274953" y="3180472"/>
                <a:ext cx="121054" cy="111742"/>
              </a:xfrm>
              <a:custGeom>
                <a:avLst/>
                <a:gdLst>
                  <a:gd name="T0" fmla="*/ 44 w 87"/>
                  <a:gd name="T1" fmla="*/ 0 h 80"/>
                  <a:gd name="T2" fmla="*/ 40 w 87"/>
                  <a:gd name="T3" fmla="*/ 3 h 80"/>
                  <a:gd name="T4" fmla="*/ 33 w 87"/>
                  <a:gd name="T5" fmla="*/ 16 h 80"/>
                  <a:gd name="T6" fmla="*/ 21 w 87"/>
                  <a:gd name="T7" fmla="*/ 25 h 80"/>
                  <a:gd name="T8" fmla="*/ 6 w 87"/>
                  <a:gd name="T9" fmla="*/ 28 h 80"/>
                  <a:gd name="T10" fmla="*/ 4 w 87"/>
                  <a:gd name="T11" fmla="*/ 35 h 80"/>
                  <a:gd name="T12" fmla="*/ 14 w 87"/>
                  <a:gd name="T13" fmla="*/ 45 h 80"/>
                  <a:gd name="T14" fmla="*/ 19 w 87"/>
                  <a:gd name="T15" fmla="*/ 60 h 80"/>
                  <a:gd name="T16" fmla="*/ 17 w 87"/>
                  <a:gd name="T17" fmla="*/ 75 h 80"/>
                  <a:gd name="T18" fmla="*/ 20 w 87"/>
                  <a:gd name="T19" fmla="*/ 80 h 80"/>
                  <a:gd name="T20" fmla="*/ 23 w 87"/>
                  <a:gd name="T21" fmla="*/ 79 h 80"/>
                  <a:gd name="T22" fmla="*/ 36 w 87"/>
                  <a:gd name="T23" fmla="*/ 72 h 80"/>
                  <a:gd name="T24" fmla="*/ 44 w 87"/>
                  <a:gd name="T25" fmla="*/ 71 h 80"/>
                  <a:gd name="T26" fmla="*/ 52 w 87"/>
                  <a:gd name="T27" fmla="*/ 72 h 80"/>
                  <a:gd name="T28" fmla="*/ 65 w 87"/>
                  <a:gd name="T29" fmla="*/ 79 h 80"/>
                  <a:gd name="T30" fmla="*/ 68 w 87"/>
                  <a:gd name="T31" fmla="*/ 80 h 80"/>
                  <a:gd name="T32" fmla="*/ 71 w 87"/>
                  <a:gd name="T33" fmla="*/ 75 h 80"/>
                  <a:gd name="T34" fmla="*/ 68 w 87"/>
                  <a:gd name="T35" fmla="*/ 60 h 80"/>
                  <a:gd name="T36" fmla="*/ 73 w 87"/>
                  <a:gd name="T37" fmla="*/ 45 h 80"/>
                  <a:gd name="T38" fmla="*/ 84 w 87"/>
                  <a:gd name="T39" fmla="*/ 35 h 80"/>
                  <a:gd name="T40" fmla="*/ 81 w 87"/>
                  <a:gd name="T41" fmla="*/ 28 h 80"/>
                  <a:gd name="T42" fmla="*/ 67 w 87"/>
                  <a:gd name="T43" fmla="*/ 25 h 80"/>
                  <a:gd name="T44" fmla="*/ 54 w 87"/>
                  <a:gd name="T45" fmla="*/ 16 h 80"/>
                  <a:gd name="T46" fmla="*/ 48 w 87"/>
                  <a:gd name="T47" fmla="*/ 3 h 80"/>
                  <a:gd name="T48" fmla="*/ 44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4" y="0"/>
                    </a:moveTo>
                    <a:cubicBezTo>
                      <a:pt x="42" y="0"/>
                      <a:pt x="41" y="1"/>
                      <a:pt x="40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1"/>
                      <a:pt x="26" y="25"/>
                      <a:pt x="21" y="25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8"/>
                      <a:pt x="0" y="32"/>
                      <a:pt x="4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8" y="49"/>
                      <a:pt x="20" y="55"/>
                      <a:pt x="19" y="60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8"/>
                      <a:pt x="17" y="80"/>
                      <a:pt x="20" y="80"/>
                    </a:cubicBezTo>
                    <a:cubicBezTo>
                      <a:pt x="21" y="80"/>
                      <a:pt x="22" y="80"/>
                      <a:pt x="23" y="79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38" y="71"/>
                      <a:pt x="41" y="71"/>
                      <a:pt x="44" y="71"/>
                    </a:cubicBezTo>
                    <a:cubicBezTo>
                      <a:pt x="47" y="71"/>
                      <a:pt x="49" y="71"/>
                      <a:pt x="52" y="72"/>
                    </a:cubicBezTo>
                    <a:cubicBezTo>
                      <a:pt x="65" y="79"/>
                      <a:pt x="65" y="79"/>
                      <a:pt x="65" y="79"/>
                    </a:cubicBezTo>
                    <a:cubicBezTo>
                      <a:pt x="66" y="80"/>
                      <a:pt x="67" y="80"/>
                      <a:pt x="68" y="80"/>
                    </a:cubicBezTo>
                    <a:cubicBezTo>
                      <a:pt x="70" y="80"/>
                      <a:pt x="72" y="78"/>
                      <a:pt x="71" y="75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8" y="55"/>
                      <a:pt x="70" y="49"/>
                      <a:pt x="73" y="45"/>
                    </a:cubicBezTo>
                    <a:cubicBezTo>
                      <a:pt x="84" y="35"/>
                      <a:pt x="84" y="35"/>
                      <a:pt x="84" y="35"/>
                    </a:cubicBezTo>
                    <a:cubicBezTo>
                      <a:pt x="87" y="32"/>
                      <a:pt x="86" y="28"/>
                      <a:pt x="81" y="28"/>
                    </a:cubicBezTo>
                    <a:cubicBezTo>
                      <a:pt x="67" y="25"/>
                      <a:pt x="67" y="25"/>
                      <a:pt x="67" y="25"/>
                    </a:cubicBezTo>
                    <a:cubicBezTo>
                      <a:pt x="62" y="25"/>
                      <a:pt x="56" y="21"/>
                      <a:pt x="54" y="16"/>
                    </a:cubicBezTo>
                    <a:cubicBezTo>
                      <a:pt x="48" y="3"/>
                      <a:pt x="48" y="3"/>
                      <a:pt x="48" y="3"/>
                    </a:cubicBezTo>
                    <a:cubicBezTo>
                      <a:pt x="47" y="1"/>
                      <a:pt x="45" y="0"/>
                      <a:pt x="4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7" name="Freeform 156"/>
              <p:cNvSpPr>
                <a:spLocks/>
              </p:cNvSpPr>
              <p:nvPr/>
            </p:nvSpPr>
            <p:spPr bwMode="auto">
              <a:xfrm>
                <a:off x="3428583" y="2445874"/>
                <a:ext cx="121054" cy="111742"/>
              </a:xfrm>
              <a:custGeom>
                <a:avLst/>
                <a:gdLst>
                  <a:gd name="T0" fmla="*/ 43 w 87"/>
                  <a:gd name="T1" fmla="*/ 0 h 80"/>
                  <a:gd name="T2" fmla="*/ 40 w 87"/>
                  <a:gd name="T3" fmla="*/ 3 h 80"/>
                  <a:gd name="T4" fmla="*/ 33 w 87"/>
                  <a:gd name="T5" fmla="*/ 16 h 80"/>
                  <a:gd name="T6" fmla="*/ 21 w 87"/>
                  <a:gd name="T7" fmla="*/ 26 h 80"/>
                  <a:gd name="T8" fmla="*/ 6 w 87"/>
                  <a:gd name="T9" fmla="*/ 28 h 80"/>
                  <a:gd name="T10" fmla="*/ 4 w 87"/>
                  <a:gd name="T11" fmla="*/ 35 h 80"/>
                  <a:gd name="T12" fmla="*/ 14 w 87"/>
                  <a:gd name="T13" fmla="*/ 45 h 80"/>
                  <a:gd name="T14" fmla="*/ 19 w 87"/>
                  <a:gd name="T15" fmla="*/ 60 h 80"/>
                  <a:gd name="T16" fmla="*/ 16 w 87"/>
                  <a:gd name="T17" fmla="*/ 75 h 80"/>
                  <a:gd name="T18" fmla="*/ 20 w 87"/>
                  <a:gd name="T19" fmla="*/ 80 h 80"/>
                  <a:gd name="T20" fmla="*/ 23 w 87"/>
                  <a:gd name="T21" fmla="*/ 79 h 80"/>
                  <a:gd name="T22" fmla="*/ 36 w 87"/>
                  <a:gd name="T23" fmla="*/ 72 h 80"/>
                  <a:gd name="T24" fmla="*/ 43 w 87"/>
                  <a:gd name="T25" fmla="*/ 71 h 80"/>
                  <a:gd name="T26" fmla="*/ 51 w 87"/>
                  <a:gd name="T27" fmla="*/ 72 h 80"/>
                  <a:gd name="T28" fmla="*/ 64 w 87"/>
                  <a:gd name="T29" fmla="*/ 79 h 80"/>
                  <a:gd name="T30" fmla="*/ 67 w 87"/>
                  <a:gd name="T31" fmla="*/ 80 h 80"/>
                  <a:gd name="T32" fmla="*/ 71 w 87"/>
                  <a:gd name="T33" fmla="*/ 75 h 80"/>
                  <a:gd name="T34" fmla="*/ 68 w 87"/>
                  <a:gd name="T35" fmla="*/ 60 h 80"/>
                  <a:gd name="T36" fmla="*/ 73 w 87"/>
                  <a:gd name="T37" fmla="*/ 45 h 80"/>
                  <a:gd name="T38" fmla="*/ 83 w 87"/>
                  <a:gd name="T39" fmla="*/ 35 h 80"/>
                  <a:gd name="T40" fmla="*/ 81 w 87"/>
                  <a:gd name="T41" fmla="*/ 28 h 80"/>
                  <a:gd name="T42" fmla="*/ 66 w 87"/>
                  <a:gd name="T43" fmla="*/ 26 h 80"/>
                  <a:gd name="T44" fmla="*/ 54 w 87"/>
                  <a:gd name="T45" fmla="*/ 16 h 80"/>
                  <a:gd name="T46" fmla="*/ 47 w 87"/>
                  <a:gd name="T47" fmla="*/ 3 h 80"/>
                  <a:gd name="T48" fmla="*/ 43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3" y="0"/>
                    </a:moveTo>
                    <a:cubicBezTo>
                      <a:pt x="42" y="0"/>
                      <a:pt x="41" y="1"/>
                      <a:pt x="40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1"/>
                      <a:pt x="25" y="25"/>
                      <a:pt x="21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8"/>
                      <a:pt x="0" y="32"/>
                      <a:pt x="4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8" y="49"/>
                      <a:pt x="20" y="55"/>
                      <a:pt x="19" y="60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8"/>
                      <a:pt x="17" y="80"/>
                      <a:pt x="20" y="80"/>
                    </a:cubicBezTo>
                    <a:cubicBezTo>
                      <a:pt x="20" y="80"/>
                      <a:pt x="21" y="80"/>
                      <a:pt x="23" y="79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38" y="71"/>
                      <a:pt x="41" y="71"/>
                      <a:pt x="43" y="71"/>
                    </a:cubicBezTo>
                    <a:cubicBezTo>
                      <a:pt x="46" y="71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5" y="80"/>
                      <a:pt x="67" y="80"/>
                      <a:pt x="67" y="80"/>
                    </a:cubicBezTo>
                    <a:cubicBezTo>
                      <a:pt x="70" y="80"/>
                      <a:pt x="71" y="78"/>
                      <a:pt x="71" y="75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5"/>
                      <a:pt x="69" y="49"/>
                      <a:pt x="73" y="45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7" y="32"/>
                      <a:pt x="86" y="28"/>
                      <a:pt x="81" y="28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2" y="25"/>
                      <a:pt x="56" y="21"/>
                      <a:pt x="54" y="1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5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8" name="Freeform 157"/>
              <p:cNvSpPr>
                <a:spLocks/>
              </p:cNvSpPr>
              <p:nvPr/>
            </p:nvSpPr>
            <p:spPr bwMode="auto">
              <a:xfrm>
                <a:off x="4788108" y="3172195"/>
                <a:ext cx="121054" cy="111742"/>
              </a:xfrm>
              <a:custGeom>
                <a:avLst/>
                <a:gdLst>
                  <a:gd name="T0" fmla="*/ 44 w 87"/>
                  <a:gd name="T1" fmla="*/ 0 h 80"/>
                  <a:gd name="T2" fmla="*/ 40 w 87"/>
                  <a:gd name="T3" fmla="*/ 3 h 80"/>
                  <a:gd name="T4" fmla="*/ 33 w 87"/>
                  <a:gd name="T5" fmla="*/ 16 h 80"/>
                  <a:gd name="T6" fmla="*/ 21 w 87"/>
                  <a:gd name="T7" fmla="*/ 25 h 80"/>
                  <a:gd name="T8" fmla="*/ 6 w 87"/>
                  <a:gd name="T9" fmla="*/ 27 h 80"/>
                  <a:gd name="T10" fmla="*/ 4 w 87"/>
                  <a:gd name="T11" fmla="*/ 35 h 80"/>
                  <a:gd name="T12" fmla="*/ 14 w 87"/>
                  <a:gd name="T13" fmla="*/ 45 h 80"/>
                  <a:gd name="T14" fmla="*/ 19 w 87"/>
                  <a:gd name="T15" fmla="*/ 60 h 80"/>
                  <a:gd name="T16" fmla="*/ 17 w 87"/>
                  <a:gd name="T17" fmla="*/ 74 h 80"/>
                  <a:gd name="T18" fmla="*/ 20 w 87"/>
                  <a:gd name="T19" fmla="*/ 80 h 80"/>
                  <a:gd name="T20" fmla="*/ 23 w 87"/>
                  <a:gd name="T21" fmla="*/ 79 h 80"/>
                  <a:gd name="T22" fmla="*/ 36 w 87"/>
                  <a:gd name="T23" fmla="*/ 72 h 80"/>
                  <a:gd name="T24" fmla="*/ 44 w 87"/>
                  <a:gd name="T25" fmla="*/ 70 h 80"/>
                  <a:gd name="T26" fmla="*/ 51 w 87"/>
                  <a:gd name="T27" fmla="*/ 72 h 80"/>
                  <a:gd name="T28" fmla="*/ 64 w 87"/>
                  <a:gd name="T29" fmla="*/ 79 h 80"/>
                  <a:gd name="T30" fmla="*/ 68 w 87"/>
                  <a:gd name="T31" fmla="*/ 80 h 80"/>
                  <a:gd name="T32" fmla="*/ 71 w 87"/>
                  <a:gd name="T33" fmla="*/ 74 h 80"/>
                  <a:gd name="T34" fmla="*/ 68 w 87"/>
                  <a:gd name="T35" fmla="*/ 60 h 80"/>
                  <a:gd name="T36" fmla="*/ 73 w 87"/>
                  <a:gd name="T37" fmla="*/ 45 h 80"/>
                  <a:gd name="T38" fmla="*/ 84 w 87"/>
                  <a:gd name="T39" fmla="*/ 35 h 80"/>
                  <a:gd name="T40" fmla="*/ 81 w 87"/>
                  <a:gd name="T41" fmla="*/ 27 h 80"/>
                  <a:gd name="T42" fmla="*/ 67 w 87"/>
                  <a:gd name="T43" fmla="*/ 25 h 80"/>
                  <a:gd name="T44" fmla="*/ 54 w 87"/>
                  <a:gd name="T45" fmla="*/ 16 h 80"/>
                  <a:gd name="T46" fmla="*/ 47 w 87"/>
                  <a:gd name="T47" fmla="*/ 3 h 80"/>
                  <a:gd name="T48" fmla="*/ 44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4" y="0"/>
                    </a:moveTo>
                    <a:cubicBezTo>
                      <a:pt x="42" y="0"/>
                      <a:pt x="41" y="1"/>
                      <a:pt x="40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0"/>
                      <a:pt x="25" y="25"/>
                      <a:pt x="21" y="25"/>
                    </a:cubicBezTo>
                    <a:cubicBezTo>
                      <a:pt x="6" y="27"/>
                      <a:pt x="6" y="27"/>
                      <a:pt x="6" y="27"/>
                    </a:cubicBezTo>
                    <a:cubicBezTo>
                      <a:pt x="1" y="28"/>
                      <a:pt x="0" y="31"/>
                      <a:pt x="4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8" y="48"/>
                      <a:pt x="20" y="55"/>
                      <a:pt x="19" y="60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6" y="78"/>
                      <a:pt x="17" y="80"/>
                      <a:pt x="20" y="80"/>
                    </a:cubicBezTo>
                    <a:cubicBezTo>
                      <a:pt x="21" y="80"/>
                      <a:pt x="22" y="80"/>
                      <a:pt x="23" y="79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38" y="71"/>
                      <a:pt x="41" y="70"/>
                      <a:pt x="44" y="70"/>
                    </a:cubicBezTo>
                    <a:cubicBezTo>
                      <a:pt x="46" y="70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6" y="80"/>
                      <a:pt x="67" y="80"/>
                      <a:pt x="68" y="80"/>
                    </a:cubicBezTo>
                    <a:cubicBezTo>
                      <a:pt x="70" y="80"/>
                      <a:pt x="71" y="78"/>
                      <a:pt x="71" y="74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5"/>
                      <a:pt x="70" y="48"/>
                      <a:pt x="73" y="45"/>
                    </a:cubicBezTo>
                    <a:cubicBezTo>
                      <a:pt x="84" y="35"/>
                      <a:pt x="84" y="35"/>
                      <a:pt x="84" y="35"/>
                    </a:cubicBezTo>
                    <a:cubicBezTo>
                      <a:pt x="87" y="31"/>
                      <a:pt x="86" y="28"/>
                      <a:pt x="81" y="27"/>
                    </a:cubicBezTo>
                    <a:cubicBezTo>
                      <a:pt x="67" y="25"/>
                      <a:pt x="67" y="25"/>
                      <a:pt x="67" y="25"/>
                    </a:cubicBezTo>
                    <a:cubicBezTo>
                      <a:pt x="62" y="25"/>
                      <a:pt x="56" y="20"/>
                      <a:pt x="54" y="1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5" y="0"/>
                      <a:pt x="4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9" name="Freeform 158"/>
              <p:cNvSpPr>
                <a:spLocks/>
              </p:cNvSpPr>
              <p:nvPr/>
            </p:nvSpPr>
            <p:spPr bwMode="auto">
              <a:xfrm>
                <a:off x="5231971" y="3530183"/>
                <a:ext cx="122088" cy="111742"/>
              </a:xfrm>
              <a:custGeom>
                <a:avLst/>
                <a:gdLst>
                  <a:gd name="T0" fmla="*/ 43 w 87"/>
                  <a:gd name="T1" fmla="*/ 0 h 80"/>
                  <a:gd name="T2" fmla="*/ 39 w 87"/>
                  <a:gd name="T3" fmla="*/ 3 h 80"/>
                  <a:gd name="T4" fmla="*/ 33 w 87"/>
                  <a:gd name="T5" fmla="*/ 16 h 80"/>
                  <a:gd name="T6" fmla="*/ 20 w 87"/>
                  <a:gd name="T7" fmla="*/ 25 h 80"/>
                  <a:gd name="T8" fmla="*/ 6 w 87"/>
                  <a:gd name="T9" fmla="*/ 27 h 80"/>
                  <a:gd name="T10" fmla="*/ 3 w 87"/>
                  <a:gd name="T11" fmla="*/ 35 h 80"/>
                  <a:gd name="T12" fmla="*/ 14 w 87"/>
                  <a:gd name="T13" fmla="*/ 45 h 80"/>
                  <a:gd name="T14" fmla="*/ 19 w 87"/>
                  <a:gd name="T15" fmla="*/ 60 h 80"/>
                  <a:gd name="T16" fmla="*/ 16 w 87"/>
                  <a:gd name="T17" fmla="*/ 74 h 80"/>
                  <a:gd name="T18" fmla="*/ 19 w 87"/>
                  <a:gd name="T19" fmla="*/ 80 h 80"/>
                  <a:gd name="T20" fmla="*/ 22 w 87"/>
                  <a:gd name="T21" fmla="*/ 79 h 80"/>
                  <a:gd name="T22" fmla="*/ 35 w 87"/>
                  <a:gd name="T23" fmla="*/ 72 h 80"/>
                  <a:gd name="T24" fmla="*/ 43 w 87"/>
                  <a:gd name="T25" fmla="*/ 70 h 80"/>
                  <a:gd name="T26" fmla="*/ 51 w 87"/>
                  <a:gd name="T27" fmla="*/ 72 h 80"/>
                  <a:gd name="T28" fmla="*/ 64 w 87"/>
                  <a:gd name="T29" fmla="*/ 79 h 80"/>
                  <a:gd name="T30" fmla="*/ 67 w 87"/>
                  <a:gd name="T31" fmla="*/ 80 h 80"/>
                  <a:gd name="T32" fmla="*/ 70 w 87"/>
                  <a:gd name="T33" fmla="*/ 74 h 80"/>
                  <a:gd name="T34" fmla="*/ 68 w 87"/>
                  <a:gd name="T35" fmla="*/ 60 h 80"/>
                  <a:gd name="T36" fmla="*/ 73 w 87"/>
                  <a:gd name="T37" fmla="*/ 45 h 80"/>
                  <a:gd name="T38" fmla="*/ 83 w 87"/>
                  <a:gd name="T39" fmla="*/ 35 h 80"/>
                  <a:gd name="T40" fmla="*/ 81 w 87"/>
                  <a:gd name="T41" fmla="*/ 27 h 80"/>
                  <a:gd name="T42" fmla="*/ 66 w 87"/>
                  <a:gd name="T43" fmla="*/ 25 h 80"/>
                  <a:gd name="T44" fmla="*/ 54 w 87"/>
                  <a:gd name="T45" fmla="*/ 16 h 80"/>
                  <a:gd name="T46" fmla="*/ 47 w 87"/>
                  <a:gd name="T47" fmla="*/ 3 h 80"/>
                  <a:gd name="T48" fmla="*/ 43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3" y="0"/>
                    </a:moveTo>
                    <a:cubicBezTo>
                      <a:pt x="42" y="0"/>
                      <a:pt x="40" y="1"/>
                      <a:pt x="39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0"/>
                      <a:pt x="25" y="25"/>
                      <a:pt x="20" y="25"/>
                    </a:cubicBezTo>
                    <a:cubicBezTo>
                      <a:pt x="6" y="27"/>
                      <a:pt x="6" y="27"/>
                      <a:pt x="6" y="27"/>
                    </a:cubicBezTo>
                    <a:cubicBezTo>
                      <a:pt x="1" y="28"/>
                      <a:pt x="0" y="31"/>
                      <a:pt x="3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7" y="48"/>
                      <a:pt x="19" y="55"/>
                      <a:pt x="19" y="60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8"/>
                      <a:pt x="17" y="80"/>
                      <a:pt x="19" y="80"/>
                    </a:cubicBezTo>
                    <a:cubicBezTo>
                      <a:pt x="20" y="80"/>
                      <a:pt x="21" y="80"/>
                      <a:pt x="22" y="79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8" y="71"/>
                      <a:pt x="40" y="70"/>
                      <a:pt x="43" y="70"/>
                    </a:cubicBezTo>
                    <a:cubicBezTo>
                      <a:pt x="46" y="70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5" y="80"/>
                      <a:pt x="66" y="80"/>
                      <a:pt x="67" y="80"/>
                    </a:cubicBezTo>
                    <a:cubicBezTo>
                      <a:pt x="70" y="80"/>
                      <a:pt x="71" y="78"/>
                      <a:pt x="70" y="74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5"/>
                      <a:pt x="69" y="48"/>
                      <a:pt x="73" y="45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7" y="31"/>
                      <a:pt x="86" y="28"/>
                      <a:pt x="81" y="27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61" y="25"/>
                      <a:pt x="56" y="20"/>
                      <a:pt x="54" y="1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5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36" name="Group 435"/>
            <p:cNvGrpSpPr/>
            <p:nvPr/>
          </p:nvGrpSpPr>
          <p:grpSpPr>
            <a:xfrm>
              <a:off x="2974519" y="2313347"/>
              <a:ext cx="2552945" cy="2606411"/>
              <a:chOff x="1066800" y="917575"/>
              <a:chExt cx="909638" cy="928688"/>
            </a:xfrm>
          </p:grpSpPr>
          <p:sp>
            <p:nvSpPr>
              <p:cNvPr id="437" name="Rectangle 6"/>
              <p:cNvSpPr>
                <a:spLocks noChangeArrowheads="1"/>
              </p:cNvSpPr>
              <p:nvPr/>
            </p:nvSpPr>
            <p:spPr bwMode="auto">
              <a:xfrm>
                <a:off x="1370013" y="995363"/>
                <a:ext cx="17463" cy="65088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8" name="Rectangle 7"/>
              <p:cNvSpPr>
                <a:spLocks noChangeArrowheads="1"/>
              </p:cNvSpPr>
              <p:nvPr/>
            </p:nvSpPr>
            <p:spPr bwMode="auto">
              <a:xfrm>
                <a:off x="1457325" y="935038"/>
                <a:ext cx="20638" cy="80963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9" name="Rectangle 8"/>
              <p:cNvSpPr>
                <a:spLocks noChangeArrowheads="1"/>
              </p:cNvSpPr>
              <p:nvPr/>
            </p:nvSpPr>
            <p:spPr bwMode="auto">
              <a:xfrm>
                <a:off x="1098550" y="1747838"/>
                <a:ext cx="846138" cy="60325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0" name="Rectangle 9"/>
              <p:cNvSpPr>
                <a:spLocks noChangeArrowheads="1"/>
              </p:cNvSpPr>
              <p:nvPr/>
            </p:nvSpPr>
            <p:spPr bwMode="auto">
              <a:xfrm>
                <a:off x="1082675" y="1766888"/>
                <a:ext cx="877888" cy="60325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1" name="Rectangle 10"/>
              <p:cNvSpPr>
                <a:spLocks noChangeArrowheads="1"/>
              </p:cNvSpPr>
              <p:nvPr/>
            </p:nvSpPr>
            <p:spPr bwMode="auto">
              <a:xfrm>
                <a:off x="1066800" y="1785938"/>
                <a:ext cx="909638" cy="60325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2" name="Freeform 11"/>
              <p:cNvSpPr>
                <a:spLocks/>
              </p:cNvSpPr>
              <p:nvPr/>
            </p:nvSpPr>
            <p:spPr bwMode="auto">
              <a:xfrm>
                <a:off x="1233488" y="920750"/>
                <a:ext cx="376238" cy="276225"/>
              </a:xfrm>
              <a:custGeom>
                <a:avLst/>
                <a:gdLst>
                  <a:gd name="T0" fmla="*/ 0 w 947"/>
                  <a:gd name="T1" fmla="*/ 692 h 692"/>
                  <a:gd name="T2" fmla="*/ 0 w 947"/>
                  <a:gd name="T3" fmla="*/ 481 h 692"/>
                  <a:gd name="T4" fmla="*/ 947 w 947"/>
                  <a:gd name="T5" fmla="*/ 0 h 692"/>
                  <a:gd name="T6" fmla="*/ 934 w 947"/>
                  <a:gd name="T7" fmla="*/ 264 h 692"/>
                  <a:gd name="T8" fmla="*/ 0 w 947"/>
                  <a:gd name="T9" fmla="*/ 692 h 6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7" h="692">
                    <a:moveTo>
                      <a:pt x="0" y="692"/>
                    </a:moveTo>
                    <a:lnTo>
                      <a:pt x="0" y="481"/>
                    </a:lnTo>
                    <a:lnTo>
                      <a:pt x="947" y="0"/>
                    </a:lnTo>
                    <a:lnTo>
                      <a:pt x="934" y="264"/>
                    </a:lnTo>
                    <a:lnTo>
                      <a:pt x="0" y="69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3" name="Freeform 12"/>
              <p:cNvSpPr>
                <a:spLocks/>
              </p:cNvSpPr>
              <p:nvPr/>
            </p:nvSpPr>
            <p:spPr bwMode="auto">
              <a:xfrm>
                <a:off x="1603375" y="917575"/>
                <a:ext cx="249238" cy="284163"/>
              </a:xfrm>
              <a:custGeom>
                <a:avLst/>
                <a:gdLst>
                  <a:gd name="T0" fmla="*/ 626 w 626"/>
                  <a:gd name="T1" fmla="*/ 718 h 718"/>
                  <a:gd name="T2" fmla="*/ 626 w 626"/>
                  <a:gd name="T3" fmla="*/ 506 h 718"/>
                  <a:gd name="T4" fmla="*/ 6 w 626"/>
                  <a:gd name="T5" fmla="*/ 0 h 718"/>
                  <a:gd name="T6" fmla="*/ 0 w 626"/>
                  <a:gd name="T7" fmla="*/ 274 h 718"/>
                  <a:gd name="T8" fmla="*/ 626 w 626"/>
                  <a:gd name="T9" fmla="*/ 718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6" h="718">
                    <a:moveTo>
                      <a:pt x="626" y="718"/>
                    </a:moveTo>
                    <a:lnTo>
                      <a:pt x="626" y="506"/>
                    </a:lnTo>
                    <a:lnTo>
                      <a:pt x="6" y="0"/>
                    </a:lnTo>
                    <a:lnTo>
                      <a:pt x="0" y="274"/>
                    </a:lnTo>
                    <a:lnTo>
                      <a:pt x="626" y="718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4" name="Freeform 13"/>
              <p:cNvSpPr>
                <a:spLocks/>
              </p:cNvSpPr>
              <p:nvPr/>
            </p:nvSpPr>
            <p:spPr bwMode="auto">
              <a:xfrm>
                <a:off x="1123950" y="977900"/>
                <a:ext cx="519113" cy="811213"/>
              </a:xfrm>
              <a:custGeom>
                <a:avLst/>
                <a:gdLst>
                  <a:gd name="T0" fmla="*/ 0 w 1304"/>
                  <a:gd name="T1" fmla="*/ 582 h 2044"/>
                  <a:gd name="T2" fmla="*/ 1304 w 1304"/>
                  <a:gd name="T3" fmla="*/ 0 h 2044"/>
                  <a:gd name="T4" fmla="*/ 1304 w 1304"/>
                  <a:gd name="T5" fmla="*/ 2044 h 2044"/>
                  <a:gd name="T6" fmla="*/ 0 w 1304"/>
                  <a:gd name="T7" fmla="*/ 2044 h 2044"/>
                  <a:gd name="T8" fmla="*/ 0 w 1304"/>
                  <a:gd name="T9" fmla="*/ 582 h 20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4" h="2044">
                    <a:moveTo>
                      <a:pt x="0" y="582"/>
                    </a:moveTo>
                    <a:lnTo>
                      <a:pt x="1304" y="0"/>
                    </a:lnTo>
                    <a:lnTo>
                      <a:pt x="1304" y="2044"/>
                    </a:lnTo>
                    <a:lnTo>
                      <a:pt x="0" y="2044"/>
                    </a:lnTo>
                    <a:lnTo>
                      <a:pt x="0" y="58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5" name="Freeform 14"/>
              <p:cNvSpPr>
                <a:spLocks/>
              </p:cNvSpPr>
              <p:nvPr/>
            </p:nvSpPr>
            <p:spPr bwMode="auto">
              <a:xfrm>
                <a:off x="1643063" y="977900"/>
                <a:ext cx="265113" cy="811213"/>
              </a:xfrm>
              <a:custGeom>
                <a:avLst/>
                <a:gdLst>
                  <a:gd name="T0" fmla="*/ 670 w 670"/>
                  <a:gd name="T1" fmla="*/ 582 h 2044"/>
                  <a:gd name="T2" fmla="*/ 509 w 670"/>
                  <a:gd name="T3" fmla="*/ 486 h 2044"/>
                  <a:gd name="T4" fmla="*/ 477 w 670"/>
                  <a:gd name="T5" fmla="*/ 378 h 2044"/>
                  <a:gd name="T6" fmla="*/ 0 w 670"/>
                  <a:gd name="T7" fmla="*/ 0 h 2044"/>
                  <a:gd name="T8" fmla="*/ 0 w 670"/>
                  <a:gd name="T9" fmla="*/ 2044 h 2044"/>
                  <a:gd name="T10" fmla="*/ 670 w 670"/>
                  <a:gd name="T11" fmla="*/ 2044 h 2044"/>
                  <a:gd name="T12" fmla="*/ 670 w 670"/>
                  <a:gd name="T13" fmla="*/ 582 h 20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70" h="2044">
                    <a:moveTo>
                      <a:pt x="670" y="582"/>
                    </a:moveTo>
                    <a:lnTo>
                      <a:pt x="509" y="486"/>
                    </a:lnTo>
                    <a:lnTo>
                      <a:pt x="477" y="378"/>
                    </a:lnTo>
                    <a:lnTo>
                      <a:pt x="0" y="0"/>
                    </a:lnTo>
                    <a:lnTo>
                      <a:pt x="0" y="2044"/>
                    </a:lnTo>
                    <a:lnTo>
                      <a:pt x="670" y="2044"/>
                    </a:lnTo>
                    <a:lnTo>
                      <a:pt x="670" y="58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6" name="Freeform 15"/>
              <p:cNvSpPr>
                <a:spLocks noEditPoints="1"/>
              </p:cNvSpPr>
              <p:nvPr/>
            </p:nvSpPr>
            <p:spPr bwMode="auto">
              <a:xfrm>
                <a:off x="1157288" y="1073150"/>
                <a:ext cx="433388" cy="677863"/>
              </a:xfrm>
              <a:custGeom>
                <a:avLst/>
                <a:gdLst>
                  <a:gd name="T0" fmla="*/ 0 w 1089"/>
                  <a:gd name="T1" fmla="*/ 1589 h 1709"/>
                  <a:gd name="T2" fmla="*/ 238 w 1089"/>
                  <a:gd name="T3" fmla="*/ 1573 h 1709"/>
                  <a:gd name="T4" fmla="*/ 238 w 1089"/>
                  <a:gd name="T5" fmla="*/ 1697 h 1709"/>
                  <a:gd name="T6" fmla="*/ 0 w 1089"/>
                  <a:gd name="T7" fmla="*/ 1709 h 1709"/>
                  <a:gd name="T8" fmla="*/ 0 w 1089"/>
                  <a:gd name="T9" fmla="*/ 1589 h 1709"/>
                  <a:gd name="T10" fmla="*/ 296 w 1089"/>
                  <a:gd name="T11" fmla="*/ 1568 h 1709"/>
                  <a:gd name="T12" fmla="*/ 626 w 1089"/>
                  <a:gd name="T13" fmla="*/ 1546 h 1709"/>
                  <a:gd name="T14" fmla="*/ 626 w 1089"/>
                  <a:gd name="T15" fmla="*/ 1678 h 1709"/>
                  <a:gd name="T16" fmla="*/ 296 w 1089"/>
                  <a:gd name="T17" fmla="*/ 1694 h 1709"/>
                  <a:gd name="T18" fmla="*/ 296 w 1089"/>
                  <a:gd name="T19" fmla="*/ 1568 h 1709"/>
                  <a:gd name="T20" fmla="*/ 684 w 1089"/>
                  <a:gd name="T21" fmla="*/ 1542 h 1709"/>
                  <a:gd name="T22" fmla="*/ 1089 w 1089"/>
                  <a:gd name="T23" fmla="*/ 1515 h 1709"/>
                  <a:gd name="T24" fmla="*/ 1089 w 1089"/>
                  <a:gd name="T25" fmla="*/ 1655 h 1709"/>
                  <a:gd name="T26" fmla="*/ 684 w 1089"/>
                  <a:gd name="T27" fmla="*/ 1675 h 1709"/>
                  <a:gd name="T28" fmla="*/ 684 w 1089"/>
                  <a:gd name="T29" fmla="*/ 1542 h 1709"/>
                  <a:gd name="T30" fmla="*/ 0 w 1089"/>
                  <a:gd name="T31" fmla="*/ 441 h 1709"/>
                  <a:gd name="T32" fmla="*/ 1089 w 1089"/>
                  <a:gd name="T33" fmla="*/ 0 h 1709"/>
                  <a:gd name="T34" fmla="*/ 1089 w 1089"/>
                  <a:gd name="T35" fmla="*/ 142 h 1709"/>
                  <a:gd name="T36" fmla="*/ 0 w 1089"/>
                  <a:gd name="T37" fmla="*/ 583 h 1709"/>
                  <a:gd name="T38" fmla="*/ 0 w 1089"/>
                  <a:gd name="T39" fmla="*/ 441 h 1709"/>
                  <a:gd name="T40" fmla="*/ 0 w 1089"/>
                  <a:gd name="T41" fmla="*/ 748 h 1709"/>
                  <a:gd name="T42" fmla="*/ 1089 w 1089"/>
                  <a:gd name="T43" fmla="*/ 394 h 1709"/>
                  <a:gd name="T44" fmla="*/ 1089 w 1089"/>
                  <a:gd name="T45" fmla="*/ 535 h 1709"/>
                  <a:gd name="T46" fmla="*/ 0 w 1089"/>
                  <a:gd name="T47" fmla="*/ 889 h 1709"/>
                  <a:gd name="T48" fmla="*/ 0 w 1089"/>
                  <a:gd name="T49" fmla="*/ 748 h 1709"/>
                  <a:gd name="T50" fmla="*/ 0 w 1089"/>
                  <a:gd name="T51" fmla="*/ 1036 h 1709"/>
                  <a:gd name="T52" fmla="*/ 1089 w 1089"/>
                  <a:gd name="T53" fmla="*/ 771 h 1709"/>
                  <a:gd name="T54" fmla="*/ 1089 w 1089"/>
                  <a:gd name="T55" fmla="*/ 911 h 1709"/>
                  <a:gd name="T56" fmla="*/ 0 w 1089"/>
                  <a:gd name="T57" fmla="*/ 1178 h 1709"/>
                  <a:gd name="T58" fmla="*/ 0 w 1089"/>
                  <a:gd name="T59" fmla="*/ 1036 h 1709"/>
                  <a:gd name="T60" fmla="*/ 0 w 1089"/>
                  <a:gd name="T61" fmla="*/ 1317 h 1709"/>
                  <a:gd name="T62" fmla="*/ 1089 w 1089"/>
                  <a:gd name="T63" fmla="*/ 1147 h 1709"/>
                  <a:gd name="T64" fmla="*/ 1089 w 1089"/>
                  <a:gd name="T65" fmla="*/ 1288 h 1709"/>
                  <a:gd name="T66" fmla="*/ 0 w 1089"/>
                  <a:gd name="T67" fmla="*/ 1457 h 1709"/>
                  <a:gd name="T68" fmla="*/ 0 w 1089"/>
                  <a:gd name="T69" fmla="*/ 1317 h 1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89" h="1709">
                    <a:moveTo>
                      <a:pt x="0" y="1589"/>
                    </a:moveTo>
                    <a:lnTo>
                      <a:pt x="238" y="1573"/>
                    </a:lnTo>
                    <a:lnTo>
                      <a:pt x="238" y="1697"/>
                    </a:lnTo>
                    <a:lnTo>
                      <a:pt x="0" y="1709"/>
                    </a:lnTo>
                    <a:lnTo>
                      <a:pt x="0" y="1589"/>
                    </a:lnTo>
                    <a:close/>
                    <a:moveTo>
                      <a:pt x="296" y="1568"/>
                    </a:moveTo>
                    <a:lnTo>
                      <a:pt x="626" y="1546"/>
                    </a:lnTo>
                    <a:lnTo>
                      <a:pt x="626" y="1678"/>
                    </a:lnTo>
                    <a:lnTo>
                      <a:pt x="296" y="1694"/>
                    </a:lnTo>
                    <a:lnTo>
                      <a:pt x="296" y="1568"/>
                    </a:lnTo>
                    <a:close/>
                    <a:moveTo>
                      <a:pt x="684" y="1542"/>
                    </a:moveTo>
                    <a:lnTo>
                      <a:pt x="1089" y="1515"/>
                    </a:lnTo>
                    <a:lnTo>
                      <a:pt x="1089" y="1655"/>
                    </a:lnTo>
                    <a:lnTo>
                      <a:pt x="684" y="1675"/>
                    </a:lnTo>
                    <a:lnTo>
                      <a:pt x="684" y="1542"/>
                    </a:lnTo>
                    <a:close/>
                    <a:moveTo>
                      <a:pt x="0" y="441"/>
                    </a:moveTo>
                    <a:lnTo>
                      <a:pt x="1089" y="0"/>
                    </a:lnTo>
                    <a:lnTo>
                      <a:pt x="1089" y="142"/>
                    </a:lnTo>
                    <a:lnTo>
                      <a:pt x="0" y="583"/>
                    </a:lnTo>
                    <a:lnTo>
                      <a:pt x="0" y="441"/>
                    </a:lnTo>
                    <a:close/>
                    <a:moveTo>
                      <a:pt x="0" y="748"/>
                    </a:moveTo>
                    <a:lnTo>
                      <a:pt x="1089" y="394"/>
                    </a:lnTo>
                    <a:lnTo>
                      <a:pt x="1089" y="535"/>
                    </a:lnTo>
                    <a:lnTo>
                      <a:pt x="0" y="889"/>
                    </a:lnTo>
                    <a:lnTo>
                      <a:pt x="0" y="748"/>
                    </a:lnTo>
                    <a:close/>
                    <a:moveTo>
                      <a:pt x="0" y="1036"/>
                    </a:moveTo>
                    <a:lnTo>
                      <a:pt x="1089" y="771"/>
                    </a:lnTo>
                    <a:lnTo>
                      <a:pt x="1089" y="911"/>
                    </a:lnTo>
                    <a:lnTo>
                      <a:pt x="0" y="1178"/>
                    </a:lnTo>
                    <a:lnTo>
                      <a:pt x="0" y="1036"/>
                    </a:lnTo>
                    <a:close/>
                    <a:moveTo>
                      <a:pt x="0" y="1317"/>
                    </a:moveTo>
                    <a:lnTo>
                      <a:pt x="1089" y="1147"/>
                    </a:lnTo>
                    <a:lnTo>
                      <a:pt x="1089" y="1288"/>
                    </a:lnTo>
                    <a:lnTo>
                      <a:pt x="0" y="1457"/>
                    </a:lnTo>
                    <a:lnTo>
                      <a:pt x="0" y="1317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35</a:t>
            </a:fld>
            <a:endParaRPr lang="en-US"/>
          </a:p>
        </p:txBody>
      </p:sp>
      <p:sp>
        <p:nvSpPr>
          <p:cNvPr id="142" name="Rectangle 141"/>
          <p:cNvSpPr/>
          <p:nvPr>
            <p:custDataLst>
              <p:tags r:id="rId1"/>
            </p:custDataLst>
          </p:nvPr>
        </p:nvSpPr>
        <p:spPr>
          <a:xfrm>
            <a:off x="1969641" y="544343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Cost </a:t>
            </a:r>
            <a:r>
              <a:rPr lang="en-US" sz="3600" b="1" spc="-150" dirty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of </a:t>
            </a:r>
            <a:r>
              <a:rPr lang="en-US" sz="36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Brickwork and Plaster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4" name="Picture 143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  <p:sp>
        <p:nvSpPr>
          <p:cNvPr id="140" name="Text Placeholder 3"/>
          <p:cNvSpPr txBox="1">
            <a:spLocks/>
          </p:cNvSpPr>
          <p:nvPr/>
        </p:nvSpPr>
        <p:spPr>
          <a:xfrm>
            <a:off x="700335" y="3593745"/>
            <a:ext cx="3194427" cy="1015663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6600" kern="0">
                <a:solidFill>
                  <a:schemeClr val="tx1">
                    <a:lumMod val="75000"/>
                    <a:lumOff val="25000"/>
                  </a:schemeClr>
                </a:solidFill>
                <a:latin typeface="Dense" panose="02000000000000000000" pitchFamily="50" charset="0"/>
                <a:ea typeface="Open Sans" panose="020B0606030504020204" pitchFamily="34" charset="0"/>
                <a:cs typeface="Lato Light" panose="020F0402020204030203" pitchFamily="34" charset="0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9pPr>
          </a:lstStyle>
          <a:p>
            <a:pPr algn="l"/>
            <a:r>
              <a:rPr lang="en-US" sz="44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93,834 </a:t>
            </a:r>
            <a:r>
              <a:rPr lang="en-US" sz="32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PKR</a:t>
            </a:r>
            <a:endParaRPr lang="en-US" sz="3200" b="1" dirty="0">
              <a:solidFill>
                <a:schemeClr val="bg1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1" name="Title 1"/>
          <p:cNvSpPr txBox="1">
            <a:spLocks/>
          </p:cNvSpPr>
          <p:nvPr/>
        </p:nvSpPr>
        <p:spPr>
          <a:xfrm>
            <a:off x="700335" y="3077189"/>
            <a:ext cx="1140345" cy="875842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itchFamily="-109" charset="0"/>
                <a:sym typeface="Calibri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pPr algn="l"/>
            <a:r>
              <a:rPr lang="en-US" sz="2800" dirty="0" smtClean="0">
                <a:solidFill>
                  <a:schemeClr val="bg1"/>
                </a:solidFill>
                <a:latin typeface="Montserrat SemiBold" panose="000007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Total Plaster Cost</a:t>
            </a:r>
            <a:endParaRPr lang="en-US" sz="2800" dirty="0">
              <a:solidFill>
                <a:schemeClr val="bg1"/>
              </a:solidFill>
              <a:latin typeface="Montserrat SemiBold" panose="000007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5" name="Text Placeholder 3"/>
          <p:cNvSpPr txBox="1">
            <a:spLocks/>
          </p:cNvSpPr>
          <p:nvPr/>
        </p:nvSpPr>
        <p:spPr>
          <a:xfrm>
            <a:off x="8636094" y="3760188"/>
            <a:ext cx="3194427" cy="1015663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6600" kern="0">
                <a:solidFill>
                  <a:schemeClr val="tx1">
                    <a:lumMod val="75000"/>
                    <a:lumOff val="25000"/>
                  </a:schemeClr>
                </a:solidFill>
                <a:latin typeface="Dense" panose="02000000000000000000" pitchFamily="50" charset="0"/>
                <a:ea typeface="Open Sans" panose="020B0606030504020204" pitchFamily="34" charset="0"/>
                <a:cs typeface="Lato Light" panose="020F0402020204030203" pitchFamily="34" charset="0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9pPr>
          </a:lstStyle>
          <a:p>
            <a:pPr algn="l"/>
            <a:r>
              <a:rPr lang="en-US" sz="44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7,23,280 </a:t>
            </a:r>
            <a:r>
              <a:rPr lang="en-US" sz="32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PKR</a:t>
            </a:r>
            <a:endParaRPr lang="en-US" sz="3200" b="1" dirty="0">
              <a:solidFill>
                <a:schemeClr val="bg1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8" name="Title 1"/>
          <p:cNvSpPr txBox="1">
            <a:spLocks/>
          </p:cNvSpPr>
          <p:nvPr/>
        </p:nvSpPr>
        <p:spPr>
          <a:xfrm>
            <a:off x="8590325" y="3236711"/>
            <a:ext cx="1140345" cy="413547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itchFamily="-109" charset="0"/>
                <a:sym typeface="Calibri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pPr algn="l"/>
            <a:r>
              <a:rPr lang="en-US" sz="2800" dirty="0" smtClean="0">
                <a:solidFill>
                  <a:schemeClr val="bg1"/>
                </a:solidFill>
                <a:latin typeface="Montserrat SemiBold" panose="000007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Total Cost of</a:t>
            </a:r>
          </a:p>
          <a:p>
            <a:pPr algn="l"/>
            <a:r>
              <a:rPr lang="en-US" sz="2800" dirty="0" smtClean="0">
                <a:solidFill>
                  <a:schemeClr val="bg1"/>
                </a:solidFill>
                <a:latin typeface="Montserrat SemiBold" panose="000007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Bricks and plaster	</a:t>
            </a:r>
            <a:endParaRPr lang="en-US" sz="2800" dirty="0">
              <a:solidFill>
                <a:schemeClr val="bg1"/>
              </a:solidFill>
              <a:latin typeface="Montserrat SemiBold" panose="000007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51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ny-engineers.com/hubfs/brickmasonry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30491" y="0"/>
            <a:ext cx="1527393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Isosceles Triangle 83"/>
          <p:cNvSpPr/>
          <p:nvPr/>
        </p:nvSpPr>
        <p:spPr>
          <a:xfrm rot="5400000" flipH="1">
            <a:off x="4102579" y="-1382277"/>
            <a:ext cx="1216948" cy="9422103"/>
          </a:xfrm>
          <a:custGeom>
            <a:avLst/>
            <a:gdLst/>
            <a:ahLst/>
            <a:cxnLst/>
            <a:rect l="l" t="t" r="r" b="b"/>
            <a:pathLst>
              <a:path w="914401" h="7066578">
                <a:moveTo>
                  <a:pt x="914401" y="266705"/>
                </a:moveTo>
                <a:lnTo>
                  <a:pt x="914401" y="1751636"/>
                </a:lnTo>
                <a:lnTo>
                  <a:pt x="914401" y="5581647"/>
                </a:lnTo>
                <a:lnTo>
                  <a:pt x="914401" y="7066578"/>
                </a:lnTo>
                <a:lnTo>
                  <a:pt x="0" y="7066578"/>
                </a:lnTo>
                <a:lnTo>
                  <a:pt x="0" y="5581647"/>
                </a:lnTo>
                <a:lnTo>
                  <a:pt x="0" y="1484931"/>
                </a:lnTo>
                <a:lnTo>
                  <a:pt x="0" y="0"/>
                </a:lnTo>
                <a:lnTo>
                  <a:pt x="2" y="0"/>
                </a:lnTo>
                <a:lnTo>
                  <a:pt x="2" y="640556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84"/>
          <p:cNvSpPr/>
          <p:nvPr/>
        </p:nvSpPr>
        <p:spPr>
          <a:xfrm>
            <a:off x="1625407" y="-10061"/>
            <a:ext cx="10119741" cy="6858000"/>
          </a:xfrm>
          <a:custGeom>
            <a:avLst/>
            <a:gdLst/>
            <a:ahLst/>
            <a:cxnLst/>
            <a:rect l="l" t="t" r="r" b="b"/>
            <a:pathLst>
              <a:path w="7589806" h="5153025">
                <a:moveTo>
                  <a:pt x="0" y="0"/>
                </a:moveTo>
                <a:lnTo>
                  <a:pt x="5445248" y="6791"/>
                </a:lnTo>
                <a:lnTo>
                  <a:pt x="7589806" y="5153025"/>
                </a:lnTo>
                <a:lnTo>
                  <a:pt x="2117881" y="5153025"/>
                </a:lnTo>
                <a:close/>
              </a:path>
            </a:pathLst>
          </a:custGeom>
          <a:solidFill>
            <a:schemeClr val="accent1">
              <a:alpha val="7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83"/>
          <p:cNvSpPr/>
          <p:nvPr/>
        </p:nvSpPr>
        <p:spPr>
          <a:xfrm rot="16200000">
            <a:off x="6872474" y="-1382277"/>
            <a:ext cx="1216948" cy="9422103"/>
          </a:xfrm>
          <a:custGeom>
            <a:avLst/>
            <a:gdLst/>
            <a:ahLst/>
            <a:cxnLst/>
            <a:rect l="l" t="t" r="r" b="b"/>
            <a:pathLst>
              <a:path w="914401" h="7066578">
                <a:moveTo>
                  <a:pt x="914401" y="266705"/>
                </a:moveTo>
                <a:lnTo>
                  <a:pt x="914401" y="1751636"/>
                </a:lnTo>
                <a:lnTo>
                  <a:pt x="914401" y="5581647"/>
                </a:lnTo>
                <a:lnTo>
                  <a:pt x="914401" y="7066578"/>
                </a:lnTo>
                <a:lnTo>
                  <a:pt x="0" y="7066578"/>
                </a:lnTo>
                <a:lnTo>
                  <a:pt x="0" y="5581647"/>
                </a:lnTo>
                <a:lnTo>
                  <a:pt x="0" y="1484931"/>
                </a:lnTo>
                <a:lnTo>
                  <a:pt x="0" y="0"/>
                </a:lnTo>
                <a:lnTo>
                  <a:pt x="2" y="0"/>
                </a:lnTo>
                <a:lnTo>
                  <a:pt x="2" y="6405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156285" y="2656836"/>
            <a:ext cx="5754554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Open Sans" panose="020B0606030504020204" pitchFamily="34" charset="0"/>
                <a:cs typeface="Lato" panose="020F0502020204030203" pitchFamily="34" charset="0"/>
              </a:rPr>
              <a:t>Floor and Roof  Finishing </a:t>
            </a:r>
            <a:r>
              <a:rPr lang="en-US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Open Sans" panose="020B0606030504020204" pitchFamily="34" charset="0"/>
                <a:cs typeface="Lato" panose="020F0502020204030203" pitchFamily="34" charset="0"/>
              </a:rPr>
              <a:t>Estimate</a:t>
            </a:r>
            <a:endParaRPr 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ea typeface="Open Sans" panose="020B0606030504020204" pitchFamily="34" charset="0"/>
              <a:cs typeface="Lato" panose="020F0502020204030203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36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2" y="301234"/>
            <a:ext cx="834528" cy="63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085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1746928" y="1546033"/>
            <a:ext cx="4634888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Estimate for Marble: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Area 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= </a:t>
            </a: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903 sq ft</a:t>
            </a:r>
            <a:endParaRPr lang="en-US" noProof="1">
              <a:solidFill>
                <a:schemeClr val="bg1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37</a:t>
            </a:fld>
            <a:endParaRPr lang="en-US"/>
          </a:p>
        </p:txBody>
      </p:sp>
      <p:sp>
        <p:nvSpPr>
          <p:cNvPr id="24" name="Rectangle 23"/>
          <p:cNvSpPr/>
          <p:nvPr>
            <p:custDataLst>
              <p:tags r:id="rId1"/>
            </p:custDataLst>
          </p:nvPr>
        </p:nvSpPr>
        <p:spPr>
          <a:xfrm>
            <a:off x="1976011" y="549299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Floor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  <p:sp>
        <p:nvSpPr>
          <p:cNvPr id="12" name="Text Placeholder 3"/>
          <p:cNvSpPr txBox="1">
            <a:spLocks/>
          </p:cNvSpPr>
          <p:nvPr/>
        </p:nvSpPr>
        <p:spPr>
          <a:xfrm>
            <a:off x="2041568" y="5163662"/>
            <a:ext cx="3962991" cy="1015663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6600" kern="0">
                <a:solidFill>
                  <a:schemeClr val="tx1">
                    <a:lumMod val="75000"/>
                    <a:lumOff val="25000"/>
                  </a:schemeClr>
                </a:solidFill>
                <a:latin typeface="Dense" panose="02000000000000000000" pitchFamily="50" charset="0"/>
                <a:ea typeface="Open Sans" panose="020B0606030504020204" pitchFamily="34" charset="0"/>
                <a:cs typeface="Lato Light" panose="020F0402020204030203" pitchFamily="34" charset="0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9pPr>
          </a:lstStyle>
          <a:p>
            <a:pPr algn="l"/>
            <a:r>
              <a:rPr lang="en-US" sz="44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1,01,053.6 </a:t>
            </a:r>
            <a:r>
              <a:rPr lang="en-US" sz="32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PKR</a:t>
            </a:r>
            <a:endParaRPr lang="en-US" sz="3200" b="1" dirty="0">
              <a:solidFill>
                <a:schemeClr val="bg1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2041568" y="4956889"/>
            <a:ext cx="1140345" cy="413547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itchFamily="-109" charset="0"/>
                <a:sym typeface="Calibri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pPr algn="l"/>
            <a:r>
              <a:rPr lang="en-US" sz="2800" dirty="0" smtClean="0">
                <a:solidFill>
                  <a:schemeClr val="bg1"/>
                </a:solidFill>
                <a:latin typeface="Montserrat SemiBold" panose="000007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Total Cost</a:t>
            </a:r>
            <a:endParaRPr lang="en-US" sz="2800" dirty="0">
              <a:solidFill>
                <a:schemeClr val="bg1"/>
              </a:solidFill>
              <a:latin typeface="Montserrat SemiBold" panose="000007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4559" y="1546033"/>
            <a:ext cx="6076117" cy="170988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746928" y="2492383"/>
            <a:ext cx="4634888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Estimate for Sand Filling: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Volume 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= </a:t>
            </a: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490.53 cft</a:t>
            </a:r>
            <a:endParaRPr lang="en-US" noProof="1">
              <a:solidFill>
                <a:schemeClr val="bg1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746928" y="3354848"/>
            <a:ext cx="5222832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Estimate for Well Compacted Earth: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Volume 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= </a:t>
            </a: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2108.78 cft</a:t>
            </a:r>
            <a:endParaRPr lang="en-US" noProof="1">
              <a:solidFill>
                <a:schemeClr val="bg1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70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1746928" y="1546033"/>
            <a:ext cx="4634888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Estimate for ½” Thick Brick Tiles: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Volume 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= </a:t>
            </a: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36.6 cft</a:t>
            </a:r>
            <a:endParaRPr lang="en-US" noProof="1">
              <a:solidFill>
                <a:schemeClr val="bg1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38</a:t>
            </a:fld>
            <a:endParaRPr lang="en-US"/>
          </a:p>
        </p:txBody>
      </p:sp>
      <p:sp>
        <p:nvSpPr>
          <p:cNvPr id="24" name="Rectangle 23"/>
          <p:cNvSpPr/>
          <p:nvPr>
            <p:custDataLst>
              <p:tags r:id="rId1"/>
            </p:custDataLst>
          </p:nvPr>
        </p:nvSpPr>
        <p:spPr>
          <a:xfrm>
            <a:off x="1976011" y="549299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Roof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  <p:sp>
        <p:nvSpPr>
          <p:cNvPr id="12" name="Text Placeholder 3"/>
          <p:cNvSpPr txBox="1">
            <a:spLocks/>
          </p:cNvSpPr>
          <p:nvPr/>
        </p:nvSpPr>
        <p:spPr>
          <a:xfrm>
            <a:off x="6857408" y="4787742"/>
            <a:ext cx="3962991" cy="1015663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6600" kern="0">
                <a:solidFill>
                  <a:schemeClr val="tx1">
                    <a:lumMod val="75000"/>
                    <a:lumOff val="25000"/>
                  </a:schemeClr>
                </a:solidFill>
                <a:latin typeface="Dense" panose="02000000000000000000" pitchFamily="50" charset="0"/>
                <a:ea typeface="Open Sans" panose="020B0606030504020204" pitchFamily="34" charset="0"/>
                <a:cs typeface="Lato Light" panose="020F0402020204030203" pitchFamily="34" charset="0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9pPr>
          </a:lstStyle>
          <a:p>
            <a:pPr algn="l"/>
            <a:r>
              <a:rPr lang="en-US" sz="44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1,01,053.6 </a:t>
            </a:r>
            <a:r>
              <a:rPr lang="en-US" sz="32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PKR</a:t>
            </a:r>
            <a:endParaRPr lang="en-US" sz="3200" b="1" dirty="0">
              <a:solidFill>
                <a:schemeClr val="bg1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6857408" y="4580969"/>
            <a:ext cx="1140345" cy="413547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itchFamily="-109" charset="0"/>
                <a:sym typeface="Calibri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pPr algn="l"/>
            <a:r>
              <a:rPr lang="en-US" sz="2800" dirty="0" smtClean="0">
                <a:solidFill>
                  <a:schemeClr val="bg1"/>
                </a:solidFill>
                <a:latin typeface="Montserrat SemiBold" panose="000007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Total Cost</a:t>
            </a:r>
            <a:endParaRPr lang="en-US" sz="2800" dirty="0">
              <a:solidFill>
                <a:schemeClr val="bg1"/>
              </a:solidFill>
              <a:latin typeface="Montserrat SemiBold" panose="000007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746928" y="2492383"/>
            <a:ext cx="4634888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Estimate for Hot Bitumen: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Area 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= </a:t>
            </a: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903.056 sq ft</a:t>
            </a:r>
            <a:endParaRPr lang="en-US" noProof="1">
              <a:solidFill>
                <a:schemeClr val="bg1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746928" y="3354848"/>
            <a:ext cx="5222832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Estimate for Polythene Sheet: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Volume 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= </a:t>
            </a: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903.056 sq ft</a:t>
            </a:r>
            <a:endParaRPr lang="en-US" noProof="1">
              <a:solidFill>
                <a:schemeClr val="bg1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816" y="1546033"/>
            <a:ext cx="5568436" cy="179265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746928" y="4200374"/>
            <a:ext cx="5222832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Estimate for Mud Plaster: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Volume 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= </a:t>
            </a: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301.02 cft</a:t>
            </a:r>
            <a:endParaRPr lang="en-US" noProof="1">
              <a:solidFill>
                <a:schemeClr val="bg1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387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ny-engineers.com/hubfs/brickmasonry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30491" y="0"/>
            <a:ext cx="1527393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Isosceles Triangle 83"/>
          <p:cNvSpPr/>
          <p:nvPr/>
        </p:nvSpPr>
        <p:spPr>
          <a:xfrm rot="5400000" flipH="1">
            <a:off x="4102579" y="-1382277"/>
            <a:ext cx="1216948" cy="9422103"/>
          </a:xfrm>
          <a:custGeom>
            <a:avLst/>
            <a:gdLst/>
            <a:ahLst/>
            <a:cxnLst/>
            <a:rect l="l" t="t" r="r" b="b"/>
            <a:pathLst>
              <a:path w="914401" h="7066578">
                <a:moveTo>
                  <a:pt x="914401" y="266705"/>
                </a:moveTo>
                <a:lnTo>
                  <a:pt x="914401" y="1751636"/>
                </a:lnTo>
                <a:lnTo>
                  <a:pt x="914401" y="5581647"/>
                </a:lnTo>
                <a:lnTo>
                  <a:pt x="914401" y="7066578"/>
                </a:lnTo>
                <a:lnTo>
                  <a:pt x="0" y="7066578"/>
                </a:lnTo>
                <a:lnTo>
                  <a:pt x="0" y="5581647"/>
                </a:lnTo>
                <a:lnTo>
                  <a:pt x="0" y="1484931"/>
                </a:lnTo>
                <a:lnTo>
                  <a:pt x="0" y="0"/>
                </a:lnTo>
                <a:lnTo>
                  <a:pt x="2" y="0"/>
                </a:lnTo>
                <a:lnTo>
                  <a:pt x="2" y="640556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84"/>
          <p:cNvSpPr/>
          <p:nvPr/>
        </p:nvSpPr>
        <p:spPr>
          <a:xfrm>
            <a:off x="1635567" y="-10061"/>
            <a:ext cx="10119741" cy="6858000"/>
          </a:xfrm>
          <a:custGeom>
            <a:avLst/>
            <a:gdLst/>
            <a:ahLst/>
            <a:cxnLst/>
            <a:rect l="l" t="t" r="r" b="b"/>
            <a:pathLst>
              <a:path w="7589806" h="5153025">
                <a:moveTo>
                  <a:pt x="0" y="0"/>
                </a:moveTo>
                <a:lnTo>
                  <a:pt x="5445248" y="6791"/>
                </a:lnTo>
                <a:lnTo>
                  <a:pt x="7589806" y="5153025"/>
                </a:lnTo>
                <a:lnTo>
                  <a:pt x="2117881" y="5153025"/>
                </a:lnTo>
                <a:close/>
              </a:path>
            </a:pathLst>
          </a:custGeom>
          <a:solidFill>
            <a:schemeClr val="accent1">
              <a:alpha val="7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83"/>
          <p:cNvSpPr/>
          <p:nvPr/>
        </p:nvSpPr>
        <p:spPr>
          <a:xfrm rot="16200000">
            <a:off x="6872474" y="-1382277"/>
            <a:ext cx="1216948" cy="9422103"/>
          </a:xfrm>
          <a:custGeom>
            <a:avLst/>
            <a:gdLst/>
            <a:ahLst/>
            <a:cxnLst/>
            <a:rect l="l" t="t" r="r" b="b"/>
            <a:pathLst>
              <a:path w="914401" h="7066578">
                <a:moveTo>
                  <a:pt x="914401" y="266705"/>
                </a:moveTo>
                <a:lnTo>
                  <a:pt x="914401" y="1751636"/>
                </a:lnTo>
                <a:lnTo>
                  <a:pt x="914401" y="5581647"/>
                </a:lnTo>
                <a:lnTo>
                  <a:pt x="914401" y="7066578"/>
                </a:lnTo>
                <a:lnTo>
                  <a:pt x="0" y="7066578"/>
                </a:lnTo>
                <a:lnTo>
                  <a:pt x="0" y="5581647"/>
                </a:lnTo>
                <a:lnTo>
                  <a:pt x="0" y="1484931"/>
                </a:lnTo>
                <a:lnTo>
                  <a:pt x="0" y="0"/>
                </a:lnTo>
                <a:lnTo>
                  <a:pt x="2" y="0"/>
                </a:lnTo>
                <a:lnTo>
                  <a:pt x="2" y="6405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156285" y="2964612"/>
            <a:ext cx="5754554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Open Sans" panose="020B0606030504020204" pitchFamily="34" charset="0"/>
                <a:cs typeface="Lato" panose="020F0502020204030203" pitchFamily="34" charset="0"/>
              </a:rPr>
              <a:t>Paint </a:t>
            </a:r>
            <a:r>
              <a:rPr lang="en-US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Open Sans" panose="020B0606030504020204" pitchFamily="34" charset="0"/>
                <a:cs typeface="Lato" panose="020F0502020204030203" pitchFamily="34" charset="0"/>
              </a:rPr>
              <a:t>Estimate</a:t>
            </a:r>
            <a:endParaRPr 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ea typeface="Open Sans" panose="020B0606030504020204" pitchFamily="34" charset="0"/>
              <a:cs typeface="Lato" panose="020F0502020204030203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39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2" y="301234"/>
            <a:ext cx="834528" cy="63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544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2041568" y="1822056"/>
            <a:ext cx="4634888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Estimate for Exterior Paint: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Area 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= </a:t>
            </a: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1520.21 sq ft</a:t>
            </a:r>
            <a:endParaRPr lang="en-US" noProof="1">
              <a:solidFill>
                <a:schemeClr val="bg1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40</a:t>
            </a:fld>
            <a:endParaRPr lang="en-US"/>
          </a:p>
        </p:txBody>
      </p:sp>
      <p:sp>
        <p:nvSpPr>
          <p:cNvPr id="24" name="Rectangle 23"/>
          <p:cNvSpPr/>
          <p:nvPr>
            <p:custDataLst>
              <p:tags r:id="rId1"/>
            </p:custDataLst>
          </p:nvPr>
        </p:nvSpPr>
        <p:spPr>
          <a:xfrm>
            <a:off x="1976011" y="549299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Paint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  <p:sp>
        <p:nvSpPr>
          <p:cNvPr id="12" name="Text Placeholder 3"/>
          <p:cNvSpPr txBox="1">
            <a:spLocks/>
          </p:cNvSpPr>
          <p:nvPr/>
        </p:nvSpPr>
        <p:spPr>
          <a:xfrm>
            <a:off x="2041568" y="4300841"/>
            <a:ext cx="3194427" cy="1015663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6600" kern="0">
                <a:solidFill>
                  <a:schemeClr val="tx1">
                    <a:lumMod val="75000"/>
                    <a:lumOff val="25000"/>
                  </a:schemeClr>
                </a:solidFill>
                <a:latin typeface="Dense" panose="02000000000000000000" pitchFamily="50" charset="0"/>
                <a:ea typeface="Open Sans" panose="020B0606030504020204" pitchFamily="34" charset="0"/>
                <a:cs typeface="Lato Light" panose="020F0402020204030203" pitchFamily="34" charset="0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9pPr>
          </a:lstStyle>
          <a:p>
            <a:pPr algn="l"/>
            <a:r>
              <a:rPr lang="en-US" sz="44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74,475 </a:t>
            </a:r>
            <a:r>
              <a:rPr lang="en-US" sz="32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PKR</a:t>
            </a:r>
            <a:endParaRPr lang="en-US" sz="3200" b="1" dirty="0">
              <a:solidFill>
                <a:schemeClr val="bg1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2041568" y="4094068"/>
            <a:ext cx="1140345" cy="413547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itchFamily="-109" charset="0"/>
                <a:sym typeface="Calibri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pPr algn="l"/>
            <a:r>
              <a:rPr lang="en-US" sz="2800" dirty="0" smtClean="0">
                <a:solidFill>
                  <a:schemeClr val="bg1"/>
                </a:solidFill>
                <a:latin typeface="Montserrat SemiBold" panose="000007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Total Cost</a:t>
            </a:r>
            <a:endParaRPr lang="en-US" sz="2800" dirty="0">
              <a:solidFill>
                <a:schemeClr val="bg1"/>
              </a:solidFill>
              <a:latin typeface="Montserrat SemiBold" panose="000007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041568" y="2743211"/>
            <a:ext cx="4634888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Estimate for Interior Paint: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Area 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= </a:t>
            </a: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3249.21 sq ft</a:t>
            </a:r>
            <a:endParaRPr lang="en-US" noProof="1">
              <a:solidFill>
                <a:schemeClr val="bg1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41" r="6505"/>
          <a:stretch/>
        </p:blipFill>
        <p:spPr>
          <a:xfrm>
            <a:off x="7731889" y="0"/>
            <a:ext cx="4252665" cy="6248400"/>
          </a:xfrm>
        </p:spPr>
      </p:pic>
    </p:spTree>
    <p:extLst>
      <p:ext uri="{BB962C8B-B14F-4D97-AF65-F5344CB8AC3E}">
        <p14:creationId xmlns:p14="http://schemas.microsoft.com/office/powerpoint/2010/main" val="4089775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353606" y="2195102"/>
            <a:ext cx="3878327" cy="2973887"/>
            <a:chOff x="2121623" y="1952034"/>
            <a:chExt cx="3878327" cy="2973887"/>
          </a:xfrm>
        </p:grpSpPr>
        <p:grpSp>
          <p:nvGrpSpPr>
            <p:cNvPr id="2" name="Group 1"/>
            <p:cNvGrpSpPr/>
            <p:nvPr/>
          </p:nvGrpSpPr>
          <p:grpSpPr>
            <a:xfrm>
              <a:off x="2121623" y="1952034"/>
              <a:ext cx="3878327" cy="2973887"/>
              <a:chOff x="2013187" y="2268949"/>
              <a:chExt cx="3465030" cy="2656972"/>
            </a:xfrm>
          </p:grpSpPr>
          <p:sp>
            <p:nvSpPr>
              <p:cNvPr id="5" name="Freeform 36"/>
              <p:cNvSpPr>
                <a:spLocks/>
              </p:cNvSpPr>
              <p:nvPr/>
            </p:nvSpPr>
            <p:spPr bwMode="auto">
              <a:xfrm>
                <a:off x="4165251" y="3341877"/>
                <a:ext cx="1046027" cy="903246"/>
              </a:xfrm>
              <a:custGeom>
                <a:avLst/>
                <a:gdLst>
                  <a:gd name="T0" fmla="*/ 742 w 749"/>
                  <a:gd name="T1" fmla="*/ 230 h 647"/>
                  <a:gd name="T2" fmla="*/ 737 w 749"/>
                  <a:gd name="T3" fmla="*/ 260 h 647"/>
                  <a:gd name="T4" fmla="*/ 188 w 749"/>
                  <a:gd name="T5" fmla="*/ 640 h 647"/>
                  <a:gd name="T6" fmla="*/ 158 w 749"/>
                  <a:gd name="T7" fmla="*/ 635 h 647"/>
                  <a:gd name="T8" fmla="*/ 7 w 749"/>
                  <a:gd name="T9" fmla="*/ 418 h 647"/>
                  <a:gd name="T10" fmla="*/ 13 w 749"/>
                  <a:gd name="T11" fmla="*/ 387 h 647"/>
                  <a:gd name="T12" fmla="*/ 561 w 749"/>
                  <a:gd name="T13" fmla="*/ 7 h 647"/>
                  <a:gd name="T14" fmla="*/ 592 w 749"/>
                  <a:gd name="T15" fmla="*/ 13 h 647"/>
                  <a:gd name="T16" fmla="*/ 742 w 749"/>
                  <a:gd name="T17" fmla="*/ 230 h 6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9" h="647">
                    <a:moveTo>
                      <a:pt x="742" y="230"/>
                    </a:moveTo>
                    <a:cubicBezTo>
                      <a:pt x="749" y="240"/>
                      <a:pt x="747" y="254"/>
                      <a:pt x="737" y="260"/>
                    </a:cubicBezTo>
                    <a:cubicBezTo>
                      <a:pt x="188" y="640"/>
                      <a:pt x="188" y="640"/>
                      <a:pt x="188" y="640"/>
                    </a:cubicBezTo>
                    <a:cubicBezTo>
                      <a:pt x="178" y="647"/>
                      <a:pt x="165" y="645"/>
                      <a:pt x="158" y="635"/>
                    </a:cubicBezTo>
                    <a:cubicBezTo>
                      <a:pt x="7" y="418"/>
                      <a:pt x="7" y="418"/>
                      <a:pt x="7" y="418"/>
                    </a:cubicBezTo>
                    <a:cubicBezTo>
                      <a:pt x="0" y="408"/>
                      <a:pt x="3" y="394"/>
                      <a:pt x="13" y="387"/>
                    </a:cubicBezTo>
                    <a:cubicBezTo>
                      <a:pt x="561" y="7"/>
                      <a:pt x="561" y="7"/>
                      <a:pt x="561" y="7"/>
                    </a:cubicBezTo>
                    <a:cubicBezTo>
                      <a:pt x="571" y="0"/>
                      <a:pt x="585" y="3"/>
                      <a:pt x="592" y="13"/>
                    </a:cubicBezTo>
                    <a:cubicBezTo>
                      <a:pt x="742" y="230"/>
                      <a:pt x="742" y="230"/>
                      <a:pt x="742" y="230"/>
                    </a:cubicBezTo>
                  </a:path>
                </a:pathLst>
              </a:custGeom>
              <a:solidFill>
                <a:srgbClr val="4E7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Freeform 37"/>
              <p:cNvSpPr>
                <a:spLocks/>
              </p:cNvSpPr>
              <p:nvPr/>
            </p:nvSpPr>
            <p:spPr bwMode="auto">
              <a:xfrm>
                <a:off x="4523238" y="3627440"/>
                <a:ext cx="331087" cy="332122"/>
              </a:xfrm>
              <a:custGeom>
                <a:avLst/>
                <a:gdLst>
                  <a:gd name="T0" fmla="*/ 205 w 237"/>
                  <a:gd name="T1" fmla="*/ 59 h 238"/>
                  <a:gd name="T2" fmla="*/ 178 w 237"/>
                  <a:gd name="T3" fmla="*/ 205 h 238"/>
                  <a:gd name="T4" fmla="*/ 33 w 237"/>
                  <a:gd name="T5" fmla="*/ 178 h 238"/>
                  <a:gd name="T6" fmla="*/ 59 w 237"/>
                  <a:gd name="T7" fmla="*/ 33 h 238"/>
                  <a:gd name="T8" fmla="*/ 205 w 237"/>
                  <a:gd name="T9" fmla="*/ 59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7" h="238">
                    <a:moveTo>
                      <a:pt x="205" y="59"/>
                    </a:moveTo>
                    <a:cubicBezTo>
                      <a:pt x="237" y="107"/>
                      <a:pt x="226" y="172"/>
                      <a:pt x="178" y="205"/>
                    </a:cubicBezTo>
                    <a:cubicBezTo>
                      <a:pt x="131" y="238"/>
                      <a:pt x="66" y="226"/>
                      <a:pt x="33" y="178"/>
                    </a:cubicBezTo>
                    <a:cubicBezTo>
                      <a:pt x="0" y="131"/>
                      <a:pt x="12" y="66"/>
                      <a:pt x="59" y="33"/>
                    </a:cubicBezTo>
                    <a:cubicBezTo>
                      <a:pt x="107" y="0"/>
                      <a:pt x="172" y="12"/>
                      <a:pt x="205" y="59"/>
                    </a:cubicBezTo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" name="Freeform 38"/>
              <p:cNvSpPr>
                <a:spLocks/>
              </p:cNvSpPr>
              <p:nvPr/>
            </p:nvSpPr>
            <p:spPr bwMode="auto">
              <a:xfrm>
                <a:off x="4609114" y="3694691"/>
                <a:ext cx="142781" cy="82772"/>
              </a:xfrm>
              <a:custGeom>
                <a:avLst/>
                <a:gdLst>
                  <a:gd name="T0" fmla="*/ 65 w 102"/>
                  <a:gd name="T1" fmla="*/ 0 h 59"/>
                  <a:gd name="T2" fmla="*/ 46 w 102"/>
                  <a:gd name="T3" fmla="*/ 13 h 59"/>
                  <a:gd name="T4" fmla="*/ 50 w 102"/>
                  <a:gd name="T5" fmla="*/ 18 h 59"/>
                  <a:gd name="T6" fmla="*/ 44 w 102"/>
                  <a:gd name="T7" fmla="*/ 19 h 59"/>
                  <a:gd name="T8" fmla="*/ 36 w 102"/>
                  <a:gd name="T9" fmla="*/ 21 h 59"/>
                  <a:gd name="T10" fmla="*/ 26 w 102"/>
                  <a:gd name="T11" fmla="*/ 7 h 59"/>
                  <a:gd name="T12" fmla="*/ 11 w 102"/>
                  <a:gd name="T13" fmla="*/ 18 h 59"/>
                  <a:gd name="T14" fmla="*/ 20 w 102"/>
                  <a:gd name="T15" fmla="*/ 30 h 59"/>
                  <a:gd name="T16" fmla="*/ 9 w 102"/>
                  <a:gd name="T17" fmla="*/ 40 h 59"/>
                  <a:gd name="T18" fmla="*/ 2 w 102"/>
                  <a:gd name="T19" fmla="*/ 52 h 59"/>
                  <a:gd name="T20" fmla="*/ 0 w 102"/>
                  <a:gd name="T21" fmla="*/ 59 h 59"/>
                  <a:gd name="T22" fmla="*/ 40 w 102"/>
                  <a:gd name="T23" fmla="*/ 59 h 59"/>
                  <a:gd name="T24" fmla="*/ 102 w 102"/>
                  <a:gd name="T25" fmla="*/ 50 h 59"/>
                  <a:gd name="T26" fmla="*/ 96 w 102"/>
                  <a:gd name="T27" fmla="*/ 47 h 59"/>
                  <a:gd name="T28" fmla="*/ 84 w 102"/>
                  <a:gd name="T29" fmla="*/ 44 h 59"/>
                  <a:gd name="T30" fmla="*/ 82 w 102"/>
                  <a:gd name="T31" fmla="*/ 44 h 59"/>
                  <a:gd name="T32" fmla="*/ 68 w 102"/>
                  <a:gd name="T33" fmla="*/ 47 h 59"/>
                  <a:gd name="T34" fmla="*/ 54 w 102"/>
                  <a:gd name="T35" fmla="*/ 52 h 59"/>
                  <a:gd name="T36" fmla="*/ 44 w 102"/>
                  <a:gd name="T37" fmla="*/ 55 h 59"/>
                  <a:gd name="T38" fmla="*/ 42 w 102"/>
                  <a:gd name="T39" fmla="*/ 55 h 59"/>
                  <a:gd name="T40" fmla="*/ 37 w 102"/>
                  <a:gd name="T41" fmla="*/ 52 h 59"/>
                  <a:gd name="T42" fmla="*/ 36 w 102"/>
                  <a:gd name="T43" fmla="*/ 47 h 59"/>
                  <a:gd name="T44" fmla="*/ 41 w 102"/>
                  <a:gd name="T45" fmla="*/ 42 h 59"/>
                  <a:gd name="T46" fmla="*/ 48 w 102"/>
                  <a:gd name="T47" fmla="*/ 39 h 59"/>
                  <a:gd name="T48" fmla="*/ 53 w 102"/>
                  <a:gd name="T49" fmla="*/ 38 h 59"/>
                  <a:gd name="T50" fmla="*/ 55 w 102"/>
                  <a:gd name="T51" fmla="*/ 38 h 59"/>
                  <a:gd name="T52" fmla="*/ 62 w 102"/>
                  <a:gd name="T53" fmla="*/ 40 h 59"/>
                  <a:gd name="T54" fmla="*/ 67 w 102"/>
                  <a:gd name="T55" fmla="*/ 44 h 59"/>
                  <a:gd name="T56" fmla="*/ 86 w 102"/>
                  <a:gd name="T57" fmla="*/ 30 h 59"/>
                  <a:gd name="T58" fmla="*/ 65 w 102"/>
                  <a:gd name="T59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02" h="59">
                    <a:moveTo>
                      <a:pt x="65" y="0"/>
                    </a:moveTo>
                    <a:cubicBezTo>
                      <a:pt x="46" y="13"/>
                      <a:pt x="46" y="13"/>
                      <a:pt x="46" y="13"/>
                    </a:cubicBezTo>
                    <a:cubicBezTo>
                      <a:pt x="50" y="18"/>
                      <a:pt x="50" y="18"/>
                      <a:pt x="50" y="18"/>
                    </a:cubicBezTo>
                    <a:cubicBezTo>
                      <a:pt x="48" y="18"/>
                      <a:pt x="46" y="19"/>
                      <a:pt x="44" y="19"/>
                    </a:cubicBezTo>
                    <a:cubicBezTo>
                      <a:pt x="41" y="20"/>
                      <a:pt x="38" y="20"/>
                      <a:pt x="36" y="21"/>
                    </a:cubicBezTo>
                    <a:cubicBezTo>
                      <a:pt x="26" y="7"/>
                      <a:pt x="26" y="7"/>
                      <a:pt x="26" y="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20" y="30"/>
                      <a:pt x="20" y="30"/>
                      <a:pt x="20" y="30"/>
                    </a:cubicBezTo>
                    <a:cubicBezTo>
                      <a:pt x="15" y="33"/>
                      <a:pt x="12" y="36"/>
                      <a:pt x="9" y="40"/>
                    </a:cubicBezTo>
                    <a:cubicBezTo>
                      <a:pt x="5" y="44"/>
                      <a:pt x="3" y="48"/>
                      <a:pt x="2" y="52"/>
                    </a:cubicBezTo>
                    <a:cubicBezTo>
                      <a:pt x="1" y="55"/>
                      <a:pt x="0" y="57"/>
                      <a:pt x="0" y="59"/>
                    </a:cubicBezTo>
                    <a:cubicBezTo>
                      <a:pt x="40" y="59"/>
                      <a:pt x="40" y="59"/>
                      <a:pt x="40" y="59"/>
                    </a:cubicBezTo>
                    <a:cubicBezTo>
                      <a:pt x="102" y="50"/>
                      <a:pt x="102" y="50"/>
                      <a:pt x="102" y="50"/>
                    </a:cubicBezTo>
                    <a:cubicBezTo>
                      <a:pt x="100" y="49"/>
                      <a:pt x="98" y="48"/>
                      <a:pt x="96" y="47"/>
                    </a:cubicBezTo>
                    <a:cubicBezTo>
                      <a:pt x="92" y="45"/>
                      <a:pt x="88" y="44"/>
                      <a:pt x="84" y="44"/>
                    </a:cubicBezTo>
                    <a:cubicBezTo>
                      <a:pt x="83" y="44"/>
                      <a:pt x="83" y="44"/>
                      <a:pt x="82" y="44"/>
                    </a:cubicBezTo>
                    <a:cubicBezTo>
                      <a:pt x="77" y="45"/>
                      <a:pt x="72" y="46"/>
                      <a:pt x="68" y="47"/>
                    </a:cubicBezTo>
                    <a:cubicBezTo>
                      <a:pt x="63" y="49"/>
                      <a:pt x="58" y="50"/>
                      <a:pt x="54" y="52"/>
                    </a:cubicBezTo>
                    <a:cubicBezTo>
                      <a:pt x="50" y="53"/>
                      <a:pt x="47" y="54"/>
                      <a:pt x="44" y="55"/>
                    </a:cubicBezTo>
                    <a:cubicBezTo>
                      <a:pt x="43" y="55"/>
                      <a:pt x="42" y="55"/>
                      <a:pt x="42" y="55"/>
                    </a:cubicBezTo>
                    <a:cubicBezTo>
                      <a:pt x="40" y="55"/>
                      <a:pt x="38" y="54"/>
                      <a:pt x="37" y="52"/>
                    </a:cubicBezTo>
                    <a:cubicBezTo>
                      <a:pt x="36" y="51"/>
                      <a:pt x="35" y="49"/>
                      <a:pt x="36" y="47"/>
                    </a:cubicBezTo>
                    <a:cubicBezTo>
                      <a:pt x="37" y="45"/>
                      <a:pt x="39" y="43"/>
                      <a:pt x="41" y="42"/>
                    </a:cubicBezTo>
                    <a:cubicBezTo>
                      <a:pt x="43" y="40"/>
                      <a:pt x="45" y="39"/>
                      <a:pt x="48" y="39"/>
                    </a:cubicBezTo>
                    <a:cubicBezTo>
                      <a:pt x="50" y="38"/>
                      <a:pt x="52" y="38"/>
                      <a:pt x="53" y="38"/>
                    </a:cubicBezTo>
                    <a:cubicBezTo>
                      <a:pt x="54" y="38"/>
                      <a:pt x="54" y="38"/>
                      <a:pt x="55" y="38"/>
                    </a:cubicBezTo>
                    <a:cubicBezTo>
                      <a:pt x="57" y="38"/>
                      <a:pt x="59" y="39"/>
                      <a:pt x="62" y="40"/>
                    </a:cubicBezTo>
                    <a:cubicBezTo>
                      <a:pt x="64" y="40"/>
                      <a:pt x="66" y="42"/>
                      <a:pt x="67" y="44"/>
                    </a:cubicBezTo>
                    <a:cubicBezTo>
                      <a:pt x="86" y="30"/>
                      <a:pt x="86" y="30"/>
                      <a:pt x="86" y="30"/>
                    </a:cubicBez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solidFill>
                <a:srgbClr val="91A2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Freeform 39"/>
              <p:cNvSpPr>
                <a:spLocks noEditPoints="1"/>
              </p:cNvSpPr>
              <p:nvPr/>
            </p:nvSpPr>
            <p:spPr bwMode="auto">
              <a:xfrm>
                <a:off x="4196290" y="3371882"/>
                <a:ext cx="987052" cy="847375"/>
              </a:xfrm>
              <a:custGeom>
                <a:avLst/>
                <a:gdLst>
                  <a:gd name="T0" fmla="*/ 954 w 954"/>
                  <a:gd name="T1" fmla="*/ 304 h 819"/>
                  <a:gd name="T2" fmla="*/ 212 w 954"/>
                  <a:gd name="T3" fmla="*/ 819 h 819"/>
                  <a:gd name="T4" fmla="*/ 0 w 954"/>
                  <a:gd name="T5" fmla="*/ 516 h 819"/>
                  <a:gd name="T6" fmla="*/ 743 w 954"/>
                  <a:gd name="T7" fmla="*/ 0 h 819"/>
                  <a:gd name="T8" fmla="*/ 954 w 954"/>
                  <a:gd name="T9" fmla="*/ 304 h 819"/>
                  <a:gd name="T10" fmla="*/ 217 w 954"/>
                  <a:gd name="T11" fmla="*/ 788 h 819"/>
                  <a:gd name="T12" fmla="*/ 923 w 954"/>
                  <a:gd name="T13" fmla="*/ 298 h 819"/>
                  <a:gd name="T14" fmla="*/ 738 w 954"/>
                  <a:gd name="T15" fmla="*/ 31 h 819"/>
                  <a:gd name="T16" fmla="*/ 31 w 954"/>
                  <a:gd name="T17" fmla="*/ 521 h 819"/>
                  <a:gd name="T18" fmla="*/ 217 w 954"/>
                  <a:gd name="T19" fmla="*/ 788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4" h="819">
                    <a:moveTo>
                      <a:pt x="954" y="304"/>
                    </a:moveTo>
                    <a:lnTo>
                      <a:pt x="212" y="819"/>
                    </a:lnTo>
                    <a:lnTo>
                      <a:pt x="0" y="516"/>
                    </a:lnTo>
                    <a:lnTo>
                      <a:pt x="743" y="0"/>
                    </a:lnTo>
                    <a:lnTo>
                      <a:pt x="954" y="304"/>
                    </a:lnTo>
                    <a:close/>
                    <a:moveTo>
                      <a:pt x="217" y="788"/>
                    </a:moveTo>
                    <a:lnTo>
                      <a:pt x="923" y="298"/>
                    </a:lnTo>
                    <a:lnTo>
                      <a:pt x="738" y="31"/>
                    </a:lnTo>
                    <a:lnTo>
                      <a:pt x="31" y="521"/>
                    </a:lnTo>
                    <a:lnTo>
                      <a:pt x="217" y="788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Freeform 40"/>
              <p:cNvSpPr>
                <a:spLocks noEditPoints="1"/>
              </p:cNvSpPr>
              <p:nvPr/>
            </p:nvSpPr>
            <p:spPr bwMode="auto">
              <a:xfrm>
                <a:off x="4196290" y="3371882"/>
                <a:ext cx="987052" cy="847375"/>
              </a:xfrm>
              <a:custGeom>
                <a:avLst/>
                <a:gdLst>
                  <a:gd name="T0" fmla="*/ 954 w 954"/>
                  <a:gd name="T1" fmla="*/ 304 h 819"/>
                  <a:gd name="T2" fmla="*/ 212 w 954"/>
                  <a:gd name="T3" fmla="*/ 819 h 819"/>
                  <a:gd name="T4" fmla="*/ 0 w 954"/>
                  <a:gd name="T5" fmla="*/ 516 h 819"/>
                  <a:gd name="T6" fmla="*/ 743 w 954"/>
                  <a:gd name="T7" fmla="*/ 0 h 819"/>
                  <a:gd name="T8" fmla="*/ 954 w 954"/>
                  <a:gd name="T9" fmla="*/ 304 h 819"/>
                  <a:gd name="T10" fmla="*/ 217 w 954"/>
                  <a:gd name="T11" fmla="*/ 788 h 819"/>
                  <a:gd name="T12" fmla="*/ 923 w 954"/>
                  <a:gd name="T13" fmla="*/ 298 h 819"/>
                  <a:gd name="T14" fmla="*/ 738 w 954"/>
                  <a:gd name="T15" fmla="*/ 31 h 819"/>
                  <a:gd name="T16" fmla="*/ 31 w 954"/>
                  <a:gd name="T17" fmla="*/ 521 h 819"/>
                  <a:gd name="T18" fmla="*/ 217 w 954"/>
                  <a:gd name="T19" fmla="*/ 788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4" h="819">
                    <a:moveTo>
                      <a:pt x="954" y="304"/>
                    </a:moveTo>
                    <a:lnTo>
                      <a:pt x="212" y="819"/>
                    </a:lnTo>
                    <a:lnTo>
                      <a:pt x="0" y="516"/>
                    </a:lnTo>
                    <a:lnTo>
                      <a:pt x="743" y="0"/>
                    </a:lnTo>
                    <a:lnTo>
                      <a:pt x="954" y="304"/>
                    </a:lnTo>
                    <a:moveTo>
                      <a:pt x="217" y="788"/>
                    </a:moveTo>
                    <a:lnTo>
                      <a:pt x="923" y="298"/>
                    </a:lnTo>
                    <a:lnTo>
                      <a:pt x="738" y="31"/>
                    </a:lnTo>
                    <a:lnTo>
                      <a:pt x="31" y="521"/>
                    </a:lnTo>
                    <a:lnTo>
                      <a:pt x="217" y="78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Freeform 41"/>
              <p:cNvSpPr>
                <a:spLocks/>
              </p:cNvSpPr>
              <p:nvPr/>
            </p:nvSpPr>
            <p:spPr bwMode="auto">
              <a:xfrm>
                <a:off x="4209741" y="3849888"/>
                <a:ext cx="107603" cy="129331"/>
              </a:xfrm>
              <a:custGeom>
                <a:avLst/>
                <a:gdLst>
                  <a:gd name="T0" fmla="*/ 56 w 77"/>
                  <a:gd name="T1" fmla="*/ 0 h 93"/>
                  <a:gd name="T2" fmla="*/ 0 w 77"/>
                  <a:gd name="T3" fmla="*/ 39 h 93"/>
                  <a:gd name="T4" fmla="*/ 37 w 77"/>
                  <a:gd name="T5" fmla="*/ 93 h 93"/>
                  <a:gd name="T6" fmla="*/ 40 w 77"/>
                  <a:gd name="T7" fmla="*/ 91 h 93"/>
                  <a:gd name="T8" fmla="*/ 56 w 77"/>
                  <a:gd name="T9" fmla="*/ 1 h 93"/>
                  <a:gd name="T10" fmla="*/ 56 w 77"/>
                  <a:gd name="T11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93">
                    <a:moveTo>
                      <a:pt x="56" y="0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37" y="93"/>
                      <a:pt x="37" y="93"/>
                      <a:pt x="37" y="93"/>
                    </a:cubicBezTo>
                    <a:cubicBezTo>
                      <a:pt x="38" y="92"/>
                      <a:pt x="39" y="92"/>
                      <a:pt x="40" y="91"/>
                    </a:cubicBezTo>
                    <a:cubicBezTo>
                      <a:pt x="69" y="71"/>
                      <a:pt x="77" y="31"/>
                      <a:pt x="56" y="1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Freeform 42"/>
              <p:cNvSpPr>
                <a:spLocks/>
              </p:cNvSpPr>
              <p:nvPr/>
            </p:nvSpPr>
            <p:spPr bwMode="auto">
              <a:xfrm>
                <a:off x="4363903" y="4094065"/>
                <a:ext cx="128296" cy="106569"/>
              </a:xfrm>
              <a:custGeom>
                <a:avLst/>
                <a:gdLst>
                  <a:gd name="T0" fmla="*/ 0 w 92"/>
                  <a:gd name="T1" fmla="*/ 20 h 76"/>
                  <a:gd name="T2" fmla="*/ 38 w 92"/>
                  <a:gd name="T3" fmla="*/ 76 h 76"/>
                  <a:gd name="T4" fmla="*/ 92 w 92"/>
                  <a:gd name="T5" fmla="*/ 39 h 76"/>
                  <a:gd name="T6" fmla="*/ 91 w 92"/>
                  <a:gd name="T7" fmla="*/ 36 h 76"/>
                  <a:gd name="T8" fmla="*/ 1 w 92"/>
                  <a:gd name="T9" fmla="*/ 20 h 76"/>
                  <a:gd name="T10" fmla="*/ 0 w 92"/>
                  <a:gd name="T11" fmla="*/ 2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2" h="76">
                    <a:moveTo>
                      <a:pt x="0" y="20"/>
                    </a:moveTo>
                    <a:cubicBezTo>
                      <a:pt x="38" y="76"/>
                      <a:pt x="38" y="76"/>
                      <a:pt x="38" y="76"/>
                    </a:cubicBezTo>
                    <a:cubicBezTo>
                      <a:pt x="92" y="39"/>
                      <a:pt x="92" y="39"/>
                      <a:pt x="92" y="39"/>
                    </a:cubicBezTo>
                    <a:cubicBezTo>
                      <a:pt x="92" y="38"/>
                      <a:pt x="91" y="37"/>
                      <a:pt x="91" y="36"/>
                    </a:cubicBezTo>
                    <a:cubicBezTo>
                      <a:pt x="70" y="7"/>
                      <a:pt x="30" y="0"/>
                      <a:pt x="1" y="20"/>
                    </a:cubicBez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Freeform 43"/>
              <p:cNvSpPr>
                <a:spLocks/>
              </p:cNvSpPr>
              <p:nvPr/>
            </p:nvSpPr>
            <p:spPr bwMode="auto">
              <a:xfrm>
                <a:off x="5060220" y="3609850"/>
                <a:ext cx="107603" cy="128296"/>
              </a:xfrm>
              <a:custGeom>
                <a:avLst/>
                <a:gdLst>
                  <a:gd name="T0" fmla="*/ 21 w 77"/>
                  <a:gd name="T1" fmla="*/ 92 h 92"/>
                  <a:gd name="T2" fmla="*/ 77 w 77"/>
                  <a:gd name="T3" fmla="*/ 54 h 92"/>
                  <a:gd name="T4" fmla="*/ 40 w 77"/>
                  <a:gd name="T5" fmla="*/ 0 h 92"/>
                  <a:gd name="T6" fmla="*/ 37 w 77"/>
                  <a:gd name="T7" fmla="*/ 1 h 92"/>
                  <a:gd name="T8" fmla="*/ 21 w 77"/>
                  <a:gd name="T9" fmla="*/ 92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" h="92">
                    <a:moveTo>
                      <a:pt x="21" y="92"/>
                    </a:moveTo>
                    <a:cubicBezTo>
                      <a:pt x="77" y="54"/>
                      <a:pt x="77" y="54"/>
                      <a:pt x="77" y="54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38" y="1"/>
                      <a:pt x="37" y="1"/>
                    </a:cubicBezTo>
                    <a:cubicBezTo>
                      <a:pt x="8" y="22"/>
                      <a:pt x="0" y="62"/>
                      <a:pt x="21" y="92"/>
                    </a:cubicBez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Freeform 44"/>
              <p:cNvSpPr>
                <a:spLocks/>
              </p:cNvSpPr>
              <p:nvPr/>
            </p:nvSpPr>
            <p:spPr bwMode="auto">
              <a:xfrm>
                <a:off x="4886399" y="3388436"/>
                <a:ext cx="128296" cy="106569"/>
              </a:xfrm>
              <a:custGeom>
                <a:avLst/>
                <a:gdLst>
                  <a:gd name="T0" fmla="*/ 92 w 92"/>
                  <a:gd name="T1" fmla="*/ 55 h 76"/>
                  <a:gd name="T2" fmla="*/ 54 w 92"/>
                  <a:gd name="T3" fmla="*/ 0 h 76"/>
                  <a:gd name="T4" fmla="*/ 0 w 92"/>
                  <a:gd name="T5" fmla="*/ 37 h 76"/>
                  <a:gd name="T6" fmla="*/ 1 w 92"/>
                  <a:gd name="T7" fmla="*/ 40 h 76"/>
                  <a:gd name="T8" fmla="*/ 91 w 92"/>
                  <a:gd name="T9" fmla="*/ 56 h 76"/>
                  <a:gd name="T10" fmla="*/ 92 w 92"/>
                  <a:gd name="T11" fmla="*/ 55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2" h="76">
                    <a:moveTo>
                      <a:pt x="92" y="55"/>
                    </a:moveTo>
                    <a:cubicBezTo>
                      <a:pt x="54" y="0"/>
                      <a:pt x="54" y="0"/>
                      <a:pt x="54" y="0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38"/>
                      <a:pt x="1" y="39"/>
                      <a:pt x="1" y="40"/>
                    </a:cubicBezTo>
                    <a:cubicBezTo>
                      <a:pt x="22" y="69"/>
                      <a:pt x="62" y="76"/>
                      <a:pt x="91" y="56"/>
                    </a:cubicBezTo>
                    <a:lnTo>
                      <a:pt x="92" y="55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Freeform 45"/>
              <p:cNvSpPr>
                <a:spLocks/>
              </p:cNvSpPr>
              <p:nvPr/>
            </p:nvSpPr>
            <p:spPr bwMode="auto">
              <a:xfrm>
                <a:off x="2481882" y="3274625"/>
                <a:ext cx="936355" cy="1027404"/>
              </a:xfrm>
              <a:custGeom>
                <a:avLst/>
                <a:gdLst>
                  <a:gd name="T0" fmla="*/ 11 w 671"/>
                  <a:gd name="T1" fmla="*/ 172 h 736"/>
                  <a:gd name="T2" fmla="*/ 7 w 671"/>
                  <a:gd name="T3" fmla="*/ 203 h 736"/>
                  <a:gd name="T4" fmla="*/ 423 w 671"/>
                  <a:gd name="T5" fmla="*/ 725 h 736"/>
                  <a:gd name="T6" fmla="*/ 453 w 671"/>
                  <a:gd name="T7" fmla="*/ 729 h 736"/>
                  <a:gd name="T8" fmla="*/ 660 w 671"/>
                  <a:gd name="T9" fmla="*/ 564 h 736"/>
                  <a:gd name="T10" fmla="*/ 664 w 671"/>
                  <a:gd name="T11" fmla="*/ 533 h 736"/>
                  <a:gd name="T12" fmla="*/ 248 w 671"/>
                  <a:gd name="T13" fmla="*/ 11 h 736"/>
                  <a:gd name="T14" fmla="*/ 217 w 671"/>
                  <a:gd name="T15" fmla="*/ 8 h 736"/>
                  <a:gd name="T16" fmla="*/ 11 w 671"/>
                  <a:gd name="T17" fmla="*/ 172 h 7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71" h="736">
                    <a:moveTo>
                      <a:pt x="11" y="172"/>
                    </a:moveTo>
                    <a:cubicBezTo>
                      <a:pt x="1" y="180"/>
                      <a:pt x="0" y="194"/>
                      <a:pt x="7" y="203"/>
                    </a:cubicBezTo>
                    <a:cubicBezTo>
                      <a:pt x="423" y="725"/>
                      <a:pt x="423" y="725"/>
                      <a:pt x="423" y="725"/>
                    </a:cubicBezTo>
                    <a:cubicBezTo>
                      <a:pt x="430" y="735"/>
                      <a:pt x="444" y="736"/>
                      <a:pt x="453" y="729"/>
                    </a:cubicBezTo>
                    <a:cubicBezTo>
                      <a:pt x="660" y="564"/>
                      <a:pt x="660" y="564"/>
                      <a:pt x="660" y="564"/>
                    </a:cubicBezTo>
                    <a:cubicBezTo>
                      <a:pt x="670" y="557"/>
                      <a:pt x="671" y="543"/>
                      <a:pt x="664" y="533"/>
                    </a:cubicBezTo>
                    <a:cubicBezTo>
                      <a:pt x="248" y="11"/>
                      <a:pt x="248" y="11"/>
                      <a:pt x="248" y="11"/>
                    </a:cubicBezTo>
                    <a:cubicBezTo>
                      <a:pt x="241" y="2"/>
                      <a:pt x="227" y="0"/>
                      <a:pt x="217" y="8"/>
                    </a:cubicBezTo>
                    <a:cubicBezTo>
                      <a:pt x="11" y="172"/>
                      <a:pt x="11" y="172"/>
                      <a:pt x="11" y="172"/>
                    </a:cubicBezTo>
                  </a:path>
                </a:pathLst>
              </a:custGeom>
              <a:solidFill>
                <a:srgbClr val="4E7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Freeform 46"/>
              <p:cNvSpPr>
                <a:spLocks/>
              </p:cNvSpPr>
              <p:nvPr/>
            </p:nvSpPr>
            <p:spPr bwMode="auto">
              <a:xfrm>
                <a:off x="2786068" y="3623301"/>
                <a:ext cx="327983" cy="330052"/>
              </a:xfrm>
              <a:custGeom>
                <a:avLst/>
                <a:gdLst>
                  <a:gd name="T0" fmla="*/ 52 w 235"/>
                  <a:gd name="T1" fmla="*/ 36 h 236"/>
                  <a:gd name="T2" fmla="*/ 36 w 235"/>
                  <a:gd name="T3" fmla="*/ 183 h 236"/>
                  <a:gd name="T4" fmla="*/ 183 w 235"/>
                  <a:gd name="T5" fmla="*/ 200 h 236"/>
                  <a:gd name="T6" fmla="*/ 199 w 235"/>
                  <a:gd name="T7" fmla="*/ 53 h 236"/>
                  <a:gd name="T8" fmla="*/ 52 w 235"/>
                  <a:gd name="T9" fmla="*/ 36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5" h="236">
                    <a:moveTo>
                      <a:pt x="52" y="36"/>
                    </a:moveTo>
                    <a:cubicBezTo>
                      <a:pt x="7" y="72"/>
                      <a:pt x="0" y="138"/>
                      <a:pt x="36" y="183"/>
                    </a:cubicBezTo>
                    <a:cubicBezTo>
                      <a:pt x="72" y="229"/>
                      <a:pt x="137" y="236"/>
                      <a:pt x="183" y="200"/>
                    </a:cubicBezTo>
                    <a:cubicBezTo>
                      <a:pt x="228" y="164"/>
                      <a:pt x="235" y="98"/>
                      <a:pt x="199" y="53"/>
                    </a:cubicBezTo>
                    <a:cubicBezTo>
                      <a:pt x="163" y="8"/>
                      <a:pt x="97" y="0"/>
                      <a:pt x="52" y="36"/>
                    </a:cubicBezTo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Freeform 47"/>
              <p:cNvSpPr>
                <a:spLocks noEditPoints="1"/>
              </p:cNvSpPr>
              <p:nvPr/>
            </p:nvSpPr>
            <p:spPr bwMode="auto">
              <a:xfrm>
                <a:off x="2935057" y="3690553"/>
                <a:ext cx="83807" cy="36213"/>
              </a:xfrm>
              <a:custGeom>
                <a:avLst/>
                <a:gdLst>
                  <a:gd name="T0" fmla="*/ 58 w 60"/>
                  <a:gd name="T1" fmla="*/ 18 h 26"/>
                  <a:gd name="T2" fmla="*/ 50 w 60"/>
                  <a:gd name="T3" fmla="*/ 25 h 26"/>
                  <a:gd name="T4" fmla="*/ 60 w 60"/>
                  <a:gd name="T5" fmla="*/ 26 h 26"/>
                  <a:gd name="T6" fmla="*/ 59 w 60"/>
                  <a:gd name="T7" fmla="*/ 20 h 26"/>
                  <a:gd name="T8" fmla="*/ 58 w 60"/>
                  <a:gd name="T9" fmla="*/ 18 h 26"/>
                  <a:gd name="T10" fmla="*/ 23 w 60"/>
                  <a:gd name="T11" fmla="*/ 0 h 26"/>
                  <a:gd name="T12" fmla="*/ 0 w 60"/>
                  <a:gd name="T13" fmla="*/ 18 h 26"/>
                  <a:gd name="T14" fmla="*/ 33 w 60"/>
                  <a:gd name="T15" fmla="*/ 23 h 26"/>
                  <a:gd name="T16" fmla="*/ 32 w 60"/>
                  <a:gd name="T17" fmla="*/ 22 h 26"/>
                  <a:gd name="T18" fmla="*/ 37 w 60"/>
                  <a:gd name="T19" fmla="*/ 18 h 26"/>
                  <a:gd name="T20" fmla="*/ 23 w 60"/>
                  <a:gd name="T21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0" h="26">
                    <a:moveTo>
                      <a:pt x="58" y="18"/>
                    </a:moveTo>
                    <a:cubicBezTo>
                      <a:pt x="50" y="25"/>
                      <a:pt x="50" y="25"/>
                      <a:pt x="50" y="25"/>
                    </a:cubicBezTo>
                    <a:cubicBezTo>
                      <a:pt x="60" y="26"/>
                      <a:pt x="60" y="26"/>
                      <a:pt x="60" y="26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8" y="18"/>
                      <a:pt x="58" y="18"/>
                      <a:pt x="58" y="18"/>
                    </a:cubicBezTo>
                    <a:moveTo>
                      <a:pt x="23" y="0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2"/>
                      <a:pt x="32" y="22"/>
                      <a:pt x="32" y="22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23" y="0"/>
                      <a:pt x="23" y="0"/>
                      <a:pt x="23" y="0"/>
                    </a:cubicBezTo>
                  </a:path>
                </a:pathLst>
              </a:custGeom>
              <a:solidFill>
                <a:srgbClr val="91A2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Freeform 48"/>
              <p:cNvSpPr>
                <a:spLocks noEditPoints="1"/>
              </p:cNvSpPr>
              <p:nvPr/>
            </p:nvSpPr>
            <p:spPr bwMode="auto">
              <a:xfrm>
                <a:off x="2506713" y="3304630"/>
                <a:ext cx="882553" cy="970498"/>
              </a:xfrm>
              <a:custGeom>
                <a:avLst/>
                <a:gdLst>
                  <a:gd name="T0" fmla="*/ 289 w 853"/>
                  <a:gd name="T1" fmla="*/ 0 h 938"/>
                  <a:gd name="T2" fmla="*/ 853 w 853"/>
                  <a:gd name="T3" fmla="*/ 708 h 938"/>
                  <a:gd name="T4" fmla="*/ 563 w 853"/>
                  <a:gd name="T5" fmla="*/ 938 h 938"/>
                  <a:gd name="T6" fmla="*/ 0 w 853"/>
                  <a:gd name="T7" fmla="*/ 231 h 938"/>
                  <a:gd name="T8" fmla="*/ 289 w 853"/>
                  <a:gd name="T9" fmla="*/ 0 h 938"/>
                  <a:gd name="T10" fmla="*/ 820 w 853"/>
                  <a:gd name="T11" fmla="*/ 705 h 938"/>
                  <a:gd name="T12" fmla="*/ 286 w 853"/>
                  <a:gd name="T13" fmla="*/ 31 h 938"/>
                  <a:gd name="T14" fmla="*/ 31 w 853"/>
                  <a:gd name="T15" fmla="*/ 234 h 938"/>
                  <a:gd name="T16" fmla="*/ 567 w 853"/>
                  <a:gd name="T17" fmla="*/ 907 h 938"/>
                  <a:gd name="T18" fmla="*/ 820 w 853"/>
                  <a:gd name="T19" fmla="*/ 705 h 9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53" h="938">
                    <a:moveTo>
                      <a:pt x="289" y="0"/>
                    </a:moveTo>
                    <a:lnTo>
                      <a:pt x="853" y="708"/>
                    </a:lnTo>
                    <a:lnTo>
                      <a:pt x="563" y="938"/>
                    </a:lnTo>
                    <a:lnTo>
                      <a:pt x="0" y="231"/>
                    </a:lnTo>
                    <a:lnTo>
                      <a:pt x="289" y="0"/>
                    </a:lnTo>
                    <a:close/>
                    <a:moveTo>
                      <a:pt x="820" y="705"/>
                    </a:moveTo>
                    <a:lnTo>
                      <a:pt x="286" y="31"/>
                    </a:lnTo>
                    <a:lnTo>
                      <a:pt x="31" y="234"/>
                    </a:lnTo>
                    <a:lnTo>
                      <a:pt x="567" y="907"/>
                    </a:lnTo>
                    <a:lnTo>
                      <a:pt x="820" y="705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Freeform 49"/>
              <p:cNvSpPr>
                <a:spLocks noEditPoints="1"/>
              </p:cNvSpPr>
              <p:nvPr/>
            </p:nvSpPr>
            <p:spPr bwMode="auto">
              <a:xfrm>
                <a:off x="2506713" y="3304630"/>
                <a:ext cx="882553" cy="970498"/>
              </a:xfrm>
              <a:custGeom>
                <a:avLst/>
                <a:gdLst>
                  <a:gd name="T0" fmla="*/ 289 w 853"/>
                  <a:gd name="T1" fmla="*/ 0 h 938"/>
                  <a:gd name="T2" fmla="*/ 853 w 853"/>
                  <a:gd name="T3" fmla="*/ 708 h 938"/>
                  <a:gd name="T4" fmla="*/ 563 w 853"/>
                  <a:gd name="T5" fmla="*/ 938 h 938"/>
                  <a:gd name="T6" fmla="*/ 0 w 853"/>
                  <a:gd name="T7" fmla="*/ 231 h 938"/>
                  <a:gd name="T8" fmla="*/ 289 w 853"/>
                  <a:gd name="T9" fmla="*/ 0 h 938"/>
                  <a:gd name="T10" fmla="*/ 820 w 853"/>
                  <a:gd name="T11" fmla="*/ 705 h 938"/>
                  <a:gd name="T12" fmla="*/ 286 w 853"/>
                  <a:gd name="T13" fmla="*/ 31 h 938"/>
                  <a:gd name="T14" fmla="*/ 31 w 853"/>
                  <a:gd name="T15" fmla="*/ 234 h 938"/>
                  <a:gd name="T16" fmla="*/ 567 w 853"/>
                  <a:gd name="T17" fmla="*/ 907 h 938"/>
                  <a:gd name="T18" fmla="*/ 820 w 853"/>
                  <a:gd name="T19" fmla="*/ 705 h 9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53" h="938">
                    <a:moveTo>
                      <a:pt x="289" y="0"/>
                    </a:moveTo>
                    <a:lnTo>
                      <a:pt x="853" y="708"/>
                    </a:lnTo>
                    <a:lnTo>
                      <a:pt x="563" y="938"/>
                    </a:lnTo>
                    <a:lnTo>
                      <a:pt x="0" y="231"/>
                    </a:lnTo>
                    <a:lnTo>
                      <a:pt x="289" y="0"/>
                    </a:lnTo>
                    <a:moveTo>
                      <a:pt x="820" y="705"/>
                    </a:moveTo>
                    <a:lnTo>
                      <a:pt x="286" y="31"/>
                    </a:lnTo>
                    <a:lnTo>
                      <a:pt x="31" y="234"/>
                    </a:lnTo>
                    <a:lnTo>
                      <a:pt x="567" y="907"/>
                    </a:lnTo>
                    <a:lnTo>
                      <a:pt x="820" y="705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Freeform 50"/>
              <p:cNvSpPr>
                <a:spLocks/>
              </p:cNvSpPr>
              <p:nvPr/>
            </p:nvSpPr>
            <p:spPr bwMode="auto">
              <a:xfrm>
                <a:off x="3270282" y="3958526"/>
                <a:ext cx="104500" cy="131400"/>
              </a:xfrm>
              <a:custGeom>
                <a:avLst/>
                <a:gdLst>
                  <a:gd name="T0" fmla="*/ 33 w 75"/>
                  <a:gd name="T1" fmla="*/ 0 h 94"/>
                  <a:gd name="T2" fmla="*/ 75 w 75"/>
                  <a:gd name="T3" fmla="*/ 53 h 94"/>
                  <a:gd name="T4" fmla="*/ 24 w 75"/>
                  <a:gd name="T5" fmla="*/ 94 h 94"/>
                  <a:gd name="T6" fmla="*/ 22 w 75"/>
                  <a:gd name="T7" fmla="*/ 91 h 94"/>
                  <a:gd name="T8" fmla="*/ 32 w 75"/>
                  <a:gd name="T9" fmla="*/ 1 h 94"/>
                  <a:gd name="T10" fmla="*/ 33 w 75"/>
                  <a:gd name="T11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33" y="0"/>
                    </a:moveTo>
                    <a:cubicBezTo>
                      <a:pt x="75" y="53"/>
                      <a:pt x="75" y="53"/>
                      <a:pt x="75" y="53"/>
                    </a:cubicBezTo>
                    <a:cubicBezTo>
                      <a:pt x="24" y="94"/>
                      <a:pt x="24" y="94"/>
                      <a:pt x="24" y="94"/>
                    </a:cubicBezTo>
                    <a:cubicBezTo>
                      <a:pt x="23" y="93"/>
                      <a:pt x="23" y="92"/>
                      <a:pt x="22" y="91"/>
                    </a:cubicBezTo>
                    <a:cubicBezTo>
                      <a:pt x="0" y="63"/>
                      <a:pt x="4" y="23"/>
                      <a:pt x="32" y="1"/>
                    </a:cubicBez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Freeform 51"/>
              <p:cNvSpPr>
                <a:spLocks/>
              </p:cNvSpPr>
              <p:nvPr/>
            </p:nvSpPr>
            <p:spPr bwMode="auto">
              <a:xfrm>
                <a:off x="3034383" y="4150970"/>
                <a:ext cx="131400" cy="105534"/>
              </a:xfrm>
              <a:custGeom>
                <a:avLst/>
                <a:gdLst>
                  <a:gd name="T0" fmla="*/ 94 w 94"/>
                  <a:gd name="T1" fmla="*/ 33 h 75"/>
                  <a:gd name="T2" fmla="*/ 41 w 94"/>
                  <a:gd name="T3" fmla="*/ 75 h 75"/>
                  <a:gd name="T4" fmla="*/ 0 w 94"/>
                  <a:gd name="T5" fmla="*/ 24 h 75"/>
                  <a:gd name="T6" fmla="*/ 3 w 94"/>
                  <a:gd name="T7" fmla="*/ 22 h 75"/>
                  <a:gd name="T8" fmla="*/ 94 w 94"/>
                  <a:gd name="T9" fmla="*/ 32 h 75"/>
                  <a:gd name="T10" fmla="*/ 94 w 94"/>
                  <a:gd name="T11" fmla="*/ 3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5">
                    <a:moveTo>
                      <a:pt x="94" y="33"/>
                    </a:moveTo>
                    <a:cubicBezTo>
                      <a:pt x="41" y="75"/>
                      <a:pt x="41" y="75"/>
                      <a:pt x="41" y="75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3"/>
                      <a:pt x="2" y="23"/>
                      <a:pt x="3" y="22"/>
                    </a:cubicBezTo>
                    <a:cubicBezTo>
                      <a:pt x="31" y="0"/>
                      <a:pt x="71" y="4"/>
                      <a:pt x="94" y="32"/>
                    </a:cubicBezTo>
                    <a:lnTo>
                      <a:pt x="94" y="33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Freeform 52"/>
              <p:cNvSpPr>
                <a:spLocks/>
              </p:cNvSpPr>
              <p:nvPr/>
            </p:nvSpPr>
            <p:spPr bwMode="auto">
              <a:xfrm>
                <a:off x="2522233" y="3489831"/>
                <a:ext cx="105534" cy="130365"/>
              </a:xfrm>
              <a:custGeom>
                <a:avLst/>
                <a:gdLst>
                  <a:gd name="T0" fmla="*/ 42 w 76"/>
                  <a:gd name="T1" fmla="*/ 94 h 94"/>
                  <a:gd name="T2" fmla="*/ 0 w 76"/>
                  <a:gd name="T3" fmla="*/ 41 h 94"/>
                  <a:gd name="T4" fmla="*/ 51 w 76"/>
                  <a:gd name="T5" fmla="*/ 0 h 94"/>
                  <a:gd name="T6" fmla="*/ 53 w 76"/>
                  <a:gd name="T7" fmla="*/ 2 h 94"/>
                  <a:gd name="T8" fmla="*/ 43 w 76"/>
                  <a:gd name="T9" fmla="*/ 93 h 94"/>
                  <a:gd name="T10" fmla="*/ 42 w 76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6" h="94">
                    <a:moveTo>
                      <a:pt x="42" y="94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2" y="0"/>
                      <a:pt x="53" y="1"/>
                      <a:pt x="53" y="2"/>
                    </a:cubicBezTo>
                    <a:cubicBezTo>
                      <a:pt x="76" y="30"/>
                      <a:pt x="71" y="71"/>
                      <a:pt x="43" y="93"/>
                    </a:cubicBezTo>
                    <a:lnTo>
                      <a:pt x="42" y="94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Freeform 53"/>
              <p:cNvSpPr>
                <a:spLocks/>
              </p:cNvSpPr>
              <p:nvPr/>
            </p:nvSpPr>
            <p:spPr bwMode="auto">
              <a:xfrm>
                <a:off x="2731231" y="3322219"/>
                <a:ext cx="131400" cy="105534"/>
              </a:xfrm>
              <a:custGeom>
                <a:avLst/>
                <a:gdLst>
                  <a:gd name="T0" fmla="*/ 0 w 94"/>
                  <a:gd name="T1" fmla="*/ 42 h 76"/>
                  <a:gd name="T2" fmla="*/ 53 w 94"/>
                  <a:gd name="T3" fmla="*/ 0 h 76"/>
                  <a:gd name="T4" fmla="*/ 94 w 94"/>
                  <a:gd name="T5" fmla="*/ 51 h 76"/>
                  <a:gd name="T6" fmla="*/ 92 w 94"/>
                  <a:gd name="T7" fmla="*/ 54 h 76"/>
                  <a:gd name="T8" fmla="*/ 1 w 94"/>
                  <a:gd name="T9" fmla="*/ 43 h 76"/>
                  <a:gd name="T10" fmla="*/ 0 w 94"/>
                  <a:gd name="T11" fmla="*/ 42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6">
                    <a:moveTo>
                      <a:pt x="0" y="42"/>
                    </a:moveTo>
                    <a:cubicBezTo>
                      <a:pt x="53" y="0"/>
                      <a:pt x="53" y="0"/>
                      <a:pt x="53" y="0"/>
                    </a:cubicBezTo>
                    <a:cubicBezTo>
                      <a:pt x="94" y="51"/>
                      <a:pt x="94" y="51"/>
                      <a:pt x="94" y="51"/>
                    </a:cubicBezTo>
                    <a:cubicBezTo>
                      <a:pt x="93" y="52"/>
                      <a:pt x="93" y="53"/>
                      <a:pt x="92" y="54"/>
                    </a:cubicBezTo>
                    <a:cubicBezTo>
                      <a:pt x="64" y="76"/>
                      <a:pt x="23" y="71"/>
                      <a:pt x="1" y="43"/>
                    </a:cubicBez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Freeform 54"/>
              <p:cNvSpPr>
                <a:spLocks/>
              </p:cNvSpPr>
              <p:nvPr/>
            </p:nvSpPr>
            <p:spPr bwMode="auto">
              <a:xfrm>
                <a:off x="2426011" y="3979219"/>
                <a:ext cx="1023265" cy="945666"/>
              </a:xfrm>
              <a:custGeom>
                <a:avLst/>
                <a:gdLst>
                  <a:gd name="T0" fmla="*/ 175 w 733"/>
                  <a:gd name="T1" fmla="*/ 666 h 677"/>
                  <a:gd name="T2" fmla="*/ 206 w 733"/>
                  <a:gd name="T3" fmla="*/ 669 h 677"/>
                  <a:gd name="T4" fmla="*/ 722 w 733"/>
                  <a:gd name="T5" fmla="*/ 246 h 677"/>
                  <a:gd name="T6" fmla="*/ 725 w 733"/>
                  <a:gd name="T7" fmla="*/ 215 h 677"/>
                  <a:gd name="T8" fmla="*/ 558 w 733"/>
                  <a:gd name="T9" fmla="*/ 11 h 677"/>
                  <a:gd name="T10" fmla="*/ 527 w 733"/>
                  <a:gd name="T11" fmla="*/ 8 h 677"/>
                  <a:gd name="T12" fmla="*/ 11 w 733"/>
                  <a:gd name="T13" fmla="*/ 431 h 677"/>
                  <a:gd name="T14" fmla="*/ 8 w 733"/>
                  <a:gd name="T15" fmla="*/ 462 h 677"/>
                  <a:gd name="T16" fmla="*/ 175 w 733"/>
                  <a:gd name="T17" fmla="*/ 666 h 6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33" h="677">
                    <a:moveTo>
                      <a:pt x="175" y="666"/>
                    </a:moveTo>
                    <a:cubicBezTo>
                      <a:pt x="183" y="675"/>
                      <a:pt x="197" y="677"/>
                      <a:pt x="206" y="669"/>
                    </a:cubicBezTo>
                    <a:cubicBezTo>
                      <a:pt x="722" y="246"/>
                      <a:pt x="722" y="246"/>
                      <a:pt x="722" y="246"/>
                    </a:cubicBezTo>
                    <a:cubicBezTo>
                      <a:pt x="732" y="239"/>
                      <a:pt x="733" y="225"/>
                      <a:pt x="725" y="215"/>
                    </a:cubicBezTo>
                    <a:cubicBezTo>
                      <a:pt x="558" y="11"/>
                      <a:pt x="558" y="11"/>
                      <a:pt x="558" y="11"/>
                    </a:cubicBezTo>
                    <a:cubicBezTo>
                      <a:pt x="550" y="1"/>
                      <a:pt x="536" y="0"/>
                      <a:pt x="527" y="8"/>
                    </a:cubicBezTo>
                    <a:cubicBezTo>
                      <a:pt x="11" y="431"/>
                      <a:pt x="11" y="431"/>
                      <a:pt x="11" y="431"/>
                    </a:cubicBezTo>
                    <a:cubicBezTo>
                      <a:pt x="1" y="438"/>
                      <a:pt x="0" y="452"/>
                      <a:pt x="8" y="462"/>
                    </a:cubicBezTo>
                    <a:cubicBezTo>
                      <a:pt x="175" y="666"/>
                      <a:pt x="175" y="666"/>
                      <a:pt x="175" y="666"/>
                    </a:cubicBezTo>
                  </a:path>
                </a:pathLst>
              </a:custGeom>
              <a:solidFill>
                <a:srgbClr val="4E7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Freeform 55"/>
              <p:cNvSpPr>
                <a:spLocks/>
              </p:cNvSpPr>
              <p:nvPr/>
            </p:nvSpPr>
            <p:spPr bwMode="auto">
              <a:xfrm>
                <a:off x="2773652" y="4288578"/>
                <a:ext cx="327983" cy="327983"/>
              </a:xfrm>
              <a:custGeom>
                <a:avLst/>
                <a:gdLst>
                  <a:gd name="T0" fmla="*/ 37 w 235"/>
                  <a:gd name="T1" fmla="*/ 184 h 235"/>
                  <a:gd name="T2" fmla="*/ 184 w 235"/>
                  <a:gd name="T3" fmla="*/ 198 h 235"/>
                  <a:gd name="T4" fmla="*/ 198 w 235"/>
                  <a:gd name="T5" fmla="*/ 51 h 235"/>
                  <a:gd name="T6" fmla="*/ 51 w 235"/>
                  <a:gd name="T7" fmla="*/ 36 h 235"/>
                  <a:gd name="T8" fmla="*/ 37 w 235"/>
                  <a:gd name="T9" fmla="*/ 184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5" h="235">
                    <a:moveTo>
                      <a:pt x="37" y="184"/>
                    </a:moveTo>
                    <a:cubicBezTo>
                      <a:pt x="73" y="228"/>
                      <a:pt x="139" y="235"/>
                      <a:pt x="184" y="198"/>
                    </a:cubicBezTo>
                    <a:cubicBezTo>
                      <a:pt x="228" y="162"/>
                      <a:pt x="235" y="96"/>
                      <a:pt x="198" y="51"/>
                    </a:cubicBezTo>
                    <a:cubicBezTo>
                      <a:pt x="162" y="6"/>
                      <a:pt x="96" y="0"/>
                      <a:pt x="51" y="36"/>
                    </a:cubicBezTo>
                    <a:cubicBezTo>
                      <a:pt x="7" y="73"/>
                      <a:pt x="0" y="139"/>
                      <a:pt x="37" y="184"/>
                    </a:cubicBezTo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Freeform 56"/>
              <p:cNvSpPr>
                <a:spLocks noEditPoints="1"/>
              </p:cNvSpPr>
              <p:nvPr/>
            </p:nvSpPr>
            <p:spPr bwMode="auto">
              <a:xfrm>
                <a:off x="2456016" y="4010259"/>
                <a:ext cx="966359" cy="887726"/>
              </a:xfrm>
              <a:custGeom>
                <a:avLst/>
                <a:gdLst>
                  <a:gd name="T0" fmla="*/ 0 w 934"/>
                  <a:gd name="T1" fmla="*/ 572 h 858"/>
                  <a:gd name="T2" fmla="*/ 699 w 934"/>
                  <a:gd name="T3" fmla="*/ 0 h 858"/>
                  <a:gd name="T4" fmla="*/ 934 w 934"/>
                  <a:gd name="T5" fmla="*/ 286 h 858"/>
                  <a:gd name="T6" fmla="*/ 235 w 934"/>
                  <a:gd name="T7" fmla="*/ 858 h 858"/>
                  <a:gd name="T8" fmla="*/ 0 w 934"/>
                  <a:gd name="T9" fmla="*/ 572 h 858"/>
                  <a:gd name="T10" fmla="*/ 697 w 934"/>
                  <a:gd name="T11" fmla="*/ 31 h 858"/>
                  <a:gd name="T12" fmla="*/ 31 w 934"/>
                  <a:gd name="T13" fmla="*/ 576 h 858"/>
                  <a:gd name="T14" fmla="*/ 238 w 934"/>
                  <a:gd name="T15" fmla="*/ 827 h 858"/>
                  <a:gd name="T16" fmla="*/ 902 w 934"/>
                  <a:gd name="T17" fmla="*/ 282 h 858"/>
                  <a:gd name="T18" fmla="*/ 697 w 934"/>
                  <a:gd name="T19" fmla="*/ 31 h 8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4" h="858">
                    <a:moveTo>
                      <a:pt x="0" y="572"/>
                    </a:moveTo>
                    <a:lnTo>
                      <a:pt x="699" y="0"/>
                    </a:lnTo>
                    <a:lnTo>
                      <a:pt x="934" y="286"/>
                    </a:lnTo>
                    <a:lnTo>
                      <a:pt x="235" y="858"/>
                    </a:lnTo>
                    <a:lnTo>
                      <a:pt x="0" y="572"/>
                    </a:lnTo>
                    <a:close/>
                    <a:moveTo>
                      <a:pt x="697" y="31"/>
                    </a:moveTo>
                    <a:lnTo>
                      <a:pt x="31" y="576"/>
                    </a:lnTo>
                    <a:lnTo>
                      <a:pt x="238" y="827"/>
                    </a:lnTo>
                    <a:lnTo>
                      <a:pt x="902" y="282"/>
                    </a:lnTo>
                    <a:lnTo>
                      <a:pt x="697" y="31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Freeform 57"/>
              <p:cNvSpPr>
                <a:spLocks noEditPoints="1"/>
              </p:cNvSpPr>
              <p:nvPr/>
            </p:nvSpPr>
            <p:spPr bwMode="auto">
              <a:xfrm>
                <a:off x="2456016" y="4010259"/>
                <a:ext cx="966359" cy="887726"/>
              </a:xfrm>
              <a:custGeom>
                <a:avLst/>
                <a:gdLst>
                  <a:gd name="T0" fmla="*/ 0 w 934"/>
                  <a:gd name="T1" fmla="*/ 572 h 858"/>
                  <a:gd name="T2" fmla="*/ 699 w 934"/>
                  <a:gd name="T3" fmla="*/ 0 h 858"/>
                  <a:gd name="T4" fmla="*/ 934 w 934"/>
                  <a:gd name="T5" fmla="*/ 286 h 858"/>
                  <a:gd name="T6" fmla="*/ 235 w 934"/>
                  <a:gd name="T7" fmla="*/ 858 h 858"/>
                  <a:gd name="T8" fmla="*/ 0 w 934"/>
                  <a:gd name="T9" fmla="*/ 572 h 858"/>
                  <a:gd name="T10" fmla="*/ 697 w 934"/>
                  <a:gd name="T11" fmla="*/ 31 h 858"/>
                  <a:gd name="T12" fmla="*/ 31 w 934"/>
                  <a:gd name="T13" fmla="*/ 576 h 858"/>
                  <a:gd name="T14" fmla="*/ 238 w 934"/>
                  <a:gd name="T15" fmla="*/ 827 h 858"/>
                  <a:gd name="T16" fmla="*/ 902 w 934"/>
                  <a:gd name="T17" fmla="*/ 282 h 858"/>
                  <a:gd name="T18" fmla="*/ 697 w 934"/>
                  <a:gd name="T19" fmla="*/ 31 h 8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4" h="858">
                    <a:moveTo>
                      <a:pt x="0" y="572"/>
                    </a:moveTo>
                    <a:lnTo>
                      <a:pt x="699" y="0"/>
                    </a:lnTo>
                    <a:lnTo>
                      <a:pt x="934" y="286"/>
                    </a:lnTo>
                    <a:lnTo>
                      <a:pt x="235" y="858"/>
                    </a:lnTo>
                    <a:lnTo>
                      <a:pt x="0" y="572"/>
                    </a:lnTo>
                    <a:moveTo>
                      <a:pt x="697" y="31"/>
                    </a:moveTo>
                    <a:lnTo>
                      <a:pt x="31" y="576"/>
                    </a:lnTo>
                    <a:lnTo>
                      <a:pt x="238" y="827"/>
                    </a:lnTo>
                    <a:lnTo>
                      <a:pt x="902" y="282"/>
                    </a:lnTo>
                    <a:lnTo>
                      <a:pt x="697" y="3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Freeform 58"/>
              <p:cNvSpPr>
                <a:spLocks/>
              </p:cNvSpPr>
              <p:nvPr/>
            </p:nvSpPr>
            <p:spPr bwMode="auto">
              <a:xfrm>
                <a:off x="3101635" y="4022674"/>
                <a:ext cx="131400" cy="104500"/>
              </a:xfrm>
              <a:custGeom>
                <a:avLst/>
                <a:gdLst>
                  <a:gd name="T0" fmla="*/ 0 w 94"/>
                  <a:gd name="T1" fmla="*/ 43 h 75"/>
                  <a:gd name="T2" fmla="*/ 53 w 94"/>
                  <a:gd name="T3" fmla="*/ 0 h 75"/>
                  <a:gd name="T4" fmla="*/ 94 w 94"/>
                  <a:gd name="T5" fmla="*/ 51 h 75"/>
                  <a:gd name="T6" fmla="*/ 92 w 94"/>
                  <a:gd name="T7" fmla="*/ 53 h 75"/>
                  <a:gd name="T8" fmla="*/ 1 w 94"/>
                  <a:gd name="T9" fmla="*/ 44 h 75"/>
                  <a:gd name="T10" fmla="*/ 0 w 94"/>
                  <a:gd name="T11" fmla="*/ 4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5">
                    <a:moveTo>
                      <a:pt x="0" y="43"/>
                    </a:moveTo>
                    <a:cubicBezTo>
                      <a:pt x="53" y="0"/>
                      <a:pt x="53" y="0"/>
                      <a:pt x="53" y="0"/>
                    </a:cubicBezTo>
                    <a:cubicBezTo>
                      <a:pt x="94" y="51"/>
                      <a:pt x="94" y="51"/>
                      <a:pt x="94" y="51"/>
                    </a:cubicBezTo>
                    <a:cubicBezTo>
                      <a:pt x="94" y="51"/>
                      <a:pt x="93" y="52"/>
                      <a:pt x="92" y="53"/>
                    </a:cubicBezTo>
                    <a:cubicBezTo>
                      <a:pt x="64" y="75"/>
                      <a:pt x="24" y="71"/>
                      <a:pt x="1" y="44"/>
                    </a:cubicBez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Freeform 59"/>
              <p:cNvSpPr>
                <a:spLocks/>
              </p:cNvSpPr>
              <p:nvPr/>
            </p:nvSpPr>
            <p:spPr bwMode="auto">
              <a:xfrm>
                <a:off x="3298217" y="4229604"/>
                <a:ext cx="104500" cy="131400"/>
              </a:xfrm>
              <a:custGeom>
                <a:avLst/>
                <a:gdLst>
                  <a:gd name="T0" fmla="*/ 32 w 75"/>
                  <a:gd name="T1" fmla="*/ 0 h 94"/>
                  <a:gd name="T2" fmla="*/ 75 w 75"/>
                  <a:gd name="T3" fmla="*/ 53 h 94"/>
                  <a:gd name="T4" fmla="*/ 24 w 75"/>
                  <a:gd name="T5" fmla="*/ 94 h 94"/>
                  <a:gd name="T6" fmla="*/ 22 w 75"/>
                  <a:gd name="T7" fmla="*/ 92 h 94"/>
                  <a:gd name="T8" fmla="*/ 31 w 75"/>
                  <a:gd name="T9" fmla="*/ 1 h 94"/>
                  <a:gd name="T10" fmla="*/ 32 w 75"/>
                  <a:gd name="T11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32" y="0"/>
                    </a:moveTo>
                    <a:cubicBezTo>
                      <a:pt x="75" y="53"/>
                      <a:pt x="75" y="53"/>
                      <a:pt x="75" y="53"/>
                    </a:cubicBezTo>
                    <a:cubicBezTo>
                      <a:pt x="24" y="94"/>
                      <a:pt x="24" y="94"/>
                      <a:pt x="24" y="94"/>
                    </a:cubicBezTo>
                    <a:cubicBezTo>
                      <a:pt x="24" y="94"/>
                      <a:pt x="23" y="93"/>
                      <a:pt x="22" y="92"/>
                    </a:cubicBezTo>
                    <a:cubicBezTo>
                      <a:pt x="0" y="64"/>
                      <a:pt x="4" y="24"/>
                      <a:pt x="31" y="1"/>
                    </a:cubicBezTo>
                    <a:cubicBezTo>
                      <a:pt x="32" y="0"/>
                      <a:pt x="32" y="0"/>
                      <a:pt x="32" y="0"/>
                    </a:cubicBezTo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Freeform 60"/>
              <p:cNvSpPr>
                <a:spLocks/>
              </p:cNvSpPr>
              <p:nvPr/>
            </p:nvSpPr>
            <p:spPr bwMode="auto">
              <a:xfrm>
                <a:off x="2643287" y="4777966"/>
                <a:ext cx="131400" cy="104500"/>
              </a:xfrm>
              <a:custGeom>
                <a:avLst/>
                <a:gdLst>
                  <a:gd name="T0" fmla="*/ 94 w 94"/>
                  <a:gd name="T1" fmla="*/ 32 h 75"/>
                  <a:gd name="T2" fmla="*/ 41 w 94"/>
                  <a:gd name="T3" fmla="*/ 75 h 75"/>
                  <a:gd name="T4" fmla="*/ 0 w 94"/>
                  <a:gd name="T5" fmla="*/ 24 h 75"/>
                  <a:gd name="T6" fmla="*/ 2 w 94"/>
                  <a:gd name="T7" fmla="*/ 22 h 75"/>
                  <a:gd name="T8" fmla="*/ 93 w 94"/>
                  <a:gd name="T9" fmla="*/ 31 h 75"/>
                  <a:gd name="T10" fmla="*/ 94 w 94"/>
                  <a:gd name="T11" fmla="*/ 3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5">
                    <a:moveTo>
                      <a:pt x="94" y="32"/>
                    </a:moveTo>
                    <a:cubicBezTo>
                      <a:pt x="41" y="75"/>
                      <a:pt x="41" y="75"/>
                      <a:pt x="41" y="75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ubicBezTo>
                      <a:pt x="30" y="0"/>
                      <a:pt x="70" y="4"/>
                      <a:pt x="93" y="31"/>
                    </a:cubicBezTo>
                    <a:lnTo>
                      <a:pt x="94" y="32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Freeform 61"/>
              <p:cNvSpPr>
                <a:spLocks/>
              </p:cNvSpPr>
              <p:nvPr/>
            </p:nvSpPr>
            <p:spPr bwMode="auto">
              <a:xfrm>
                <a:off x="2473605" y="4545170"/>
                <a:ext cx="104500" cy="131400"/>
              </a:xfrm>
              <a:custGeom>
                <a:avLst/>
                <a:gdLst>
                  <a:gd name="T0" fmla="*/ 43 w 75"/>
                  <a:gd name="T1" fmla="*/ 94 h 94"/>
                  <a:gd name="T2" fmla="*/ 0 w 75"/>
                  <a:gd name="T3" fmla="*/ 41 h 94"/>
                  <a:gd name="T4" fmla="*/ 51 w 75"/>
                  <a:gd name="T5" fmla="*/ 0 h 94"/>
                  <a:gd name="T6" fmla="*/ 53 w 75"/>
                  <a:gd name="T7" fmla="*/ 2 h 94"/>
                  <a:gd name="T8" fmla="*/ 44 w 75"/>
                  <a:gd name="T9" fmla="*/ 93 h 94"/>
                  <a:gd name="T10" fmla="*/ 43 w 75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43" y="94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1" y="0"/>
                      <a:pt x="52" y="1"/>
                      <a:pt x="53" y="2"/>
                    </a:cubicBezTo>
                    <a:cubicBezTo>
                      <a:pt x="75" y="30"/>
                      <a:pt x="71" y="70"/>
                      <a:pt x="44" y="93"/>
                    </a:cubicBezTo>
                    <a:lnTo>
                      <a:pt x="43" y="94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Freeform 62"/>
              <p:cNvSpPr>
                <a:spLocks/>
              </p:cNvSpPr>
              <p:nvPr/>
            </p:nvSpPr>
            <p:spPr bwMode="auto">
              <a:xfrm>
                <a:off x="4255265" y="3698830"/>
                <a:ext cx="1039820" cy="561813"/>
              </a:xfrm>
              <a:custGeom>
                <a:avLst/>
                <a:gdLst>
                  <a:gd name="T0" fmla="*/ 743 w 745"/>
                  <a:gd name="T1" fmla="*/ 282 h 402"/>
                  <a:gd name="T2" fmla="*/ 724 w 745"/>
                  <a:gd name="T3" fmla="*/ 307 h 402"/>
                  <a:gd name="T4" fmla="*/ 64 w 745"/>
                  <a:gd name="T5" fmla="*/ 400 h 402"/>
                  <a:gd name="T6" fmla="*/ 39 w 745"/>
                  <a:gd name="T7" fmla="*/ 382 h 402"/>
                  <a:gd name="T8" fmla="*/ 2 w 745"/>
                  <a:gd name="T9" fmla="*/ 120 h 402"/>
                  <a:gd name="T10" fmla="*/ 21 w 745"/>
                  <a:gd name="T11" fmla="*/ 95 h 402"/>
                  <a:gd name="T12" fmla="*/ 681 w 745"/>
                  <a:gd name="T13" fmla="*/ 1 h 402"/>
                  <a:gd name="T14" fmla="*/ 706 w 745"/>
                  <a:gd name="T15" fmla="*/ 20 h 402"/>
                  <a:gd name="T16" fmla="*/ 743 w 745"/>
                  <a:gd name="T17" fmla="*/ 282 h 4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5" h="402">
                    <a:moveTo>
                      <a:pt x="743" y="282"/>
                    </a:moveTo>
                    <a:cubicBezTo>
                      <a:pt x="745" y="294"/>
                      <a:pt x="736" y="305"/>
                      <a:pt x="724" y="307"/>
                    </a:cubicBezTo>
                    <a:cubicBezTo>
                      <a:pt x="64" y="400"/>
                      <a:pt x="64" y="400"/>
                      <a:pt x="64" y="400"/>
                    </a:cubicBezTo>
                    <a:cubicBezTo>
                      <a:pt x="52" y="402"/>
                      <a:pt x="41" y="394"/>
                      <a:pt x="39" y="382"/>
                    </a:cubicBezTo>
                    <a:cubicBezTo>
                      <a:pt x="2" y="120"/>
                      <a:pt x="2" y="120"/>
                      <a:pt x="2" y="120"/>
                    </a:cubicBezTo>
                    <a:cubicBezTo>
                      <a:pt x="0" y="108"/>
                      <a:pt x="9" y="97"/>
                      <a:pt x="21" y="95"/>
                    </a:cubicBezTo>
                    <a:cubicBezTo>
                      <a:pt x="681" y="1"/>
                      <a:pt x="681" y="1"/>
                      <a:pt x="681" y="1"/>
                    </a:cubicBezTo>
                    <a:cubicBezTo>
                      <a:pt x="693" y="0"/>
                      <a:pt x="704" y="8"/>
                      <a:pt x="706" y="20"/>
                    </a:cubicBezTo>
                    <a:cubicBezTo>
                      <a:pt x="743" y="282"/>
                      <a:pt x="743" y="282"/>
                      <a:pt x="743" y="282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Freeform 63"/>
              <p:cNvSpPr>
                <a:spLocks/>
              </p:cNvSpPr>
              <p:nvPr/>
            </p:nvSpPr>
            <p:spPr bwMode="auto">
              <a:xfrm>
                <a:off x="4619461" y="3822987"/>
                <a:ext cx="311429" cy="312463"/>
              </a:xfrm>
              <a:custGeom>
                <a:avLst/>
                <a:gdLst>
                  <a:gd name="T0" fmla="*/ 215 w 223"/>
                  <a:gd name="T1" fmla="*/ 97 h 224"/>
                  <a:gd name="T2" fmla="*/ 126 w 223"/>
                  <a:gd name="T3" fmla="*/ 215 h 224"/>
                  <a:gd name="T4" fmla="*/ 8 w 223"/>
                  <a:gd name="T5" fmla="*/ 127 h 224"/>
                  <a:gd name="T6" fmla="*/ 97 w 223"/>
                  <a:gd name="T7" fmla="*/ 8 h 224"/>
                  <a:gd name="T8" fmla="*/ 215 w 223"/>
                  <a:gd name="T9" fmla="*/ 97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3" h="224">
                    <a:moveTo>
                      <a:pt x="215" y="97"/>
                    </a:moveTo>
                    <a:cubicBezTo>
                      <a:pt x="223" y="154"/>
                      <a:pt x="183" y="207"/>
                      <a:pt x="126" y="215"/>
                    </a:cubicBezTo>
                    <a:cubicBezTo>
                      <a:pt x="69" y="224"/>
                      <a:pt x="16" y="184"/>
                      <a:pt x="8" y="127"/>
                    </a:cubicBezTo>
                    <a:cubicBezTo>
                      <a:pt x="0" y="69"/>
                      <a:pt x="40" y="16"/>
                      <a:pt x="97" y="8"/>
                    </a:cubicBezTo>
                    <a:cubicBezTo>
                      <a:pt x="154" y="0"/>
                      <a:pt x="207" y="40"/>
                      <a:pt x="215" y="97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Freeform 64"/>
              <p:cNvSpPr>
                <a:spLocks noEditPoints="1"/>
              </p:cNvSpPr>
              <p:nvPr/>
            </p:nvSpPr>
            <p:spPr bwMode="auto">
              <a:xfrm>
                <a:off x="4828459" y="3897482"/>
                <a:ext cx="20693" cy="139678"/>
              </a:xfrm>
              <a:custGeom>
                <a:avLst/>
                <a:gdLst>
                  <a:gd name="T0" fmla="*/ 0 w 15"/>
                  <a:gd name="T1" fmla="*/ 49 h 100"/>
                  <a:gd name="T2" fmla="*/ 0 w 15"/>
                  <a:gd name="T3" fmla="*/ 100 h 100"/>
                  <a:gd name="T4" fmla="*/ 6 w 15"/>
                  <a:gd name="T5" fmla="*/ 96 h 100"/>
                  <a:gd name="T6" fmla="*/ 13 w 15"/>
                  <a:gd name="T7" fmla="*/ 85 h 100"/>
                  <a:gd name="T8" fmla="*/ 14 w 15"/>
                  <a:gd name="T9" fmla="*/ 72 h 100"/>
                  <a:gd name="T10" fmla="*/ 8 w 15"/>
                  <a:gd name="T11" fmla="*/ 55 h 100"/>
                  <a:gd name="T12" fmla="*/ 0 w 15"/>
                  <a:gd name="T13" fmla="*/ 49 h 100"/>
                  <a:gd name="T14" fmla="*/ 1 w 15"/>
                  <a:gd name="T15" fmla="*/ 0 h 100"/>
                  <a:gd name="T16" fmla="*/ 0 w 15"/>
                  <a:gd name="T17" fmla="*/ 0 h 100"/>
                  <a:gd name="T18" fmla="*/ 0 w 15"/>
                  <a:gd name="T19" fmla="*/ 37 h 100"/>
                  <a:gd name="T20" fmla="*/ 6 w 15"/>
                  <a:gd name="T21" fmla="*/ 36 h 100"/>
                  <a:gd name="T22" fmla="*/ 1 w 15"/>
                  <a:gd name="T23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" h="100">
                    <a:moveTo>
                      <a:pt x="0" y="49"/>
                    </a:moveTo>
                    <a:cubicBezTo>
                      <a:pt x="0" y="100"/>
                      <a:pt x="0" y="100"/>
                      <a:pt x="0" y="100"/>
                    </a:cubicBezTo>
                    <a:cubicBezTo>
                      <a:pt x="2" y="99"/>
                      <a:pt x="4" y="97"/>
                      <a:pt x="6" y="96"/>
                    </a:cubicBezTo>
                    <a:cubicBezTo>
                      <a:pt x="9" y="93"/>
                      <a:pt x="11" y="89"/>
                      <a:pt x="13" y="85"/>
                    </a:cubicBezTo>
                    <a:cubicBezTo>
                      <a:pt x="15" y="81"/>
                      <a:pt x="15" y="77"/>
                      <a:pt x="14" y="72"/>
                    </a:cubicBezTo>
                    <a:cubicBezTo>
                      <a:pt x="13" y="65"/>
                      <a:pt x="11" y="59"/>
                      <a:pt x="8" y="55"/>
                    </a:cubicBezTo>
                    <a:cubicBezTo>
                      <a:pt x="5" y="53"/>
                      <a:pt x="3" y="51"/>
                      <a:pt x="0" y="49"/>
                    </a:cubicBezTo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9E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Freeform 65"/>
              <p:cNvSpPr>
                <a:spLocks noEditPoints="1"/>
              </p:cNvSpPr>
              <p:nvPr/>
            </p:nvSpPr>
            <p:spPr bwMode="auto">
              <a:xfrm>
                <a:off x="4285270" y="3726766"/>
                <a:ext cx="980844" cy="511115"/>
              </a:xfrm>
              <a:custGeom>
                <a:avLst/>
                <a:gdLst>
                  <a:gd name="T0" fmla="*/ 948 w 948"/>
                  <a:gd name="T1" fmla="*/ 367 h 494"/>
                  <a:gd name="T2" fmla="*/ 52 w 948"/>
                  <a:gd name="T3" fmla="*/ 494 h 494"/>
                  <a:gd name="T4" fmla="*/ 0 w 948"/>
                  <a:gd name="T5" fmla="*/ 127 h 494"/>
                  <a:gd name="T6" fmla="*/ 895 w 948"/>
                  <a:gd name="T7" fmla="*/ 0 h 494"/>
                  <a:gd name="T8" fmla="*/ 948 w 948"/>
                  <a:gd name="T9" fmla="*/ 367 h 494"/>
                  <a:gd name="T10" fmla="*/ 70 w 948"/>
                  <a:gd name="T11" fmla="*/ 468 h 494"/>
                  <a:gd name="T12" fmla="*/ 922 w 948"/>
                  <a:gd name="T13" fmla="*/ 348 h 494"/>
                  <a:gd name="T14" fmla="*/ 876 w 948"/>
                  <a:gd name="T15" fmla="*/ 26 h 494"/>
                  <a:gd name="T16" fmla="*/ 26 w 948"/>
                  <a:gd name="T17" fmla="*/ 146 h 494"/>
                  <a:gd name="T18" fmla="*/ 70 w 948"/>
                  <a:gd name="T19" fmla="*/ 468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48" h="494">
                    <a:moveTo>
                      <a:pt x="948" y="367"/>
                    </a:moveTo>
                    <a:lnTo>
                      <a:pt x="52" y="494"/>
                    </a:lnTo>
                    <a:lnTo>
                      <a:pt x="0" y="127"/>
                    </a:lnTo>
                    <a:lnTo>
                      <a:pt x="895" y="0"/>
                    </a:lnTo>
                    <a:lnTo>
                      <a:pt x="948" y="367"/>
                    </a:lnTo>
                    <a:close/>
                    <a:moveTo>
                      <a:pt x="70" y="468"/>
                    </a:moveTo>
                    <a:lnTo>
                      <a:pt x="922" y="348"/>
                    </a:lnTo>
                    <a:lnTo>
                      <a:pt x="876" y="26"/>
                    </a:lnTo>
                    <a:lnTo>
                      <a:pt x="26" y="146"/>
                    </a:lnTo>
                    <a:lnTo>
                      <a:pt x="70" y="468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Freeform 66"/>
              <p:cNvSpPr>
                <a:spLocks/>
              </p:cNvSpPr>
              <p:nvPr/>
            </p:nvSpPr>
            <p:spPr bwMode="auto">
              <a:xfrm>
                <a:off x="4297686" y="3850923"/>
                <a:ext cx="101395" cy="103465"/>
              </a:xfrm>
              <a:custGeom>
                <a:avLst/>
                <a:gdLst>
                  <a:gd name="T0" fmla="*/ 67 w 72"/>
                  <a:gd name="T1" fmla="*/ 0 h 74"/>
                  <a:gd name="T2" fmla="*/ 0 w 72"/>
                  <a:gd name="T3" fmla="*/ 9 h 74"/>
                  <a:gd name="T4" fmla="*/ 9 w 72"/>
                  <a:gd name="T5" fmla="*/ 74 h 74"/>
                  <a:gd name="T6" fmla="*/ 12 w 72"/>
                  <a:gd name="T7" fmla="*/ 74 h 74"/>
                  <a:gd name="T8" fmla="*/ 67 w 72"/>
                  <a:gd name="T9" fmla="*/ 1 h 74"/>
                  <a:gd name="T10" fmla="*/ 67 w 72"/>
                  <a:gd name="T11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74">
                    <a:moveTo>
                      <a:pt x="67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9" y="74"/>
                      <a:pt x="9" y="74"/>
                      <a:pt x="9" y="74"/>
                    </a:cubicBezTo>
                    <a:cubicBezTo>
                      <a:pt x="10" y="74"/>
                      <a:pt x="11" y="74"/>
                      <a:pt x="12" y="74"/>
                    </a:cubicBezTo>
                    <a:cubicBezTo>
                      <a:pt x="47" y="69"/>
                      <a:pt x="72" y="36"/>
                      <a:pt x="67" y="1"/>
                    </a:cubicBez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Freeform 67"/>
              <p:cNvSpPr>
                <a:spLocks/>
              </p:cNvSpPr>
              <p:nvPr/>
            </p:nvSpPr>
            <p:spPr bwMode="auto">
              <a:xfrm>
                <a:off x="4337002" y="4120965"/>
                <a:ext cx="103465" cy="100361"/>
              </a:xfrm>
              <a:custGeom>
                <a:avLst/>
                <a:gdLst>
                  <a:gd name="T0" fmla="*/ 0 w 74"/>
                  <a:gd name="T1" fmla="*/ 5 h 72"/>
                  <a:gd name="T2" fmla="*/ 9 w 74"/>
                  <a:gd name="T3" fmla="*/ 72 h 72"/>
                  <a:gd name="T4" fmla="*/ 74 w 74"/>
                  <a:gd name="T5" fmla="*/ 63 h 72"/>
                  <a:gd name="T6" fmla="*/ 74 w 74"/>
                  <a:gd name="T7" fmla="*/ 60 h 72"/>
                  <a:gd name="T8" fmla="*/ 1 w 74"/>
                  <a:gd name="T9" fmla="*/ 5 h 72"/>
                  <a:gd name="T10" fmla="*/ 0 w 74"/>
                  <a:gd name="T11" fmla="*/ 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72">
                    <a:moveTo>
                      <a:pt x="0" y="5"/>
                    </a:moveTo>
                    <a:cubicBezTo>
                      <a:pt x="9" y="72"/>
                      <a:pt x="9" y="72"/>
                      <a:pt x="9" y="72"/>
                    </a:cubicBezTo>
                    <a:cubicBezTo>
                      <a:pt x="74" y="63"/>
                      <a:pt x="74" y="63"/>
                      <a:pt x="74" y="63"/>
                    </a:cubicBezTo>
                    <a:cubicBezTo>
                      <a:pt x="74" y="62"/>
                      <a:pt x="74" y="61"/>
                      <a:pt x="74" y="60"/>
                    </a:cubicBezTo>
                    <a:cubicBezTo>
                      <a:pt x="69" y="25"/>
                      <a:pt x="36" y="0"/>
                      <a:pt x="1" y="5"/>
                    </a:cubicBez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Freeform 68"/>
              <p:cNvSpPr>
                <a:spLocks/>
              </p:cNvSpPr>
              <p:nvPr/>
            </p:nvSpPr>
            <p:spPr bwMode="auto">
              <a:xfrm>
                <a:off x="5151269" y="4006120"/>
                <a:ext cx="100361" cy="104500"/>
              </a:xfrm>
              <a:custGeom>
                <a:avLst/>
                <a:gdLst>
                  <a:gd name="T0" fmla="*/ 5 w 72"/>
                  <a:gd name="T1" fmla="*/ 75 h 75"/>
                  <a:gd name="T2" fmla="*/ 72 w 72"/>
                  <a:gd name="T3" fmla="*/ 65 h 75"/>
                  <a:gd name="T4" fmla="*/ 63 w 72"/>
                  <a:gd name="T5" fmla="*/ 0 h 75"/>
                  <a:gd name="T6" fmla="*/ 60 w 72"/>
                  <a:gd name="T7" fmla="*/ 1 h 75"/>
                  <a:gd name="T8" fmla="*/ 5 w 72"/>
                  <a:gd name="T9" fmla="*/ 74 h 75"/>
                  <a:gd name="T10" fmla="*/ 5 w 72"/>
                  <a:gd name="T11" fmla="*/ 7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75">
                    <a:moveTo>
                      <a:pt x="5" y="75"/>
                    </a:moveTo>
                    <a:cubicBezTo>
                      <a:pt x="72" y="65"/>
                      <a:pt x="72" y="65"/>
                      <a:pt x="72" y="65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62" y="0"/>
                      <a:pt x="61" y="0"/>
                      <a:pt x="60" y="1"/>
                    </a:cubicBezTo>
                    <a:cubicBezTo>
                      <a:pt x="25" y="6"/>
                      <a:pt x="0" y="38"/>
                      <a:pt x="5" y="74"/>
                    </a:cubicBezTo>
                    <a:lnTo>
                      <a:pt x="5" y="75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Freeform 69"/>
              <p:cNvSpPr>
                <a:spLocks/>
              </p:cNvSpPr>
              <p:nvPr/>
            </p:nvSpPr>
            <p:spPr bwMode="auto">
              <a:xfrm>
                <a:off x="5108848" y="3739181"/>
                <a:ext cx="103465" cy="100361"/>
              </a:xfrm>
              <a:custGeom>
                <a:avLst/>
                <a:gdLst>
                  <a:gd name="T0" fmla="*/ 74 w 74"/>
                  <a:gd name="T1" fmla="*/ 67 h 72"/>
                  <a:gd name="T2" fmla="*/ 65 w 74"/>
                  <a:gd name="T3" fmla="*/ 0 h 72"/>
                  <a:gd name="T4" fmla="*/ 0 w 74"/>
                  <a:gd name="T5" fmla="*/ 9 h 72"/>
                  <a:gd name="T6" fmla="*/ 0 w 74"/>
                  <a:gd name="T7" fmla="*/ 12 h 72"/>
                  <a:gd name="T8" fmla="*/ 73 w 74"/>
                  <a:gd name="T9" fmla="*/ 67 h 72"/>
                  <a:gd name="T10" fmla="*/ 74 w 74"/>
                  <a:gd name="T11" fmla="*/ 67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72">
                    <a:moveTo>
                      <a:pt x="74" y="67"/>
                    </a:moveTo>
                    <a:cubicBezTo>
                      <a:pt x="65" y="0"/>
                      <a:pt x="65" y="0"/>
                      <a:pt x="65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0"/>
                      <a:pt x="0" y="11"/>
                      <a:pt x="0" y="12"/>
                    </a:cubicBezTo>
                    <a:cubicBezTo>
                      <a:pt x="5" y="48"/>
                      <a:pt x="38" y="72"/>
                      <a:pt x="73" y="67"/>
                    </a:cubicBezTo>
                    <a:lnTo>
                      <a:pt x="74" y="6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Freeform 70"/>
              <p:cNvSpPr>
                <a:spLocks/>
              </p:cNvSpPr>
              <p:nvPr/>
            </p:nvSpPr>
            <p:spPr bwMode="auto">
              <a:xfrm>
                <a:off x="4360799" y="4075441"/>
                <a:ext cx="1059478" cy="646654"/>
              </a:xfrm>
              <a:custGeom>
                <a:avLst/>
                <a:gdLst>
                  <a:gd name="T0" fmla="*/ 694 w 759"/>
                  <a:gd name="T1" fmla="*/ 444 h 463"/>
                  <a:gd name="T2" fmla="*/ 667 w 759"/>
                  <a:gd name="T3" fmla="*/ 460 h 463"/>
                  <a:gd name="T4" fmla="*/ 19 w 759"/>
                  <a:gd name="T5" fmla="*/ 302 h 463"/>
                  <a:gd name="T6" fmla="*/ 3 w 759"/>
                  <a:gd name="T7" fmla="*/ 276 h 463"/>
                  <a:gd name="T8" fmla="*/ 65 w 759"/>
                  <a:gd name="T9" fmla="*/ 19 h 463"/>
                  <a:gd name="T10" fmla="*/ 92 w 759"/>
                  <a:gd name="T11" fmla="*/ 3 h 463"/>
                  <a:gd name="T12" fmla="*/ 740 w 759"/>
                  <a:gd name="T13" fmla="*/ 161 h 463"/>
                  <a:gd name="T14" fmla="*/ 756 w 759"/>
                  <a:gd name="T15" fmla="*/ 187 h 463"/>
                  <a:gd name="T16" fmla="*/ 694 w 759"/>
                  <a:gd name="T17" fmla="*/ 444 h 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9" h="463">
                    <a:moveTo>
                      <a:pt x="694" y="444"/>
                    </a:moveTo>
                    <a:cubicBezTo>
                      <a:pt x="691" y="456"/>
                      <a:pt x="679" y="463"/>
                      <a:pt x="667" y="460"/>
                    </a:cubicBezTo>
                    <a:cubicBezTo>
                      <a:pt x="19" y="302"/>
                      <a:pt x="19" y="302"/>
                      <a:pt x="19" y="302"/>
                    </a:cubicBezTo>
                    <a:cubicBezTo>
                      <a:pt x="7" y="299"/>
                      <a:pt x="0" y="287"/>
                      <a:pt x="3" y="276"/>
                    </a:cubicBezTo>
                    <a:cubicBezTo>
                      <a:pt x="65" y="19"/>
                      <a:pt x="65" y="19"/>
                      <a:pt x="65" y="19"/>
                    </a:cubicBezTo>
                    <a:cubicBezTo>
                      <a:pt x="68" y="7"/>
                      <a:pt x="80" y="0"/>
                      <a:pt x="92" y="3"/>
                    </a:cubicBezTo>
                    <a:cubicBezTo>
                      <a:pt x="740" y="161"/>
                      <a:pt x="740" y="161"/>
                      <a:pt x="740" y="161"/>
                    </a:cubicBezTo>
                    <a:cubicBezTo>
                      <a:pt x="752" y="163"/>
                      <a:pt x="759" y="175"/>
                      <a:pt x="756" y="187"/>
                    </a:cubicBezTo>
                    <a:cubicBezTo>
                      <a:pt x="694" y="444"/>
                      <a:pt x="694" y="444"/>
                      <a:pt x="694" y="444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Freeform 71"/>
              <p:cNvSpPr>
                <a:spLocks/>
              </p:cNvSpPr>
              <p:nvPr/>
            </p:nvSpPr>
            <p:spPr bwMode="auto">
              <a:xfrm>
                <a:off x="4729133" y="4237881"/>
                <a:ext cx="322810" cy="322810"/>
              </a:xfrm>
              <a:custGeom>
                <a:avLst/>
                <a:gdLst>
                  <a:gd name="T0" fmla="*/ 217 w 231"/>
                  <a:gd name="T1" fmla="*/ 140 h 231"/>
                  <a:gd name="T2" fmla="*/ 91 w 231"/>
                  <a:gd name="T3" fmla="*/ 217 h 231"/>
                  <a:gd name="T4" fmla="*/ 14 w 231"/>
                  <a:gd name="T5" fmla="*/ 91 h 231"/>
                  <a:gd name="T6" fmla="*/ 140 w 231"/>
                  <a:gd name="T7" fmla="*/ 14 h 231"/>
                  <a:gd name="T8" fmla="*/ 217 w 231"/>
                  <a:gd name="T9" fmla="*/ 140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1" h="231">
                    <a:moveTo>
                      <a:pt x="217" y="140"/>
                    </a:moveTo>
                    <a:cubicBezTo>
                      <a:pt x="203" y="196"/>
                      <a:pt x="147" y="231"/>
                      <a:pt x="91" y="217"/>
                    </a:cubicBezTo>
                    <a:cubicBezTo>
                      <a:pt x="35" y="203"/>
                      <a:pt x="0" y="147"/>
                      <a:pt x="14" y="91"/>
                    </a:cubicBezTo>
                    <a:cubicBezTo>
                      <a:pt x="27" y="34"/>
                      <a:pt x="84" y="0"/>
                      <a:pt x="140" y="14"/>
                    </a:cubicBezTo>
                    <a:cubicBezTo>
                      <a:pt x="196" y="27"/>
                      <a:pt x="231" y="84"/>
                      <a:pt x="217" y="140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Freeform 72"/>
              <p:cNvSpPr>
                <a:spLocks/>
              </p:cNvSpPr>
              <p:nvPr/>
            </p:nvSpPr>
            <p:spPr bwMode="auto">
              <a:xfrm>
                <a:off x="4839840" y="4302029"/>
                <a:ext cx="132435" cy="132435"/>
              </a:xfrm>
              <a:custGeom>
                <a:avLst/>
                <a:gdLst>
                  <a:gd name="T0" fmla="*/ 46 w 95"/>
                  <a:gd name="T1" fmla="*/ 0 h 95"/>
                  <a:gd name="T2" fmla="*/ 43 w 95"/>
                  <a:gd name="T3" fmla="*/ 14 h 95"/>
                  <a:gd name="T4" fmla="*/ 30 w 95"/>
                  <a:gd name="T5" fmla="*/ 13 h 95"/>
                  <a:gd name="T6" fmla="*/ 27 w 95"/>
                  <a:gd name="T7" fmla="*/ 13 h 95"/>
                  <a:gd name="T8" fmla="*/ 14 w 95"/>
                  <a:gd name="T9" fmla="*/ 16 h 95"/>
                  <a:gd name="T10" fmla="*/ 3 w 95"/>
                  <a:gd name="T11" fmla="*/ 23 h 95"/>
                  <a:gd name="T12" fmla="*/ 0 w 95"/>
                  <a:gd name="T13" fmla="*/ 28 h 95"/>
                  <a:gd name="T14" fmla="*/ 82 w 95"/>
                  <a:gd name="T15" fmla="*/ 95 h 95"/>
                  <a:gd name="T16" fmla="*/ 81 w 95"/>
                  <a:gd name="T17" fmla="*/ 83 h 95"/>
                  <a:gd name="T18" fmla="*/ 73 w 95"/>
                  <a:gd name="T19" fmla="*/ 71 h 95"/>
                  <a:gd name="T20" fmla="*/ 61 w 95"/>
                  <a:gd name="T21" fmla="*/ 62 h 95"/>
                  <a:gd name="T22" fmla="*/ 49 w 95"/>
                  <a:gd name="T23" fmla="*/ 55 h 95"/>
                  <a:gd name="T24" fmla="*/ 40 w 95"/>
                  <a:gd name="T25" fmla="*/ 49 h 95"/>
                  <a:gd name="T26" fmla="*/ 37 w 95"/>
                  <a:gd name="T27" fmla="*/ 42 h 95"/>
                  <a:gd name="T28" fmla="*/ 41 w 95"/>
                  <a:gd name="T29" fmla="*/ 38 h 95"/>
                  <a:gd name="T30" fmla="*/ 44 w 95"/>
                  <a:gd name="T31" fmla="*/ 38 h 95"/>
                  <a:gd name="T32" fmla="*/ 48 w 95"/>
                  <a:gd name="T33" fmla="*/ 39 h 95"/>
                  <a:gd name="T34" fmla="*/ 54 w 95"/>
                  <a:gd name="T35" fmla="*/ 41 h 95"/>
                  <a:gd name="T36" fmla="*/ 60 w 95"/>
                  <a:gd name="T37" fmla="*/ 46 h 95"/>
                  <a:gd name="T38" fmla="*/ 63 w 95"/>
                  <a:gd name="T39" fmla="*/ 52 h 95"/>
                  <a:gd name="T40" fmla="*/ 64 w 95"/>
                  <a:gd name="T41" fmla="*/ 59 h 95"/>
                  <a:gd name="T42" fmla="*/ 86 w 95"/>
                  <a:gd name="T43" fmla="*/ 65 h 95"/>
                  <a:gd name="T44" fmla="*/ 95 w 95"/>
                  <a:gd name="T45" fmla="*/ 29 h 95"/>
                  <a:gd name="T46" fmla="*/ 73 w 95"/>
                  <a:gd name="T47" fmla="*/ 23 h 95"/>
                  <a:gd name="T48" fmla="*/ 71 w 95"/>
                  <a:gd name="T49" fmla="*/ 30 h 95"/>
                  <a:gd name="T50" fmla="*/ 66 w 95"/>
                  <a:gd name="T51" fmla="*/ 25 h 95"/>
                  <a:gd name="T52" fmla="*/ 59 w 95"/>
                  <a:gd name="T53" fmla="*/ 21 h 95"/>
                  <a:gd name="T54" fmla="*/ 63 w 95"/>
                  <a:gd name="T55" fmla="*/ 4 h 95"/>
                  <a:gd name="T56" fmla="*/ 46 w 95"/>
                  <a:gd name="T57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95" h="95">
                    <a:moveTo>
                      <a:pt x="46" y="0"/>
                    </a:moveTo>
                    <a:cubicBezTo>
                      <a:pt x="43" y="14"/>
                      <a:pt x="43" y="14"/>
                      <a:pt x="43" y="14"/>
                    </a:cubicBezTo>
                    <a:cubicBezTo>
                      <a:pt x="38" y="13"/>
                      <a:pt x="34" y="13"/>
                      <a:pt x="30" y="13"/>
                    </a:cubicBezTo>
                    <a:cubicBezTo>
                      <a:pt x="29" y="13"/>
                      <a:pt x="28" y="13"/>
                      <a:pt x="27" y="13"/>
                    </a:cubicBezTo>
                    <a:cubicBezTo>
                      <a:pt x="22" y="13"/>
                      <a:pt x="18" y="14"/>
                      <a:pt x="14" y="16"/>
                    </a:cubicBezTo>
                    <a:cubicBezTo>
                      <a:pt x="10" y="18"/>
                      <a:pt x="6" y="20"/>
                      <a:pt x="3" y="23"/>
                    </a:cubicBezTo>
                    <a:cubicBezTo>
                      <a:pt x="2" y="25"/>
                      <a:pt x="1" y="26"/>
                      <a:pt x="0" y="28"/>
                    </a:cubicBezTo>
                    <a:cubicBezTo>
                      <a:pt x="82" y="95"/>
                      <a:pt x="82" y="95"/>
                      <a:pt x="82" y="95"/>
                    </a:cubicBezTo>
                    <a:cubicBezTo>
                      <a:pt x="82" y="91"/>
                      <a:pt x="82" y="87"/>
                      <a:pt x="81" y="83"/>
                    </a:cubicBezTo>
                    <a:cubicBezTo>
                      <a:pt x="79" y="78"/>
                      <a:pt x="76" y="74"/>
                      <a:pt x="73" y="71"/>
                    </a:cubicBezTo>
                    <a:cubicBezTo>
                      <a:pt x="70" y="67"/>
                      <a:pt x="66" y="64"/>
                      <a:pt x="61" y="62"/>
                    </a:cubicBezTo>
                    <a:cubicBezTo>
                      <a:pt x="57" y="59"/>
                      <a:pt x="53" y="57"/>
                      <a:pt x="49" y="55"/>
                    </a:cubicBezTo>
                    <a:cubicBezTo>
                      <a:pt x="45" y="53"/>
                      <a:pt x="42" y="51"/>
                      <a:pt x="40" y="49"/>
                    </a:cubicBezTo>
                    <a:cubicBezTo>
                      <a:pt x="37" y="47"/>
                      <a:pt x="36" y="45"/>
                      <a:pt x="37" y="42"/>
                    </a:cubicBezTo>
                    <a:cubicBezTo>
                      <a:pt x="37" y="40"/>
                      <a:pt x="39" y="39"/>
                      <a:pt x="41" y="38"/>
                    </a:cubicBezTo>
                    <a:cubicBezTo>
                      <a:pt x="42" y="38"/>
                      <a:pt x="43" y="38"/>
                      <a:pt x="44" y="38"/>
                    </a:cubicBezTo>
                    <a:cubicBezTo>
                      <a:pt x="45" y="38"/>
                      <a:pt x="47" y="38"/>
                      <a:pt x="48" y="39"/>
                    </a:cubicBezTo>
                    <a:cubicBezTo>
                      <a:pt x="50" y="39"/>
                      <a:pt x="52" y="40"/>
                      <a:pt x="54" y="41"/>
                    </a:cubicBezTo>
                    <a:cubicBezTo>
                      <a:pt x="56" y="43"/>
                      <a:pt x="58" y="44"/>
                      <a:pt x="60" y="46"/>
                    </a:cubicBezTo>
                    <a:cubicBezTo>
                      <a:pt x="61" y="48"/>
                      <a:pt x="62" y="50"/>
                      <a:pt x="63" y="52"/>
                    </a:cubicBezTo>
                    <a:cubicBezTo>
                      <a:pt x="64" y="55"/>
                      <a:pt x="64" y="57"/>
                      <a:pt x="64" y="59"/>
                    </a:cubicBezTo>
                    <a:cubicBezTo>
                      <a:pt x="86" y="65"/>
                      <a:pt x="86" y="65"/>
                      <a:pt x="86" y="65"/>
                    </a:cubicBezTo>
                    <a:cubicBezTo>
                      <a:pt x="95" y="29"/>
                      <a:pt x="95" y="29"/>
                      <a:pt x="95" y="29"/>
                    </a:cubicBezTo>
                    <a:cubicBezTo>
                      <a:pt x="73" y="23"/>
                      <a:pt x="73" y="23"/>
                      <a:pt x="73" y="23"/>
                    </a:cubicBezTo>
                    <a:cubicBezTo>
                      <a:pt x="71" y="30"/>
                      <a:pt x="71" y="30"/>
                      <a:pt x="71" y="30"/>
                    </a:cubicBezTo>
                    <a:cubicBezTo>
                      <a:pt x="70" y="28"/>
                      <a:pt x="68" y="27"/>
                      <a:pt x="66" y="25"/>
                    </a:cubicBezTo>
                    <a:cubicBezTo>
                      <a:pt x="64" y="24"/>
                      <a:pt x="62" y="22"/>
                      <a:pt x="59" y="21"/>
                    </a:cubicBezTo>
                    <a:cubicBezTo>
                      <a:pt x="63" y="4"/>
                      <a:pt x="63" y="4"/>
                      <a:pt x="63" y="4"/>
                    </a:cubicBezTo>
                    <a:cubicBezTo>
                      <a:pt x="46" y="0"/>
                      <a:pt x="46" y="0"/>
                      <a:pt x="46" y="0"/>
                    </a:cubicBezTo>
                  </a:path>
                </a:pathLst>
              </a:custGeom>
              <a:solidFill>
                <a:srgbClr val="9E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" name="Freeform 73"/>
              <p:cNvSpPr>
                <a:spLocks noEditPoints="1"/>
              </p:cNvSpPr>
              <p:nvPr/>
            </p:nvSpPr>
            <p:spPr bwMode="auto">
              <a:xfrm>
                <a:off x="4389769" y="4105446"/>
                <a:ext cx="1000503" cy="592853"/>
              </a:xfrm>
              <a:custGeom>
                <a:avLst/>
                <a:gdLst>
                  <a:gd name="T0" fmla="*/ 879 w 967"/>
                  <a:gd name="T1" fmla="*/ 573 h 573"/>
                  <a:gd name="T2" fmla="*/ 0 w 967"/>
                  <a:gd name="T3" fmla="*/ 359 h 573"/>
                  <a:gd name="T4" fmla="*/ 88 w 967"/>
                  <a:gd name="T5" fmla="*/ 0 h 573"/>
                  <a:gd name="T6" fmla="*/ 967 w 967"/>
                  <a:gd name="T7" fmla="*/ 214 h 573"/>
                  <a:gd name="T8" fmla="*/ 879 w 967"/>
                  <a:gd name="T9" fmla="*/ 573 h 573"/>
                  <a:gd name="T10" fmla="*/ 27 w 967"/>
                  <a:gd name="T11" fmla="*/ 343 h 573"/>
                  <a:gd name="T12" fmla="*/ 863 w 967"/>
                  <a:gd name="T13" fmla="*/ 546 h 573"/>
                  <a:gd name="T14" fmla="*/ 940 w 967"/>
                  <a:gd name="T15" fmla="*/ 231 h 573"/>
                  <a:gd name="T16" fmla="*/ 104 w 967"/>
                  <a:gd name="T17" fmla="*/ 27 h 573"/>
                  <a:gd name="T18" fmla="*/ 27 w 967"/>
                  <a:gd name="T19" fmla="*/ 343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7" h="573">
                    <a:moveTo>
                      <a:pt x="879" y="573"/>
                    </a:moveTo>
                    <a:lnTo>
                      <a:pt x="0" y="359"/>
                    </a:lnTo>
                    <a:lnTo>
                      <a:pt x="88" y="0"/>
                    </a:lnTo>
                    <a:lnTo>
                      <a:pt x="967" y="214"/>
                    </a:lnTo>
                    <a:lnTo>
                      <a:pt x="879" y="573"/>
                    </a:lnTo>
                    <a:close/>
                    <a:moveTo>
                      <a:pt x="27" y="343"/>
                    </a:moveTo>
                    <a:lnTo>
                      <a:pt x="863" y="546"/>
                    </a:lnTo>
                    <a:lnTo>
                      <a:pt x="940" y="231"/>
                    </a:lnTo>
                    <a:lnTo>
                      <a:pt x="104" y="27"/>
                    </a:lnTo>
                    <a:lnTo>
                      <a:pt x="27" y="343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Freeform 74"/>
              <p:cNvSpPr>
                <a:spLocks noEditPoints="1"/>
              </p:cNvSpPr>
              <p:nvPr/>
            </p:nvSpPr>
            <p:spPr bwMode="auto">
              <a:xfrm>
                <a:off x="4389769" y="4105446"/>
                <a:ext cx="1000503" cy="592853"/>
              </a:xfrm>
              <a:custGeom>
                <a:avLst/>
                <a:gdLst>
                  <a:gd name="T0" fmla="*/ 879 w 967"/>
                  <a:gd name="T1" fmla="*/ 573 h 573"/>
                  <a:gd name="T2" fmla="*/ 0 w 967"/>
                  <a:gd name="T3" fmla="*/ 359 h 573"/>
                  <a:gd name="T4" fmla="*/ 88 w 967"/>
                  <a:gd name="T5" fmla="*/ 0 h 573"/>
                  <a:gd name="T6" fmla="*/ 967 w 967"/>
                  <a:gd name="T7" fmla="*/ 214 h 573"/>
                  <a:gd name="T8" fmla="*/ 879 w 967"/>
                  <a:gd name="T9" fmla="*/ 573 h 573"/>
                  <a:gd name="T10" fmla="*/ 27 w 967"/>
                  <a:gd name="T11" fmla="*/ 343 h 573"/>
                  <a:gd name="T12" fmla="*/ 863 w 967"/>
                  <a:gd name="T13" fmla="*/ 546 h 573"/>
                  <a:gd name="T14" fmla="*/ 940 w 967"/>
                  <a:gd name="T15" fmla="*/ 231 h 573"/>
                  <a:gd name="T16" fmla="*/ 104 w 967"/>
                  <a:gd name="T17" fmla="*/ 27 h 573"/>
                  <a:gd name="T18" fmla="*/ 27 w 967"/>
                  <a:gd name="T19" fmla="*/ 343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7" h="573">
                    <a:moveTo>
                      <a:pt x="879" y="573"/>
                    </a:moveTo>
                    <a:lnTo>
                      <a:pt x="0" y="359"/>
                    </a:lnTo>
                    <a:lnTo>
                      <a:pt x="88" y="0"/>
                    </a:lnTo>
                    <a:lnTo>
                      <a:pt x="967" y="214"/>
                    </a:lnTo>
                    <a:lnTo>
                      <a:pt x="879" y="573"/>
                    </a:lnTo>
                    <a:moveTo>
                      <a:pt x="27" y="343"/>
                    </a:moveTo>
                    <a:lnTo>
                      <a:pt x="863" y="546"/>
                    </a:lnTo>
                    <a:lnTo>
                      <a:pt x="940" y="231"/>
                    </a:lnTo>
                    <a:lnTo>
                      <a:pt x="104" y="27"/>
                    </a:lnTo>
                    <a:lnTo>
                      <a:pt x="27" y="343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Freeform 75"/>
              <p:cNvSpPr>
                <a:spLocks/>
              </p:cNvSpPr>
              <p:nvPr/>
            </p:nvSpPr>
            <p:spPr bwMode="auto">
              <a:xfrm>
                <a:off x="4468402" y="4114758"/>
                <a:ext cx="114846" cy="102430"/>
              </a:xfrm>
              <a:custGeom>
                <a:avLst/>
                <a:gdLst>
                  <a:gd name="T0" fmla="*/ 82 w 82"/>
                  <a:gd name="T1" fmla="*/ 16 h 73"/>
                  <a:gd name="T2" fmla="*/ 16 w 82"/>
                  <a:gd name="T3" fmla="*/ 0 h 73"/>
                  <a:gd name="T4" fmla="*/ 0 w 82"/>
                  <a:gd name="T5" fmla="*/ 63 h 73"/>
                  <a:gd name="T6" fmla="*/ 3 w 82"/>
                  <a:gd name="T7" fmla="*/ 64 h 73"/>
                  <a:gd name="T8" fmla="*/ 81 w 82"/>
                  <a:gd name="T9" fmla="*/ 17 h 73"/>
                  <a:gd name="T10" fmla="*/ 82 w 82"/>
                  <a:gd name="T11" fmla="*/ 16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73">
                    <a:moveTo>
                      <a:pt x="82" y="16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1" y="64"/>
                      <a:pt x="2" y="64"/>
                      <a:pt x="3" y="64"/>
                    </a:cubicBezTo>
                    <a:cubicBezTo>
                      <a:pt x="38" y="73"/>
                      <a:pt x="73" y="52"/>
                      <a:pt x="81" y="17"/>
                    </a:cubicBezTo>
                    <a:lnTo>
                      <a:pt x="82" y="16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Freeform 76"/>
              <p:cNvSpPr>
                <a:spLocks/>
              </p:cNvSpPr>
              <p:nvPr/>
            </p:nvSpPr>
            <p:spPr bwMode="auto">
              <a:xfrm>
                <a:off x="4405289" y="4374454"/>
                <a:ext cx="103465" cy="113811"/>
              </a:xfrm>
              <a:custGeom>
                <a:avLst/>
                <a:gdLst>
                  <a:gd name="T0" fmla="*/ 17 w 74"/>
                  <a:gd name="T1" fmla="*/ 0 h 81"/>
                  <a:gd name="T2" fmla="*/ 0 w 74"/>
                  <a:gd name="T3" fmla="*/ 66 h 81"/>
                  <a:gd name="T4" fmla="*/ 64 w 74"/>
                  <a:gd name="T5" fmla="*/ 81 h 81"/>
                  <a:gd name="T6" fmla="*/ 65 w 74"/>
                  <a:gd name="T7" fmla="*/ 78 h 81"/>
                  <a:gd name="T8" fmla="*/ 18 w 74"/>
                  <a:gd name="T9" fmla="*/ 0 h 81"/>
                  <a:gd name="T10" fmla="*/ 17 w 74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81">
                    <a:moveTo>
                      <a:pt x="17" y="0"/>
                    </a:moveTo>
                    <a:cubicBezTo>
                      <a:pt x="0" y="66"/>
                      <a:pt x="0" y="66"/>
                      <a:pt x="0" y="66"/>
                    </a:cubicBezTo>
                    <a:cubicBezTo>
                      <a:pt x="64" y="81"/>
                      <a:pt x="64" y="81"/>
                      <a:pt x="64" y="81"/>
                    </a:cubicBezTo>
                    <a:cubicBezTo>
                      <a:pt x="64" y="80"/>
                      <a:pt x="65" y="79"/>
                      <a:pt x="65" y="78"/>
                    </a:cubicBezTo>
                    <a:cubicBezTo>
                      <a:pt x="74" y="43"/>
                      <a:pt x="52" y="8"/>
                      <a:pt x="18" y="0"/>
                    </a:cubicBez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Freeform 77"/>
              <p:cNvSpPr>
                <a:spLocks/>
              </p:cNvSpPr>
              <p:nvPr/>
            </p:nvSpPr>
            <p:spPr bwMode="auto">
              <a:xfrm>
                <a:off x="5198863" y="4582418"/>
                <a:ext cx="112777" cy="102430"/>
              </a:xfrm>
              <a:custGeom>
                <a:avLst/>
                <a:gdLst>
                  <a:gd name="T0" fmla="*/ 0 w 81"/>
                  <a:gd name="T1" fmla="*/ 57 h 73"/>
                  <a:gd name="T2" fmla="*/ 66 w 81"/>
                  <a:gd name="T3" fmla="*/ 73 h 73"/>
                  <a:gd name="T4" fmla="*/ 81 w 81"/>
                  <a:gd name="T5" fmla="*/ 10 h 73"/>
                  <a:gd name="T6" fmla="*/ 78 w 81"/>
                  <a:gd name="T7" fmla="*/ 9 h 73"/>
                  <a:gd name="T8" fmla="*/ 0 w 81"/>
                  <a:gd name="T9" fmla="*/ 56 h 73"/>
                  <a:gd name="T10" fmla="*/ 0 w 81"/>
                  <a:gd name="T11" fmla="*/ 5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1" h="73">
                    <a:moveTo>
                      <a:pt x="0" y="57"/>
                    </a:moveTo>
                    <a:cubicBezTo>
                      <a:pt x="66" y="73"/>
                      <a:pt x="66" y="73"/>
                      <a:pt x="66" y="73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0" y="9"/>
                      <a:pt x="79" y="9"/>
                      <a:pt x="78" y="9"/>
                    </a:cubicBezTo>
                    <a:cubicBezTo>
                      <a:pt x="43" y="0"/>
                      <a:pt x="8" y="22"/>
                      <a:pt x="0" y="56"/>
                    </a:cubicBez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Freeform 78"/>
              <p:cNvSpPr>
                <a:spLocks/>
              </p:cNvSpPr>
              <p:nvPr/>
            </p:nvSpPr>
            <p:spPr bwMode="auto">
              <a:xfrm>
                <a:off x="5272322" y="4311340"/>
                <a:ext cx="102430" cy="114846"/>
              </a:xfrm>
              <a:custGeom>
                <a:avLst/>
                <a:gdLst>
                  <a:gd name="T0" fmla="*/ 57 w 73"/>
                  <a:gd name="T1" fmla="*/ 82 h 82"/>
                  <a:gd name="T2" fmla="*/ 73 w 73"/>
                  <a:gd name="T3" fmla="*/ 16 h 82"/>
                  <a:gd name="T4" fmla="*/ 9 w 73"/>
                  <a:gd name="T5" fmla="*/ 0 h 82"/>
                  <a:gd name="T6" fmla="*/ 8 w 73"/>
                  <a:gd name="T7" fmla="*/ 3 h 82"/>
                  <a:gd name="T8" fmla="*/ 56 w 73"/>
                  <a:gd name="T9" fmla="*/ 81 h 82"/>
                  <a:gd name="T10" fmla="*/ 57 w 73"/>
                  <a:gd name="T11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82">
                    <a:moveTo>
                      <a:pt x="57" y="82"/>
                    </a:moveTo>
                    <a:cubicBezTo>
                      <a:pt x="73" y="16"/>
                      <a:pt x="73" y="16"/>
                      <a:pt x="73" y="16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1"/>
                      <a:pt x="9" y="2"/>
                      <a:pt x="8" y="3"/>
                    </a:cubicBezTo>
                    <a:cubicBezTo>
                      <a:pt x="0" y="38"/>
                      <a:pt x="21" y="73"/>
                      <a:pt x="56" y="81"/>
                    </a:cubicBezTo>
                    <a:lnTo>
                      <a:pt x="57" y="82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Freeform 79"/>
              <p:cNvSpPr>
                <a:spLocks/>
              </p:cNvSpPr>
              <p:nvPr/>
            </p:nvSpPr>
            <p:spPr bwMode="auto">
              <a:xfrm>
                <a:off x="4125934" y="3981289"/>
                <a:ext cx="1024300" cy="944632"/>
              </a:xfrm>
              <a:custGeom>
                <a:avLst/>
                <a:gdLst>
                  <a:gd name="T0" fmla="*/ 558 w 733"/>
                  <a:gd name="T1" fmla="*/ 666 h 677"/>
                  <a:gd name="T2" fmla="*/ 527 w 733"/>
                  <a:gd name="T3" fmla="*/ 669 h 677"/>
                  <a:gd name="T4" fmla="*/ 11 w 733"/>
                  <a:gd name="T5" fmla="*/ 247 h 677"/>
                  <a:gd name="T6" fmla="*/ 8 w 733"/>
                  <a:gd name="T7" fmla="*/ 216 h 677"/>
                  <a:gd name="T8" fmla="*/ 175 w 733"/>
                  <a:gd name="T9" fmla="*/ 11 h 677"/>
                  <a:gd name="T10" fmla="*/ 206 w 733"/>
                  <a:gd name="T11" fmla="*/ 8 h 677"/>
                  <a:gd name="T12" fmla="*/ 722 w 733"/>
                  <a:gd name="T13" fmla="*/ 431 h 677"/>
                  <a:gd name="T14" fmla="*/ 725 w 733"/>
                  <a:gd name="T15" fmla="*/ 462 h 677"/>
                  <a:gd name="T16" fmla="*/ 558 w 733"/>
                  <a:gd name="T17" fmla="*/ 666 h 6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33" h="677">
                    <a:moveTo>
                      <a:pt x="558" y="666"/>
                    </a:moveTo>
                    <a:cubicBezTo>
                      <a:pt x="550" y="676"/>
                      <a:pt x="536" y="677"/>
                      <a:pt x="527" y="669"/>
                    </a:cubicBezTo>
                    <a:cubicBezTo>
                      <a:pt x="11" y="247"/>
                      <a:pt x="11" y="247"/>
                      <a:pt x="11" y="247"/>
                    </a:cubicBezTo>
                    <a:cubicBezTo>
                      <a:pt x="1" y="239"/>
                      <a:pt x="0" y="225"/>
                      <a:pt x="8" y="216"/>
                    </a:cubicBezTo>
                    <a:cubicBezTo>
                      <a:pt x="175" y="11"/>
                      <a:pt x="175" y="11"/>
                      <a:pt x="175" y="11"/>
                    </a:cubicBezTo>
                    <a:cubicBezTo>
                      <a:pt x="183" y="2"/>
                      <a:pt x="197" y="0"/>
                      <a:pt x="206" y="8"/>
                    </a:cubicBezTo>
                    <a:cubicBezTo>
                      <a:pt x="722" y="431"/>
                      <a:pt x="722" y="431"/>
                      <a:pt x="722" y="431"/>
                    </a:cubicBezTo>
                    <a:cubicBezTo>
                      <a:pt x="732" y="439"/>
                      <a:pt x="733" y="453"/>
                      <a:pt x="725" y="462"/>
                    </a:cubicBezTo>
                    <a:cubicBezTo>
                      <a:pt x="558" y="666"/>
                      <a:pt x="558" y="666"/>
                      <a:pt x="558" y="666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Freeform 80"/>
              <p:cNvSpPr>
                <a:spLocks/>
              </p:cNvSpPr>
              <p:nvPr/>
            </p:nvSpPr>
            <p:spPr bwMode="auto">
              <a:xfrm>
                <a:off x="4473575" y="4289613"/>
                <a:ext cx="329017" cy="327983"/>
              </a:xfrm>
              <a:custGeom>
                <a:avLst/>
                <a:gdLst>
                  <a:gd name="T0" fmla="*/ 198 w 235"/>
                  <a:gd name="T1" fmla="*/ 184 h 235"/>
                  <a:gd name="T2" fmla="*/ 51 w 235"/>
                  <a:gd name="T3" fmla="*/ 199 h 235"/>
                  <a:gd name="T4" fmla="*/ 37 w 235"/>
                  <a:gd name="T5" fmla="*/ 52 h 235"/>
                  <a:gd name="T6" fmla="*/ 184 w 235"/>
                  <a:gd name="T7" fmla="*/ 37 h 235"/>
                  <a:gd name="T8" fmla="*/ 198 w 235"/>
                  <a:gd name="T9" fmla="*/ 184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5" h="235">
                    <a:moveTo>
                      <a:pt x="198" y="184"/>
                    </a:moveTo>
                    <a:cubicBezTo>
                      <a:pt x="162" y="229"/>
                      <a:pt x="96" y="235"/>
                      <a:pt x="51" y="199"/>
                    </a:cubicBezTo>
                    <a:cubicBezTo>
                      <a:pt x="6" y="162"/>
                      <a:pt x="0" y="96"/>
                      <a:pt x="37" y="52"/>
                    </a:cubicBezTo>
                    <a:cubicBezTo>
                      <a:pt x="73" y="7"/>
                      <a:pt x="139" y="0"/>
                      <a:pt x="184" y="37"/>
                    </a:cubicBezTo>
                    <a:cubicBezTo>
                      <a:pt x="228" y="74"/>
                      <a:pt x="235" y="139"/>
                      <a:pt x="198" y="184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Freeform 81"/>
              <p:cNvSpPr>
                <a:spLocks noEditPoints="1"/>
              </p:cNvSpPr>
              <p:nvPr/>
            </p:nvSpPr>
            <p:spPr bwMode="auto">
              <a:xfrm>
                <a:off x="4152835" y="4011293"/>
                <a:ext cx="966359" cy="889796"/>
              </a:xfrm>
              <a:custGeom>
                <a:avLst/>
                <a:gdLst>
                  <a:gd name="T0" fmla="*/ 699 w 934"/>
                  <a:gd name="T1" fmla="*/ 860 h 860"/>
                  <a:gd name="T2" fmla="*/ 0 w 934"/>
                  <a:gd name="T3" fmla="*/ 286 h 860"/>
                  <a:gd name="T4" fmla="*/ 235 w 934"/>
                  <a:gd name="T5" fmla="*/ 0 h 860"/>
                  <a:gd name="T6" fmla="*/ 934 w 934"/>
                  <a:gd name="T7" fmla="*/ 574 h 860"/>
                  <a:gd name="T8" fmla="*/ 699 w 934"/>
                  <a:gd name="T9" fmla="*/ 860 h 860"/>
                  <a:gd name="T10" fmla="*/ 31 w 934"/>
                  <a:gd name="T11" fmla="*/ 284 h 860"/>
                  <a:gd name="T12" fmla="*/ 696 w 934"/>
                  <a:gd name="T13" fmla="*/ 828 h 860"/>
                  <a:gd name="T14" fmla="*/ 903 w 934"/>
                  <a:gd name="T15" fmla="*/ 577 h 860"/>
                  <a:gd name="T16" fmla="*/ 238 w 934"/>
                  <a:gd name="T17" fmla="*/ 31 h 860"/>
                  <a:gd name="T18" fmla="*/ 31 w 934"/>
                  <a:gd name="T19" fmla="*/ 284 h 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4" h="860">
                    <a:moveTo>
                      <a:pt x="699" y="860"/>
                    </a:moveTo>
                    <a:lnTo>
                      <a:pt x="0" y="286"/>
                    </a:lnTo>
                    <a:lnTo>
                      <a:pt x="235" y="0"/>
                    </a:lnTo>
                    <a:lnTo>
                      <a:pt x="934" y="574"/>
                    </a:lnTo>
                    <a:lnTo>
                      <a:pt x="699" y="860"/>
                    </a:lnTo>
                    <a:close/>
                    <a:moveTo>
                      <a:pt x="31" y="284"/>
                    </a:moveTo>
                    <a:lnTo>
                      <a:pt x="696" y="828"/>
                    </a:lnTo>
                    <a:lnTo>
                      <a:pt x="903" y="577"/>
                    </a:lnTo>
                    <a:lnTo>
                      <a:pt x="238" y="31"/>
                    </a:lnTo>
                    <a:lnTo>
                      <a:pt x="31" y="284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Freeform 82"/>
              <p:cNvSpPr>
                <a:spLocks noEditPoints="1"/>
              </p:cNvSpPr>
              <p:nvPr/>
            </p:nvSpPr>
            <p:spPr bwMode="auto">
              <a:xfrm>
                <a:off x="4152835" y="4011293"/>
                <a:ext cx="966359" cy="889796"/>
              </a:xfrm>
              <a:custGeom>
                <a:avLst/>
                <a:gdLst>
                  <a:gd name="T0" fmla="*/ 699 w 934"/>
                  <a:gd name="T1" fmla="*/ 860 h 860"/>
                  <a:gd name="T2" fmla="*/ 0 w 934"/>
                  <a:gd name="T3" fmla="*/ 286 h 860"/>
                  <a:gd name="T4" fmla="*/ 235 w 934"/>
                  <a:gd name="T5" fmla="*/ 0 h 860"/>
                  <a:gd name="T6" fmla="*/ 934 w 934"/>
                  <a:gd name="T7" fmla="*/ 574 h 860"/>
                  <a:gd name="T8" fmla="*/ 699 w 934"/>
                  <a:gd name="T9" fmla="*/ 860 h 860"/>
                  <a:gd name="T10" fmla="*/ 31 w 934"/>
                  <a:gd name="T11" fmla="*/ 284 h 860"/>
                  <a:gd name="T12" fmla="*/ 696 w 934"/>
                  <a:gd name="T13" fmla="*/ 828 h 860"/>
                  <a:gd name="T14" fmla="*/ 903 w 934"/>
                  <a:gd name="T15" fmla="*/ 577 h 860"/>
                  <a:gd name="T16" fmla="*/ 238 w 934"/>
                  <a:gd name="T17" fmla="*/ 31 h 860"/>
                  <a:gd name="T18" fmla="*/ 31 w 934"/>
                  <a:gd name="T19" fmla="*/ 284 h 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4" h="860">
                    <a:moveTo>
                      <a:pt x="699" y="860"/>
                    </a:moveTo>
                    <a:lnTo>
                      <a:pt x="0" y="286"/>
                    </a:lnTo>
                    <a:lnTo>
                      <a:pt x="235" y="0"/>
                    </a:lnTo>
                    <a:lnTo>
                      <a:pt x="934" y="574"/>
                    </a:lnTo>
                    <a:lnTo>
                      <a:pt x="699" y="860"/>
                    </a:lnTo>
                    <a:moveTo>
                      <a:pt x="31" y="284"/>
                    </a:moveTo>
                    <a:lnTo>
                      <a:pt x="696" y="828"/>
                    </a:lnTo>
                    <a:lnTo>
                      <a:pt x="903" y="577"/>
                    </a:lnTo>
                    <a:lnTo>
                      <a:pt x="238" y="31"/>
                    </a:lnTo>
                    <a:lnTo>
                      <a:pt x="31" y="28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Freeform 83"/>
              <p:cNvSpPr>
                <a:spLocks/>
              </p:cNvSpPr>
              <p:nvPr/>
            </p:nvSpPr>
            <p:spPr bwMode="auto">
              <a:xfrm>
                <a:off x="4343210" y="4023709"/>
                <a:ext cx="130365" cy="106569"/>
              </a:xfrm>
              <a:custGeom>
                <a:avLst/>
                <a:gdLst>
                  <a:gd name="T0" fmla="*/ 94 w 94"/>
                  <a:gd name="T1" fmla="*/ 43 h 76"/>
                  <a:gd name="T2" fmla="*/ 41 w 94"/>
                  <a:gd name="T3" fmla="*/ 0 h 76"/>
                  <a:gd name="T4" fmla="*/ 0 w 94"/>
                  <a:gd name="T5" fmla="*/ 51 h 76"/>
                  <a:gd name="T6" fmla="*/ 2 w 94"/>
                  <a:gd name="T7" fmla="*/ 53 h 76"/>
                  <a:gd name="T8" fmla="*/ 93 w 94"/>
                  <a:gd name="T9" fmla="*/ 44 h 76"/>
                  <a:gd name="T10" fmla="*/ 94 w 94"/>
                  <a:gd name="T11" fmla="*/ 43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6">
                    <a:moveTo>
                      <a:pt x="94" y="43"/>
                    </a:moveTo>
                    <a:cubicBezTo>
                      <a:pt x="41" y="0"/>
                      <a:pt x="41" y="0"/>
                      <a:pt x="41" y="0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2"/>
                      <a:pt x="1" y="52"/>
                      <a:pt x="2" y="53"/>
                    </a:cubicBezTo>
                    <a:cubicBezTo>
                      <a:pt x="30" y="76"/>
                      <a:pt x="70" y="72"/>
                      <a:pt x="93" y="44"/>
                    </a:cubicBezTo>
                    <a:lnTo>
                      <a:pt x="94" y="43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Freeform 84"/>
              <p:cNvSpPr>
                <a:spLocks/>
              </p:cNvSpPr>
              <p:nvPr/>
            </p:nvSpPr>
            <p:spPr bwMode="auto">
              <a:xfrm>
                <a:off x="4172494" y="4232707"/>
                <a:ext cx="104500" cy="130365"/>
              </a:xfrm>
              <a:custGeom>
                <a:avLst/>
                <a:gdLst>
                  <a:gd name="T0" fmla="*/ 43 w 75"/>
                  <a:gd name="T1" fmla="*/ 0 h 94"/>
                  <a:gd name="T2" fmla="*/ 0 w 75"/>
                  <a:gd name="T3" fmla="*/ 52 h 94"/>
                  <a:gd name="T4" fmla="*/ 51 w 75"/>
                  <a:gd name="T5" fmla="*/ 94 h 94"/>
                  <a:gd name="T6" fmla="*/ 53 w 75"/>
                  <a:gd name="T7" fmla="*/ 91 h 94"/>
                  <a:gd name="T8" fmla="*/ 44 w 75"/>
                  <a:gd name="T9" fmla="*/ 0 h 94"/>
                  <a:gd name="T10" fmla="*/ 43 w 75"/>
                  <a:gd name="T11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43" y="0"/>
                    </a:moveTo>
                    <a:cubicBezTo>
                      <a:pt x="0" y="52"/>
                      <a:pt x="0" y="52"/>
                      <a:pt x="0" y="52"/>
                    </a:cubicBezTo>
                    <a:cubicBezTo>
                      <a:pt x="51" y="94"/>
                      <a:pt x="51" y="94"/>
                      <a:pt x="51" y="94"/>
                    </a:cubicBezTo>
                    <a:cubicBezTo>
                      <a:pt x="51" y="93"/>
                      <a:pt x="52" y="92"/>
                      <a:pt x="53" y="91"/>
                    </a:cubicBezTo>
                    <a:cubicBezTo>
                      <a:pt x="75" y="64"/>
                      <a:pt x="71" y="23"/>
                      <a:pt x="44" y="0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6" name="Freeform 85"/>
              <p:cNvSpPr>
                <a:spLocks/>
              </p:cNvSpPr>
              <p:nvPr/>
            </p:nvSpPr>
            <p:spPr bwMode="auto">
              <a:xfrm>
                <a:off x="4800524" y="4780035"/>
                <a:ext cx="131400" cy="105534"/>
              </a:xfrm>
              <a:custGeom>
                <a:avLst/>
                <a:gdLst>
                  <a:gd name="T0" fmla="*/ 0 w 94"/>
                  <a:gd name="T1" fmla="*/ 33 h 76"/>
                  <a:gd name="T2" fmla="*/ 53 w 94"/>
                  <a:gd name="T3" fmla="*/ 76 h 76"/>
                  <a:gd name="T4" fmla="*/ 94 w 94"/>
                  <a:gd name="T5" fmla="*/ 25 h 76"/>
                  <a:gd name="T6" fmla="*/ 92 w 94"/>
                  <a:gd name="T7" fmla="*/ 23 h 76"/>
                  <a:gd name="T8" fmla="*/ 1 w 94"/>
                  <a:gd name="T9" fmla="*/ 32 h 76"/>
                  <a:gd name="T10" fmla="*/ 0 w 94"/>
                  <a:gd name="T11" fmla="*/ 33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6">
                    <a:moveTo>
                      <a:pt x="0" y="33"/>
                    </a:moveTo>
                    <a:cubicBezTo>
                      <a:pt x="53" y="76"/>
                      <a:pt x="53" y="76"/>
                      <a:pt x="53" y="76"/>
                    </a:cubicBezTo>
                    <a:cubicBezTo>
                      <a:pt x="94" y="25"/>
                      <a:pt x="94" y="25"/>
                      <a:pt x="94" y="25"/>
                    </a:cubicBezTo>
                    <a:cubicBezTo>
                      <a:pt x="94" y="24"/>
                      <a:pt x="93" y="23"/>
                      <a:pt x="92" y="23"/>
                    </a:cubicBezTo>
                    <a:cubicBezTo>
                      <a:pt x="64" y="0"/>
                      <a:pt x="24" y="4"/>
                      <a:pt x="1" y="32"/>
                    </a:cubicBez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Freeform 86"/>
              <p:cNvSpPr>
                <a:spLocks/>
              </p:cNvSpPr>
              <p:nvPr/>
            </p:nvSpPr>
            <p:spPr bwMode="auto">
              <a:xfrm>
                <a:off x="4998141" y="4546205"/>
                <a:ext cx="104500" cy="131400"/>
              </a:xfrm>
              <a:custGeom>
                <a:avLst/>
                <a:gdLst>
                  <a:gd name="T0" fmla="*/ 32 w 75"/>
                  <a:gd name="T1" fmla="*/ 94 h 94"/>
                  <a:gd name="T2" fmla="*/ 75 w 75"/>
                  <a:gd name="T3" fmla="*/ 42 h 94"/>
                  <a:gd name="T4" fmla="*/ 24 w 75"/>
                  <a:gd name="T5" fmla="*/ 0 h 94"/>
                  <a:gd name="T6" fmla="*/ 22 w 75"/>
                  <a:gd name="T7" fmla="*/ 2 h 94"/>
                  <a:gd name="T8" fmla="*/ 31 w 75"/>
                  <a:gd name="T9" fmla="*/ 93 h 94"/>
                  <a:gd name="T10" fmla="*/ 32 w 75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32" y="94"/>
                    </a:moveTo>
                    <a:cubicBezTo>
                      <a:pt x="75" y="42"/>
                      <a:pt x="75" y="42"/>
                      <a:pt x="75" y="42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1"/>
                      <a:pt x="23" y="2"/>
                      <a:pt x="22" y="2"/>
                    </a:cubicBezTo>
                    <a:cubicBezTo>
                      <a:pt x="0" y="30"/>
                      <a:pt x="4" y="71"/>
                      <a:pt x="31" y="93"/>
                    </a:cubicBezTo>
                    <a:lnTo>
                      <a:pt x="32" y="94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Freeform 87"/>
              <p:cNvSpPr>
                <a:spLocks/>
              </p:cNvSpPr>
              <p:nvPr/>
            </p:nvSpPr>
            <p:spPr bwMode="auto">
              <a:xfrm>
                <a:off x="2969200" y="3298422"/>
                <a:ext cx="561813" cy="1039820"/>
              </a:xfrm>
              <a:custGeom>
                <a:avLst/>
                <a:gdLst>
                  <a:gd name="T0" fmla="*/ 20 w 403"/>
                  <a:gd name="T1" fmla="*/ 40 h 745"/>
                  <a:gd name="T2" fmla="*/ 1 w 403"/>
                  <a:gd name="T3" fmla="*/ 65 h 745"/>
                  <a:gd name="T4" fmla="*/ 96 w 403"/>
                  <a:gd name="T5" fmla="*/ 725 h 745"/>
                  <a:gd name="T6" fmla="*/ 121 w 403"/>
                  <a:gd name="T7" fmla="*/ 744 h 745"/>
                  <a:gd name="T8" fmla="*/ 383 w 403"/>
                  <a:gd name="T9" fmla="*/ 706 h 745"/>
                  <a:gd name="T10" fmla="*/ 401 w 403"/>
                  <a:gd name="T11" fmla="*/ 681 h 745"/>
                  <a:gd name="T12" fmla="*/ 307 w 403"/>
                  <a:gd name="T13" fmla="*/ 21 h 745"/>
                  <a:gd name="T14" fmla="*/ 282 w 403"/>
                  <a:gd name="T15" fmla="*/ 2 h 745"/>
                  <a:gd name="T16" fmla="*/ 20 w 403"/>
                  <a:gd name="T17" fmla="*/ 40 h 7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03" h="745">
                    <a:moveTo>
                      <a:pt x="20" y="40"/>
                    </a:moveTo>
                    <a:cubicBezTo>
                      <a:pt x="8" y="41"/>
                      <a:pt x="0" y="53"/>
                      <a:pt x="1" y="65"/>
                    </a:cubicBezTo>
                    <a:cubicBezTo>
                      <a:pt x="96" y="725"/>
                      <a:pt x="96" y="725"/>
                      <a:pt x="96" y="725"/>
                    </a:cubicBezTo>
                    <a:cubicBezTo>
                      <a:pt x="98" y="737"/>
                      <a:pt x="109" y="745"/>
                      <a:pt x="121" y="744"/>
                    </a:cubicBezTo>
                    <a:cubicBezTo>
                      <a:pt x="383" y="706"/>
                      <a:pt x="383" y="706"/>
                      <a:pt x="383" y="706"/>
                    </a:cubicBezTo>
                    <a:cubicBezTo>
                      <a:pt x="395" y="704"/>
                      <a:pt x="403" y="693"/>
                      <a:pt x="401" y="681"/>
                    </a:cubicBezTo>
                    <a:cubicBezTo>
                      <a:pt x="307" y="21"/>
                      <a:pt x="307" y="21"/>
                      <a:pt x="307" y="21"/>
                    </a:cubicBezTo>
                    <a:cubicBezTo>
                      <a:pt x="305" y="9"/>
                      <a:pt x="294" y="0"/>
                      <a:pt x="282" y="2"/>
                    </a:cubicBezTo>
                    <a:cubicBezTo>
                      <a:pt x="20" y="40"/>
                      <a:pt x="20" y="40"/>
                      <a:pt x="20" y="40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Freeform 88"/>
              <p:cNvSpPr>
                <a:spLocks/>
              </p:cNvSpPr>
              <p:nvPr/>
            </p:nvSpPr>
            <p:spPr bwMode="auto">
              <a:xfrm>
                <a:off x="3094392" y="3662618"/>
                <a:ext cx="311429" cy="312463"/>
              </a:xfrm>
              <a:custGeom>
                <a:avLst/>
                <a:gdLst>
                  <a:gd name="T0" fmla="*/ 96 w 223"/>
                  <a:gd name="T1" fmla="*/ 8 h 224"/>
                  <a:gd name="T2" fmla="*/ 8 w 223"/>
                  <a:gd name="T3" fmla="*/ 127 h 224"/>
                  <a:gd name="T4" fmla="*/ 126 w 223"/>
                  <a:gd name="T5" fmla="*/ 215 h 224"/>
                  <a:gd name="T6" fmla="*/ 215 w 223"/>
                  <a:gd name="T7" fmla="*/ 97 h 224"/>
                  <a:gd name="T8" fmla="*/ 96 w 223"/>
                  <a:gd name="T9" fmla="*/ 8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3" h="224">
                    <a:moveTo>
                      <a:pt x="96" y="8"/>
                    </a:moveTo>
                    <a:cubicBezTo>
                      <a:pt x="39" y="17"/>
                      <a:pt x="0" y="70"/>
                      <a:pt x="8" y="127"/>
                    </a:cubicBezTo>
                    <a:cubicBezTo>
                      <a:pt x="16" y="184"/>
                      <a:pt x="69" y="224"/>
                      <a:pt x="126" y="215"/>
                    </a:cubicBezTo>
                    <a:cubicBezTo>
                      <a:pt x="183" y="207"/>
                      <a:pt x="223" y="154"/>
                      <a:pt x="215" y="97"/>
                    </a:cubicBezTo>
                    <a:cubicBezTo>
                      <a:pt x="207" y="40"/>
                      <a:pt x="154" y="0"/>
                      <a:pt x="96" y="8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Freeform 89"/>
              <p:cNvSpPr>
                <a:spLocks noEditPoints="1"/>
              </p:cNvSpPr>
              <p:nvPr/>
            </p:nvSpPr>
            <p:spPr bwMode="auto">
              <a:xfrm>
                <a:off x="3206134" y="3742285"/>
                <a:ext cx="111742" cy="27936"/>
              </a:xfrm>
              <a:custGeom>
                <a:avLst/>
                <a:gdLst>
                  <a:gd name="T0" fmla="*/ 11 w 80"/>
                  <a:gd name="T1" fmla="*/ 7 h 20"/>
                  <a:gd name="T2" fmla="*/ 4 w 80"/>
                  <a:gd name="T3" fmla="*/ 8 h 20"/>
                  <a:gd name="T4" fmla="*/ 0 w 80"/>
                  <a:gd name="T5" fmla="*/ 8 h 20"/>
                  <a:gd name="T6" fmla="*/ 27 w 80"/>
                  <a:gd name="T7" fmla="*/ 12 h 20"/>
                  <a:gd name="T8" fmla="*/ 22 w 80"/>
                  <a:gd name="T9" fmla="*/ 9 h 20"/>
                  <a:gd name="T10" fmla="*/ 11 w 80"/>
                  <a:gd name="T11" fmla="*/ 7 h 20"/>
                  <a:gd name="T12" fmla="*/ 77 w 80"/>
                  <a:gd name="T13" fmla="*/ 0 h 20"/>
                  <a:gd name="T14" fmla="*/ 41 w 80"/>
                  <a:gd name="T15" fmla="*/ 6 h 20"/>
                  <a:gd name="T16" fmla="*/ 42 w 80"/>
                  <a:gd name="T17" fmla="*/ 14 h 20"/>
                  <a:gd name="T18" fmla="*/ 80 w 80"/>
                  <a:gd name="T19" fmla="*/ 20 h 20"/>
                  <a:gd name="T20" fmla="*/ 80 w 80"/>
                  <a:gd name="T21" fmla="*/ 20 h 20"/>
                  <a:gd name="T22" fmla="*/ 77 w 80"/>
                  <a:gd name="T2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0" h="20">
                    <a:moveTo>
                      <a:pt x="11" y="7"/>
                    </a:moveTo>
                    <a:cubicBezTo>
                      <a:pt x="9" y="7"/>
                      <a:pt x="7" y="7"/>
                      <a:pt x="4" y="8"/>
                    </a:cubicBezTo>
                    <a:cubicBezTo>
                      <a:pt x="3" y="8"/>
                      <a:pt x="2" y="8"/>
                      <a:pt x="0" y="8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25" y="11"/>
                      <a:pt x="23" y="10"/>
                      <a:pt x="22" y="9"/>
                    </a:cubicBezTo>
                    <a:cubicBezTo>
                      <a:pt x="19" y="8"/>
                      <a:pt x="15" y="7"/>
                      <a:pt x="11" y="7"/>
                    </a:cubicBezTo>
                    <a:moveTo>
                      <a:pt x="77" y="0"/>
                    </a:moveTo>
                    <a:cubicBezTo>
                      <a:pt x="41" y="6"/>
                      <a:pt x="41" y="6"/>
                      <a:pt x="41" y="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77" y="0"/>
                      <a:pt x="77" y="0"/>
                      <a:pt x="77" y="0"/>
                    </a:cubicBezTo>
                  </a:path>
                </a:pathLst>
              </a:custGeom>
              <a:solidFill>
                <a:srgbClr val="9E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Freeform 90"/>
              <p:cNvSpPr>
                <a:spLocks noEditPoints="1"/>
              </p:cNvSpPr>
              <p:nvPr/>
            </p:nvSpPr>
            <p:spPr bwMode="auto">
              <a:xfrm>
                <a:off x="2990928" y="3328427"/>
                <a:ext cx="511115" cy="980844"/>
              </a:xfrm>
              <a:custGeom>
                <a:avLst/>
                <a:gdLst>
                  <a:gd name="T0" fmla="*/ 366 w 494"/>
                  <a:gd name="T1" fmla="*/ 0 h 948"/>
                  <a:gd name="T2" fmla="*/ 494 w 494"/>
                  <a:gd name="T3" fmla="*/ 895 h 948"/>
                  <a:gd name="T4" fmla="*/ 128 w 494"/>
                  <a:gd name="T5" fmla="*/ 948 h 948"/>
                  <a:gd name="T6" fmla="*/ 0 w 494"/>
                  <a:gd name="T7" fmla="*/ 53 h 948"/>
                  <a:gd name="T8" fmla="*/ 366 w 494"/>
                  <a:gd name="T9" fmla="*/ 0 h 948"/>
                  <a:gd name="T10" fmla="*/ 470 w 494"/>
                  <a:gd name="T11" fmla="*/ 876 h 948"/>
                  <a:gd name="T12" fmla="*/ 347 w 494"/>
                  <a:gd name="T13" fmla="*/ 26 h 948"/>
                  <a:gd name="T14" fmla="*/ 26 w 494"/>
                  <a:gd name="T15" fmla="*/ 72 h 948"/>
                  <a:gd name="T16" fmla="*/ 147 w 494"/>
                  <a:gd name="T17" fmla="*/ 922 h 948"/>
                  <a:gd name="T18" fmla="*/ 470 w 494"/>
                  <a:gd name="T19" fmla="*/ 876 h 9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4" h="948">
                    <a:moveTo>
                      <a:pt x="366" y="0"/>
                    </a:moveTo>
                    <a:lnTo>
                      <a:pt x="494" y="895"/>
                    </a:lnTo>
                    <a:lnTo>
                      <a:pt x="128" y="948"/>
                    </a:lnTo>
                    <a:lnTo>
                      <a:pt x="0" y="53"/>
                    </a:lnTo>
                    <a:lnTo>
                      <a:pt x="366" y="0"/>
                    </a:lnTo>
                    <a:close/>
                    <a:moveTo>
                      <a:pt x="470" y="876"/>
                    </a:moveTo>
                    <a:lnTo>
                      <a:pt x="347" y="26"/>
                    </a:lnTo>
                    <a:lnTo>
                      <a:pt x="26" y="72"/>
                    </a:lnTo>
                    <a:lnTo>
                      <a:pt x="147" y="922"/>
                    </a:lnTo>
                    <a:lnTo>
                      <a:pt x="470" y="876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Freeform 91"/>
              <p:cNvSpPr>
                <a:spLocks noEditPoints="1"/>
              </p:cNvSpPr>
              <p:nvPr/>
            </p:nvSpPr>
            <p:spPr bwMode="auto">
              <a:xfrm>
                <a:off x="2990928" y="3328427"/>
                <a:ext cx="511115" cy="980844"/>
              </a:xfrm>
              <a:custGeom>
                <a:avLst/>
                <a:gdLst>
                  <a:gd name="T0" fmla="*/ 366 w 494"/>
                  <a:gd name="T1" fmla="*/ 0 h 948"/>
                  <a:gd name="T2" fmla="*/ 494 w 494"/>
                  <a:gd name="T3" fmla="*/ 895 h 948"/>
                  <a:gd name="T4" fmla="*/ 128 w 494"/>
                  <a:gd name="T5" fmla="*/ 948 h 948"/>
                  <a:gd name="T6" fmla="*/ 0 w 494"/>
                  <a:gd name="T7" fmla="*/ 53 h 948"/>
                  <a:gd name="T8" fmla="*/ 366 w 494"/>
                  <a:gd name="T9" fmla="*/ 0 h 948"/>
                  <a:gd name="T10" fmla="*/ 470 w 494"/>
                  <a:gd name="T11" fmla="*/ 876 h 948"/>
                  <a:gd name="T12" fmla="*/ 347 w 494"/>
                  <a:gd name="T13" fmla="*/ 26 h 948"/>
                  <a:gd name="T14" fmla="*/ 26 w 494"/>
                  <a:gd name="T15" fmla="*/ 72 h 948"/>
                  <a:gd name="T16" fmla="*/ 147 w 494"/>
                  <a:gd name="T17" fmla="*/ 922 h 948"/>
                  <a:gd name="T18" fmla="*/ 470 w 494"/>
                  <a:gd name="T19" fmla="*/ 876 h 9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4" h="948">
                    <a:moveTo>
                      <a:pt x="366" y="0"/>
                    </a:moveTo>
                    <a:lnTo>
                      <a:pt x="494" y="895"/>
                    </a:lnTo>
                    <a:lnTo>
                      <a:pt x="128" y="948"/>
                    </a:lnTo>
                    <a:lnTo>
                      <a:pt x="0" y="53"/>
                    </a:lnTo>
                    <a:lnTo>
                      <a:pt x="366" y="0"/>
                    </a:lnTo>
                    <a:moveTo>
                      <a:pt x="470" y="876"/>
                    </a:moveTo>
                    <a:lnTo>
                      <a:pt x="347" y="26"/>
                    </a:lnTo>
                    <a:lnTo>
                      <a:pt x="26" y="72"/>
                    </a:lnTo>
                    <a:lnTo>
                      <a:pt x="147" y="922"/>
                    </a:lnTo>
                    <a:lnTo>
                      <a:pt x="470" y="87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Freeform 92"/>
              <p:cNvSpPr>
                <a:spLocks/>
              </p:cNvSpPr>
              <p:nvPr/>
            </p:nvSpPr>
            <p:spPr bwMode="auto">
              <a:xfrm>
                <a:off x="3396509" y="4150970"/>
                <a:ext cx="97257" cy="106569"/>
              </a:xfrm>
              <a:custGeom>
                <a:avLst/>
                <a:gdLst>
                  <a:gd name="T0" fmla="*/ 61 w 70"/>
                  <a:gd name="T1" fmla="*/ 0 h 76"/>
                  <a:gd name="T2" fmla="*/ 70 w 70"/>
                  <a:gd name="T3" fmla="*/ 67 h 76"/>
                  <a:gd name="T4" fmla="*/ 5 w 70"/>
                  <a:gd name="T5" fmla="*/ 76 h 76"/>
                  <a:gd name="T6" fmla="*/ 5 w 70"/>
                  <a:gd name="T7" fmla="*/ 73 h 76"/>
                  <a:gd name="T8" fmla="*/ 60 w 70"/>
                  <a:gd name="T9" fmla="*/ 0 h 76"/>
                  <a:gd name="T10" fmla="*/ 61 w 70"/>
                  <a:gd name="T11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0" h="76">
                    <a:moveTo>
                      <a:pt x="61" y="0"/>
                    </a:moveTo>
                    <a:cubicBezTo>
                      <a:pt x="70" y="67"/>
                      <a:pt x="70" y="67"/>
                      <a:pt x="70" y="67"/>
                    </a:cubicBezTo>
                    <a:cubicBezTo>
                      <a:pt x="5" y="76"/>
                      <a:pt x="5" y="76"/>
                      <a:pt x="5" y="76"/>
                    </a:cubicBezTo>
                    <a:cubicBezTo>
                      <a:pt x="5" y="75"/>
                      <a:pt x="5" y="74"/>
                      <a:pt x="5" y="73"/>
                    </a:cubicBezTo>
                    <a:cubicBezTo>
                      <a:pt x="0" y="38"/>
                      <a:pt x="24" y="5"/>
                      <a:pt x="60" y="0"/>
                    </a:cubicBezTo>
                    <a:cubicBezTo>
                      <a:pt x="61" y="0"/>
                      <a:pt x="61" y="0"/>
                      <a:pt x="61" y="0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4" name="Freeform 93"/>
              <p:cNvSpPr>
                <a:spLocks/>
              </p:cNvSpPr>
              <p:nvPr/>
            </p:nvSpPr>
            <p:spPr bwMode="auto">
              <a:xfrm>
                <a:off x="3123363" y="4195460"/>
                <a:ext cx="106569" cy="98292"/>
              </a:xfrm>
              <a:custGeom>
                <a:avLst/>
                <a:gdLst>
                  <a:gd name="T0" fmla="*/ 76 w 76"/>
                  <a:gd name="T1" fmla="*/ 61 h 70"/>
                  <a:gd name="T2" fmla="*/ 9 w 76"/>
                  <a:gd name="T3" fmla="*/ 70 h 70"/>
                  <a:gd name="T4" fmla="*/ 0 w 76"/>
                  <a:gd name="T5" fmla="*/ 6 h 70"/>
                  <a:gd name="T6" fmla="*/ 3 w 76"/>
                  <a:gd name="T7" fmla="*/ 5 h 70"/>
                  <a:gd name="T8" fmla="*/ 76 w 76"/>
                  <a:gd name="T9" fmla="*/ 60 h 70"/>
                  <a:gd name="T10" fmla="*/ 76 w 76"/>
                  <a:gd name="T11" fmla="*/ 6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6" h="70">
                    <a:moveTo>
                      <a:pt x="76" y="61"/>
                    </a:moveTo>
                    <a:cubicBezTo>
                      <a:pt x="9" y="70"/>
                      <a:pt x="9" y="70"/>
                      <a:pt x="9" y="7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5"/>
                      <a:pt x="2" y="5"/>
                      <a:pt x="3" y="5"/>
                    </a:cubicBezTo>
                    <a:cubicBezTo>
                      <a:pt x="38" y="0"/>
                      <a:pt x="71" y="24"/>
                      <a:pt x="76" y="60"/>
                    </a:cubicBezTo>
                    <a:lnTo>
                      <a:pt x="76" y="61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5" name="Freeform 94"/>
              <p:cNvSpPr>
                <a:spLocks/>
              </p:cNvSpPr>
              <p:nvPr/>
            </p:nvSpPr>
            <p:spPr bwMode="auto">
              <a:xfrm>
                <a:off x="3003344" y="3380159"/>
                <a:ext cx="98292" cy="106569"/>
              </a:xfrm>
              <a:custGeom>
                <a:avLst/>
                <a:gdLst>
                  <a:gd name="T0" fmla="*/ 9 w 70"/>
                  <a:gd name="T1" fmla="*/ 76 h 76"/>
                  <a:gd name="T2" fmla="*/ 0 w 70"/>
                  <a:gd name="T3" fmla="*/ 9 h 76"/>
                  <a:gd name="T4" fmla="*/ 65 w 70"/>
                  <a:gd name="T5" fmla="*/ 0 h 76"/>
                  <a:gd name="T6" fmla="*/ 65 w 70"/>
                  <a:gd name="T7" fmla="*/ 3 h 76"/>
                  <a:gd name="T8" fmla="*/ 10 w 70"/>
                  <a:gd name="T9" fmla="*/ 76 h 76"/>
                  <a:gd name="T10" fmla="*/ 9 w 70"/>
                  <a:gd name="T11" fmla="*/ 7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0" h="76">
                    <a:moveTo>
                      <a:pt x="9" y="76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65" y="0"/>
                      <a:pt x="65" y="0"/>
                      <a:pt x="65" y="0"/>
                    </a:cubicBezTo>
                    <a:cubicBezTo>
                      <a:pt x="65" y="1"/>
                      <a:pt x="65" y="2"/>
                      <a:pt x="65" y="3"/>
                    </a:cubicBezTo>
                    <a:cubicBezTo>
                      <a:pt x="70" y="38"/>
                      <a:pt x="46" y="71"/>
                      <a:pt x="10" y="76"/>
                    </a:cubicBezTo>
                    <a:lnTo>
                      <a:pt x="9" y="76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6" name="Freeform 95"/>
              <p:cNvSpPr>
                <a:spLocks/>
              </p:cNvSpPr>
              <p:nvPr/>
            </p:nvSpPr>
            <p:spPr bwMode="auto">
              <a:xfrm>
                <a:off x="3267178" y="3342912"/>
                <a:ext cx="107603" cy="99326"/>
              </a:xfrm>
              <a:custGeom>
                <a:avLst/>
                <a:gdLst>
                  <a:gd name="T0" fmla="*/ 0 w 77"/>
                  <a:gd name="T1" fmla="*/ 10 h 71"/>
                  <a:gd name="T2" fmla="*/ 67 w 77"/>
                  <a:gd name="T3" fmla="*/ 0 h 71"/>
                  <a:gd name="T4" fmla="*/ 77 w 77"/>
                  <a:gd name="T5" fmla="*/ 65 h 71"/>
                  <a:gd name="T6" fmla="*/ 73 w 77"/>
                  <a:gd name="T7" fmla="*/ 66 h 71"/>
                  <a:gd name="T8" fmla="*/ 0 w 77"/>
                  <a:gd name="T9" fmla="*/ 11 h 71"/>
                  <a:gd name="T10" fmla="*/ 0 w 77"/>
                  <a:gd name="T11" fmla="*/ 1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71">
                    <a:moveTo>
                      <a:pt x="0" y="10"/>
                    </a:moveTo>
                    <a:cubicBezTo>
                      <a:pt x="67" y="0"/>
                      <a:pt x="67" y="0"/>
                      <a:pt x="67" y="0"/>
                    </a:cubicBezTo>
                    <a:cubicBezTo>
                      <a:pt x="77" y="65"/>
                      <a:pt x="77" y="65"/>
                      <a:pt x="77" y="65"/>
                    </a:cubicBezTo>
                    <a:cubicBezTo>
                      <a:pt x="75" y="66"/>
                      <a:pt x="74" y="66"/>
                      <a:pt x="73" y="66"/>
                    </a:cubicBezTo>
                    <a:cubicBezTo>
                      <a:pt x="38" y="71"/>
                      <a:pt x="5" y="46"/>
                      <a:pt x="0" y="11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Freeform 96"/>
              <p:cNvSpPr>
                <a:spLocks/>
              </p:cNvSpPr>
              <p:nvPr/>
            </p:nvSpPr>
            <p:spPr bwMode="auto">
              <a:xfrm>
                <a:off x="2307026" y="3635717"/>
                <a:ext cx="1038785" cy="562847"/>
              </a:xfrm>
              <a:custGeom>
                <a:avLst/>
                <a:gdLst>
                  <a:gd name="T0" fmla="*/ 1 w 744"/>
                  <a:gd name="T1" fmla="*/ 282 h 403"/>
                  <a:gd name="T2" fmla="*/ 20 w 744"/>
                  <a:gd name="T3" fmla="*/ 307 h 403"/>
                  <a:gd name="T4" fmla="*/ 681 w 744"/>
                  <a:gd name="T5" fmla="*/ 401 h 403"/>
                  <a:gd name="T6" fmla="*/ 705 w 744"/>
                  <a:gd name="T7" fmla="*/ 382 h 403"/>
                  <a:gd name="T8" fmla="*/ 743 w 744"/>
                  <a:gd name="T9" fmla="*/ 121 h 403"/>
                  <a:gd name="T10" fmla="*/ 724 w 744"/>
                  <a:gd name="T11" fmla="*/ 96 h 403"/>
                  <a:gd name="T12" fmla="*/ 63 w 744"/>
                  <a:gd name="T13" fmla="*/ 2 h 403"/>
                  <a:gd name="T14" fmla="*/ 38 w 744"/>
                  <a:gd name="T15" fmla="*/ 21 h 403"/>
                  <a:gd name="T16" fmla="*/ 1 w 744"/>
                  <a:gd name="T17" fmla="*/ 282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4" h="403">
                    <a:moveTo>
                      <a:pt x="1" y="282"/>
                    </a:moveTo>
                    <a:cubicBezTo>
                      <a:pt x="0" y="294"/>
                      <a:pt x="8" y="306"/>
                      <a:pt x="20" y="307"/>
                    </a:cubicBezTo>
                    <a:cubicBezTo>
                      <a:pt x="681" y="401"/>
                      <a:pt x="681" y="401"/>
                      <a:pt x="681" y="401"/>
                    </a:cubicBezTo>
                    <a:cubicBezTo>
                      <a:pt x="693" y="403"/>
                      <a:pt x="704" y="394"/>
                      <a:pt x="705" y="382"/>
                    </a:cubicBezTo>
                    <a:cubicBezTo>
                      <a:pt x="743" y="121"/>
                      <a:pt x="743" y="121"/>
                      <a:pt x="743" y="121"/>
                    </a:cubicBezTo>
                    <a:cubicBezTo>
                      <a:pt x="744" y="109"/>
                      <a:pt x="736" y="97"/>
                      <a:pt x="724" y="96"/>
                    </a:cubicBezTo>
                    <a:cubicBezTo>
                      <a:pt x="63" y="2"/>
                      <a:pt x="63" y="2"/>
                      <a:pt x="63" y="2"/>
                    </a:cubicBezTo>
                    <a:cubicBezTo>
                      <a:pt x="51" y="0"/>
                      <a:pt x="40" y="9"/>
                      <a:pt x="38" y="21"/>
                    </a:cubicBezTo>
                    <a:cubicBezTo>
                      <a:pt x="1" y="282"/>
                      <a:pt x="1" y="282"/>
                      <a:pt x="1" y="282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8" name="Freeform 97"/>
              <p:cNvSpPr>
                <a:spLocks/>
              </p:cNvSpPr>
              <p:nvPr/>
            </p:nvSpPr>
            <p:spPr bwMode="auto">
              <a:xfrm>
                <a:off x="2670188" y="3761944"/>
                <a:ext cx="312463" cy="311429"/>
              </a:xfrm>
              <a:custGeom>
                <a:avLst/>
                <a:gdLst>
                  <a:gd name="T0" fmla="*/ 8 w 224"/>
                  <a:gd name="T1" fmla="*/ 97 h 223"/>
                  <a:gd name="T2" fmla="*/ 97 w 224"/>
                  <a:gd name="T3" fmla="*/ 215 h 223"/>
                  <a:gd name="T4" fmla="*/ 215 w 224"/>
                  <a:gd name="T5" fmla="*/ 126 h 223"/>
                  <a:gd name="T6" fmla="*/ 127 w 224"/>
                  <a:gd name="T7" fmla="*/ 8 h 223"/>
                  <a:gd name="T8" fmla="*/ 8 w 224"/>
                  <a:gd name="T9" fmla="*/ 97 h 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4" h="223">
                    <a:moveTo>
                      <a:pt x="8" y="97"/>
                    </a:moveTo>
                    <a:cubicBezTo>
                      <a:pt x="0" y="154"/>
                      <a:pt x="40" y="207"/>
                      <a:pt x="97" y="215"/>
                    </a:cubicBezTo>
                    <a:cubicBezTo>
                      <a:pt x="154" y="223"/>
                      <a:pt x="207" y="183"/>
                      <a:pt x="215" y="126"/>
                    </a:cubicBezTo>
                    <a:cubicBezTo>
                      <a:pt x="224" y="69"/>
                      <a:pt x="184" y="16"/>
                      <a:pt x="127" y="8"/>
                    </a:cubicBezTo>
                    <a:cubicBezTo>
                      <a:pt x="69" y="0"/>
                      <a:pt x="17" y="40"/>
                      <a:pt x="8" y="97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Freeform 98"/>
              <p:cNvSpPr>
                <a:spLocks noEditPoints="1"/>
              </p:cNvSpPr>
              <p:nvPr/>
            </p:nvSpPr>
            <p:spPr bwMode="auto">
              <a:xfrm>
                <a:off x="2335997" y="3665721"/>
                <a:ext cx="980844" cy="509046"/>
              </a:xfrm>
              <a:custGeom>
                <a:avLst/>
                <a:gdLst>
                  <a:gd name="T0" fmla="*/ 52 w 948"/>
                  <a:gd name="T1" fmla="*/ 0 h 492"/>
                  <a:gd name="T2" fmla="*/ 948 w 948"/>
                  <a:gd name="T3" fmla="*/ 126 h 492"/>
                  <a:gd name="T4" fmla="*/ 895 w 948"/>
                  <a:gd name="T5" fmla="*/ 492 h 492"/>
                  <a:gd name="T6" fmla="*/ 0 w 948"/>
                  <a:gd name="T7" fmla="*/ 365 h 492"/>
                  <a:gd name="T8" fmla="*/ 52 w 948"/>
                  <a:gd name="T9" fmla="*/ 0 h 492"/>
                  <a:gd name="T10" fmla="*/ 922 w 948"/>
                  <a:gd name="T11" fmla="*/ 145 h 492"/>
                  <a:gd name="T12" fmla="*/ 70 w 948"/>
                  <a:gd name="T13" fmla="*/ 25 h 492"/>
                  <a:gd name="T14" fmla="*/ 25 w 948"/>
                  <a:gd name="T15" fmla="*/ 346 h 492"/>
                  <a:gd name="T16" fmla="*/ 876 w 948"/>
                  <a:gd name="T17" fmla="*/ 468 h 492"/>
                  <a:gd name="T18" fmla="*/ 922 w 948"/>
                  <a:gd name="T19" fmla="*/ 145 h 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48" h="492">
                    <a:moveTo>
                      <a:pt x="52" y="0"/>
                    </a:moveTo>
                    <a:lnTo>
                      <a:pt x="948" y="126"/>
                    </a:lnTo>
                    <a:lnTo>
                      <a:pt x="895" y="492"/>
                    </a:lnTo>
                    <a:lnTo>
                      <a:pt x="0" y="365"/>
                    </a:lnTo>
                    <a:lnTo>
                      <a:pt x="52" y="0"/>
                    </a:lnTo>
                    <a:close/>
                    <a:moveTo>
                      <a:pt x="922" y="145"/>
                    </a:moveTo>
                    <a:lnTo>
                      <a:pt x="70" y="25"/>
                    </a:lnTo>
                    <a:lnTo>
                      <a:pt x="25" y="346"/>
                    </a:lnTo>
                    <a:lnTo>
                      <a:pt x="876" y="468"/>
                    </a:lnTo>
                    <a:lnTo>
                      <a:pt x="922" y="145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0" name="Freeform 99"/>
              <p:cNvSpPr>
                <a:spLocks/>
              </p:cNvSpPr>
              <p:nvPr/>
            </p:nvSpPr>
            <p:spPr bwMode="auto">
              <a:xfrm>
                <a:off x="3201996" y="3787809"/>
                <a:ext cx="101395" cy="105534"/>
              </a:xfrm>
              <a:custGeom>
                <a:avLst/>
                <a:gdLst>
                  <a:gd name="T0" fmla="*/ 6 w 73"/>
                  <a:gd name="T1" fmla="*/ 0 h 75"/>
                  <a:gd name="T2" fmla="*/ 73 w 73"/>
                  <a:gd name="T3" fmla="*/ 10 h 75"/>
                  <a:gd name="T4" fmla="*/ 63 w 73"/>
                  <a:gd name="T5" fmla="*/ 75 h 75"/>
                  <a:gd name="T6" fmla="*/ 60 w 73"/>
                  <a:gd name="T7" fmla="*/ 74 h 75"/>
                  <a:gd name="T8" fmla="*/ 5 w 73"/>
                  <a:gd name="T9" fmla="*/ 1 h 75"/>
                  <a:gd name="T10" fmla="*/ 6 w 73"/>
                  <a:gd name="T1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75">
                    <a:moveTo>
                      <a:pt x="6" y="0"/>
                    </a:moveTo>
                    <a:cubicBezTo>
                      <a:pt x="73" y="10"/>
                      <a:pt x="73" y="10"/>
                      <a:pt x="73" y="10"/>
                    </a:cubicBezTo>
                    <a:cubicBezTo>
                      <a:pt x="63" y="75"/>
                      <a:pt x="63" y="75"/>
                      <a:pt x="63" y="75"/>
                    </a:cubicBezTo>
                    <a:cubicBezTo>
                      <a:pt x="62" y="75"/>
                      <a:pt x="61" y="75"/>
                      <a:pt x="60" y="74"/>
                    </a:cubicBezTo>
                    <a:cubicBezTo>
                      <a:pt x="25" y="69"/>
                      <a:pt x="0" y="37"/>
                      <a:pt x="5" y="1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1" name="Freeform 100"/>
              <p:cNvSpPr>
                <a:spLocks/>
              </p:cNvSpPr>
              <p:nvPr/>
            </p:nvSpPr>
            <p:spPr bwMode="auto">
              <a:xfrm>
                <a:off x="3159575" y="4058887"/>
                <a:ext cx="105534" cy="100361"/>
              </a:xfrm>
              <a:custGeom>
                <a:avLst/>
                <a:gdLst>
                  <a:gd name="T0" fmla="*/ 75 w 75"/>
                  <a:gd name="T1" fmla="*/ 5 h 72"/>
                  <a:gd name="T2" fmla="*/ 65 w 75"/>
                  <a:gd name="T3" fmla="*/ 72 h 72"/>
                  <a:gd name="T4" fmla="*/ 0 w 75"/>
                  <a:gd name="T5" fmla="*/ 63 h 72"/>
                  <a:gd name="T6" fmla="*/ 1 w 75"/>
                  <a:gd name="T7" fmla="*/ 60 h 72"/>
                  <a:gd name="T8" fmla="*/ 74 w 75"/>
                  <a:gd name="T9" fmla="*/ 5 h 72"/>
                  <a:gd name="T10" fmla="*/ 75 w 75"/>
                  <a:gd name="T11" fmla="*/ 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72">
                    <a:moveTo>
                      <a:pt x="75" y="5"/>
                    </a:moveTo>
                    <a:cubicBezTo>
                      <a:pt x="65" y="72"/>
                      <a:pt x="65" y="72"/>
                      <a:pt x="65" y="72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0" y="62"/>
                      <a:pt x="0" y="61"/>
                      <a:pt x="1" y="60"/>
                    </a:cubicBezTo>
                    <a:cubicBezTo>
                      <a:pt x="6" y="24"/>
                      <a:pt x="38" y="0"/>
                      <a:pt x="74" y="5"/>
                    </a:cubicBezTo>
                    <a:lnTo>
                      <a:pt x="75" y="5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Freeform 101"/>
              <p:cNvSpPr>
                <a:spLocks/>
              </p:cNvSpPr>
              <p:nvPr/>
            </p:nvSpPr>
            <p:spPr bwMode="auto">
              <a:xfrm>
                <a:off x="2348412" y="3945076"/>
                <a:ext cx="101395" cy="102430"/>
              </a:xfrm>
              <a:custGeom>
                <a:avLst/>
                <a:gdLst>
                  <a:gd name="T0" fmla="*/ 67 w 72"/>
                  <a:gd name="T1" fmla="*/ 74 h 74"/>
                  <a:gd name="T2" fmla="*/ 0 w 72"/>
                  <a:gd name="T3" fmla="*/ 65 h 74"/>
                  <a:gd name="T4" fmla="*/ 9 w 72"/>
                  <a:gd name="T5" fmla="*/ 0 h 74"/>
                  <a:gd name="T6" fmla="*/ 12 w 72"/>
                  <a:gd name="T7" fmla="*/ 0 h 74"/>
                  <a:gd name="T8" fmla="*/ 67 w 72"/>
                  <a:gd name="T9" fmla="*/ 73 h 74"/>
                  <a:gd name="T10" fmla="*/ 67 w 72"/>
                  <a:gd name="T11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74">
                    <a:moveTo>
                      <a:pt x="67" y="74"/>
                    </a:moveTo>
                    <a:cubicBezTo>
                      <a:pt x="0" y="65"/>
                      <a:pt x="0" y="65"/>
                      <a:pt x="0" y="65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0" y="0"/>
                      <a:pt x="11" y="0"/>
                      <a:pt x="12" y="0"/>
                    </a:cubicBezTo>
                    <a:cubicBezTo>
                      <a:pt x="48" y="5"/>
                      <a:pt x="72" y="38"/>
                      <a:pt x="67" y="73"/>
                    </a:cubicBezTo>
                    <a:lnTo>
                      <a:pt x="67" y="74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Freeform 102"/>
              <p:cNvSpPr>
                <a:spLocks/>
              </p:cNvSpPr>
              <p:nvPr/>
            </p:nvSpPr>
            <p:spPr bwMode="auto">
              <a:xfrm>
                <a:off x="2387729" y="3678137"/>
                <a:ext cx="103465" cy="100361"/>
              </a:xfrm>
              <a:custGeom>
                <a:avLst/>
                <a:gdLst>
                  <a:gd name="T0" fmla="*/ 0 w 74"/>
                  <a:gd name="T1" fmla="*/ 67 h 72"/>
                  <a:gd name="T2" fmla="*/ 9 w 74"/>
                  <a:gd name="T3" fmla="*/ 0 h 72"/>
                  <a:gd name="T4" fmla="*/ 74 w 74"/>
                  <a:gd name="T5" fmla="*/ 9 h 72"/>
                  <a:gd name="T6" fmla="*/ 74 w 74"/>
                  <a:gd name="T7" fmla="*/ 12 h 72"/>
                  <a:gd name="T8" fmla="*/ 1 w 74"/>
                  <a:gd name="T9" fmla="*/ 67 h 72"/>
                  <a:gd name="T10" fmla="*/ 0 w 74"/>
                  <a:gd name="T11" fmla="*/ 67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72">
                    <a:moveTo>
                      <a:pt x="0" y="67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74" y="9"/>
                      <a:pt x="74" y="9"/>
                      <a:pt x="74" y="9"/>
                    </a:cubicBezTo>
                    <a:cubicBezTo>
                      <a:pt x="74" y="10"/>
                      <a:pt x="74" y="11"/>
                      <a:pt x="74" y="12"/>
                    </a:cubicBezTo>
                    <a:cubicBezTo>
                      <a:pt x="69" y="47"/>
                      <a:pt x="36" y="72"/>
                      <a:pt x="1" y="67"/>
                    </a:cubicBez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4" name="Freeform 103"/>
              <p:cNvSpPr>
                <a:spLocks/>
              </p:cNvSpPr>
              <p:nvPr/>
            </p:nvSpPr>
            <p:spPr bwMode="auto">
              <a:xfrm>
                <a:off x="2086647" y="4041298"/>
                <a:ext cx="1059478" cy="646654"/>
              </a:xfrm>
              <a:custGeom>
                <a:avLst/>
                <a:gdLst>
                  <a:gd name="T0" fmla="*/ 65 w 759"/>
                  <a:gd name="T1" fmla="*/ 444 h 463"/>
                  <a:gd name="T2" fmla="*/ 92 w 759"/>
                  <a:gd name="T3" fmla="*/ 460 h 463"/>
                  <a:gd name="T4" fmla="*/ 740 w 759"/>
                  <a:gd name="T5" fmla="*/ 302 h 463"/>
                  <a:gd name="T6" fmla="*/ 756 w 759"/>
                  <a:gd name="T7" fmla="*/ 276 h 463"/>
                  <a:gd name="T8" fmla="*/ 694 w 759"/>
                  <a:gd name="T9" fmla="*/ 19 h 463"/>
                  <a:gd name="T10" fmla="*/ 667 w 759"/>
                  <a:gd name="T11" fmla="*/ 3 h 463"/>
                  <a:gd name="T12" fmla="*/ 19 w 759"/>
                  <a:gd name="T13" fmla="*/ 161 h 463"/>
                  <a:gd name="T14" fmla="*/ 3 w 759"/>
                  <a:gd name="T15" fmla="*/ 187 h 463"/>
                  <a:gd name="T16" fmla="*/ 65 w 759"/>
                  <a:gd name="T17" fmla="*/ 444 h 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9" h="463">
                    <a:moveTo>
                      <a:pt x="65" y="444"/>
                    </a:moveTo>
                    <a:cubicBezTo>
                      <a:pt x="68" y="456"/>
                      <a:pt x="80" y="463"/>
                      <a:pt x="92" y="460"/>
                    </a:cubicBezTo>
                    <a:cubicBezTo>
                      <a:pt x="740" y="302"/>
                      <a:pt x="740" y="302"/>
                      <a:pt x="740" y="302"/>
                    </a:cubicBezTo>
                    <a:cubicBezTo>
                      <a:pt x="752" y="299"/>
                      <a:pt x="759" y="288"/>
                      <a:pt x="756" y="276"/>
                    </a:cubicBezTo>
                    <a:cubicBezTo>
                      <a:pt x="694" y="19"/>
                      <a:pt x="694" y="19"/>
                      <a:pt x="694" y="19"/>
                    </a:cubicBezTo>
                    <a:cubicBezTo>
                      <a:pt x="691" y="7"/>
                      <a:pt x="679" y="0"/>
                      <a:pt x="667" y="3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7" y="164"/>
                      <a:pt x="0" y="176"/>
                      <a:pt x="3" y="187"/>
                    </a:cubicBezTo>
                    <a:cubicBezTo>
                      <a:pt x="65" y="444"/>
                      <a:pt x="65" y="444"/>
                      <a:pt x="65" y="444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Freeform 104"/>
              <p:cNvSpPr>
                <a:spLocks/>
              </p:cNvSpPr>
              <p:nvPr/>
            </p:nvSpPr>
            <p:spPr bwMode="auto">
              <a:xfrm>
                <a:off x="2454981" y="4202703"/>
                <a:ext cx="322810" cy="322810"/>
              </a:xfrm>
              <a:custGeom>
                <a:avLst/>
                <a:gdLst>
                  <a:gd name="T0" fmla="*/ 14 w 231"/>
                  <a:gd name="T1" fmla="*/ 140 h 231"/>
                  <a:gd name="T2" fmla="*/ 140 w 231"/>
                  <a:gd name="T3" fmla="*/ 217 h 231"/>
                  <a:gd name="T4" fmla="*/ 217 w 231"/>
                  <a:gd name="T5" fmla="*/ 91 h 231"/>
                  <a:gd name="T6" fmla="*/ 91 w 231"/>
                  <a:gd name="T7" fmla="*/ 14 h 231"/>
                  <a:gd name="T8" fmla="*/ 14 w 231"/>
                  <a:gd name="T9" fmla="*/ 140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1" h="231">
                    <a:moveTo>
                      <a:pt x="14" y="140"/>
                    </a:moveTo>
                    <a:cubicBezTo>
                      <a:pt x="28" y="196"/>
                      <a:pt x="84" y="231"/>
                      <a:pt x="140" y="217"/>
                    </a:cubicBezTo>
                    <a:cubicBezTo>
                      <a:pt x="196" y="204"/>
                      <a:pt x="231" y="147"/>
                      <a:pt x="217" y="91"/>
                    </a:cubicBezTo>
                    <a:cubicBezTo>
                      <a:pt x="203" y="35"/>
                      <a:pt x="147" y="0"/>
                      <a:pt x="91" y="14"/>
                    </a:cubicBezTo>
                    <a:cubicBezTo>
                      <a:pt x="35" y="28"/>
                      <a:pt x="0" y="84"/>
                      <a:pt x="14" y="140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6" name="Freeform 105"/>
              <p:cNvSpPr>
                <a:spLocks/>
              </p:cNvSpPr>
              <p:nvPr/>
            </p:nvSpPr>
            <p:spPr bwMode="auto">
              <a:xfrm>
                <a:off x="2534649" y="4266851"/>
                <a:ext cx="160370" cy="188306"/>
              </a:xfrm>
              <a:custGeom>
                <a:avLst/>
                <a:gdLst>
                  <a:gd name="T0" fmla="*/ 49 w 115"/>
                  <a:gd name="T1" fmla="*/ 0 h 135"/>
                  <a:gd name="T2" fmla="*/ 32 w 115"/>
                  <a:gd name="T3" fmla="*/ 5 h 135"/>
                  <a:gd name="T4" fmla="*/ 36 w 115"/>
                  <a:gd name="T5" fmla="*/ 21 h 135"/>
                  <a:gd name="T6" fmla="*/ 29 w 115"/>
                  <a:gd name="T7" fmla="*/ 26 h 135"/>
                  <a:gd name="T8" fmla="*/ 24 w 115"/>
                  <a:gd name="T9" fmla="*/ 30 h 135"/>
                  <a:gd name="T10" fmla="*/ 22 w 115"/>
                  <a:gd name="T11" fmla="*/ 24 h 135"/>
                  <a:gd name="T12" fmla="*/ 0 w 115"/>
                  <a:gd name="T13" fmla="*/ 29 h 135"/>
                  <a:gd name="T14" fmla="*/ 9 w 115"/>
                  <a:gd name="T15" fmla="*/ 65 h 135"/>
                  <a:gd name="T16" fmla="*/ 31 w 115"/>
                  <a:gd name="T17" fmla="*/ 60 h 135"/>
                  <a:gd name="T18" fmla="*/ 32 w 115"/>
                  <a:gd name="T19" fmla="*/ 53 h 135"/>
                  <a:gd name="T20" fmla="*/ 35 w 115"/>
                  <a:gd name="T21" fmla="*/ 46 h 135"/>
                  <a:gd name="T22" fmla="*/ 41 w 115"/>
                  <a:gd name="T23" fmla="*/ 42 h 135"/>
                  <a:gd name="T24" fmla="*/ 47 w 115"/>
                  <a:gd name="T25" fmla="*/ 39 h 135"/>
                  <a:gd name="T26" fmla="*/ 51 w 115"/>
                  <a:gd name="T27" fmla="*/ 38 h 135"/>
                  <a:gd name="T28" fmla="*/ 54 w 115"/>
                  <a:gd name="T29" fmla="*/ 39 h 135"/>
                  <a:gd name="T30" fmla="*/ 58 w 115"/>
                  <a:gd name="T31" fmla="*/ 43 h 135"/>
                  <a:gd name="T32" fmla="*/ 55 w 115"/>
                  <a:gd name="T33" fmla="*/ 49 h 135"/>
                  <a:gd name="T34" fmla="*/ 46 w 115"/>
                  <a:gd name="T35" fmla="*/ 55 h 135"/>
                  <a:gd name="T36" fmla="*/ 34 w 115"/>
                  <a:gd name="T37" fmla="*/ 62 h 135"/>
                  <a:gd name="T38" fmla="*/ 22 w 115"/>
                  <a:gd name="T39" fmla="*/ 71 h 135"/>
                  <a:gd name="T40" fmla="*/ 14 w 115"/>
                  <a:gd name="T41" fmla="*/ 84 h 135"/>
                  <a:gd name="T42" fmla="*/ 14 w 115"/>
                  <a:gd name="T43" fmla="*/ 101 h 135"/>
                  <a:gd name="T44" fmla="*/ 20 w 115"/>
                  <a:gd name="T45" fmla="*/ 113 h 135"/>
                  <a:gd name="T46" fmla="*/ 31 w 115"/>
                  <a:gd name="T47" fmla="*/ 120 h 135"/>
                  <a:gd name="T48" fmla="*/ 45 w 115"/>
                  <a:gd name="T49" fmla="*/ 123 h 135"/>
                  <a:gd name="T50" fmla="*/ 46 w 115"/>
                  <a:gd name="T51" fmla="*/ 123 h 135"/>
                  <a:gd name="T52" fmla="*/ 60 w 115"/>
                  <a:gd name="T53" fmla="*/ 121 h 135"/>
                  <a:gd name="T54" fmla="*/ 63 w 115"/>
                  <a:gd name="T55" fmla="*/ 135 h 135"/>
                  <a:gd name="T56" fmla="*/ 81 w 115"/>
                  <a:gd name="T57" fmla="*/ 131 h 135"/>
                  <a:gd name="T58" fmla="*/ 77 w 115"/>
                  <a:gd name="T59" fmla="*/ 116 h 135"/>
                  <a:gd name="T60" fmla="*/ 91 w 115"/>
                  <a:gd name="T61" fmla="*/ 106 h 135"/>
                  <a:gd name="T62" fmla="*/ 92 w 115"/>
                  <a:gd name="T63" fmla="*/ 112 h 135"/>
                  <a:gd name="T64" fmla="*/ 115 w 115"/>
                  <a:gd name="T65" fmla="*/ 106 h 135"/>
                  <a:gd name="T66" fmla="*/ 106 w 115"/>
                  <a:gd name="T67" fmla="*/ 69 h 135"/>
                  <a:gd name="T68" fmla="*/ 83 w 115"/>
                  <a:gd name="T69" fmla="*/ 75 h 135"/>
                  <a:gd name="T70" fmla="*/ 79 w 115"/>
                  <a:gd name="T71" fmla="*/ 89 h 135"/>
                  <a:gd name="T72" fmla="*/ 67 w 115"/>
                  <a:gd name="T73" fmla="*/ 97 h 135"/>
                  <a:gd name="T74" fmla="*/ 62 w 115"/>
                  <a:gd name="T75" fmla="*/ 98 h 135"/>
                  <a:gd name="T76" fmla="*/ 59 w 115"/>
                  <a:gd name="T77" fmla="*/ 97 h 135"/>
                  <a:gd name="T78" fmla="*/ 55 w 115"/>
                  <a:gd name="T79" fmla="*/ 93 h 135"/>
                  <a:gd name="T80" fmla="*/ 58 w 115"/>
                  <a:gd name="T81" fmla="*/ 87 h 135"/>
                  <a:gd name="T82" fmla="*/ 67 w 115"/>
                  <a:gd name="T83" fmla="*/ 81 h 135"/>
                  <a:gd name="T84" fmla="*/ 79 w 115"/>
                  <a:gd name="T85" fmla="*/ 74 h 135"/>
                  <a:gd name="T86" fmla="*/ 91 w 115"/>
                  <a:gd name="T87" fmla="*/ 65 h 135"/>
                  <a:gd name="T88" fmla="*/ 98 w 115"/>
                  <a:gd name="T89" fmla="*/ 53 h 135"/>
                  <a:gd name="T90" fmla="*/ 98 w 115"/>
                  <a:gd name="T91" fmla="*/ 36 h 135"/>
                  <a:gd name="T92" fmla="*/ 92 w 115"/>
                  <a:gd name="T93" fmla="*/ 23 h 135"/>
                  <a:gd name="T94" fmla="*/ 81 w 115"/>
                  <a:gd name="T95" fmla="*/ 16 h 135"/>
                  <a:gd name="T96" fmla="*/ 68 w 115"/>
                  <a:gd name="T97" fmla="*/ 13 h 135"/>
                  <a:gd name="T98" fmla="*/ 65 w 115"/>
                  <a:gd name="T99" fmla="*/ 13 h 135"/>
                  <a:gd name="T100" fmla="*/ 52 w 115"/>
                  <a:gd name="T101" fmla="*/ 15 h 135"/>
                  <a:gd name="T102" fmla="*/ 49 w 115"/>
                  <a:gd name="T103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15" h="135">
                    <a:moveTo>
                      <a:pt x="49" y="0"/>
                    </a:moveTo>
                    <a:cubicBezTo>
                      <a:pt x="32" y="5"/>
                      <a:pt x="32" y="5"/>
                      <a:pt x="32" y="5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33" y="23"/>
                      <a:pt x="31" y="24"/>
                      <a:pt x="29" y="26"/>
                    </a:cubicBezTo>
                    <a:cubicBezTo>
                      <a:pt x="27" y="27"/>
                      <a:pt x="25" y="29"/>
                      <a:pt x="24" y="30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9" y="65"/>
                      <a:pt x="9" y="65"/>
                      <a:pt x="9" y="65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57"/>
                      <a:pt x="31" y="55"/>
                      <a:pt x="32" y="53"/>
                    </a:cubicBezTo>
                    <a:cubicBezTo>
                      <a:pt x="33" y="50"/>
                      <a:pt x="34" y="48"/>
                      <a:pt x="35" y="46"/>
                    </a:cubicBezTo>
                    <a:cubicBezTo>
                      <a:pt x="37" y="45"/>
                      <a:pt x="39" y="43"/>
                      <a:pt x="41" y="42"/>
                    </a:cubicBezTo>
                    <a:cubicBezTo>
                      <a:pt x="43" y="40"/>
                      <a:pt x="45" y="39"/>
                      <a:pt x="47" y="39"/>
                    </a:cubicBezTo>
                    <a:cubicBezTo>
                      <a:pt x="48" y="38"/>
                      <a:pt x="50" y="38"/>
                      <a:pt x="51" y="38"/>
                    </a:cubicBezTo>
                    <a:cubicBezTo>
                      <a:pt x="52" y="38"/>
                      <a:pt x="53" y="38"/>
                      <a:pt x="54" y="39"/>
                    </a:cubicBezTo>
                    <a:cubicBezTo>
                      <a:pt x="56" y="39"/>
                      <a:pt x="58" y="41"/>
                      <a:pt x="58" y="43"/>
                    </a:cubicBezTo>
                    <a:cubicBezTo>
                      <a:pt x="59" y="45"/>
                      <a:pt x="58" y="47"/>
                      <a:pt x="55" y="49"/>
                    </a:cubicBezTo>
                    <a:cubicBezTo>
                      <a:pt x="53" y="51"/>
                      <a:pt x="50" y="53"/>
                      <a:pt x="46" y="55"/>
                    </a:cubicBezTo>
                    <a:cubicBezTo>
                      <a:pt x="42" y="57"/>
                      <a:pt x="38" y="60"/>
                      <a:pt x="34" y="62"/>
                    </a:cubicBezTo>
                    <a:cubicBezTo>
                      <a:pt x="29" y="65"/>
                      <a:pt x="25" y="68"/>
                      <a:pt x="22" y="71"/>
                    </a:cubicBezTo>
                    <a:cubicBezTo>
                      <a:pt x="19" y="75"/>
                      <a:pt x="16" y="79"/>
                      <a:pt x="14" y="84"/>
                    </a:cubicBezTo>
                    <a:cubicBezTo>
                      <a:pt x="13" y="88"/>
                      <a:pt x="13" y="94"/>
                      <a:pt x="14" y="101"/>
                    </a:cubicBezTo>
                    <a:cubicBezTo>
                      <a:pt x="15" y="106"/>
                      <a:pt x="18" y="110"/>
                      <a:pt x="20" y="113"/>
                    </a:cubicBezTo>
                    <a:cubicBezTo>
                      <a:pt x="23" y="116"/>
                      <a:pt x="27" y="119"/>
                      <a:pt x="31" y="120"/>
                    </a:cubicBezTo>
                    <a:cubicBezTo>
                      <a:pt x="35" y="122"/>
                      <a:pt x="40" y="123"/>
                      <a:pt x="45" y="123"/>
                    </a:cubicBezTo>
                    <a:cubicBezTo>
                      <a:pt x="45" y="123"/>
                      <a:pt x="46" y="123"/>
                      <a:pt x="46" y="123"/>
                    </a:cubicBezTo>
                    <a:cubicBezTo>
                      <a:pt x="51" y="123"/>
                      <a:pt x="55" y="122"/>
                      <a:pt x="60" y="121"/>
                    </a:cubicBezTo>
                    <a:cubicBezTo>
                      <a:pt x="63" y="135"/>
                      <a:pt x="63" y="135"/>
                      <a:pt x="63" y="135"/>
                    </a:cubicBezTo>
                    <a:cubicBezTo>
                      <a:pt x="81" y="131"/>
                      <a:pt x="81" y="131"/>
                      <a:pt x="81" y="131"/>
                    </a:cubicBezTo>
                    <a:cubicBezTo>
                      <a:pt x="77" y="116"/>
                      <a:pt x="77" y="116"/>
                      <a:pt x="77" y="116"/>
                    </a:cubicBezTo>
                    <a:cubicBezTo>
                      <a:pt x="82" y="113"/>
                      <a:pt x="86" y="110"/>
                      <a:pt x="91" y="106"/>
                    </a:cubicBezTo>
                    <a:cubicBezTo>
                      <a:pt x="92" y="112"/>
                      <a:pt x="92" y="112"/>
                      <a:pt x="92" y="112"/>
                    </a:cubicBezTo>
                    <a:cubicBezTo>
                      <a:pt x="115" y="106"/>
                      <a:pt x="115" y="106"/>
                      <a:pt x="115" y="106"/>
                    </a:cubicBezTo>
                    <a:cubicBezTo>
                      <a:pt x="106" y="69"/>
                      <a:pt x="106" y="69"/>
                      <a:pt x="106" y="69"/>
                    </a:cubicBezTo>
                    <a:cubicBezTo>
                      <a:pt x="83" y="75"/>
                      <a:pt x="83" y="75"/>
                      <a:pt x="83" y="75"/>
                    </a:cubicBezTo>
                    <a:cubicBezTo>
                      <a:pt x="83" y="81"/>
                      <a:pt x="82" y="85"/>
                      <a:pt x="79" y="89"/>
                    </a:cubicBezTo>
                    <a:cubicBezTo>
                      <a:pt x="76" y="93"/>
                      <a:pt x="72" y="96"/>
                      <a:pt x="67" y="97"/>
                    </a:cubicBezTo>
                    <a:cubicBezTo>
                      <a:pt x="65" y="97"/>
                      <a:pt x="64" y="98"/>
                      <a:pt x="62" y="98"/>
                    </a:cubicBezTo>
                    <a:cubicBezTo>
                      <a:pt x="61" y="98"/>
                      <a:pt x="60" y="97"/>
                      <a:pt x="59" y="97"/>
                    </a:cubicBezTo>
                    <a:cubicBezTo>
                      <a:pt x="57" y="96"/>
                      <a:pt x="56" y="95"/>
                      <a:pt x="55" y="93"/>
                    </a:cubicBezTo>
                    <a:cubicBezTo>
                      <a:pt x="55" y="91"/>
                      <a:pt x="56" y="89"/>
                      <a:pt x="58" y="87"/>
                    </a:cubicBezTo>
                    <a:cubicBezTo>
                      <a:pt x="60" y="85"/>
                      <a:pt x="63" y="83"/>
                      <a:pt x="67" y="81"/>
                    </a:cubicBezTo>
                    <a:cubicBezTo>
                      <a:pt x="71" y="79"/>
                      <a:pt x="75" y="76"/>
                      <a:pt x="79" y="74"/>
                    </a:cubicBezTo>
                    <a:cubicBezTo>
                      <a:pt x="83" y="71"/>
                      <a:pt x="87" y="68"/>
                      <a:pt x="91" y="65"/>
                    </a:cubicBezTo>
                    <a:cubicBezTo>
                      <a:pt x="94" y="62"/>
                      <a:pt x="97" y="57"/>
                      <a:pt x="98" y="53"/>
                    </a:cubicBezTo>
                    <a:cubicBezTo>
                      <a:pt x="100" y="48"/>
                      <a:pt x="100" y="42"/>
                      <a:pt x="98" y="36"/>
                    </a:cubicBezTo>
                    <a:cubicBezTo>
                      <a:pt x="97" y="31"/>
                      <a:pt x="95" y="27"/>
                      <a:pt x="92" y="23"/>
                    </a:cubicBezTo>
                    <a:cubicBezTo>
                      <a:pt x="89" y="20"/>
                      <a:pt x="85" y="18"/>
                      <a:pt x="81" y="16"/>
                    </a:cubicBezTo>
                    <a:cubicBezTo>
                      <a:pt x="77" y="14"/>
                      <a:pt x="73" y="13"/>
                      <a:pt x="68" y="13"/>
                    </a:cubicBezTo>
                    <a:cubicBezTo>
                      <a:pt x="67" y="13"/>
                      <a:pt x="66" y="13"/>
                      <a:pt x="65" y="13"/>
                    </a:cubicBezTo>
                    <a:cubicBezTo>
                      <a:pt x="61" y="13"/>
                      <a:pt x="57" y="14"/>
                      <a:pt x="52" y="15"/>
                    </a:cubicBezTo>
                    <a:cubicBezTo>
                      <a:pt x="49" y="0"/>
                      <a:pt x="49" y="0"/>
                      <a:pt x="49" y="0"/>
                    </a:cubicBezTo>
                  </a:path>
                </a:pathLst>
              </a:custGeom>
              <a:solidFill>
                <a:srgbClr val="9E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Freeform 106"/>
              <p:cNvSpPr>
                <a:spLocks noEditPoints="1"/>
              </p:cNvSpPr>
              <p:nvPr/>
            </p:nvSpPr>
            <p:spPr bwMode="auto">
              <a:xfrm>
                <a:off x="2116652" y="4070268"/>
                <a:ext cx="1000503" cy="593887"/>
              </a:xfrm>
              <a:custGeom>
                <a:avLst/>
                <a:gdLst>
                  <a:gd name="T0" fmla="*/ 0 w 967"/>
                  <a:gd name="T1" fmla="*/ 215 h 574"/>
                  <a:gd name="T2" fmla="*/ 879 w 967"/>
                  <a:gd name="T3" fmla="*/ 0 h 574"/>
                  <a:gd name="T4" fmla="*/ 967 w 967"/>
                  <a:gd name="T5" fmla="*/ 359 h 574"/>
                  <a:gd name="T6" fmla="*/ 88 w 967"/>
                  <a:gd name="T7" fmla="*/ 574 h 574"/>
                  <a:gd name="T8" fmla="*/ 0 w 967"/>
                  <a:gd name="T9" fmla="*/ 215 h 574"/>
                  <a:gd name="T10" fmla="*/ 863 w 967"/>
                  <a:gd name="T11" fmla="*/ 27 h 574"/>
                  <a:gd name="T12" fmla="*/ 27 w 967"/>
                  <a:gd name="T13" fmla="*/ 231 h 574"/>
                  <a:gd name="T14" fmla="*/ 104 w 967"/>
                  <a:gd name="T15" fmla="*/ 547 h 574"/>
                  <a:gd name="T16" fmla="*/ 940 w 967"/>
                  <a:gd name="T17" fmla="*/ 343 h 574"/>
                  <a:gd name="T18" fmla="*/ 863 w 967"/>
                  <a:gd name="T19" fmla="*/ 27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7" h="574">
                    <a:moveTo>
                      <a:pt x="0" y="215"/>
                    </a:moveTo>
                    <a:lnTo>
                      <a:pt x="879" y="0"/>
                    </a:lnTo>
                    <a:lnTo>
                      <a:pt x="967" y="359"/>
                    </a:lnTo>
                    <a:lnTo>
                      <a:pt x="88" y="574"/>
                    </a:lnTo>
                    <a:lnTo>
                      <a:pt x="0" y="215"/>
                    </a:lnTo>
                    <a:close/>
                    <a:moveTo>
                      <a:pt x="863" y="27"/>
                    </a:moveTo>
                    <a:lnTo>
                      <a:pt x="27" y="231"/>
                    </a:lnTo>
                    <a:lnTo>
                      <a:pt x="104" y="547"/>
                    </a:lnTo>
                    <a:lnTo>
                      <a:pt x="940" y="343"/>
                    </a:lnTo>
                    <a:lnTo>
                      <a:pt x="863" y="2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8" name="Freeform 107"/>
              <p:cNvSpPr>
                <a:spLocks/>
              </p:cNvSpPr>
              <p:nvPr/>
            </p:nvSpPr>
            <p:spPr bwMode="auto">
              <a:xfrm>
                <a:off x="2923676" y="4079580"/>
                <a:ext cx="114846" cy="102430"/>
              </a:xfrm>
              <a:custGeom>
                <a:avLst/>
                <a:gdLst>
                  <a:gd name="T0" fmla="*/ 0 w 82"/>
                  <a:gd name="T1" fmla="*/ 16 h 73"/>
                  <a:gd name="T2" fmla="*/ 66 w 82"/>
                  <a:gd name="T3" fmla="*/ 0 h 73"/>
                  <a:gd name="T4" fmla="*/ 82 w 82"/>
                  <a:gd name="T5" fmla="*/ 64 h 73"/>
                  <a:gd name="T6" fmla="*/ 79 w 82"/>
                  <a:gd name="T7" fmla="*/ 65 h 73"/>
                  <a:gd name="T8" fmla="*/ 1 w 82"/>
                  <a:gd name="T9" fmla="*/ 17 h 73"/>
                  <a:gd name="T10" fmla="*/ 0 w 82"/>
                  <a:gd name="T11" fmla="*/ 16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73">
                    <a:moveTo>
                      <a:pt x="0" y="16"/>
                    </a:moveTo>
                    <a:cubicBezTo>
                      <a:pt x="66" y="0"/>
                      <a:pt x="66" y="0"/>
                      <a:pt x="66" y="0"/>
                    </a:cubicBezTo>
                    <a:cubicBezTo>
                      <a:pt x="82" y="64"/>
                      <a:pt x="82" y="64"/>
                      <a:pt x="82" y="64"/>
                    </a:cubicBezTo>
                    <a:cubicBezTo>
                      <a:pt x="81" y="64"/>
                      <a:pt x="80" y="64"/>
                      <a:pt x="79" y="65"/>
                    </a:cubicBezTo>
                    <a:cubicBezTo>
                      <a:pt x="44" y="73"/>
                      <a:pt x="9" y="52"/>
                      <a:pt x="1" y="17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9" name="Freeform 108"/>
              <p:cNvSpPr>
                <a:spLocks/>
              </p:cNvSpPr>
              <p:nvPr/>
            </p:nvSpPr>
            <p:spPr bwMode="auto">
              <a:xfrm>
                <a:off x="2998170" y="4339276"/>
                <a:ext cx="101395" cy="113811"/>
              </a:xfrm>
              <a:custGeom>
                <a:avLst/>
                <a:gdLst>
                  <a:gd name="T0" fmla="*/ 57 w 73"/>
                  <a:gd name="T1" fmla="*/ 0 h 81"/>
                  <a:gd name="T2" fmla="*/ 73 w 73"/>
                  <a:gd name="T3" fmla="*/ 66 h 81"/>
                  <a:gd name="T4" fmla="*/ 10 w 73"/>
                  <a:gd name="T5" fmla="*/ 81 h 81"/>
                  <a:gd name="T6" fmla="*/ 9 w 73"/>
                  <a:gd name="T7" fmla="*/ 78 h 81"/>
                  <a:gd name="T8" fmla="*/ 56 w 73"/>
                  <a:gd name="T9" fmla="*/ 0 h 81"/>
                  <a:gd name="T10" fmla="*/ 57 w 73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81">
                    <a:moveTo>
                      <a:pt x="57" y="0"/>
                    </a:moveTo>
                    <a:cubicBezTo>
                      <a:pt x="73" y="66"/>
                      <a:pt x="73" y="66"/>
                      <a:pt x="73" y="66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9" y="80"/>
                      <a:pt x="9" y="79"/>
                      <a:pt x="9" y="78"/>
                    </a:cubicBezTo>
                    <a:cubicBezTo>
                      <a:pt x="0" y="44"/>
                      <a:pt x="22" y="9"/>
                      <a:pt x="56" y="0"/>
                    </a:cubicBez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0" name="Freeform 109"/>
              <p:cNvSpPr>
                <a:spLocks/>
              </p:cNvSpPr>
              <p:nvPr/>
            </p:nvSpPr>
            <p:spPr bwMode="auto">
              <a:xfrm>
                <a:off x="2195285" y="4549309"/>
                <a:ext cx="112777" cy="101395"/>
              </a:xfrm>
              <a:custGeom>
                <a:avLst/>
                <a:gdLst>
                  <a:gd name="T0" fmla="*/ 81 w 81"/>
                  <a:gd name="T1" fmla="*/ 57 h 73"/>
                  <a:gd name="T2" fmla="*/ 15 w 81"/>
                  <a:gd name="T3" fmla="*/ 73 h 73"/>
                  <a:gd name="T4" fmla="*/ 0 w 81"/>
                  <a:gd name="T5" fmla="*/ 9 h 73"/>
                  <a:gd name="T6" fmla="*/ 3 w 81"/>
                  <a:gd name="T7" fmla="*/ 8 h 73"/>
                  <a:gd name="T8" fmla="*/ 81 w 81"/>
                  <a:gd name="T9" fmla="*/ 56 h 73"/>
                  <a:gd name="T10" fmla="*/ 81 w 81"/>
                  <a:gd name="T11" fmla="*/ 5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1" h="73">
                    <a:moveTo>
                      <a:pt x="81" y="57"/>
                    </a:moveTo>
                    <a:cubicBezTo>
                      <a:pt x="15" y="73"/>
                      <a:pt x="15" y="73"/>
                      <a:pt x="15" y="7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" y="9"/>
                      <a:pt x="2" y="8"/>
                      <a:pt x="3" y="8"/>
                    </a:cubicBezTo>
                    <a:cubicBezTo>
                      <a:pt x="38" y="0"/>
                      <a:pt x="73" y="21"/>
                      <a:pt x="81" y="56"/>
                    </a:cubicBezTo>
                    <a:lnTo>
                      <a:pt x="81" y="5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1" name="Freeform 110"/>
              <p:cNvSpPr>
                <a:spLocks/>
              </p:cNvSpPr>
              <p:nvPr/>
            </p:nvSpPr>
            <p:spPr bwMode="auto">
              <a:xfrm>
                <a:off x="2132172" y="4277197"/>
                <a:ext cx="102430" cy="113811"/>
              </a:xfrm>
              <a:custGeom>
                <a:avLst/>
                <a:gdLst>
                  <a:gd name="T0" fmla="*/ 16 w 73"/>
                  <a:gd name="T1" fmla="*/ 82 h 82"/>
                  <a:gd name="T2" fmla="*/ 0 w 73"/>
                  <a:gd name="T3" fmla="*/ 16 h 82"/>
                  <a:gd name="T4" fmla="*/ 64 w 73"/>
                  <a:gd name="T5" fmla="*/ 0 h 82"/>
                  <a:gd name="T6" fmla="*/ 65 w 73"/>
                  <a:gd name="T7" fmla="*/ 3 h 82"/>
                  <a:gd name="T8" fmla="*/ 17 w 73"/>
                  <a:gd name="T9" fmla="*/ 82 h 82"/>
                  <a:gd name="T10" fmla="*/ 16 w 73"/>
                  <a:gd name="T11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82">
                    <a:moveTo>
                      <a:pt x="16" y="82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1"/>
                      <a:pt x="64" y="2"/>
                      <a:pt x="65" y="3"/>
                    </a:cubicBezTo>
                    <a:cubicBezTo>
                      <a:pt x="73" y="38"/>
                      <a:pt x="52" y="73"/>
                      <a:pt x="17" y="82"/>
                    </a:cubicBezTo>
                    <a:lnTo>
                      <a:pt x="16" y="82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2" name="Oval 111"/>
              <p:cNvSpPr>
                <a:spLocks noChangeArrowheads="1"/>
              </p:cNvSpPr>
              <p:nvPr/>
            </p:nvSpPr>
            <p:spPr bwMode="auto">
              <a:xfrm>
                <a:off x="4460125" y="3152537"/>
                <a:ext cx="296944" cy="295909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3" name="Oval 112"/>
              <p:cNvSpPr>
                <a:spLocks noChangeArrowheads="1"/>
              </p:cNvSpPr>
              <p:nvPr/>
            </p:nvSpPr>
            <p:spPr bwMode="auto">
              <a:xfrm>
                <a:off x="4492199" y="3183576"/>
                <a:ext cx="239004" cy="239004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4" name="Freeform 113"/>
              <p:cNvSpPr>
                <a:spLocks/>
              </p:cNvSpPr>
              <p:nvPr/>
            </p:nvSpPr>
            <p:spPr bwMode="auto">
              <a:xfrm>
                <a:off x="4559451" y="3228066"/>
                <a:ext cx="101395" cy="141747"/>
              </a:xfrm>
              <a:custGeom>
                <a:avLst/>
                <a:gdLst>
                  <a:gd name="T0" fmla="*/ 44 w 73"/>
                  <a:gd name="T1" fmla="*/ 0 h 101"/>
                  <a:gd name="T2" fmla="*/ 30 w 73"/>
                  <a:gd name="T3" fmla="*/ 0 h 101"/>
                  <a:gd name="T4" fmla="*/ 30 w 73"/>
                  <a:gd name="T5" fmla="*/ 11 h 101"/>
                  <a:gd name="T6" fmla="*/ 19 w 73"/>
                  <a:gd name="T7" fmla="*/ 12 h 101"/>
                  <a:gd name="T8" fmla="*/ 9 w 73"/>
                  <a:gd name="T9" fmla="*/ 17 h 101"/>
                  <a:gd name="T10" fmla="*/ 3 w 73"/>
                  <a:gd name="T11" fmla="*/ 24 h 101"/>
                  <a:gd name="T12" fmla="*/ 0 w 73"/>
                  <a:gd name="T13" fmla="*/ 34 h 101"/>
                  <a:gd name="T14" fmla="*/ 4 w 73"/>
                  <a:gd name="T15" fmla="*/ 47 h 101"/>
                  <a:gd name="T16" fmla="*/ 11 w 73"/>
                  <a:gd name="T17" fmla="*/ 54 h 101"/>
                  <a:gd name="T18" fmla="*/ 21 w 73"/>
                  <a:gd name="T19" fmla="*/ 59 h 101"/>
                  <a:gd name="T20" fmla="*/ 31 w 73"/>
                  <a:gd name="T21" fmla="*/ 61 h 101"/>
                  <a:gd name="T22" fmla="*/ 39 w 73"/>
                  <a:gd name="T23" fmla="*/ 64 h 101"/>
                  <a:gd name="T24" fmla="*/ 42 w 73"/>
                  <a:gd name="T25" fmla="*/ 69 h 101"/>
                  <a:gd name="T26" fmla="*/ 40 w 73"/>
                  <a:gd name="T27" fmla="*/ 72 h 101"/>
                  <a:gd name="T28" fmla="*/ 35 w 73"/>
                  <a:gd name="T29" fmla="*/ 73 h 101"/>
                  <a:gd name="T30" fmla="*/ 24 w 73"/>
                  <a:gd name="T31" fmla="*/ 70 h 101"/>
                  <a:gd name="T32" fmla="*/ 18 w 73"/>
                  <a:gd name="T33" fmla="*/ 60 h 101"/>
                  <a:gd name="T34" fmla="*/ 1 w 73"/>
                  <a:gd name="T35" fmla="*/ 60 h 101"/>
                  <a:gd name="T36" fmla="*/ 1 w 73"/>
                  <a:gd name="T37" fmla="*/ 89 h 101"/>
                  <a:gd name="T38" fmla="*/ 18 w 73"/>
                  <a:gd name="T39" fmla="*/ 89 h 101"/>
                  <a:gd name="T40" fmla="*/ 18 w 73"/>
                  <a:gd name="T41" fmla="*/ 84 h 101"/>
                  <a:gd name="T42" fmla="*/ 30 w 73"/>
                  <a:gd name="T43" fmla="*/ 89 h 101"/>
                  <a:gd name="T44" fmla="*/ 30 w 73"/>
                  <a:gd name="T45" fmla="*/ 101 h 101"/>
                  <a:gd name="T46" fmla="*/ 44 w 73"/>
                  <a:gd name="T47" fmla="*/ 101 h 101"/>
                  <a:gd name="T48" fmla="*/ 44 w 73"/>
                  <a:gd name="T49" fmla="*/ 90 h 101"/>
                  <a:gd name="T50" fmla="*/ 55 w 73"/>
                  <a:gd name="T51" fmla="*/ 88 h 101"/>
                  <a:gd name="T52" fmla="*/ 65 w 73"/>
                  <a:gd name="T53" fmla="*/ 84 h 101"/>
                  <a:gd name="T54" fmla="*/ 71 w 73"/>
                  <a:gd name="T55" fmla="*/ 77 h 101"/>
                  <a:gd name="T56" fmla="*/ 73 w 73"/>
                  <a:gd name="T57" fmla="*/ 67 h 101"/>
                  <a:gd name="T58" fmla="*/ 70 w 73"/>
                  <a:gd name="T59" fmla="*/ 54 h 101"/>
                  <a:gd name="T60" fmla="*/ 62 w 73"/>
                  <a:gd name="T61" fmla="*/ 46 h 101"/>
                  <a:gd name="T62" fmla="*/ 52 w 73"/>
                  <a:gd name="T63" fmla="*/ 42 h 101"/>
                  <a:gd name="T64" fmla="*/ 42 w 73"/>
                  <a:gd name="T65" fmla="*/ 39 h 101"/>
                  <a:gd name="T66" fmla="*/ 34 w 73"/>
                  <a:gd name="T67" fmla="*/ 36 h 101"/>
                  <a:gd name="T68" fmla="*/ 31 w 73"/>
                  <a:gd name="T69" fmla="*/ 32 h 101"/>
                  <a:gd name="T70" fmla="*/ 33 w 73"/>
                  <a:gd name="T71" fmla="*/ 29 h 101"/>
                  <a:gd name="T72" fmla="*/ 39 w 73"/>
                  <a:gd name="T73" fmla="*/ 27 h 101"/>
                  <a:gd name="T74" fmla="*/ 44 w 73"/>
                  <a:gd name="T75" fmla="*/ 28 h 101"/>
                  <a:gd name="T76" fmla="*/ 48 w 73"/>
                  <a:gd name="T77" fmla="*/ 31 h 101"/>
                  <a:gd name="T78" fmla="*/ 52 w 73"/>
                  <a:gd name="T79" fmla="*/ 35 h 101"/>
                  <a:gd name="T80" fmla="*/ 54 w 73"/>
                  <a:gd name="T81" fmla="*/ 40 h 101"/>
                  <a:gd name="T82" fmla="*/ 71 w 73"/>
                  <a:gd name="T83" fmla="*/ 40 h 101"/>
                  <a:gd name="T84" fmla="*/ 71 w 73"/>
                  <a:gd name="T85" fmla="*/ 12 h 101"/>
                  <a:gd name="T86" fmla="*/ 54 w 73"/>
                  <a:gd name="T87" fmla="*/ 12 h 101"/>
                  <a:gd name="T88" fmla="*/ 54 w 73"/>
                  <a:gd name="T89" fmla="*/ 17 h 101"/>
                  <a:gd name="T90" fmla="*/ 49 w 73"/>
                  <a:gd name="T91" fmla="*/ 15 h 101"/>
                  <a:gd name="T92" fmla="*/ 44 w 73"/>
                  <a:gd name="T93" fmla="*/ 12 h 101"/>
                  <a:gd name="T94" fmla="*/ 44 w 73"/>
                  <a:gd name="T9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101">
                    <a:moveTo>
                      <a:pt x="44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1"/>
                      <a:pt x="23" y="11"/>
                      <a:pt x="19" y="12"/>
                    </a:cubicBezTo>
                    <a:cubicBezTo>
                      <a:pt x="15" y="13"/>
                      <a:pt x="12" y="15"/>
                      <a:pt x="9" y="17"/>
                    </a:cubicBezTo>
                    <a:cubicBezTo>
                      <a:pt x="7" y="19"/>
                      <a:pt x="5" y="21"/>
                      <a:pt x="3" y="24"/>
                    </a:cubicBezTo>
                    <a:cubicBezTo>
                      <a:pt x="1" y="27"/>
                      <a:pt x="0" y="30"/>
                      <a:pt x="0" y="34"/>
                    </a:cubicBezTo>
                    <a:cubicBezTo>
                      <a:pt x="0" y="39"/>
                      <a:pt x="2" y="43"/>
                      <a:pt x="4" y="47"/>
                    </a:cubicBezTo>
                    <a:cubicBezTo>
                      <a:pt x="6" y="50"/>
                      <a:pt x="8" y="52"/>
                      <a:pt x="11" y="54"/>
                    </a:cubicBezTo>
                    <a:cubicBezTo>
                      <a:pt x="14" y="56"/>
                      <a:pt x="18" y="58"/>
                      <a:pt x="21" y="59"/>
                    </a:cubicBezTo>
                    <a:cubicBezTo>
                      <a:pt x="25" y="60"/>
                      <a:pt x="28" y="61"/>
                      <a:pt x="31" y="61"/>
                    </a:cubicBezTo>
                    <a:cubicBezTo>
                      <a:pt x="34" y="62"/>
                      <a:pt x="37" y="63"/>
                      <a:pt x="39" y="64"/>
                    </a:cubicBezTo>
                    <a:cubicBezTo>
                      <a:pt x="41" y="65"/>
                      <a:pt x="42" y="67"/>
                      <a:pt x="42" y="69"/>
                    </a:cubicBezTo>
                    <a:cubicBezTo>
                      <a:pt x="42" y="70"/>
                      <a:pt x="41" y="71"/>
                      <a:pt x="40" y="72"/>
                    </a:cubicBezTo>
                    <a:cubicBezTo>
                      <a:pt x="39" y="73"/>
                      <a:pt x="37" y="73"/>
                      <a:pt x="35" y="73"/>
                    </a:cubicBezTo>
                    <a:cubicBezTo>
                      <a:pt x="31" y="73"/>
                      <a:pt x="27" y="72"/>
                      <a:pt x="24" y="70"/>
                    </a:cubicBezTo>
                    <a:cubicBezTo>
                      <a:pt x="21" y="68"/>
                      <a:pt x="19" y="64"/>
                      <a:pt x="18" y="60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2" y="86"/>
                      <a:pt x="26" y="88"/>
                      <a:pt x="30" y="89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44" y="101"/>
                      <a:pt x="44" y="101"/>
                      <a:pt x="44" y="101"/>
                    </a:cubicBezTo>
                    <a:cubicBezTo>
                      <a:pt x="44" y="90"/>
                      <a:pt x="44" y="90"/>
                      <a:pt x="44" y="90"/>
                    </a:cubicBezTo>
                    <a:cubicBezTo>
                      <a:pt x="48" y="90"/>
                      <a:pt x="51" y="89"/>
                      <a:pt x="55" y="88"/>
                    </a:cubicBezTo>
                    <a:cubicBezTo>
                      <a:pt x="59" y="87"/>
                      <a:pt x="62" y="86"/>
                      <a:pt x="65" y="84"/>
                    </a:cubicBezTo>
                    <a:cubicBezTo>
                      <a:pt x="67" y="82"/>
                      <a:pt x="69" y="80"/>
                      <a:pt x="71" y="77"/>
                    </a:cubicBezTo>
                    <a:cubicBezTo>
                      <a:pt x="73" y="74"/>
                      <a:pt x="73" y="71"/>
                      <a:pt x="73" y="67"/>
                    </a:cubicBezTo>
                    <a:cubicBezTo>
                      <a:pt x="73" y="62"/>
                      <a:pt x="72" y="57"/>
                      <a:pt x="70" y="54"/>
                    </a:cubicBezTo>
                    <a:cubicBezTo>
                      <a:pt x="68" y="51"/>
                      <a:pt x="66" y="48"/>
                      <a:pt x="62" y="46"/>
                    </a:cubicBezTo>
                    <a:cubicBezTo>
                      <a:pt x="59" y="45"/>
                      <a:pt x="56" y="43"/>
                      <a:pt x="52" y="42"/>
                    </a:cubicBezTo>
                    <a:cubicBezTo>
                      <a:pt x="49" y="41"/>
                      <a:pt x="45" y="40"/>
                      <a:pt x="42" y="39"/>
                    </a:cubicBezTo>
                    <a:cubicBezTo>
                      <a:pt x="39" y="38"/>
                      <a:pt x="36" y="37"/>
                      <a:pt x="34" y="36"/>
                    </a:cubicBezTo>
                    <a:cubicBezTo>
                      <a:pt x="32" y="35"/>
                      <a:pt x="31" y="34"/>
                      <a:pt x="31" y="32"/>
                    </a:cubicBezTo>
                    <a:cubicBezTo>
                      <a:pt x="31" y="31"/>
                      <a:pt x="32" y="29"/>
                      <a:pt x="33" y="29"/>
                    </a:cubicBezTo>
                    <a:cubicBezTo>
                      <a:pt x="35" y="28"/>
                      <a:pt x="36" y="27"/>
                      <a:pt x="39" y="27"/>
                    </a:cubicBezTo>
                    <a:cubicBezTo>
                      <a:pt x="40" y="27"/>
                      <a:pt x="42" y="28"/>
                      <a:pt x="44" y="28"/>
                    </a:cubicBezTo>
                    <a:cubicBezTo>
                      <a:pt x="45" y="29"/>
                      <a:pt x="47" y="30"/>
                      <a:pt x="48" y="31"/>
                    </a:cubicBezTo>
                    <a:cubicBezTo>
                      <a:pt x="50" y="32"/>
                      <a:pt x="51" y="33"/>
                      <a:pt x="52" y="35"/>
                    </a:cubicBezTo>
                    <a:cubicBezTo>
                      <a:pt x="53" y="36"/>
                      <a:pt x="53" y="38"/>
                      <a:pt x="54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7"/>
                      <a:pt x="54" y="17"/>
                      <a:pt x="54" y="17"/>
                    </a:cubicBezTo>
                    <a:cubicBezTo>
                      <a:pt x="53" y="16"/>
                      <a:pt x="51" y="15"/>
                      <a:pt x="49" y="15"/>
                    </a:cubicBezTo>
                    <a:cubicBezTo>
                      <a:pt x="48" y="14"/>
                      <a:pt x="46" y="13"/>
                      <a:pt x="44" y="12"/>
                    </a:cubicBezTo>
                    <a:cubicBezTo>
                      <a:pt x="44" y="0"/>
                      <a:pt x="44" y="0"/>
                      <a:pt x="44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5" name="Oval 114"/>
              <p:cNvSpPr>
                <a:spLocks noChangeArrowheads="1"/>
              </p:cNvSpPr>
              <p:nvPr/>
            </p:nvSpPr>
            <p:spPr bwMode="auto">
              <a:xfrm>
                <a:off x="4161112" y="3384297"/>
                <a:ext cx="297978" cy="295909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6" name="Oval 115"/>
              <p:cNvSpPr>
                <a:spLocks noChangeArrowheads="1"/>
              </p:cNvSpPr>
              <p:nvPr/>
            </p:nvSpPr>
            <p:spPr bwMode="auto">
              <a:xfrm>
                <a:off x="4192152" y="3415337"/>
                <a:ext cx="240038" cy="239004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7" name="Freeform 116"/>
              <p:cNvSpPr>
                <a:spLocks/>
              </p:cNvSpPr>
              <p:nvPr/>
            </p:nvSpPr>
            <p:spPr bwMode="auto">
              <a:xfrm>
                <a:off x="4260438" y="3459827"/>
                <a:ext cx="101395" cy="141747"/>
              </a:xfrm>
              <a:custGeom>
                <a:avLst/>
                <a:gdLst>
                  <a:gd name="T0" fmla="*/ 43 w 73"/>
                  <a:gd name="T1" fmla="*/ 0 h 101"/>
                  <a:gd name="T2" fmla="*/ 30 w 73"/>
                  <a:gd name="T3" fmla="*/ 0 h 101"/>
                  <a:gd name="T4" fmla="*/ 30 w 73"/>
                  <a:gd name="T5" fmla="*/ 11 h 101"/>
                  <a:gd name="T6" fmla="*/ 19 w 73"/>
                  <a:gd name="T7" fmla="*/ 13 h 101"/>
                  <a:gd name="T8" fmla="*/ 9 w 73"/>
                  <a:gd name="T9" fmla="*/ 17 h 101"/>
                  <a:gd name="T10" fmla="*/ 3 w 73"/>
                  <a:gd name="T11" fmla="*/ 24 h 101"/>
                  <a:gd name="T12" fmla="*/ 0 w 73"/>
                  <a:gd name="T13" fmla="*/ 34 h 101"/>
                  <a:gd name="T14" fmla="*/ 3 w 73"/>
                  <a:gd name="T15" fmla="*/ 47 h 101"/>
                  <a:gd name="T16" fmla="*/ 11 w 73"/>
                  <a:gd name="T17" fmla="*/ 54 h 101"/>
                  <a:gd name="T18" fmla="*/ 21 w 73"/>
                  <a:gd name="T19" fmla="*/ 59 h 101"/>
                  <a:gd name="T20" fmla="*/ 31 w 73"/>
                  <a:gd name="T21" fmla="*/ 62 h 101"/>
                  <a:gd name="T22" fmla="*/ 39 w 73"/>
                  <a:gd name="T23" fmla="*/ 64 h 101"/>
                  <a:gd name="T24" fmla="*/ 42 w 73"/>
                  <a:gd name="T25" fmla="*/ 69 h 101"/>
                  <a:gd name="T26" fmla="*/ 40 w 73"/>
                  <a:gd name="T27" fmla="*/ 72 h 101"/>
                  <a:gd name="T28" fmla="*/ 34 w 73"/>
                  <a:gd name="T29" fmla="*/ 73 h 101"/>
                  <a:gd name="T30" fmla="*/ 24 w 73"/>
                  <a:gd name="T31" fmla="*/ 70 h 101"/>
                  <a:gd name="T32" fmla="*/ 18 w 73"/>
                  <a:gd name="T33" fmla="*/ 60 h 101"/>
                  <a:gd name="T34" fmla="*/ 1 w 73"/>
                  <a:gd name="T35" fmla="*/ 60 h 101"/>
                  <a:gd name="T36" fmla="*/ 1 w 73"/>
                  <a:gd name="T37" fmla="*/ 89 h 101"/>
                  <a:gd name="T38" fmla="*/ 18 w 73"/>
                  <a:gd name="T39" fmla="*/ 89 h 101"/>
                  <a:gd name="T40" fmla="*/ 18 w 73"/>
                  <a:gd name="T41" fmla="*/ 84 h 101"/>
                  <a:gd name="T42" fmla="*/ 30 w 73"/>
                  <a:gd name="T43" fmla="*/ 89 h 101"/>
                  <a:gd name="T44" fmla="*/ 30 w 73"/>
                  <a:gd name="T45" fmla="*/ 101 h 101"/>
                  <a:gd name="T46" fmla="*/ 43 w 73"/>
                  <a:gd name="T47" fmla="*/ 101 h 101"/>
                  <a:gd name="T48" fmla="*/ 43 w 73"/>
                  <a:gd name="T49" fmla="*/ 90 h 101"/>
                  <a:gd name="T50" fmla="*/ 55 w 73"/>
                  <a:gd name="T51" fmla="*/ 88 h 101"/>
                  <a:gd name="T52" fmla="*/ 64 w 73"/>
                  <a:gd name="T53" fmla="*/ 84 h 101"/>
                  <a:gd name="T54" fmla="*/ 71 w 73"/>
                  <a:gd name="T55" fmla="*/ 77 h 101"/>
                  <a:gd name="T56" fmla="*/ 73 w 73"/>
                  <a:gd name="T57" fmla="*/ 67 h 101"/>
                  <a:gd name="T58" fmla="*/ 70 w 73"/>
                  <a:gd name="T59" fmla="*/ 54 h 101"/>
                  <a:gd name="T60" fmla="*/ 62 w 73"/>
                  <a:gd name="T61" fmla="*/ 47 h 101"/>
                  <a:gd name="T62" fmla="*/ 52 w 73"/>
                  <a:gd name="T63" fmla="*/ 42 h 101"/>
                  <a:gd name="T64" fmla="*/ 42 w 73"/>
                  <a:gd name="T65" fmla="*/ 39 h 101"/>
                  <a:gd name="T66" fmla="*/ 34 w 73"/>
                  <a:gd name="T67" fmla="*/ 37 h 101"/>
                  <a:gd name="T68" fmla="*/ 31 w 73"/>
                  <a:gd name="T69" fmla="*/ 32 h 101"/>
                  <a:gd name="T70" fmla="*/ 33 w 73"/>
                  <a:gd name="T71" fmla="*/ 29 h 101"/>
                  <a:gd name="T72" fmla="*/ 38 w 73"/>
                  <a:gd name="T73" fmla="*/ 27 h 101"/>
                  <a:gd name="T74" fmla="*/ 43 w 73"/>
                  <a:gd name="T75" fmla="*/ 28 h 101"/>
                  <a:gd name="T76" fmla="*/ 48 w 73"/>
                  <a:gd name="T77" fmla="*/ 31 h 101"/>
                  <a:gd name="T78" fmla="*/ 52 w 73"/>
                  <a:gd name="T79" fmla="*/ 35 h 101"/>
                  <a:gd name="T80" fmla="*/ 54 w 73"/>
                  <a:gd name="T81" fmla="*/ 40 h 101"/>
                  <a:gd name="T82" fmla="*/ 71 w 73"/>
                  <a:gd name="T83" fmla="*/ 40 h 101"/>
                  <a:gd name="T84" fmla="*/ 71 w 73"/>
                  <a:gd name="T85" fmla="*/ 12 h 101"/>
                  <a:gd name="T86" fmla="*/ 54 w 73"/>
                  <a:gd name="T87" fmla="*/ 12 h 101"/>
                  <a:gd name="T88" fmla="*/ 54 w 73"/>
                  <a:gd name="T89" fmla="*/ 17 h 101"/>
                  <a:gd name="T90" fmla="*/ 49 w 73"/>
                  <a:gd name="T91" fmla="*/ 15 h 101"/>
                  <a:gd name="T92" fmla="*/ 43 w 73"/>
                  <a:gd name="T93" fmla="*/ 13 h 101"/>
                  <a:gd name="T94" fmla="*/ 43 w 73"/>
                  <a:gd name="T9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101">
                    <a:moveTo>
                      <a:pt x="43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1"/>
                      <a:pt x="22" y="11"/>
                      <a:pt x="19" y="13"/>
                    </a:cubicBezTo>
                    <a:cubicBezTo>
                      <a:pt x="15" y="14"/>
                      <a:pt x="12" y="15"/>
                      <a:pt x="9" y="17"/>
                    </a:cubicBezTo>
                    <a:cubicBezTo>
                      <a:pt x="7" y="19"/>
                      <a:pt x="4" y="21"/>
                      <a:pt x="3" y="24"/>
                    </a:cubicBezTo>
                    <a:cubicBezTo>
                      <a:pt x="1" y="27"/>
                      <a:pt x="0" y="31"/>
                      <a:pt x="0" y="34"/>
                    </a:cubicBezTo>
                    <a:cubicBezTo>
                      <a:pt x="0" y="39"/>
                      <a:pt x="1" y="44"/>
                      <a:pt x="3" y="47"/>
                    </a:cubicBezTo>
                    <a:cubicBezTo>
                      <a:pt x="5" y="50"/>
                      <a:pt x="8" y="52"/>
                      <a:pt x="11" y="54"/>
                    </a:cubicBezTo>
                    <a:cubicBezTo>
                      <a:pt x="14" y="56"/>
                      <a:pt x="17" y="58"/>
                      <a:pt x="21" y="59"/>
                    </a:cubicBezTo>
                    <a:cubicBezTo>
                      <a:pt x="25" y="60"/>
                      <a:pt x="28" y="61"/>
                      <a:pt x="31" y="62"/>
                    </a:cubicBezTo>
                    <a:cubicBezTo>
                      <a:pt x="34" y="62"/>
                      <a:pt x="37" y="63"/>
                      <a:pt x="39" y="64"/>
                    </a:cubicBezTo>
                    <a:cubicBezTo>
                      <a:pt x="41" y="65"/>
                      <a:pt x="42" y="67"/>
                      <a:pt x="42" y="69"/>
                    </a:cubicBezTo>
                    <a:cubicBezTo>
                      <a:pt x="42" y="70"/>
                      <a:pt x="41" y="71"/>
                      <a:pt x="40" y="72"/>
                    </a:cubicBezTo>
                    <a:cubicBezTo>
                      <a:pt x="39" y="73"/>
                      <a:pt x="37" y="73"/>
                      <a:pt x="34" y="73"/>
                    </a:cubicBezTo>
                    <a:cubicBezTo>
                      <a:pt x="31" y="73"/>
                      <a:pt x="27" y="72"/>
                      <a:pt x="24" y="70"/>
                    </a:cubicBezTo>
                    <a:cubicBezTo>
                      <a:pt x="21" y="68"/>
                      <a:pt x="19" y="64"/>
                      <a:pt x="18" y="60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2" y="86"/>
                      <a:pt x="26" y="88"/>
                      <a:pt x="30" y="89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43" y="101"/>
                      <a:pt x="43" y="101"/>
                      <a:pt x="43" y="101"/>
                    </a:cubicBezTo>
                    <a:cubicBezTo>
                      <a:pt x="43" y="90"/>
                      <a:pt x="43" y="90"/>
                      <a:pt x="43" y="90"/>
                    </a:cubicBezTo>
                    <a:cubicBezTo>
                      <a:pt x="47" y="90"/>
                      <a:pt x="51" y="89"/>
                      <a:pt x="55" y="88"/>
                    </a:cubicBezTo>
                    <a:cubicBezTo>
                      <a:pt x="58" y="87"/>
                      <a:pt x="62" y="86"/>
                      <a:pt x="64" y="84"/>
                    </a:cubicBezTo>
                    <a:cubicBezTo>
                      <a:pt x="67" y="82"/>
                      <a:pt x="69" y="80"/>
                      <a:pt x="71" y="77"/>
                    </a:cubicBezTo>
                    <a:cubicBezTo>
                      <a:pt x="72" y="74"/>
                      <a:pt x="73" y="71"/>
                      <a:pt x="73" y="67"/>
                    </a:cubicBezTo>
                    <a:cubicBezTo>
                      <a:pt x="73" y="62"/>
                      <a:pt x="72" y="58"/>
                      <a:pt x="70" y="54"/>
                    </a:cubicBezTo>
                    <a:cubicBezTo>
                      <a:pt x="68" y="51"/>
                      <a:pt x="65" y="49"/>
                      <a:pt x="62" y="47"/>
                    </a:cubicBezTo>
                    <a:cubicBezTo>
                      <a:pt x="59" y="45"/>
                      <a:pt x="56" y="43"/>
                      <a:pt x="52" y="42"/>
                    </a:cubicBezTo>
                    <a:cubicBezTo>
                      <a:pt x="48" y="41"/>
                      <a:pt x="45" y="40"/>
                      <a:pt x="42" y="39"/>
                    </a:cubicBezTo>
                    <a:cubicBezTo>
                      <a:pt x="39" y="38"/>
                      <a:pt x="36" y="38"/>
                      <a:pt x="34" y="37"/>
                    </a:cubicBezTo>
                    <a:cubicBezTo>
                      <a:pt x="32" y="36"/>
                      <a:pt x="31" y="34"/>
                      <a:pt x="31" y="32"/>
                    </a:cubicBezTo>
                    <a:cubicBezTo>
                      <a:pt x="31" y="31"/>
                      <a:pt x="32" y="30"/>
                      <a:pt x="33" y="29"/>
                    </a:cubicBezTo>
                    <a:cubicBezTo>
                      <a:pt x="34" y="28"/>
                      <a:pt x="36" y="27"/>
                      <a:pt x="38" y="27"/>
                    </a:cubicBezTo>
                    <a:cubicBezTo>
                      <a:pt x="40" y="27"/>
                      <a:pt x="42" y="28"/>
                      <a:pt x="43" y="28"/>
                    </a:cubicBezTo>
                    <a:cubicBezTo>
                      <a:pt x="45" y="29"/>
                      <a:pt x="47" y="30"/>
                      <a:pt x="48" y="31"/>
                    </a:cubicBezTo>
                    <a:cubicBezTo>
                      <a:pt x="49" y="32"/>
                      <a:pt x="51" y="33"/>
                      <a:pt x="52" y="35"/>
                    </a:cubicBezTo>
                    <a:cubicBezTo>
                      <a:pt x="53" y="36"/>
                      <a:pt x="53" y="38"/>
                      <a:pt x="54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7"/>
                      <a:pt x="54" y="17"/>
                      <a:pt x="54" y="17"/>
                    </a:cubicBezTo>
                    <a:cubicBezTo>
                      <a:pt x="52" y="16"/>
                      <a:pt x="51" y="15"/>
                      <a:pt x="49" y="15"/>
                    </a:cubicBezTo>
                    <a:cubicBezTo>
                      <a:pt x="48" y="14"/>
                      <a:pt x="46" y="13"/>
                      <a:pt x="43" y="13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8" name="Oval 117"/>
              <p:cNvSpPr>
                <a:spLocks noChangeArrowheads="1"/>
              </p:cNvSpPr>
              <p:nvPr/>
            </p:nvSpPr>
            <p:spPr bwMode="auto">
              <a:xfrm>
                <a:off x="4280097" y="2804896"/>
                <a:ext cx="296944" cy="297978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9" name="Oval 118"/>
              <p:cNvSpPr>
                <a:spLocks noChangeArrowheads="1"/>
              </p:cNvSpPr>
              <p:nvPr/>
            </p:nvSpPr>
            <p:spPr bwMode="auto">
              <a:xfrm>
                <a:off x="4311136" y="2835935"/>
                <a:ext cx="240038" cy="240038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0" name="Freeform 119"/>
              <p:cNvSpPr>
                <a:spLocks/>
              </p:cNvSpPr>
              <p:nvPr/>
            </p:nvSpPr>
            <p:spPr bwMode="auto">
              <a:xfrm>
                <a:off x="4379423" y="2880425"/>
                <a:ext cx="101395" cy="140712"/>
              </a:xfrm>
              <a:custGeom>
                <a:avLst/>
                <a:gdLst>
                  <a:gd name="T0" fmla="*/ 44 w 73"/>
                  <a:gd name="T1" fmla="*/ 0 h 101"/>
                  <a:gd name="T2" fmla="*/ 30 w 73"/>
                  <a:gd name="T3" fmla="*/ 0 h 101"/>
                  <a:gd name="T4" fmla="*/ 30 w 73"/>
                  <a:gd name="T5" fmla="*/ 11 h 101"/>
                  <a:gd name="T6" fmla="*/ 19 w 73"/>
                  <a:gd name="T7" fmla="*/ 13 h 101"/>
                  <a:gd name="T8" fmla="*/ 9 w 73"/>
                  <a:gd name="T9" fmla="*/ 17 h 101"/>
                  <a:gd name="T10" fmla="*/ 3 w 73"/>
                  <a:gd name="T11" fmla="*/ 25 h 101"/>
                  <a:gd name="T12" fmla="*/ 0 w 73"/>
                  <a:gd name="T13" fmla="*/ 34 h 101"/>
                  <a:gd name="T14" fmla="*/ 3 w 73"/>
                  <a:gd name="T15" fmla="*/ 47 h 101"/>
                  <a:gd name="T16" fmla="*/ 11 w 73"/>
                  <a:gd name="T17" fmla="*/ 55 h 101"/>
                  <a:gd name="T18" fmla="*/ 21 w 73"/>
                  <a:gd name="T19" fmla="*/ 59 h 101"/>
                  <a:gd name="T20" fmla="*/ 31 w 73"/>
                  <a:gd name="T21" fmla="*/ 62 h 101"/>
                  <a:gd name="T22" fmla="*/ 39 w 73"/>
                  <a:gd name="T23" fmla="*/ 65 h 101"/>
                  <a:gd name="T24" fmla="*/ 42 w 73"/>
                  <a:gd name="T25" fmla="*/ 69 h 101"/>
                  <a:gd name="T26" fmla="*/ 40 w 73"/>
                  <a:gd name="T27" fmla="*/ 72 h 101"/>
                  <a:gd name="T28" fmla="*/ 34 w 73"/>
                  <a:gd name="T29" fmla="*/ 74 h 101"/>
                  <a:gd name="T30" fmla="*/ 24 w 73"/>
                  <a:gd name="T31" fmla="*/ 70 h 101"/>
                  <a:gd name="T32" fmla="*/ 18 w 73"/>
                  <a:gd name="T33" fmla="*/ 60 h 101"/>
                  <a:gd name="T34" fmla="*/ 1 w 73"/>
                  <a:gd name="T35" fmla="*/ 60 h 101"/>
                  <a:gd name="T36" fmla="*/ 1 w 73"/>
                  <a:gd name="T37" fmla="*/ 89 h 101"/>
                  <a:gd name="T38" fmla="*/ 18 w 73"/>
                  <a:gd name="T39" fmla="*/ 89 h 101"/>
                  <a:gd name="T40" fmla="*/ 18 w 73"/>
                  <a:gd name="T41" fmla="*/ 84 h 101"/>
                  <a:gd name="T42" fmla="*/ 30 w 73"/>
                  <a:gd name="T43" fmla="*/ 89 h 101"/>
                  <a:gd name="T44" fmla="*/ 30 w 73"/>
                  <a:gd name="T45" fmla="*/ 101 h 101"/>
                  <a:gd name="T46" fmla="*/ 44 w 73"/>
                  <a:gd name="T47" fmla="*/ 101 h 101"/>
                  <a:gd name="T48" fmla="*/ 44 w 73"/>
                  <a:gd name="T49" fmla="*/ 90 h 101"/>
                  <a:gd name="T50" fmla="*/ 55 w 73"/>
                  <a:gd name="T51" fmla="*/ 89 h 101"/>
                  <a:gd name="T52" fmla="*/ 64 w 73"/>
                  <a:gd name="T53" fmla="*/ 84 h 101"/>
                  <a:gd name="T54" fmla="*/ 71 w 73"/>
                  <a:gd name="T55" fmla="*/ 77 h 101"/>
                  <a:gd name="T56" fmla="*/ 73 w 73"/>
                  <a:gd name="T57" fmla="*/ 67 h 101"/>
                  <a:gd name="T58" fmla="*/ 70 w 73"/>
                  <a:gd name="T59" fmla="*/ 54 h 101"/>
                  <a:gd name="T60" fmla="*/ 62 w 73"/>
                  <a:gd name="T61" fmla="*/ 47 h 101"/>
                  <a:gd name="T62" fmla="*/ 52 w 73"/>
                  <a:gd name="T63" fmla="*/ 42 h 101"/>
                  <a:gd name="T64" fmla="*/ 42 w 73"/>
                  <a:gd name="T65" fmla="*/ 39 h 101"/>
                  <a:gd name="T66" fmla="*/ 34 w 73"/>
                  <a:gd name="T67" fmla="*/ 37 h 101"/>
                  <a:gd name="T68" fmla="*/ 31 w 73"/>
                  <a:gd name="T69" fmla="*/ 32 h 101"/>
                  <a:gd name="T70" fmla="*/ 33 w 73"/>
                  <a:gd name="T71" fmla="*/ 29 h 101"/>
                  <a:gd name="T72" fmla="*/ 38 w 73"/>
                  <a:gd name="T73" fmla="*/ 28 h 101"/>
                  <a:gd name="T74" fmla="*/ 44 w 73"/>
                  <a:gd name="T75" fmla="*/ 29 h 101"/>
                  <a:gd name="T76" fmla="*/ 48 w 73"/>
                  <a:gd name="T77" fmla="*/ 31 h 101"/>
                  <a:gd name="T78" fmla="*/ 52 w 73"/>
                  <a:gd name="T79" fmla="*/ 35 h 101"/>
                  <a:gd name="T80" fmla="*/ 54 w 73"/>
                  <a:gd name="T81" fmla="*/ 40 h 101"/>
                  <a:gd name="T82" fmla="*/ 71 w 73"/>
                  <a:gd name="T83" fmla="*/ 40 h 101"/>
                  <a:gd name="T84" fmla="*/ 71 w 73"/>
                  <a:gd name="T85" fmla="*/ 12 h 101"/>
                  <a:gd name="T86" fmla="*/ 54 w 73"/>
                  <a:gd name="T87" fmla="*/ 12 h 101"/>
                  <a:gd name="T88" fmla="*/ 54 w 73"/>
                  <a:gd name="T89" fmla="*/ 17 h 101"/>
                  <a:gd name="T90" fmla="*/ 49 w 73"/>
                  <a:gd name="T91" fmla="*/ 15 h 101"/>
                  <a:gd name="T92" fmla="*/ 44 w 73"/>
                  <a:gd name="T93" fmla="*/ 13 h 101"/>
                  <a:gd name="T94" fmla="*/ 44 w 73"/>
                  <a:gd name="T9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101">
                    <a:moveTo>
                      <a:pt x="44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1"/>
                      <a:pt x="22" y="12"/>
                      <a:pt x="19" y="13"/>
                    </a:cubicBezTo>
                    <a:cubicBezTo>
                      <a:pt x="15" y="14"/>
                      <a:pt x="12" y="15"/>
                      <a:pt x="9" y="17"/>
                    </a:cubicBezTo>
                    <a:cubicBezTo>
                      <a:pt x="7" y="19"/>
                      <a:pt x="4" y="22"/>
                      <a:pt x="3" y="25"/>
                    </a:cubicBezTo>
                    <a:cubicBezTo>
                      <a:pt x="1" y="27"/>
                      <a:pt x="0" y="31"/>
                      <a:pt x="0" y="34"/>
                    </a:cubicBezTo>
                    <a:cubicBezTo>
                      <a:pt x="0" y="40"/>
                      <a:pt x="1" y="44"/>
                      <a:pt x="3" y="47"/>
                    </a:cubicBezTo>
                    <a:cubicBezTo>
                      <a:pt x="6" y="50"/>
                      <a:pt x="8" y="53"/>
                      <a:pt x="11" y="55"/>
                    </a:cubicBezTo>
                    <a:cubicBezTo>
                      <a:pt x="14" y="56"/>
                      <a:pt x="18" y="58"/>
                      <a:pt x="21" y="59"/>
                    </a:cubicBezTo>
                    <a:cubicBezTo>
                      <a:pt x="25" y="60"/>
                      <a:pt x="28" y="61"/>
                      <a:pt x="31" y="62"/>
                    </a:cubicBezTo>
                    <a:cubicBezTo>
                      <a:pt x="34" y="63"/>
                      <a:pt x="37" y="63"/>
                      <a:pt x="39" y="65"/>
                    </a:cubicBezTo>
                    <a:cubicBezTo>
                      <a:pt x="41" y="66"/>
                      <a:pt x="42" y="67"/>
                      <a:pt x="42" y="69"/>
                    </a:cubicBezTo>
                    <a:cubicBezTo>
                      <a:pt x="42" y="70"/>
                      <a:pt x="41" y="71"/>
                      <a:pt x="40" y="72"/>
                    </a:cubicBezTo>
                    <a:cubicBezTo>
                      <a:pt x="39" y="73"/>
                      <a:pt x="37" y="74"/>
                      <a:pt x="34" y="74"/>
                    </a:cubicBezTo>
                    <a:cubicBezTo>
                      <a:pt x="31" y="74"/>
                      <a:pt x="27" y="72"/>
                      <a:pt x="24" y="70"/>
                    </a:cubicBezTo>
                    <a:cubicBezTo>
                      <a:pt x="21" y="68"/>
                      <a:pt x="19" y="65"/>
                      <a:pt x="18" y="60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2" y="87"/>
                      <a:pt x="26" y="88"/>
                      <a:pt x="30" y="89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44" y="101"/>
                      <a:pt x="44" y="101"/>
                      <a:pt x="44" y="101"/>
                    </a:cubicBezTo>
                    <a:cubicBezTo>
                      <a:pt x="44" y="90"/>
                      <a:pt x="44" y="90"/>
                      <a:pt x="44" y="90"/>
                    </a:cubicBezTo>
                    <a:cubicBezTo>
                      <a:pt x="47" y="90"/>
                      <a:pt x="51" y="89"/>
                      <a:pt x="55" y="89"/>
                    </a:cubicBezTo>
                    <a:cubicBezTo>
                      <a:pt x="58" y="88"/>
                      <a:pt x="62" y="86"/>
                      <a:pt x="64" y="84"/>
                    </a:cubicBezTo>
                    <a:cubicBezTo>
                      <a:pt x="67" y="82"/>
                      <a:pt x="69" y="80"/>
                      <a:pt x="71" y="77"/>
                    </a:cubicBezTo>
                    <a:cubicBezTo>
                      <a:pt x="72" y="74"/>
                      <a:pt x="73" y="71"/>
                      <a:pt x="73" y="67"/>
                    </a:cubicBezTo>
                    <a:cubicBezTo>
                      <a:pt x="73" y="62"/>
                      <a:pt x="72" y="58"/>
                      <a:pt x="70" y="54"/>
                    </a:cubicBezTo>
                    <a:cubicBezTo>
                      <a:pt x="68" y="51"/>
                      <a:pt x="65" y="49"/>
                      <a:pt x="62" y="47"/>
                    </a:cubicBezTo>
                    <a:cubicBezTo>
                      <a:pt x="59" y="45"/>
                      <a:pt x="56" y="43"/>
                      <a:pt x="52" y="42"/>
                    </a:cubicBezTo>
                    <a:cubicBezTo>
                      <a:pt x="48" y="41"/>
                      <a:pt x="45" y="40"/>
                      <a:pt x="42" y="39"/>
                    </a:cubicBezTo>
                    <a:cubicBezTo>
                      <a:pt x="39" y="39"/>
                      <a:pt x="36" y="38"/>
                      <a:pt x="34" y="37"/>
                    </a:cubicBezTo>
                    <a:cubicBezTo>
                      <a:pt x="32" y="36"/>
                      <a:pt x="31" y="34"/>
                      <a:pt x="31" y="32"/>
                    </a:cubicBezTo>
                    <a:cubicBezTo>
                      <a:pt x="31" y="31"/>
                      <a:pt x="32" y="30"/>
                      <a:pt x="33" y="29"/>
                    </a:cubicBezTo>
                    <a:cubicBezTo>
                      <a:pt x="34" y="28"/>
                      <a:pt x="36" y="28"/>
                      <a:pt x="38" y="28"/>
                    </a:cubicBezTo>
                    <a:cubicBezTo>
                      <a:pt x="40" y="28"/>
                      <a:pt x="42" y="28"/>
                      <a:pt x="44" y="29"/>
                    </a:cubicBezTo>
                    <a:cubicBezTo>
                      <a:pt x="45" y="29"/>
                      <a:pt x="47" y="30"/>
                      <a:pt x="48" y="31"/>
                    </a:cubicBezTo>
                    <a:cubicBezTo>
                      <a:pt x="50" y="32"/>
                      <a:pt x="51" y="34"/>
                      <a:pt x="52" y="35"/>
                    </a:cubicBezTo>
                    <a:cubicBezTo>
                      <a:pt x="53" y="37"/>
                      <a:pt x="53" y="38"/>
                      <a:pt x="54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7"/>
                      <a:pt x="54" y="17"/>
                      <a:pt x="54" y="17"/>
                    </a:cubicBezTo>
                    <a:cubicBezTo>
                      <a:pt x="52" y="16"/>
                      <a:pt x="51" y="16"/>
                      <a:pt x="49" y="15"/>
                    </a:cubicBezTo>
                    <a:cubicBezTo>
                      <a:pt x="48" y="14"/>
                      <a:pt x="46" y="13"/>
                      <a:pt x="44" y="13"/>
                    </a:cubicBezTo>
                    <a:cubicBezTo>
                      <a:pt x="44" y="0"/>
                      <a:pt x="44" y="0"/>
                      <a:pt x="44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1" name="Oval 120"/>
              <p:cNvSpPr>
                <a:spLocks noChangeArrowheads="1"/>
              </p:cNvSpPr>
              <p:nvPr/>
            </p:nvSpPr>
            <p:spPr bwMode="auto">
              <a:xfrm>
                <a:off x="4636015" y="2823519"/>
                <a:ext cx="295909" cy="295909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2" name="Oval 121"/>
              <p:cNvSpPr>
                <a:spLocks noChangeArrowheads="1"/>
              </p:cNvSpPr>
              <p:nvPr/>
            </p:nvSpPr>
            <p:spPr bwMode="auto">
              <a:xfrm>
                <a:off x="4667054" y="2854559"/>
                <a:ext cx="237969" cy="240038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3" name="Freeform 122"/>
              <p:cNvSpPr>
                <a:spLocks/>
              </p:cNvSpPr>
              <p:nvPr/>
            </p:nvSpPr>
            <p:spPr bwMode="auto">
              <a:xfrm>
                <a:off x="4735341" y="2899049"/>
                <a:ext cx="101395" cy="140712"/>
              </a:xfrm>
              <a:custGeom>
                <a:avLst/>
                <a:gdLst>
                  <a:gd name="T0" fmla="*/ 43 w 73"/>
                  <a:gd name="T1" fmla="*/ 0 h 101"/>
                  <a:gd name="T2" fmla="*/ 30 w 73"/>
                  <a:gd name="T3" fmla="*/ 0 h 101"/>
                  <a:gd name="T4" fmla="*/ 30 w 73"/>
                  <a:gd name="T5" fmla="*/ 11 h 101"/>
                  <a:gd name="T6" fmla="*/ 18 w 73"/>
                  <a:gd name="T7" fmla="*/ 13 h 101"/>
                  <a:gd name="T8" fmla="*/ 9 w 73"/>
                  <a:gd name="T9" fmla="*/ 17 h 101"/>
                  <a:gd name="T10" fmla="*/ 2 w 73"/>
                  <a:gd name="T11" fmla="*/ 24 h 101"/>
                  <a:gd name="T12" fmla="*/ 0 w 73"/>
                  <a:gd name="T13" fmla="*/ 34 h 101"/>
                  <a:gd name="T14" fmla="*/ 3 w 73"/>
                  <a:gd name="T15" fmla="*/ 47 h 101"/>
                  <a:gd name="T16" fmla="*/ 11 w 73"/>
                  <a:gd name="T17" fmla="*/ 54 h 101"/>
                  <a:gd name="T18" fmla="*/ 21 w 73"/>
                  <a:gd name="T19" fmla="*/ 59 h 101"/>
                  <a:gd name="T20" fmla="*/ 31 w 73"/>
                  <a:gd name="T21" fmla="*/ 62 h 101"/>
                  <a:gd name="T22" fmla="*/ 38 w 73"/>
                  <a:gd name="T23" fmla="*/ 64 h 101"/>
                  <a:gd name="T24" fmla="*/ 42 w 73"/>
                  <a:gd name="T25" fmla="*/ 69 h 101"/>
                  <a:gd name="T26" fmla="*/ 40 w 73"/>
                  <a:gd name="T27" fmla="*/ 72 h 101"/>
                  <a:gd name="T28" fmla="*/ 34 w 73"/>
                  <a:gd name="T29" fmla="*/ 74 h 101"/>
                  <a:gd name="T30" fmla="*/ 24 w 73"/>
                  <a:gd name="T31" fmla="*/ 70 h 101"/>
                  <a:gd name="T32" fmla="*/ 18 w 73"/>
                  <a:gd name="T33" fmla="*/ 60 h 101"/>
                  <a:gd name="T34" fmla="*/ 1 w 73"/>
                  <a:gd name="T35" fmla="*/ 60 h 101"/>
                  <a:gd name="T36" fmla="*/ 1 w 73"/>
                  <a:gd name="T37" fmla="*/ 89 h 101"/>
                  <a:gd name="T38" fmla="*/ 18 w 73"/>
                  <a:gd name="T39" fmla="*/ 89 h 101"/>
                  <a:gd name="T40" fmla="*/ 18 w 73"/>
                  <a:gd name="T41" fmla="*/ 84 h 101"/>
                  <a:gd name="T42" fmla="*/ 30 w 73"/>
                  <a:gd name="T43" fmla="*/ 89 h 101"/>
                  <a:gd name="T44" fmla="*/ 30 w 73"/>
                  <a:gd name="T45" fmla="*/ 101 h 101"/>
                  <a:gd name="T46" fmla="*/ 43 w 73"/>
                  <a:gd name="T47" fmla="*/ 101 h 101"/>
                  <a:gd name="T48" fmla="*/ 43 w 73"/>
                  <a:gd name="T49" fmla="*/ 90 h 101"/>
                  <a:gd name="T50" fmla="*/ 55 w 73"/>
                  <a:gd name="T51" fmla="*/ 88 h 101"/>
                  <a:gd name="T52" fmla="*/ 64 w 73"/>
                  <a:gd name="T53" fmla="*/ 84 h 101"/>
                  <a:gd name="T54" fmla="*/ 71 w 73"/>
                  <a:gd name="T55" fmla="*/ 77 h 101"/>
                  <a:gd name="T56" fmla="*/ 73 w 73"/>
                  <a:gd name="T57" fmla="*/ 67 h 101"/>
                  <a:gd name="T58" fmla="*/ 70 w 73"/>
                  <a:gd name="T59" fmla="*/ 54 h 101"/>
                  <a:gd name="T60" fmla="*/ 62 w 73"/>
                  <a:gd name="T61" fmla="*/ 47 h 101"/>
                  <a:gd name="T62" fmla="*/ 52 w 73"/>
                  <a:gd name="T63" fmla="*/ 42 h 101"/>
                  <a:gd name="T64" fmla="*/ 42 w 73"/>
                  <a:gd name="T65" fmla="*/ 39 h 101"/>
                  <a:gd name="T66" fmla="*/ 34 w 73"/>
                  <a:gd name="T67" fmla="*/ 37 h 101"/>
                  <a:gd name="T68" fmla="*/ 31 w 73"/>
                  <a:gd name="T69" fmla="*/ 32 h 101"/>
                  <a:gd name="T70" fmla="*/ 33 w 73"/>
                  <a:gd name="T71" fmla="*/ 29 h 101"/>
                  <a:gd name="T72" fmla="*/ 38 w 73"/>
                  <a:gd name="T73" fmla="*/ 28 h 101"/>
                  <a:gd name="T74" fmla="*/ 43 w 73"/>
                  <a:gd name="T75" fmla="*/ 29 h 101"/>
                  <a:gd name="T76" fmla="*/ 48 w 73"/>
                  <a:gd name="T77" fmla="*/ 31 h 101"/>
                  <a:gd name="T78" fmla="*/ 51 w 73"/>
                  <a:gd name="T79" fmla="*/ 35 h 101"/>
                  <a:gd name="T80" fmla="*/ 53 w 73"/>
                  <a:gd name="T81" fmla="*/ 40 h 101"/>
                  <a:gd name="T82" fmla="*/ 71 w 73"/>
                  <a:gd name="T83" fmla="*/ 40 h 101"/>
                  <a:gd name="T84" fmla="*/ 71 w 73"/>
                  <a:gd name="T85" fmla="*/ 12 h 101"/>
                  <a:gd name="T86" fmla="*/ 53 w 73"/>
                  <a:gd name="T87" fmla="*/ 12 h 101"/>
                  <a:gd name="T88" fmla="*/ 53 w 73"/>
                  <a:gd name="T89" fmla="*/ 17 h 101"/>
                  <a:gd name="T90" fmla="*/ 49 w 73"/>
                  <a:gd name="T91" fmla="*/ 15 h 101"/>
                  <a:gd name="T92" fmla="*/ 43 w 73"/>
                  <a:gd name="T93" fmla="*/ 13 h 101"/>
                  <a:gd name="T94" fmla="*/ 43 w 73"/>
                  <a:gd name="T9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101">
                    <a:moveTo>
                      <a:pt x="43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1"/>
                      <a:pt x="22" y="12"/>
                      <a:pt x="18" y="13"/>
                    </a:cubicBezTo>
                    <a:cubicBezTo>
                      <a:pt x="15" y="14"/>
                      <a:pt x="12" y="15"/>
                      <a:pt x="9" y="17"/>
                    </a:cubicBezTo>
                    <a:cubicBezTo>
                      <a:pt x="6" y="19"/>
                      <a:pt x="4" y="22"/>
                      <a:pt x="2" y="24"/>
                    </a:cubicBezTo>
                    <a:cubicBezTo>
                      <a:pt x="1" y="27"/>
                      <a:pt x="0" y="31"/>
                      <a:pt x="0" y="34"/>
                    </a:cubicBezTo>
                    <a:cubicBezTo>
                      <a:pt x="0" y="40"/>
                      <a:pt x="1" y="44"/>
                      <a:pt x="3" y="47"/>
                    </a:cubicBezTo>
                    <a:cubicBezTo>
                      <a:pt x="5" y="50"/>
                      <a:pt x="8" y="53"/>
                      <a:pt x="11" y="54"/>
                    </a:cubicBezTo>
                    <a:cubicBezTo>
                      <a:pt x="14" y="56"/>
                      <a:pt x="17" y="58"/>
                      <a:pt x="21" y="59"/>
                    </a:cubicBezTo>
                    <a:cubicBezTo>
                      <a:pt x="24" y="60"/>
                      <a:pt x="28" y="61"/>
                      <a:pt x="31" y="62"/>
                    </a:cubicBezTo>
                    <a:cubicBezTo>
                      <a:pt x="34" y="63"/>
                      <a:pt x="36" y="63"/>
                      <a:pt x="38" y="64"/>
                    </a:cubicBezTo>
                    <a:cubicBezTo>
                      <a:pt x="40" y="66"/>
                      <a:pt x="42" y="67"/>
                      <a:pt x="42" y="69"/>
                    </a:cubicBezTo>
                    <a:cubicBezTo>
                      <a:pt x="42" y="70"/>
                      <a:pt x="41" y="71"/>
                      <a:pt x="40" y="72"/>
                    </a:cubicBezTo>
                    <a:cubicBezTo>
                      <a:pt x="39" y="73"/>
                      <a:pt x="37" y="74"/>
                      <a:pt x="34" y="74"/>
                    </a:cubicBezTo>
                    <a:cubicBezTo>
                      <a:pt x="30" y="74"/>
                      <a:pt x="27" y="72"/>
                      <a:pt x="24" y="70"/>
                    </a:cubicBezTo>
                    <a:cubicBezTo>
                      <a:pt x="21" y="68"/>
                      <a:pt x="19" y="65"/>
                      <a:pt x="18" y="60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2" y="87"/>
                      <a:pt x="26" y="88"/>
                      <a:pt x="30" y="89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43" y="101"/>
                      <a:pt x="43" y="101"/>
                      <a:pt x="43" y="101"/>
                    </a:cubicBezTo>
                    <a:cubicBezTo>
                      <a:pt x="43" y="90"/>
                      <a:pt x="43" y="90"/>
                      <a:pt x="43" y="90"/>
                    </a:cubicBezTo>
                    <a:cubicBezTo>
                      <a:pt x="47" y="90"/>
                      <a:pt x="51" y="89"/>
                      <a:pt x="55" y="88"/>
                    </a:cubicBezTo>
                    <a:cubicBezTo>
                      <a:pt x="58" y="88"/>
                      <a:pt x="61" y="86"/>
                      <a:pt x="64" y="84"/>
                    </a:cubicBezTo>
                    <a:cubicBezTo>
                      <a:pt x="67" y="82"/>
                      <a:pt x="69" y="80"/>
                      <a:pt x="71" y="77"/>
                    </a:cubicBezTo>
                    <a:cubicBezTo>
                      <a:pt x="72" y="74"/>
                      <a:pt x="73" y="71"/>
                      <a:pt x="73" y="67"/>
                    </a:cubicBezTo>
                    <a:cubicBezTo>
                      <a:pt x="73" y="62"/>
                      <a:pt x="72" y="58"/>
                      <a:pt x="70" y="54"/>
                    </a:cubicBezTo>
                    <a:cubicBezTo>
                      <a:pt x="68" y="51"/>
                      <a:pt x="65" y="49"/>
                      <a:pt x="62" y="47"/>
                    </a:cubicBezTo>
                    <a:cubicBezTo>
                      <a:pt x="59" y="45"/>
                      <a:pt x="55" y="43"/>
                      <a:pt x="52" y="42"/>
                    </a:cubicBezTo>
                    <a:cubicBezTo>
                      <a:pt x="48" y="41"/>
                      <a:pt x="45" y="40"/>
                      <a:pt x="42" y="39"/>
                    </a:cubicBezTo>
                    <a:cubicBezTo>
                      <a:pt x="39" y="39"/>
                      <a:pt x="36" y="38"/>
                      <a:pt x="34" y="37"/>
                    </a:cubicBezTo>
                    <a:cubicBezTo>
                      <a:pt x="32" y="36"/>
                      <a:pt x="31" y="34"/>
                      <a:pt x="31" y="32"/>
                    </a:cubicBezTo>
                    <a:cubicBezTo>
                      <a:pt x="31" y="31"/>
                      <a:pt x="31" y="30"/>
                      <a:pt x="33" y="29"/>
                    </a:cubicBezTo>
                    <a:cubicBezTo>
                      <a:pt x="34" y="28"/>
                      <a:pt x="36" y="28"/>
                      <a:pt x="38" y="28"/>
                    </a:cubicBezTo>
                    <a:cubicBezTo>
                      <a:pt x="40" y="28"/>
                      <a:pt x="41" y="28"/>
                      <a:pt x="43" y="29"/>
                    </a:cubicBezTo>
                    <a:cubicBezTo>
                      <a:pt x="45" y="29"/>
                      <a:pt x="46" y="30"/>
                      <a:pt x="48" y="31"/>
                    </a:cubicBezTo>
                    <a:cubicBezTo>
                      <a:pt x="49" y="32"/>
                      <a:pt x="50" y="34"/>
                      <a:pt x="51" y="35"/>
                    </a:cubicBezTo>
                    <a:cubicBezTo>
                      <a:pt x="52" y="37"/>
                      <a:pt x="53" y="38"/>
                      <a:pt x="53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53" y="12"/>
                      <a:pt x="53" y="12"/>
                      <a:pt x="53" y="12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2" y="16"/>
                      <a:pt x="51" y="16"/>
                      <a:pt x="49" y="15"/>
                    </a:cubicBezTo>
                    <a:cubicBezTo>
                      <a:pt x="47" y="14"/>
                      <a:pt x="45" y="13"/>
                      <a:pt x="43" y="13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4" name="Oval 123"/>
              <p:cNvSpPr>
                <a:spLocks noChangeArrowheads="1"/>
              </p:cNvSpPr>
              <p:nvPr/>
            </p:nvSpPr>
            <p:spPr bwMode="auto">
              <a:xfrm>
                <a:off x="2449808" y="2971474"/>
                <a:ext cx="330052" cy="331087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Oval 124"/>
              <p:cNvSpPr>
                <a:spLocks noChangeArrowheads="1"/>
              </p:cNvSpPr>
              <p:nvPr/>
            </p:nvSpPr>
            <p:spPr bwMode="auto">
              <a:xfrm>
                <a:off x="2478778" y="3000444"/>
                <a:ext cx="272112" cy="272112"/>
              </a:xfrm>
              <a:prstGeom prst="ellipse">
                <a:avLst/>
              </a:prstGeom>
              <a:solidFill>
                <a:srgbClr val="B49E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6" name="Oval 125"/>
              <p:cNvSpPr>
                <a:spLocks noChangeArrowheads="1"/>
              </p:cNvSpPr>
              <p:nvPr/>
            </p:nvSpPr>
            <p:spPr bwMode="auto">
              <a:xfrm>
                <a:off x="2478778" y="3000444"/>
                <a:ext cx="264869" cy="266939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7" name="Freeform 126"/>
              <p:cNvSpPr>
                <a:spLocks/>
              </p:cNvSpPr>
              <p:nvPr/>
            </p:nvSpPr>
            <p:spPr bwMode="auto">
              <a:xfrm>
                <a:off x="2559480" y="3055280"/>
                <a:ext cx="112777" cy="157266"/>
              </a:xfrm>
              <a:custGeom>
                <a:avLst/>
                <a:gdLst>
                  <a:gd name="T0" fmla="*/ 48 w 81"/>
                  <a:gd name="T1" fmla="*/ 0 h 113"/>
                  <a:gd name="T2" fmla="*/ 33 w 81"/>
                  <a:gd name="T3" fmla="*/ 0 h 113"/>
                  <a:gd name="T4" fmla="*/ 33 w 81"/>
                  <a:gd name="T5" fmla="*/ 13 h 113"/>
                  <a:gd name="T6" fmla="*/ 21 w 81"/>
                  <a:gd name="T7" fmla="*/ 15 h 113"/>
                  <a:gd name="T8" fmla="*/ 10 w 81"/>
                  <a:gd name="T9" fmla="*/ 20 h 113"/>
                  <a:gd name="T10" fmla="*/ 3 w 81"/>
                  <a:gd name="T11" fmla="*/ 28 h 113"/>
                  <a:gd name="T12" fmla="*/ 0 w 81"/>
                  <a:gd name="T13" fmla="*/ 39 h 113"/>
                  <a:gd name="T14" fmla="*/ 4 w 81"/>
                  <a:gd name="T15" fmla="*/ 53 h 113"/>
                  <a:gd name="T16" fmla="*/ 12 w 81"/>
                  <a:gd name="T17" fmla="*/ 61 h 113"/>
                  <a:gd name="T18" fmla="*/ 23 w 81"/>
                  <a:gd name="T19" fmla="*/ 66 h 113"/>
                  <a:gd name="T20" fmla="*/ 35 w 81"/>
                  <a:gd name="T21" fmla="*/ 69 h 113"/>
                  <a:gd name="T22" fmla="*/ 43 w 81"/>
                  <a:gd name="T23" fmla="*/ 72 h 113"/>
                  <a:gd name="T24" fmla="*/ 47 w 81"/>
                  <a:gd name="T25" fmla="*/ 77 h 113"/>
                  <a:gd name="T26" fmla="*/ 44 w 81"/>
                  <a:gd name="T27" fmla="*/ 81 h 113"/>
                  <a:gd name="T28" fmla="*/ 38 w 81"/>
                  <a:gd name="T29" fmla="*/ 82 h 113"/>
                  <a:gd name="T30" fmla="*/ 27 w 81"/>
                  <a:gd name="T31" fmla="*/ 78 h 113"/>
                  <a:gd name="T32" fmla="*/ 20 w 81"/>
                  <a:gd name="T33" fmla="*/ 68 h 113"/>
                  <a:gd name="T34" fmla="*/ 1 w 81"/>
                  <a:gd name="T35" fmla="*/ 68 h 113"/>
                  <a:gd name="T36" fmla="*/ 1 w 81"/>
                  <a:gd name="T37" fmla="*/ 99 h 113"/>
                  <a:gd name="T38" fmla="*/ 20 w 81"/>
                  <a:gd name="T39" fmla="*/ 99 h 113"/>
                  <a:gd name="T40" fmla="*/ 20 w 81"/>
                  <a:gd name="T41" fmla="*/ 94 h 113"/>
                  <a:gd name="T42" fmla="*/ 33 w 81"/>
                  <a:gd name="T43" fmla="*/ 100 h 113"/>
                  <a:gd name="T44" fmla="*/ 33 w 81"/>
                  <a:gd name="T45" fmla="*/ 113 h 113"/>
                  <a:gd name="T46" fmla="*/ 48 w 81"/>
                  <a:gd name="T47" fmla="*/ 113 h 113"/>
                  <a:gd name="T48" fmla="*/ 48 w 81"/>
                  <a:gd name="T49" fmla="*/ 101 h 113"/>
                  <a:gd name="T50" fmla="*/ 61 w 81"/>
                  <a:gd name="T51" fmla="*/ 99 h 113"/>
                  <a:gd name="T52" fmla="*/ 72 w 81"/>
                  <a:gd name="T53" fmla="*/ 94 h 113"/>
                  <a:gd name="T54" fmla="*/ 79 w 81"/>
                  <a:gd name="T55" fmla="*/ 86 h 113"/>
                  <a:gd name="T56" fmla="*/ 81 w 81"/>
                  <a:gd name="T57" fmla="*/ 75 h 113"/>
                  <a:gd name="T58" fmla="*/ 78 w 81"/>
                  <a:gd name="T59" fmla="*/ 61 h 113"/>
                  <a:gd name="T60" fmla="*/ 69 w 81"/>
                  <a:gd name="T61" fmla="*/ 52 h 113"/>
                  <a:gd name="T62" fmla="*/ 58 w 81"/>
                  <a:gd name="T63" fmla="*/ 47 h 113"/>
                  <a:gd name="T64" fmla="*/ 47 w 81"/>
                  <a:gd name="T65" fmla="*/ 44 h 113"/>
                  <a:gd name="T66" fmla="*/ 38 w 81"/>
                  <a:gd name="T67" fmla="*/ 41 h 113"/>
                  <a:gd name="T68" fmla="*/ 34 w 81"/>
                  <a:gd name="T69" fmla="*/ 36 h 113"/>
                  <a:gd name="T70" fmla="*/ 37 w 81"/>
                  <a:gd name="T71" fmla="*/ 33 h 113"/>
                  <a:gd name="T72" fmla="*/ 43 w 81"/>
                  <a:gd name="T73" fmla="*/ 31 h 113"/>
                  <a:gd name="T74" fmla="*/ 48 w 81"/>
                  <a:gd name="T75" fmla="*/ 32 h 113"/>
                  <a:gd name="T76" fmla="*/ 54 w 81"/>
                  <a:gd name="T77" fmla="*/ 35 h 113"/>
                  <a:gd name="T78" fmla="*/ 57 w 81"/>
                  <a:gd name="T79" fmla="*/ 39 h 113"/>
                  <a:gd name="T80" fmla="*/ 60 w 81"/>
                  <a:gd name="T81" fmla="*/ 45 h 113"/>
                  <a:gd name="T82" fmla="*/ 79 w 81"/>
                  <a:gd name="T83" fmla="*/ 45 h 113"/>
                  <a:gd name="T84" fmla="*/ 79 w 81"/>
                  <a:gd name="T85" fmla="*/ 14 h 113"/>
                  <a:gd name="T86" fmla="*/ 60 w 81"/>
                  <a:gd name="T87" fmla="*/ 14 h 113"/>
                  <a:gd name="T88" fmla="*/ 60 w 81"/>
                  <a:gd name="T89" fmla="*/ 19 h 113"/>
                  <a:gd name="T90" fmla="*/ 55 w 81"/>
                  <a:gd name="T91" fmla="*/ 17 h 113"/>
                  <a:gd name="T92" fmla="*/ 48 w 81"/>
                  <a:gd name="T93" fmla="*/ 15 h 113"/>
                  <a:gd name="T94" fmla="*/ 48 w 81"/>
                  <a:gd name="T95" fmla="*/ 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81" h="113">
                    <a:moveTo>
                      <a:pt x="48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33" y="13"/>
                      <a:pt x="33" y="13"/>
                      <a:pt x="33" y="13"/>
                    </a:cubicBezTo>
                    <a:cubicBezTo>
                      <a:pt x="29" y="13"/>
                      <a:pt x="25" y="13"/>
                      <a:pt x="21" y="15"/>
                    </a:cubicBezTo>
                    <a:cubicBezTo>
                      <a:pt x="17" y="16"/>
                      <a:pt x="13" y="17"/>
                      <a:pt x="10" y="20"/>
                    </a:cubicBezTo>
                    <a:cubicBezTo>
                      <a:pt x="7" y="22"/>
                      <a:pt x="5" y="24"/>
                      <a:pt x="3" y="28"/>
                    </a:cubicBezTo>
                    <a:cubicBezTo>
                      <a:pt x="1" y="31"/>
                      <a:pt x="0" y="35"/>
                      <a:pt x="0" y="39"/>
                    </a:cubicBezTo>
                    <a:cubicBezTo>
                      <a:pt x="0" y="45"/>
                      <a:pt x="1" y="49"/>
                      <a:pt x="4" y="53"/>
                    </a:cubicBezTo>
                    <a:cubicBezTo>
                      <a:pt x="6" y="56"/>
                      <a:pt x="9" y="59"/>
                      <a:pt x="12" y="61"/>
                    </a:cubicBezTo>
                    <a:cubicBezTo>
                      <a:pt x="16" y="63"/>
                      <a:pt x="19" y="65"/>
                      <a:pt x="23" y="66"/>
                    </a:cubicBezTo>
                    <a:cubicBezTo>
                      <a:pt x="27" y="67"/>
                      <a:pt x="31" y="68"/>
                      <a:pt x="35" y="69"/>
                    </a:cubicBezTo>
                    <a:cubicBezTo>
                      <a:pt x="38" y="70"/>
                      <a:pt x="41" y="71"/>
                      <a:pt x="43" y="72"/>
                    </a:cubicBezTo>
                    <a:cubicBezTo>
                      <a:pt x="45" y="73"/>
                      <a:pt x="47" y="75"/>
                      <a:pt x="47" y="77"/>
                    </a:cubicBezTo>
                    <a:cubicBezTo>
                      <a:pt x="47" y="78"/>
                      <a:pt x="46" y="80"/>
                      <a:pt x="44" y="81"/>
                    </a:cubicBezTo>
                    <a:cubicBezTo>
                      <a:pt x="43" y="82"/>
                      <a:pt x="41" y="82"/>
                      <a:pt x="38" y="82"/>
                    </a:cubicBezTo>
                    <a:cubicBezTo>
                      <a:pt x="34" y="82"/>
                      <a:pt x="30" y="81"/>
                      <a:pt x="27" y="78"/>
                    </a:cubicBezTo>
                    <a:cubicBezTo>
                      <a:pt x="23" y="76"/>
                      <a:pt x="21" y="72"/>
                      <a:pt x="20" y="68"/>
                    </a:cubicBezTo>
                    <a:cubicBezTo>
                      <a:pt x="1" y="68"/>
                      <a:pt x="1" y="68"/>
                      <a:pt x="1" y="68"/>
                    </a:cubicBezTo>
                    <a:cubicBezTo>
                      <a:pt x="1" y="99"/>
                      <a:pt x="1" y="99"/>
                      <a:pt x="1" y="99"/>
                    </a:cubicBezTo>
                    <a:cubicBezTo>
                      <a:pt x="20" y="99"/>
                      <a:pt x="20" y="99"/>
                      <a:pt x="20" y="99"/>
                    </a:cubicBezTo>
                    <a:cubicBezTo>
                      <a:pt x="20" y="94"/>
                      <a:pt x="20" y="94"/>
                      <a:pt x="20" y="94"/>
                    </a:cubicBezTo>
                    <a:cubicBezTo>
                      <a:pt x="25" y="97"/>
                      <a:pt x="29" y="99"/>
                      <a:pt x="33" y="100"/>
                    </a:cubicBezTo>
                    <a:cubicBezTo>
                      <a:pt x="33" y="113"/>
                      <a:pt x="33" y="113"/>
                      <a:pt x="33" y="113"/>
                    </a:cubicBezTo>
                    <a:cubicBezTo>
                      <a:pt x="48" y="113"/>
                      <a:pt x="48" y="113"/>
                      <a:pt x="48" y="113"/>
                    </a:cubicBezTo>
                    <a:cubicBezTo>
                      <a:pt x="48" y="101"/>
                      <a:pt x="48" y="101"/>
                      <a:pt x="48" y="101"/>
                    </a:cubicBezTo>
                    <a:cubicBezTo>
                      <a:pt x="53" y="101"/>
                      <a:pt x="57" y="100"/>
                      <a:pt x="61" y="99"/>
                    </a:cubicBezTo>
                    <a:cubicBezTo>
                      <a:pt x="65" y="98"/>
                      <a:pt x="68" y="96"/>
                      <a:pt x="72" y="94"/>
                    </a:cubicBezTo>
                    <a:cubicBezTo>
                      <a:pt x="75" y="92"/>
                      <a:pt x="77" y="89"/>
                      <a:pt x="79" y="86"/>
                    </a:cubicBezTo>
                    <a:cubicBezTo>
                      <a:pt x="81" y="83"/>
                      <a:pt x="81" y="79"/>
                      <a:pt x="81" y="75"/>
                    </a:cubicBezTo>
                    <a:cubicBezTo>
                      <a:pt x="81" y="69"/>
                      <a:pt x="80" y="65"/>
                      <a:pt x="78" y="61"/>
                    </a:cubicBezTo>
                    <a:cubicBezTo>
                      <a:pt x="76" y="57"/>
                      <a:pt x="73" y="55"/>
                      <a:pt x="69" y="52"/>
                    </a:cubicBezTo>
                    <a:cubicBezTo>
                      <a:pt x="66" y="50"/>
                      <a:pt x="62" y="49"/>
                      <a:pt x="58" y="47"/>
                    </a:cubicBezTo>
                    <a:cubicBezTo>
                      <a:pt x="54" y="46"/>
                      <a:pt x="50" y="45"/>
                      <a:pt x="47" y="44"/>
                    </a:cubicBezTo>
                    <a:cubicBezTo>
                      <a:pt x="43" y="43"/>
                      <a:pt x="40" y="42"/>
                      <a:pt x="38" y="41"/>
                    </a:cubicBezTo>
                    <a:cubicBezTo>
                      <a:pt x="36" y="40"/>
                      <a:pt x="34" y="39"/>
                      <a:pt x="34" y="36"/>
                    </a:cubicBezTo>
                    <a:cubicBezTo>
                      <a:pt x="34" y="35"/>
                      <a:pt x="35" y="33"/>
                      <a:pt x="37" y="33"/>
                    </a:cubicBezTo>
                    <a:cubicBezTo>
                      <a:pt x="38" y="32"/>
                      <a:pt x="40" y="31"/>
                      <a:pt x="43" y="31"/>
                    </a:cubicBezTo>
                    <a:cubicBezTo>
                      <a:pt x="45" y="31"/>
                      <a:pt x="46" y="32"/>
                      <a:pt x="48" y="32"/>
                    </a:cubicBezTo>
                    <a:cubicBezTo>
                      <a:pt x="50" y="33"/>
                      <a:pt x="52" y="34"/>
                      <a:pt x="54" y="35"/>
                    </a:cubicBezTo>
                    <a:cubicBezTo>
                      <a:pt x="55" y="36"/>
                      <a:pt x="56" y="38"/>
                      <a:pt x="57" y="39"/>
                    </a:cubicBezTo>
                    <a:cubicBezTo>
                      <a:pt x="59" y="41"/>
                      <a:pt x="59" y="43"/>
                      <a:pt x="60" y="45"/>
                    </a:cubicBezTo>
                    <a:cubicBezTo>
                      <a:pt x="79" y="45"/>
                      <a:pt x="79" y="45"/>
                      <a:pt x="79" y="45"/>
                    </a:cubicBezTo>
                    <a:cubicBezTo>
                      <a:pt x="79" y="14"/>
                      <a:pt x="79" y="14"/>
                      <a:pt x="79" y="14"/>
                    </a:cubicBezTo>
                    <a:cubicBezTo>
                      <a:pt x="60" y="14"/>
                      <a:pt x="60" y="14"/>
                      <a:pt x="60" y="14"/>
                    </a:cubicBezTo>
                    <a:cubicBezTo>
                      <a:pt x="60" y="19"/>
                      <a:pt x="60" y="19"/>
                      <a:pt x="60" y="19"/>
                    </a:cubicBezTo>
                    <a:cubicBezTo>
                      <a:pt x="58" y="19"/>
                      <a:pt x="57" y="18"/>
                      <a:pt x="55" y="17"/>
                    </a:cubicBezTo>
                    <a:cubicBezTo>
                      <a:pt x="53" y="16"/>
                      <a:pt x="51" y="15"/>
                      <a:pt x="48" y="15"/>
                    </a:cubicBezTo>
                    <a:cubicBezTo>
                      <a:pt x="48" y="0"/>
                      <a:pt x="48" y="0"/>
                      <a:pt x="48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8" name="Freeform 127"/>
              <p:cNvSpPr>
                <a:spLocks/>
              </p:cNvSpPr>
              <p:nvPr/>
            </p:nvSpPr>
            <p:spPr bwMode="auto">
              <a:xfrm>
                <a:off x="3485489" y="2268949"/>
                <a:ext cx="735634" cy="697351"/>
              </a:xfrm>
              <a:custGeom>
                <a:avLst/>
                <a:gdLst>
                  <a:gd name="T0" fmla="*/ 520 w 527"/>
                  <a:gd name="T1" fmla="*/ 187 h 499"/>
                  <a:gd name="T2" fmla="*/ 518 w 527"/>
                  <a:gd name="T3" fmla="*/ 214 h 499"/>
                  <a:gd name="T4" fmla="*/ 181 w 527"/>
                  <a:gd name="T5" fmla="*/ 492 h 499"/>
                  <a:gd name="T6" fmla="*/ 154 w 527"/>
                  <a:gd name="T7" fmla="*/ 489 h 499"/>
                  <a:gd name="T8" fmla="*/ 7 w 527"/>
                  <a:gd name="T9" fmla="*/ 311 h 499"/>
                  <a:gd name="T10" fmla="*/ 9 w 527"/>
                  <a:gd name="T11" fmla="*/ 284 h 499"/>
                  <a:gd name="T12" fmla="*/ 346 w 527"/>
                  <a:gd name="T13" fmla="*/ 6 h 499"/>
                  <a:gd name="T14" fmla="*/ 373 w 527"/>
                  <a:gd name="T15" fmla="*/ 9 h 499"/>
                  <a:gd name="T16" fmla="*/ 520 w 527"/>
                  <a:gd name="T17" fmla="*/ 187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7" h="499">
                    <a:moveTo>
                      <a:pt x="520" y="187"/>
                    </a:moveTo>
                    <a:cubicBezTo>
                      <a:pt x="527" y="195"/>
                      <a:pt x="526" y="207"/>
                      <a:pt x="518" y="214"/>
                    </a:cubicBezTo>
                    <a:cubicBezTo>
                      <a:pt x="181" y="492"/>
                      <a:pt x="181" y="492"/>
                      <a:pt x="181" y="492"/>
                    </a:cubicBezTo>
                    <a:cubicBezTo>
                      <a:pt x="173" y="499"/>
                      <a:pt x="161" y="498"/>
                      <a:pt x="154" y="489"/>
                    </a:cubicBezTo>
                    <a:cubicBezTo>
                      <a:pt x="7" y="311"/>
                      <a:pt x="7" y="311"/>
                      <a:pt x="7" y="311"/>
                    </a:cubicBezTo>
                    <a:cubicBezTo>
                      <a:pt x="0" y="303"/>
                      <a:pt x="1" y="291"/>
                      <a:pt x="9" y="284"/>
                    </a:cubicBezTo>
                    <a:cubicBezTo>
                      <a:pt x="346" y="6"/>
                      <a:pt x="346" y="6"/>
                      <a:pt x="346" y="6"/>
                    </a:cubicBezTo>
                    <a:cubicBezTo>
                      <a:pt x="354" y="0"/>
                      <a:pt x="367" y="1"/>
                      <a:pt x="373" y="9"/>
                    </a:cubicBezTo>
                    <a:cubicBezTo>
                      <a:pt x="520" y="187"/>
                      <a:pt x="520" y="187"/>
                      <a:pt x="520" y="187"/>
                    </a:cubicBezTo>
                  </a:path>
                </a:pathLst>
              </a:cu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9" name="Freeform 128"/>
              <p:cNvSpPr>
                <a:spLocks/>
              </p:cNvSpPr>
              <p:nvPr/>
            </p:nvSpPr>
            <p:spPr bwMode="auto">
              <a:xfrm>
                <a:off x="3528944" y="2321716"/>
                <a:ext cx="572160" cy="497665"/>
              </a:xfrm>
              <a:custGeom>
                <a:avLst/>
                <a:gdLst>
                  <a:gd name="T0" fmla="*/ 553 w 553"/>
                  <a:gd name="T1" fmla="*/ 72 h 481"/>
                  <a:gd name="T2" fmla="*/ 59 w 553"/>
                  <a:gd name="T3" fmla="*/ 481 h 481"/>
                  <a:gd name="T4" fmla="*/ 0 w 553"/>
                  <a:gd name="T5" fmla="*/ 409 h 481"/>
                  <a:gd name="T6" fmla="*/ 494 w 553"/>
                  <a:gd name="T7" fmla="*/ 0 h 481"/>
                  <a:gd name="T8" fmla="*/ 553 w 553"/>
                  <a:gd name="T9" fmla="*/ 72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3" h="481">
                    <a:moveTo>
                      <a:pt x="553" y="72"/>
                    </a:moveTo>
                    <a:lnTo>
                      <a:pt x="59" y="481"/>
                    </a:lnTo>
                    <a:lnTo>
                      <a:pt x="0" y="409"/>
                    </a:lnTo>
                    <a:lnTo>
                      <a:pt x="494" y="0"/>
                    </a:lnTo>
                    <a:lnTo>
                      <a:pt x="553" y="72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0" name="Freeform 129"/>
              <p:cNvSpPr>
                <a:spLocks/>
              </p:cNvSpPr>
              <p:nvPr/>
            </p:nvSpPr>
            <p:spPr bwMode="auto">
              <a:xfrm>
                <a:off x="3789675" y="2555546"/>
                <a:ext cx="199687" cy="168648"/>
              </a:xfrm>
              <a:custGeom>
                <a:avLst/>
                <a:gdLst>
                  <a:gd name="T0" fmla="*/ 193 w 193"/>
                  <a:gd name="T1" fmla="*/ 9 h 163"/>
                  <a:gd name="T2" fmla="*/ 7 w 193"/>
                  <a:gd name="T3" fmla="*/ 163 h 163"/>
                  <a:gd name="T4" fmla="*/ 0 w 193"/>
                  <a:gd name="T5" fmla="*/ 154 h 163"/>
                  <a:gd name="T6" fmla="*/ 185 w 193"/>
                  <a:gd name="T7" fmla="*/ 0 h 163"/>
                  <a:gd name="T8" fmla="*/ 193 w 193"/>
                  <a:gd name="T9" fmla="*/ 9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163">
                    <a:moveTo>
                      <a:pt x="193" y="9"/>
                    </a:moveTo>
                    <a:lnTo>
                      <a:pt x="7" y="163"/>
                    </a:lnTo>
                    <a:lnTo>
                      <a:pt x="0" y="154"/>
                    </a:lnTo>
                    <a:lnTo>
                      <a:pt x="185" y="0"/>
                    </a:lnTo>
                    <a:lnTo>
                      <a:pt x="193" y="9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1" name="Freeform 130"/>
              <p:cNvSpPr>
                <a:spLocks/>
              </p:cNvSpPr>
              <p:nvPr/>
            </p:nvSpPr>
            <p:spPr bwMode="auto">
              <a:xfrm>
                <a:off x="3813471" y="2585551"/>
                <a:ext cx="199687" cy="167613"/>
              </a:xfrm>
              <a:custGeom>
                <a:avLst/>
                <a:gdLst>
                  <a:gd name="T0" fmla="*/ 193 w 193"/>
                  <a:gd name="T1" fmla="*/ 9 h 162"/>
                  <a:gd name="T2" fmla="*/ 8 w 193"/>
                  <a:gd name="T3" fmla="*/ 162 h 162"/>
                  <a:gd name="T4" fmla="*/ 0 w 193"/>
                  <a:gd name="T5" fmla="*/ 153 h 162"/>
                  <a:gd name="T6" fmla="*/ 186 w 193"/>
                  <a:gd name="T7" fmla="*/ 0 h 162"/>
                  <a:gd name="T8" fmla="*/ 193 w 193"/>
                  <a:gd name="T9" fmla="*/ 9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162">
                    <a:moveTo>
                      <a:pt x="193" y="9"/>
                    </a:moveTo>
                    <a:lnTo>
                      <a:pt x="8" y="162"/>
                    </a:lnTo>
                    <a:lnTo>
                      <a:pt x="0" y="153"/>
                    </a:lnTo>
                    <a:lnTo>
                      <a:pt x="186" y="0"/>
                    </a:lnTo>
                    <a:lnTo>
                      <a:pt x="193" y="9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2" name="Freeform 131"/>
              <p:cNvSpPr>
                <a:spLocks/>
              </p:cNvSpPr>
              <p:nvPr/>
            </p:nvSpPr>
            <p:spPr bwMode="auto">
              <a:xfrm>
                <a:off x="3838303" y="2615556"/>
                <a:ext cx="199687" cy="167613"/>
              </a:xfrm>
              <a:custGeom>
                <a:avLst/>
                <a:gdLst>
                  <a:gd name="T0" fmla="*/ 193 w 193"/>
                  <a:gd name="T1" fmla="*/ 9 h 162"/>
                  <a:gd name="T2" fmla="*/ 7 w 193"/>
                  <a:gd name="T3" fmla="*/ 162 h 162"/>
                  <a:gd name="T4" fmla="*/ 0 w 193"/>
                  <a:gd name="T5" fmla="*/ 154 h 162"/>
                  <a:gd name="T6" fmla="*/ 187 w 193"/>
                  <a:gd name="T7" fmla="*/ 0 h 162"/>
                  <a:gd name="T8" fmla="*/ 193 w 193"/>
                  <a:gd name="T9" fmla="*/ 9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162">
                    <a:moveTo>
                      <a:pt x="193" y="9"/>
                    </a:moveTo>
                    <a:lnTo>
                      <a:pt x="7" y="162"/>
                    </a:lnTo>
                    <a:lnTo>
                      <a:pt x="0" y="154"/>
                    </a:lnTo>
                    <a:lnTo>
                      <a:pt x="187" y="0"/>
                    </a:lnTo>
                    <a:lnTo>
                      <a:pt x="193" y="9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3" name="Freeform 132"/>
              <p:cNvSpPr>
                <a:spLocks/>
              </p:cNvSpPr>
              <p:nvPr/>
            </p:nvSpPr>
            <p:spPr bwMode="auto">
              <a:xfrm>
                <a:off x="3636547" y="2720055"/>
                <a:ext cx="204860" cy="204860"/>
              </a:xfrm>
              <a:custGeom>
                <a:avLst/>
                <a:gdLst>
                  <a:gd name="T0" fmla="*/ 109 w 198"/>
                  <a:gd name="T1" fmla="*/ 0 h 198"/>
                  <a:gd name="T2" fmla="*/ 0 w 198"/>
                  <a:gd name="T3" fmla="*/ 89 h 198"/>
                  <a:gd name="T4" fmla="*/ 90 w 198"/>
                  <a:gd name="T5" fmla="*/ 198 h 198"/>
                  <a:gd name="T6" fmla="*/ 198 w 198"/>
                  <a:gd name="T7" fmla="*/ 108 h 198"/>
                  <a:gd name="T8" fmla="*/ 109 w 198"/>
                  <a:gd name="T9" fmla="*/ 0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8" h="198">
                    <a:moveTo>
                      <a:pt x="109" y="0"/>
                    </a:moveTo>
                    <a:lnTo>
                      <a:pt x="0" y="89"/>
                    </a:lnTo>
                    <a:lnTo>
                      <a:pt x="90" y="198"/>
                    </a:lnTo>
                    <a:lnTo>
                      <a:pt x="198" y="10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rgbClr val="F9F4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4" name="Freeform 133"/>
              <p:cNvSpPr>
                <a:spLocks/>
              </p:cNvSpPr>
              <p:nvPr/>
            </p:nvSpPr>
            <p:spPr bwMode="auto">
              <a:xfrm>
                <a:off x="3636547" y="2720055"/>
                <a:ext cx="204860" cy="204860"/>
              </a:xfrm>
              <a:custGeom>
                <a:avLst/>
                <a:gdLst>
                  <a:gd name="T0" fmla="*/ 109 w 198"/>
                  <a:gd name="T1" fmla="*/ 0 h 198"/>
                  <a:gd name="T2" fmla="*/ 0 w 198"/>
                  <a:gd name="T3" fmla="*/ 89 h 198"/>
                  <a:gd name="T4" fmla="*/ 90 w 198"/>
                  <a:gd name="T5" fmla="*/ 198 h 198"/>
                  <a:gd name="T6" fmla="*/ 198 w 198"/>
                  <a:gd name="T7" fmla="*/ 108 h 198"/>
                  <a:gd name="T8" fmla="*/ 109 w 198"/>
                  <a:gd name="T9" fmla="*/ 0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8" h="198">
                    <a:moveTo>
                      <a:pt x="109" y="0"/>
                    </a:moveTo>
                    <a:lnTo>
                      <a:pt x="0" y="89"/>
                    </a:lnTo>
                    <a:lnTo>
                      <a:pt x="90" y="198"/>
                    </a:lnTo>
                    <a:lnTo>
                      <a:pt x="198" y="108"/>
                    </a:lnTo>
                    <a:lnTo>
                      <a:pt x="10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Freeform 134"/>
              <p:cNvSpPr>
                <a:spLocks/>
              </p:cNvSpPr>
              <p:nvPr/>
            </p:nvSpPr>
            <p:spPr bwMode="auto">
              <a:xfrm>
                <a:off x="3677933" y="2757302"/>
                <a:ext cx="143816" cy="146920"/>
              </a:xfrm>
              <a:custGeom>
                <a:avLst/>
                <a:gdLst>
                  <a:gd name="T0" fmla="*/ 62 w 103"/>
                  <a:gd name="T1" fmla="*/ 52 h 105"/>
                  <a:gd name="T2" fmla="*/ 57 w 103"/>
                  <a:gd name="T3" fmla="*/ 49 h 105"/>
                  <a:gd name="T4" fmla="*/ 54 w 103"/>
                  <a:gd name="T5" fmla="*/ 33 h 105"/>
                  <a:gd name="T6" fmla="*/ 48 w 103"/>
                  <a:gd name="T7" fmla="*/ 22 h 105"/>
                  <a:gd name="T8" fmla="*/ 17 w 103"/>
                  <a:gd name="T9" fmla="*/ 14 h 105"/>
                  <a:gd name="T10" fmla="*/ 19 w 103"/>
                  <a:gd name="T11" fmla="*/ 46 h 105"/>
                  <a:gd name="T12" fmla="*/ 29 w 103"/>
                  <a:gd name="T13" fmla="*/ 53 h 105"/>
                  <a:gd name="T14" fmla="*/ 44 w 103"/>
                  <a:gd name="T15" fmla="*/ 60 h 105"/>
                  <a:gd name="T16" fmla="*/ 46 w 103"/>
                  <a:gd name="T17" fmla="*/ 66 h 105"/>
                  <a:gd name="T18" fmla="*/ 37 w 103"/>
                  <a:gd name="T19" fmla="*/ 105 h 105"/>
                  <a:gd name="T20" fmla="*/ 70 w 103"/>
                  <a:gd name="T21" fmla="*/ 78 h 105"/>
                  <a:gd name="T22" fmla="*/ 103 w 103"/>
                  <a:gd name="T23" fmla="*/ 51 h 105"/>
                  <a:gd name="T24" fmla="*/ 62 w 103"/>
                  <a:gd name="T25" fmla="*/ 52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3" h="105">
                    <a:moveTo>
                      <a:pt x="62" y="52"/>
                    </a:moveTo>
                    <a:cubicBezTo>
                      <a:pt x="61" y="53"/>
                      <a:pt x="57" y="49"/>
                      <a:pt x="57" y="49"/>
                    </a:cubicBezTo>
                    <a:cubicBezTo>
                      <a:pt x="57" y="49"/>
                      <a:pt x="58" y="40"/>
                      <a:pt x="54" y="33"/>
                    </a:cubicBezTo>
                    <a:cubicBezTo>
                      <a:pt x="56" y="31"/>
                      <a:pt x="52" y="22"/>
                      <a:pt x="48" y="22"/>
                    </a:cubicBezTo>
                    <a:cubicBezTo>
                      <a:pt x="46" y="20"/>
                      <a:pt x="35" y="0"/>
                      <a:pt x="17" y="14"/>
                    </a:cubicBezTo>
                    <a:cubicBezTo>
                      <a:pt x="0" y="29"/>
                      <a:pt x="17" y="43"/>
                      <a:pt x="19" y="46"/>
                    </a:cubicBezTo>
                    <a:cubicBezTo>
                      <a:pt x="19" y="50"/>
                      <a:pt x="26" y="56"/>
                      <a:pt x="29" y="53"/>
                    </a:cubicBezTo>
                    <a:cubicBezTo>
                      <a:pt x="35" y="59"/>
                      <a:pt x="44" y="60"/>
                      <a:pt x="44" y="60"/>
                    </a:cubicBezTo>
                    <a:cubicBezTo>
                      <a:pt x="44" y="60"/>
                      <a:pt x="48" y="64"/>
                      <a:pt x="46" y="66"/>
                    </a:cubicBezTo>
                    <a:cubicBezTo>
                      <a:pt x="42" y="71"/>
                      <a:pt x="29" y="96"/>
                      <a:pt x="37" y="105"/>
                    </a:cubicBezTo>
                    <a:cubicBezTo>
                      <a:pt x="70" y="78"/>
                      <a:pt x="70" y="78"/>
                      <a:pt x="70" y="78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95" y="41"/>
                      <a:pt x="68" y="49"/>
                      <a:pt x="62" y="52"/>
                    </a:cubicBez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6" name="Freeform 135"/>
              <p:cNvSpPr>
                <a:spLocks/>
              </p:cNvSpPr>
              <p:nvPr/>
            </p:nvSpPr>
            <p:spPr bwMode="auto">
              <a:xfrm>
                <a:off x="4042128" y="2436562"/>
                <a:ext cx="86910" cy="86910"/>
              </a:xfrm>
              <a:custGeom>
                <a:avLst/>
                <a:gdLst>
                  <a:gd name="T0" fmla="*/ 84 w 84"/>
                  <a:gd name="T1" fmla="*/ 46 h 84"/>
                  <a:gd name="T2" fmla="*/ 38 w 84"/>
                  <a:gd name="T3" fmla="*/ 84 h 84"/>
                  <a:gd name="T4" fmla="*/ 0 w 84"/>
                  <a:gd name="T5" fmla="*/ 38 h 84"/>
                  <a:gd name="T6" fmla="*/ 46 w 84"/>
                  <a:gd name="T7" fmla="*/ 0 h 84"/>
                  <a:gd name="T8" fmla="*/ 84 w 84"/>
                  <a:gd name="T9" fmla="*/ 4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84">
                    <a:moveTo>
                      <a:pt x="84" y="46"/>
                    </a:moveTo>
                    <a:lnTo>
                      <a:pt x="38" y="84"/>
                    </a:lnTo>
                    <a:lnTo>
                      <a:pt x="0" y="38"/>
                    </a:lnTo>
                    <a:lnTo>
                      <a:pt x="46" y="0"/>
                    </a:lnTo>
                    <a:lnTo>
                      <a:pt x="84" y="46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7" name="Freeform 136"/>
              <p:cNvSpPr>
                <a:spLocks/>
              </p:cNvSpPr>
              <p:nvPr/>
            </p:nvSpPr>
            <p:spPr bwMode="auto">
              <a:xfrm>
                <a:off x="4096964" y="2501745"/>
                <a:ext cx="86910" cy="86910"/>
              </a:xfrm>
              <a:custGeom>
                <a:avLst/>
                <a:gdLst>
                  <a:gd name="T0" fmla="*/ 84 w 84"/>
                  <a:gd name="T1" fmla="*/ 46 h 84"/>
                  <a:gd name="T2" fmla="*/ 38 w 84"/>
                  <a:gd name="T3" fmla="*/ 84 h 84"/>
                  <a:gd name="T4" fmla="*/ 0 w 84"/>
                  <a:gd name="T5" fmla="*/ 38 h 84"/>
                  <a:gd name="T6" fmla="*/ 46 w 84"/>
                  <a:gd name="T7" fmla="*/ 0 h 84"/>
                  <a:gd name="T8" fmla="*/ 84 w 84"/>
                  <a:gd name="T9" fmla="*/ 4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84">
                    <a:moveTo>
                      <a:pt x="84" y="46"/>
                    </a:moveTo>
                    <a:lnTo>
                      <a:pt x="38" y="84"/>
                    </a:lnTo>
                    <a:lnTo>
                      <a:pt x="0" y="38"/>
                    </a:lnTo>
                    <a:lnTo>
                      <a:pt x="46" y="0"/>
                    </a:lnTo>
                    <a:lnTo>
                      <a:pt x="84" y="46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8" name="Freeform 137"/>
              <p:cNvSpPr>
                <a:spLocks/>
              </p:cNvSpPr>
              <p:nvPr/>
            </p:nvSpPr>
            <p:spPr bwMode="auto">
              <a:xfrm>
                <a:off x="3758635" y="2920776"/>
                <a:ext cx="510081" cy="511115"/>
              </a:xfrm>
              <a:custGeom>
                <a:avLst/>
                <a:gdLst>
                  <a:gd name="T0" fmla="*/ 365 w 365"/>
                  <a:gd name="T1" fmla="*/ 183 h 366"/>
                  <a:gd name="T2" fmla="*/ 317 w 365"/>
                  <a:gd name="T3" fmla="*/ 239 h 366"/>
                  <a:gd name="T4" fmla="*/ 312 w 365"/>
                  <a:gd name="T5" fmla="*/ 312 h 366"/>
                  <a:gd name="T6" fmla="*/ 238 w 365"/>
                  <a:gd name="T7" fmla="*/ 318 h 366"/>
                  <a:gd name="T8" fmla="*/ 182 w 365"/>
                  <a:gd name="T9" fmla="*/ 366 h 366"/>
                  <a:gd name="T10" fmla="*/ 127 w 365"/>
                  <a:gd name="T11" fmla="*/ 318 h 366"/>
                  <a:gd name="T12" fmla="*/ 53 w 365"/>
                  <a:gd name="T13" fmla="*/ 312 h 366"/>
                  <a:gd name="T14" fmla="*/ 48 w 365"/>
                  <a:gd name="T15" fmla="*/ 239 h 366"/>
                  <a:gd name="T16" fmla="*/ 0 w 365"/>
                  <a:gd name="T17" fmla="*/ 183 h 366"/>
                  <a:gd name="T18" fmla="*/ 48 w 365"/>
                  <a:gd name="T19" fmla="*/ 127 h 366"/>
                  <a:gd name="T20" fmla="*/ 53 w 365"/>
                  <a:gd name="T21" fmla="*/ 54 h 366"/>
                  <a:gd name="T22" fmla="*/ 127 w 365"/>
                  <a:gd name="T23" fmla="*/ 48 h 366"/>
                  <a:gd name="T24" fmla="*/ 182 w 365"/>
                  <a:gd name="T25" fmla="*/ 0 h 366"/>
                  <a:gd name="T26" fmla="*/ 238 w 365"/>
                  <a:gd name="T27" fmla="*/ 48 h 366"/>
                  <a:gd name="T28" fmla="*/ 312 w 365"/>
                  <a:gd name="T29" fmla="*/ 54 h 366"/>
                  <a:gd name="T30" fmla="*/ 317 w 365"/>
                  <a:gd name="T31" fmla="*/ 127 h 366"/>
                  <a:gd name="T32" fmla="*/ 365 w 365"/>
                  <a:gd name="T33" fmla="*/ 183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65" h="366">
                    <a:moveTo>
                      <a:pt x="365" y="183"/>
                    </a:moveTo>
                    <a:cubicBezTo>
                      <a:pt x="365" y="205"/>
                      <a:pt x="325" y="220"/>
                      <a:pt x="317" y="239"/>
                    </a:cubicBezTo>
                    <a:cubicBezTo>
                      <a:pt x="309" y="259"/>
                      <a:pt x="327" y="297"/>
                      <a:pt x="312" y="312"/>
                    </a:cubicBezTo>
                    <a:cubicBezTo>
                      <a:pt x="297" y="328"/>
                      <a:pt x="258" y="310"/>
                      <a:pt x="238" y="318"/>
                    </a:cubicBezTo>
                    <a:cubicBezTo>
                      <a:pt x="219" y="326"/>
                      <a:pt x="205" y="366"/>
                      <a:pt x="182" y="366"/>
                    </a:cubicBezTo>
                    <a:cubicBezTo>
                      <a:pt x="160" y="366"/>
                      <a:pt x="146" y="326"/>
                      <a:pt x="127" y="318"/>
                    </a:cubicBezTo>
                    <a:cubicBezTo>
                      <a:pt x="107" y="310"/>
                      <a:pt x="68" y="328"/>
                      <a:pt x="53" y="312"/>
                    </a:cubicBezTo>
                    <a:cubicBezTo>
                      <a:pt x="38" y="297"/>
                      <a:pt x="56" y="259"/>
                      <a:pt x="48" y="239"/>
                    </a:cubicBezTo>
                    <a:cubicBezTo>
                      <a:pt x="40" y="220"/>
                      <a:pt x="0" y="205"/>
                      <a:pt x="0" y="183"/>
                    </a:cubicBezTo>
                    <a:cubicBezTo>
                      <a:pt x="0" y="161"/>
                      <a:pt x="40" y="147"/>
                      <a:pt x="48" y="127"/>
                    </a:cubicBezTo>
                    <a:cubicBezTo>
                      <a:pt x="56" y="107"/>
                      <a:pt x="38" y="69"/>
                      <a:pt x="53" y="54"/>
                    </a:cubicBezTo>
                    <a:cubicBezTo>
                      <a:pt x="68" y="39"/>
                      <a:pt x="107" y="57"/>
                      <a:pt x="127" y="48"/>
                    </a:cubicBezTo>
                    <a:cubicBezTo>
                      <a:pt x="146" y="40"/>
                      <a:pt x="160" y="0"/>
                      <a:pt x="182" y="0"/>
                    </a:cubicBezTo>
                    <a:cubicBezTo>
                      <a:pt x="205" y="0"/>
                      <a:pt x="219" y="40"/>
                      <a:pt x="238" y="48"/>
                    </a:cubicBezTo>
                    <a:cubicBezTo>
                      <a:pt x="258" y="57"/>
                      <a:pt x="297" y="39"/>
                      <a:pt x="312" y="54"/>
                    </a:cubicBezTo>
                    <a:cubicBezTo>
                      <a:pt x="327" y="69"/>
                      <a:pt x="309" y="107"/>
                      <a:pt x="317" y="127"/>
                    </a:cubicBezTo>
                    <a:cubicBezTo>
                      <a:pt x="325" y="147"/>
                      <a:pt x="365" y="161"/>
                      <a:pt x="365" y="183"/>
                    </a:cubicBez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9" name="Freeform 138"/>
              <p:cNvSpPr>
                <a:spLocks noEditPoints="1"/>
              </p:cNvSpPr>
              <p:nvPr/>
            </p:nvSpPr>
            <p:spPr bwMode="auto">
              <a:xfrm>
                <a:off x="3900381" y="3079077"/>
                <a:ext cx="227622" cy="196583"/>
              </a:xfrm>
              <a:custGeom>
                <a:avLst/>
                <a:gdLst>
                  <a:gd name="T0" fmla="*/ 3 w 163"/>
                  <a:gd name="T1" fmla="*/ 20 h 141"/>
                  <a:gd name="T2" fmla="*/ 22 w 163"/>
                  <a:gd name="T3" fmla="*/ 2 h 141"/>
                  <a:gd name="T4" fmla="*/ 51 w 163"/>
                  <a:gd name="T5" fmla="*/ 2 h 141"/>
                  <a:gd name="T6" fmla="*/ 70 w 163"/>
                  <a:gd name="T7" fmla="*/ 20 h 141"/>
                  <a:gd name="T8" fmla="*/ 70 w 163"/>
                  <a:gd name="T9" fmla="*/ 50 h 141"/>
                  <a:gd name="T10" fmla="*/ 51 w 163"/>
                  <a:gd name="T11" fmla="*/ 68 h 141"/>
                  <a:gd name="T12" fmla="*/ 22 w 163"/>
                  <a:gd name="T13" fmla="*/ 68 h 141"/>
                  <a:gd name="T14" fmla="*/ 3 w 163"/>
                  <a:gd name="T15" fmla="*/ 50 h 141"/>
                  <a:gd name="T16" fmla="*/ 118 w 163"/>
                  <a:gd name="T17" fmla="*/ 2 h 141"/>
                  <a:gd name="T18" fmla="*/ 44 w 163"/>
                  <a:gd name="T19" fmla="*/ 139 h 141"/>
                  <a:gd name="T20" fmla="*/ 118 w 163"/>
                  <a:gd name="T21" fmla="*/ 2 h 141"/>
                  <a:gd name="T22" fmla="*/ 29 w 163"/>
                  <a:gd name="T23" fmla="*/ 44 h 141"/>
                  <a:gd name="T24" fmla="*/ 32 w 163"/>
                  <a:gd name="T25" fmla="*/ 53 h 141"/>
                  <a:gd name="T26" fmla="*/ 40 w 163"/>
                  <a:gd name="T27" fmla="*/ 53 h 141"/>
                  <a:gd name="T28" fmla="*/ 43 w 163"/>
                  <a:gd name="T29" fmla="*/ 44 h 141"/>
                  <a:gd name="T30" fmla="*/ 42 w 163"/>
                  <a:gd name="T31" fmla="*/ 20 h 141"/>
                  <a:gd name="T32" fmla="*/ 30 w 163"/>
                  <a:gd name="T33" fmla="*/ 20 h 141"/>
                  <a:gd name="T34" fmla="*/ 90 w 163"/>
                  <a:gd name="T35" fmla="*/ 105 h 141"/>
                  <a:gd name="T36" fmla="*/ 101 w 163"/>
                  <a:gd name="T37" fmla="*/ 79 h 141"/>
                  <a:gd name="T38" fmla="*/ 127 w 163"/>
                  <a:gd name="T39" fmla="*/ 70 h 141"/>
                  <a:gd name="T40" fmla="*/ 153 w 163"/>
                  <a:gd name="T41" fmla="*/ 79 h 141"/>
                  <a:gd name="T42" fmla="*/ 163 w 163"/>
                  <a:gd name="T43" fmla="*/ 105 h 141"/>
                  <a:gd name="T44" fmla="*/ 153 w 163"/>
                  <a:gd name="T45" fmla="*/ 131 h 141"/>
                  <a:gd name="T46" fmla="*/ 127 w 163"/>
                  <a:gd name="T47" fmla="*/ 141 h 141"/>
                  <a:gd name="T48" fmla="*/ 101 w 163"/>
                  <a:gd name="T49" fmla="*/ 131 h 141"/>
                  <a:gd name="T50" fmla="*/ 90 w 163"/>
                  <a:gd name="T51" fmla="*/ 105 h 141"/>
                  <a:gd name="T52" fmla="*/ 119 w 163"/>
                  <a:gd name="T53" fmla="*/ 114 h 141"/>
                  <a:gd name="T54" fmla="*/ 123 w 163"/>
                  <a:gd name="T55" fmla="*/ 123 h 141"/>
                  <a:gd name="T56" fmla="*/ 130 w 163"/>
                  <a:gd name="T57" fmla="*/ 123 h 141"/>
                  <a:gd name="T58" fmla="*/ 134 w 163"/>
                  <a:gd name="T59" fmla="*/ 114 h 141"/>
                  <a:gd name="T60" fmla="*/ 133 w 163"/>
                  <a:gd name="T61" fmla="*/ 90 h 141"/>
                  <a:gd name="T62" fmla="*/ 121 w 163"/>
                  <a:gd name="T63" fmla="*/ 9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3" h="141">
                    <a:moveTo>
                      <a:pt x="0" y="35"/>
                    </a:moveTo>
                    <a:cubicBezTo>
                      <a:pt x="0" y="29"/>
                      <a:pt x="1" y="24"/>
                      <a:pt x="3" y="20"/>
                    </a:cubicBezTo>
                    <a:cubicBezTo>
                      <a:pt x="4" y="16"/>
                      <a:pt x="7" y="12"/>
                      <a:pt x="10" y="9"/>
                    </a:cubicBezTo>
                    <a:cubicBezTo>
                      <a:pt x="13" y="6"/>
                      <a:pt x="17" y="4"/>
                      <a:pt x="22" y="2"/>
                    </a:cubicBezTo>
                    <a:cubicBezTo>
                      <a:pt x="26" y="0"/>
                      <a:pt x="31" y="0"/>
                      <a:pt x="36" y="0"/>
                    </a:cubicBezTo>
                    <a:cubicBezTo>
                      <a:pt x="42" y="0"/>
                      <a:pt x="46" y="0"/>
                      <a:pt x="51" y="2"/>
                    </a:cubicBezTo>
                    <a:cubicBezTo>
                      <a:pt x="55" y="4"/>
                      <a:pt x="59" y="6"/>
                      <a:pt x="62" y="9"/>
                    </a:cubicBezTo>
                    <a:cubicBezTo>
                      <a:pt x="66" y="12"/>
                      <a:pt x="68" y="16"/>
                      <a:pt x="70" y="20"/>
                    </a:cubicBezTo>
                    <a:cubicBezTo>
                      <a:pt x="72" y="24"/>
                      <a:pt x="72" y="29"/>
                      <a:pt x="72" y="35"/>
                    </a:cubicBezTo>
                    <a:cubicBezTo>
                      <a:pt x="72" y="41"/>
                      <a:pt x="72" y="46"/>
                      <a:pt x="70" y="50"/>
                    </a:cubicBezTo>
                    <a:cubicBezTo>
                      <a:pt x="68" y="55"/>
                      <a:pt x="66" y="58"/>
                      <a:pt x="62" y="61"/>
                    </a:cubicBezTo>
                    <a:cubicBezTo>
                      <a:pt x="59" y="64"/>
                      <a:pt x="55" y="67"/>
                      <a:pt x="51" y="68"/>
                    </a:cubicBezTo>
                    <a:cubicBezTo>
                      <a:pt x="46" y="70"/>
                      <a:pt x="42" y="71"/>
                      <a:pt x="36" y="71"/>
                    </a:cubicBezTo>
                    <a:cubicBezTo>
                      <a:pt x="31" y="71"/>
                      <a:pt x="26" y="70"/>
                      <a:pt x="22" y="68"/>
                    </a:cubicBezTo>
                    <a:cubicBezTo>
                      <a:pt x="17" y="67"/>
                      <a:pt x="13" y="64"/>
                      <a:pt x="10" y="61"/>
                    </a:cubicBezTo>
                    <a:cubicBezTo>
                      <a:pt x="7" y="58"/>
                      <a:pt x="4" y="55"/>
                      <a:pt x="3" y="50"/>
                    </a:cubicBezTo>
                    <a:cubicBezTo>
                      <a:pt x="1" y="46"/>
                      <a:pt x="0" y="41"/>
                      <a:pt x="0" y="35"/>
                    </a:cubicBezTo>
                    <a:close/>
                    <a:moveTo>
                      <a:pt x="118" y="2"/>
                    </a:moveTo>
                    <a:cubicBezTo>
                      <a:pt x="145" y="2"/>
                      <a:pt x="145" y="2"/>
                      <a:pt x="145" y="2"/>
                    </a:cubicBezTo>
                    <a:cubicBezTo>
                      <a:pt x="44" y="139"/>
                      <a:pt x="44" y="139"/>
                      <a:pt x="44" y="139"/>
                    </a:cubicBezTo>
                    <a:cubicBezTo>
                      <a:pt x="18" y="139"/>
                      <a:pt x="18" y="139"/>
                      <a:pt x="18" y="139"/>
                    </a:cubicBezTo>
                    <a:lnTo>
                      <a:pt x="118" y="2"/>
                    </a:lnTo>
                    <a:close/>
                    <a:moveTo>
                      <a:pt x="29" y="35"/>
                    </a:moveTo>
                    <a:cubicBezTo>
                      <a:pt x="29" y="39"/>
                      <a:pt x="29" y="42"/>
                      <a:pt x="29" y="44"/>
                    </a:cubicBezTo>
                    <a:cubicBezTo>
                      <a:pt x="29" y="47"/>
                      <a:pt x="30" y="49"/>
                      <a:pt x="30" y="50"/>
                    </a:cubicBezTo>
                    <a:cubicBezTo>
                      <a:pt x="31" y="52"/>
                      <a:pt x="31" y="53"/>
                      <a:pt x="32" y="53"/>
                    </a:cubicBezTo>
                    <a:cubicBezTo>
                      <a:pt x="33" y="54"/>
                      <a:pt x="35" y="54"/>
                      <a:pt x="36" y="54"/>
                    </a:cubicBezTo>
                    <a:cubicBezTo>
                      <a:pt x="38" y="54"/>
                      <a:pt x="39" y="54"/>
                      <a:pt x="40" y="53"/>
                    </a:cubicBezTo>
                    <a:cubicBezTo>
                      <a:pt x="41" y="53"/>
                      <a:pt x="42" y="52"/>
                      <a:pt x="42" y="50"/>
                    </a:cubicBezTo>
                    <a:cubicBezTo>
                      <a:pt x="43" y="49"/>
                      <a:pt x="43" y="47"/>
                      <a:pt x="43" y="44"/>
                    </a:cubicBezTo>
                    <a:cubicBezTo>
                      <a:pt x="44" y="42"/>
                      <a:pt x="44" y="39"/>
                      <a:pt x="44" y="35"/>
                    </a:cubicBezTo>
                    <a:cubicBezTo>
                      <a:pt x="44" y="28"/>
                      <a:pt x="43" y="23"/>
                      <a:pt x="42" y="20"/>
                    </a:cubicBezTo>
                    <a:cubicBezTo>
                      <a:pt x="41" y="18"/>
                      <a:pt x="39" y="16"/>
                      <a:pt x="36" y="16"/>
                    </a:cubicBezTo>
                    <a:cubicBezTo>
                      <a:pt x="33" y="16"/>
                      <a:pt x="31" y="18"/>
                      <a:pt x="30" y="20"/>
                    </a:cubicBezTo>
                    <a:cubicBezTo>
                      <a:pt x="29" y="23"/>
                      <a:pt x="29" y="28"/>
                      <a:pt x="29" y="35"/>
                    </a:cubicBezTo>
                    <a:close/>
                    <a:moveTo>
                      <a:pt x="90" y="105"/>
                    </a:moveTo>
                    <a:cubicBezTo>
                      <a:pt x="90" y="99"/>
                      <a:pt x="91" y="94"/>
                      <a:pt x="93" y="90"/>
                    </a:cubicBezTo>
                    <a:cubicBezTo>
                      <a:pt x="95" y="86"/>
                      <a:pt x="97" y="82"/>
                      <a:pt x="101" y="79"/>
                    </a:cubicBezTo>
                    <a:cubicBezTo>
                      <a:pt x="104" y="76"/>
                      <a:pt x="108" y="74"/>
                      <a:pt x="112" y="72"/>
                    </a:cubicBezTo>
                    <a:cubicBezTo>
                      <a:pt x="116" y="70"/>
                      <a:pt x="121" y="70"/>
                      <a:pt x="127" y="70"/>
                    </a:cubicBezTo>
                    <a:cubicBezTo>
                      <a:pt x="132" y="70"/>
                      <a:pt x="137" y="70"/>
                      <a:pt x="141" y="72"/>
                    </a:cubicBezTo>
                    <a:cubicBezTo>
                      <a:pt x="146" y="74"/>
                      <a:pt x="150" y="76"/>
                      <a:pt x="153" y="79"/>
                    </a:cubicBezTo>
                    <a:cubicBezTo>
                      <a:pt x="156" y="82"/>
                      <a:pt x="158" y="86"/>
                      <a:pt x="160" y="90"/>
                    </a:cubicBezTo>
                    <a:cubicBezTo>
                      <a:pt x="162" y="94"/>
                      <a:pt x="163" y="99"/>
                      <a:pt x="163" y="105"/>
                    </a:cubicBezTo>
                    <a:cubicBezTo>
                      <a:pt x="163" y="111"/>
                      <a:pt x="162" y="116"/>
                      <a:pt x="160" y="120"/>
                    </a:cubicBezTo>
                    <a:cubicBezTo>
                      <a:pt x="158" y="125"/>
                      <a:pt x="156" y="128"/>
                      <a:pt x="153" y="131"/>
                    </a:cubicBezTo>
                    <a:cubicBezTo>
                      <a:pt x="150" y="134"/>
                      <a:pt x="146" y="137"/>
                      <a:pt x="141" y="138"/>
                    </a:cubicBezTo>
                    <a:cubicBezTo>
                      <a:pt x="137" y="140"/>
                      <a:pt x="132" y="141"/>
                      <a:pt x="127" y="141"/>
                    </a:cubicBezTo>
                    <a:cubicBezTo>
                      <a:pt x="121" y="141"/>
                      <a:pt x="116" y="140"/>
                      <a:pt x="112" y="138"/>
                    </a:cubicBezTo>
                    <a:cubicBezTo>
                      <a:pt x="108" y="137"/>
                      <a:pt x="104" y="134"/>
                      <a:pt x="101" y="131"/>
                    </a:cubicBezTo>
                    <a:cubicBezTo>
                      <a:pt x="97" y="128"/>
                      <a:pt x="95" y="125"/>
                      <a:pt x="93" y="120"/>
                    </a:cubicBezTo>
                    <a:cubicBezTo>
                      <a:pt x="91" y="116"/>
                      <a:pt x="90" y="111"/>
                      <a:pt x="90" y="105"/>
                    </a:cubicBezTo>
                    <a:close/>
                    <a:moveTo>
                      <a:pt x="119" y="105"/>
                    </a:moveTo>
                    <a:cubicBezTo>
                      <a:pt x="119" y="109"/>
                      <a:pt x="119" y="112"/>
                      <a:pt x="119" y="114"/>
                    </a:cubicBezTo>
                    <a:cubicBezTo>
                      <a:pt x="119" y="117"/>
                      <a:pt x="120" y="119"/>
                      <a:pt x="120" y="120"/>
                    </a:cubicBezTo>
                    <a:cubicBezTo>
                      <a:pt x="121" y="122"/>
                      <a:pt x="122" y="123"/>
                      <a:pt x="123" y="123"/>
                    </a:cubicBezTo>
                    <a:cubicBezTo>
                      <a:pt x="124" y="124"/>
                      <a:pt x="125" y="124"/>
                      <a:pt x="127" y="124"/>
                    </a:cubicBezTo>
                    <a:cubicBezTo>
                      <a:pt x="128" y="124"/>
                      <a:pt x="129" y="124"/>
                      <a:pt x="130" y="123"/>
                    </a:cubicBezTo>
                    <a:cubicBezTo>
                      <a:pt x="131" y="123"/>
                      <a:pt x="132" y="122"/>
                      <a:pt x="133" y="120"/>
                    </a:cubicBezTo>
                    <a:cubicBezTo>
                      <a:pt x="133" y="119"/>
                      <a:pt x="134" y="117"/>
                      <a:pt x="134" y="114"/>
                    </a:cubicBezTo>
                    <a:cubicBezTo>
                      <a:pt x="134" y="112"/>
                      <a:pt x="134" y="109"/>
                      <a:pt x="134" y="105"/>
                    </a:cubicBezTo>
                    <a:cubicBezTo>
                      <a:pt x="134" y="98"/>
                      <a:pt x="134" y="93"/>
                      <a:pt x="133" y="90"/>
                    </a:cubicBezTo>
                    <a:cubicBezTo>
                      <a:pt x="132" y="88"/>
                      <a:pt x="130" y="86"/>
                      <a:pt x="127" y="86"/>
                    </a:cubicBezTo>
                    <a:cubicBezTo>
                      <a:pt x="124" y="86"/>
                      <a:pt x="122" y="88"/>
                      <a:pt x="121" y="90"/>
                    </a:cubicBezTo>
                    <a:cubicBezTo>
                      <a:pt x="120" y="93"/>
                      <a:pt x="119" y="98"/>
                      <a:pt x="119" y="105"/>
                    </a:cubicBezTo>
                    <a:close/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0" name="Freeform 139"/>
              <p:cNvSpPr>
                <a:spLocks/>
              </p:cNvSpPr>
              <p:nvPr/>
            </p:nvSpPr>
            <p:spPr bwMode="auto">
              <a:xfrm>
                <a:off x="2969200" y="2617625"/>
                <a:ext cx="555605" cy="649758"/>
              </a:xfrm>
              <a:custGeom>
                <a:avLst/>
                <a:gdLst>
                  <a:gd name="T0" fmla="*/ 232 w 398"/>
                  <a:gd name="T1" fmla="*/ 75 h 465"/>
                  <a:gd name="T2" fmla="*/ 250 w 398"/>
                  <a:gd name="T3" fmla="*/ 4 h 465"/>
                  <a:gd name="T4" fmla="*/ 197 w 398"/>
                  <a:gd name="T5" fmla="*/ 28 h 465"/>
                  <a:gd name="T6" fmla="*/ 172 w 398"/>
                  <a:gd name="T7" fmla="*/ 25 h 465"/>
                  <a:gd name="T8" fmla="*/ 141 w 398"/>
                  <a:gd name="T9" fmla="*/ 22 h 465"/>
                  <a:gd name="T10" fmla="*/ 93 w 398"/>
                  <a:gd name="T11" fmla="*/ 45 h 465"/>
                  <a:gd name="T12" fmla="*/ 70 w 398"/>
                  <a:gd name="T13" fmla="*/ 43 h 465"/>
                  <a:gd name="T14" fmla="*/ 24 w 398"/>
                  <a:gd name="T15" fmla="*/ 50 h 465"/>
                  <a:gd name="T16" fmla="*/ 65 w 398"/>
                  <a:gd name="T17" fmla="*/ 107 h 465"/>
                  <a:gd name="T18" fmla="*/ 5 w 398"/>
                  <a:gd name="T19" fmla="*/ 282 h 465"/>
                  <a:gd name="T20" fmla="*/ 216 w 398"/>
                  <a:gd name="T21" fmla="*/ 438 h 465"/>
                  <a:gd name="T22" fmla="*/ 358 w 398"/>
                  <a:gd name="T23" fmla="*/ 218 h 465"/>
                  <a:gd name="T24" fmla="*/ 232 w 398"/>
                  <a:gd name="T25" fmla="*/ 75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8" h="465">
                    <a:moveTo>
                      <a:pt x="232" y="75"/>
                    </a:moveTo>
                    <a:cubicBezTo>
                      <a:pt x="232" y="75"/>
                      <a:pt x="284" y="9"/>
                      <a:pt x="250" y="4"/>
                    </a:cubicBezTo>
                    <a:cubicBezTo>
                      <a:pt x="216" y="0"/>
                      <a:pt x="214" y="25"/>
                      <a:pt x="197" y="28"/>
                    </a:cubicBezTo>
                    <a:cubicBezTo>
                      <a:pt x="188" y="30"/>
                      <a:pt x="181" y="27"/>
                      <a:pt x="172" y="25"/>
                    </a:cubicBezTo>
                    <a:cubicBezTo>
                      <a:pt x="163" y="22"/>
                      <a:pt x="153" y="19"/>
                      <a:pt x="141" y="22"/>
                    </a:cubicBezTo>
                    <a:cubicBezTo>
                      <a:pt x="109" y="28"/>
                      <a:pt x="108" y="44"/>
                      <a:pt x="93" y="45"/>
                    </a:cubicBezTo>
                    <a:cubicBezTo>
                      <a:pt x="85" y="45"/>
                      <a:pt x="78" y="44"/>
                      <a:pt x="70" y="43"/>
                    </a:cubicBezTo>
                    <a:cubicBezTo>
                      <a:pt x="55" y="41"/>
                      <a:pt x="39" y="39"/>
                      <a:pt x="24" y="50"/>
                    </a:cubicBezTo>
                    <a:cubicBezTo>
                      <a:pt x="1" y="67"/>
                      <a:pt x="65" y="107"/>
                      <a:pt x="65" y="107"/>
                    </a:cubicBezTo>
                    <a:cubicBezTo>
                      <a:pt x="65" y="107"/>
                      <a:pt x="0" y="183"/>
                      <a:pt x="5" y="282"/>
                    </a:cubicBezTo>
                    <a:cubicBezTo>
                      <a:pt x="10" y="381"/>
                      <a:pt x="66" y="465"/>
                      <a:pt x="216" y="438"/>
                    </a:cubicBezTo>
                    <a:cubicBezTo>
                      <a:pt x="366" y="410"/>
                      <a:pt x="398" y="324"/>
                      <a:pt x="358" y="218"/>
                    </a:cubicBezTo>
                    <a:cubicBezTo>
                      <a:pt x="318" y="112"/>
                      <a:pt x="232" y="75"/>
                      <a:pt x="232" y="75"/>
                    </a:cubicBezTo>
                  </a:path>
                </a:pathLst>
              </a:custGeom>
              <a:solidFill>
                <a:srgbClr val="4E7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1" name="Freeform 140"/>
              <p:cNvSpPr>
                <a:spLocks/>
              </p:cNvSpPr>
              <p:nvPr/>
            </p:nvSpPr>
            <p:spPr bwMode="auto">
              <a:xfrm>
                <a:off x="3133709" y="2848351"/>
                <a:ext cx="199687" cy="256592"/>
              </a:xfrm>
              <a:custGeom>
                <a:avLst/>
                <a:gdLst>
                  <a:gd name="T0" fmla="*/ 67 w 143"/>
                  <a:gd name="T1" fmla="*/ 0 h 184"/>
                  <a:gd name="T2" fmla="*/ 43 w 143"/>
                  <a:gd name="T3" fmla="*/ 4 h 184"/>
                  <a:gd name="T4" fmla="*/ 47 w 143"/>
                  <a:gd name="T5" fmla="*/ 24 h 184"/>
                  <a:gd name="T6" fmla="*/ 27 w 143"/>
                  <a:gd name="T7" fmla="*/ 30 h 184"/>
                  <a:gd name="T8" fmla="*/ 12 w 143"/>
                  <a:gd name="T9" fmla="*/ 42 h 184"/>
                  <a:gd name="T10" fmla="*/ 2 w 143"/>
                  <a:gd name="T11" fmla="*/ 57 h 184"/>
                  <a:gd name="T12" fmla="*/ 1 w 143"/>
                  <a:gd name="T13" fmla="*/ 75 h 184"/>
                  <a:gd name="T14" fmla="*/ 11 w 143"/>
                  <a:gd name="T15" fmla="*/ 96 h 184"/>
                  <a:gd name="T16" fmla="*/ 27 w 143"/>
                  <a:gd name="T17" fmla="*/ 107 h 184"/>
                  <a:gd name="T18" fmla="*/ 46 w 143"/>
                  <a:gd name="T19" fmla="*/ 112 h 184"/>
                  <a:gd name="T20" fmla="*/ 65 w 143"/>
                  <a:gd name="T21" fmla="*/ 113 h 184"/>
                  <a:gd name="T22" fmla="*/ 79 w 143"/>
                  <a:gd name="T23" fmla="*/ 116 h 184"/>
                  <a:gd name="T24" fmla="*/ 86 w 143"/>
                  <a:gd name="T25" fmla="*/ 123 h 184"/>
                  <a:gd name="T26" fmla="*/ 84 w 143"/>
                  <a:gd name="T27" fmla="*/ 129 h 184"/>
                  <a:gd name="T28" fmla="*/ 74 w 143"/>
                  <a:gd name="T29" fmla="*/ 134 h 184"/>
                  <a:gd name="T30" fmla="*/ 69 w 143"/>
                  <a:gd name="T31" fmla="*/ 134 h 184"/>
                  <a:gd name="T32" fmla="*/ 55 w 143"/>
                  <a:gd name="T33" fmla="*/ 131 h 184"/>
                  <a:gd name="T34" fmla="*/ 41 w 143"/>
                  <a:gd name="T35" fmla="*/ 115 h 184"/>
                  <a:gd name="T36" fmla="*/ 11 w 143"/>
                  <a:gd name="T37" fmla="*/ 121 h 184"/>
                  <a:gd name="T38" fmla="*/ 20 w 143"/>
                  <a:gd name="T39" fmla="*/ 172 h 184"/>
                  <a:gd name="T40" fmla="*/ 51 w 143"/>
                  <a:gd name="T41" fmla="*/ 166 h 184"/>
                  <a:gd name="T42" fmla="*/ 49 w 143"/>
                  <a:gd name="T43" fmla="*/ 158 h 184"/>
                  <a:gd name="T44" fmla="*/ 72 w 143"/>
                  <a:gd name="T45" fmla="*/ 163 h 184"/>
                  <a:gd name="T46" fmla="*/ 76 w 143"/>
                  <a:gd name="T47" fmla="*/ 184 h 184"/>
                  <a:gd name="T48" fmla="*/ 99 w 143"/>
                  <a:gd name="T49" fmla="*/ 179 h 184"/>
                  <a:gd name="T50" fmla="*/ 96 w 143"/>
                  <a:gd name="T51" fmla="*/ 160 h 184"/>
                  <a:gd name="T52" fmla="*/ 116 w 143"/>
                  <a:gd name="T53" fmla="*/ 153 h 184"/>
                  <a:gd name="T54" fmla="*/ 131 w 143"/>
                  <a:gd name="T55" fmla="*/ 143 h 184"/>
                  <a:gd name="T56" fmla="*/ 140 w 143"/>
                  <a:gd name="T57" fmla="*/ 128 h 184"/>
                  <a:gd name="T58" fmla="*/ 141 w 143"/>
                  <a:gd name="T59" fmla="*/ 109 h 184"/>
                  <a:gd name="T60" fmla="*/ 132 w 143"/>
                  <a:gd name="T61" fmla="*/ 88 h 184"/>
                  <a:gd name="T62" fmla="*/ 115 w 143"/>
                  <a:gd name="T63" fmla="*/ 77 h 184"/>
                  <a:gd name="T64" fmla="*/ 96 w 143"/>
                  <a:gd name="T65" fmla="*/ 72 h 184"/>
                  <a:gd name="T66" fmla="*/ 77 w 143"/>
                  <a:gd name="T67" fmla="*/ 71 h 184"/>
                  <a:gd name="T68" fmla="*/ 62 w 143"/>
                  <a:gd name="T69" fmla="*/ 68 h 184"/>
                  <a:gd name="T70" fmla="*/ 55 w 143"/>
                  <a:gd name="T71" fmla="*/ 62 h 184"/>
                  <a:gd name="T72" fmla="*/ 57 w 143"/>
                  <a:gd name="T73" fmla="*/ 55 h 184"/>
                  <a:gd name="T74" fmla="*/ 67 w 143"/>
                  <a:gd name="T75" fmla="*/ 51 h 184"/>
                  <a:gd name="T76" fmla="*/ 71 w 143"/>
                  <a:gd name="T77" fmla="*/ 50 h 184"/>
                  <a:gd name="T78" fmla="*/ 76 w 143"/>
                  <a:gd name="T79" fmla="*/ 51 h 184"/>
                  <a:gd name="T80" fmla="*/ 85 w 143"/>
                  <a:gd name="T81" fmla="*/ 54 h 184"/>
                  <a:gd name="T82" fmla="*/ 93 w 143"/>
                  <a:gd name="T83" fmla="*/ 60 h 184"/>
                  <a:gd name="T84" fmla="*/ 98 w 143"/>
                  <a:gd name="T85" fmla="*/ 68 h 184"/>
                  <a:gd name="T86" fmla="*/ 128 w 143"/>
                  <a:gd name="T87" fmla="*/ 62 h 184"/>
                  <a:gd name="T88" fmla="*/ 119 w 143"/>
                  <a:gd name="T89" fmla="*/ 13 h 184"/>
                  <a:gd name="T90" fmla="*/ 89 w 143"/>
                  <a:gd name="T91" fmla="*/ 18 h 184"/>
                  <a:gd name="T92" fmla="*/ 90 w 143"/>
                  <a:gd name="T93" fmla="*/ 27 h 184"/>
                  <a:gd name="T94" fmla="*/ 82 w 143"/>
                  <a:gd name="T95" fmla="*/ 24 h 184"/>
                  <a:gd name="T96" fmla="*/ 71 w 143"/>
                  <a:gd name="T97" fmla="*/ 22 h 184"/>
                  <a:gd name="T98" fmla="*/ 67 w 143"/>
                  <a:gd name="T99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43" h="184">
                    <a:moveTo>
                      <a:pt x="67" y="0"/>
                    </a:moveTo>
                    <a:cubicBezTo>
                      <a:pt x="43" y="4"/>
                      <a:pt x="43" y="4"/>
                      <a:pt x="43" y="4"/>
                    </a:cubicBezTo>
                    <a:cubicBezTo>
                      <a:pt x="47" y="24"/>
                      <a:pt x="47" y="24"/>
                      <a:pt x="47" y="24"/>
                    </a:cubicBezTo>
                    <a:cubicBezTo>
                      <a:pt x="40" y="25"/>
                      <a:pt x="33" y="27"/>
                      <a:pt x="27" y="30"/>
                    </a:cubicBezTo>
                    <a:cubicBezTo>
                      <a:pt x="21" y="34"/>
                      <a:pt x="16" y="37"/>
                      <a:pt x="12" y="42"/>
                    </a:cubicBezTo>
                    <a:cubicBezTo>
                      <a:pt x="7" y="46"/>
                      <a:pt x="4" y="51"/>
                      <a:pt x="2" y="57"/>
                    </a:cubicBezTo>
                    <a:cubicBezTo>
                      <a:pt x="0" y="62"/>
                      <a:pt x="0" y="69"/>
                      <a:pt x="1" y="75"/>
                    </a:cubicBezTo>
                    <a:cubicBezTo>
                      <a:pt x="3" y="84"/>
                      <a:pt x="6" y="91"/>
                      <a:pt x="11" y="96"/>
                    </a:cubicBezTo>
                    <a:cubicBezTo>
                      <a:pt x="16" y="101"/>
                      <a:pt x="21" y="105"/>
                      <a:pt x="27" y="107"/>
                    </a:cubicBezTo>
                    <a:cubicBezTo>
                      <a:pt x="33" y="110"/>
                      <a:pt x="39" y="111"/>
                      <a:pt x="46" y="112"/>
                    </a:cubicBezTo>
                    <a:cubicBezTo>
                      <a:pt x="53" y="112"/>
                      <a:pt x="59" y="113"/>
                      <a:pt x="65" y="113"/>
                    </a:cubicBezTo>
                    <a:cubicBezTo>
                      <a:pt x="70" y="114"/>
                      <a:pt x="75" y="115"/>
                      <a:pt x="79" y="116"/>
                    </a:cubicBezTo>
                    <a:cubicBezTo>
                      <a:pt x="83" y="117"/>
                      <a:pt x="86" y="120"/>
                      <a:pt x="86" y="123"/>
                    </a:cubicBezTo>
                    <a:cubicBezTo>
                      <a:pt x="87" y="125"/>
                      <a:pt x="86" y="127"/>
                      <a:pt x="84" y="129"/>
                    </a:cubicBezTo>
                    <a:cubicBezTo>
                      <a:pt x="82" y="131"/>
                      <a:pt x="79" y="133"/>
                      <a:pt x="74" y="134"/>
                    </a:cubicBezTo>
                    <a:cubicBezTo>
                      <a:pt x="72" y="134"/>
                      <a:pt x="71" y="134"/>
                      <a:pt x="69" y="134"/>
                    </a:cubicBezTo>
                    <a:cubicBezTo>
                      <a:pt x="64" y="134"/>
                      <a:pt x="59" y="133"/>
                      <a:pt x="55" y="131"/>
                    </a:cubicBezTo>
                    <a:cubicBezTo>
                      <a:pt x="49" y="128"/>
                      <a:pt x="44" y="122"/>
                      <a:pt x="41" y="115"/>
                    </a:cubicBezTo>
                    <a:cubicBezTo>
                      <a:pt x="11" y="121"/>
                      <a:pt x="11" y="121"/>
                      <a:pt x="11" y="121"/>
                    </a:cubicBezTo>
                    <a:cubicBezTo>
                      <a:pt x="20" y="172"/>
                      <a:pt x="20" y="172"/>
                      <a:pt x="20" y="172"/>
                    </a:cubicBezTo>
                    <a:cubicBezTo>
                      <a:pt x="51" y="166"/>
                      <a:pt x="51" y="166"/>
                      <a:pt x="51" y="166"/>
                    </a:cubicBezTo>
                    <a:cubicBezTo>
                      <a:pt x="49" y="158"/>
                      <a:pt x="49" y="158"/>
                      <a:pt x="49" y="158"/>
                    </a:cubicBezTo>
                    <a:cubicBezTo>
                      <a:pt x="57" y="161"/>
                      <a:pt x="65" y="162"/>
                      <a:pt x="72" y="163"/>
                    </a:cubicBezTo>
                    <a:cubicBezTo>
                      <a:pt x="76" y="184"/>
                      <a:pt x="76" y="184"/>
                      <a:pt x="76" y="184"/>
                    </a:cubicBezTo>
                    <a:cubicBezTo>
                      <a:pt x="99" y="179"/>
                      <a:pt x="99" y="179"/>
                      <a:pt x="99" y="179"/>
                    </a:cubicBezTo>
                    <a:cubicBezTo>
                      <a:pt x="96" y="160"/>
                      <a:pt x="96" y="160"/>
                      <a:pt x="96" y="160"/>
                    </a:cubicBezTo>
                    <a:cubicBezTo>
                      <a:pt x="103" y="158"/>
                      <a:pt x="109" y="156"/>
                      <a:pt x="116" y="153"/>
                    </a:cubicBezTo>
                    <a:cubicBezTo>
                      <a:pt x="122" y="151"/>
                      <a:pt x="127" y="147"/>
                      <a:pt x="131" y="143"/>
                    </a:cubicBezTo>
                    <a:cubicBezTo>
                      <a:pt x="135" y="139"/>
                      <a:pt x="138" y="134"/>
                      <a:pt x="140" y="128"/>
                    </a:cubicBezTo>
                    <a:cubicBezTo>
                      <a:pt x="142" y="123"/>
                      <a:pt x="143" y="116"/>
                      <a:pt x="141" y="109"/>
                    </a:cubicBezTo>
                    <a:cubicBezTo>
                      <a:pt x="140" y="100"/>
                      <a:pt x="136" y="93"/>
                      <a:pt x="132" y="88"/>
                    </a:cubicBezTo>
                    <a:cubicBezTo>
                      <a:pt x="127" y="83"/>
                      <a:pt x="121" y="79"/>
                      <a:pt x="115" y="77"/>
                    </a:cubicBezTo>
                    <a:cubicBezTo>
                      <a:pt x="109" y="74"/>
                      <a:pt x="103" y="73"/>
                      <a:pt x="96" y="72"/>
                    </a:cubicBezTo>
                    <a:cubicBezTo>
                      <a:pt x="89" y="72"/>
                      <a:pt x="83" y="71"/>
                      <a:pt x="77" y="71"/>
                    </a:cubicBezTo>
                    <a:cubicBezTo>
                      <a:pt x="71" y="70"/>
                      <a:pt x="66" y="69"/>
                      <a:pt x="62" y="68"/>
                    </a:cubicBezTo>
                    <a:cubicBezTo>
                      <a:pt x="58" y="67"/>
                      <a:pt x="55" y="65"/>
                      <a:pt x="55" y="62"/>
                    </a:cubicBezTo>
                    <a:cubicBezTo>
                      <a:pt x="54" y="59"/>
                      <a:pt x="55" y="56"/>
                      <a:pt x="57" y="55"/>
                    </a:cubicBezTo>
                    <a:cubicBezTo>
                      <a:pt x="60" y="53"/>
                      <a:pt x="63" y="51"/>
                      <a:pt x="67" y="51"/>
                    </a:cubicBezTo>
                    <a:cubicBezTo>
                      <a:pt x="68" y="50"/>
                      <a:pt x="70" y="50"/>
                      <a:pt x="71" y="50"/>
                    </a:cubicBezTo>
                    <a:cubicBezTo>
                      <a:pt x="73" y="50"/>
                      <a:pt x="74" y="50"/>
                      <a:pt x="76" y="51"/>
                    </a:cubicBezTo>
                    <a:cubicBezTo>
                      <a:pt x="79" y="51"/>
                      <a:pt x="82" y="52"/>
                      <a:pt x="85" y="54"/>
                    </a:cubicBezTo>
                    <a:cubicBezTo>
                      <a:pt x="88" y="55"/>
                      <a:pt x="90" y="57"/>
                      <a:pt x="93" y="60"/>
                    </a:cubicBezTo>
                    <a:cubicBezTo>
                      <a:pt x="95" y="62"/>
                      <a:pt x="97" y="65"/>
                      <a:pt x="98" y="68"/>
                    </a:cubicBezTo>
                    <a:cubicBezTo>
                      <a:pt x="128" y="62"/>
                      <a:pt x="128" y="62"/>
                      <a:pt x="128" y="6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89" y="18"/>
                      <a:pt x="89" y="18"/>
                      <a:pt x="89" y="18"/>
                    </a:cubicBezTo>
                    <a:cubicBezTo>
                      <a:pt x="90" y="27"/>
                      <a:pt x="90" y="27"/>
                      <a:pt x="90" y="27"/>
                    </a:cubicBezTo>
                    <a:cubicBezTo>
                      <a:pt x="88" y="26"/>
                      <a:pt x="85" y="25"/>
                      <a:pt x="82" y="24"/>
                    </a:cubicBezTo>
                    <a:cubicBezTo>
                      <a:pt x="78" y="23"/>
                      <a:pt x="75" y="23"/>
                      <a:pt x="71" y="22"/>
                    </a:cubicBezTo>
                    <a:cubicBezTo>
                      <a:pt x="67" y="0"/>
                      <a:pt x="67" y="0"/>
                      <a:pt x="67" y="0"/>
                    </a:cubicBezTo>
                  </a:path>
                </a:pathLst>
              </a:custGeom>
              <a:solidFill>
                <a:srgbClr val="A7BB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2" name="Freeform 141"/>
              <p:cNvSpPr>
                <a:spLocks/>
              </p:cNvSpPr>
              <p:nvPr/>
            </p:nvSpPr>
            <p:spPr bwMode="auto">
              <a:xfrm>
                <a:off x="3043694" y="2705570"/>
                <a:ext cx="265904" cy="77599"/>
              </a:xfrm>
              <a:custGeom>
                <a:avLst/>
                <a:gdLst>
                  <a:gd name="T0" fmla="*/ 89 w 190"/>
                  <a:gd name="T1" fmla="*/ 44 h 55"/>
                  <a:gd name="T2" fmla="*/ 12 w 190"/>
                  <a:gd name="T3" fmla="*/ 55 h 55"/>
                  <a:gd name="T4" fmla="*/ 0 w 190"/>
                  <a:gd name="T5" fmla="*/ 45 h 55"/>
                  <a:gd name="T6" fmla="*/ 10 w 190"/>
                  <a:gd name="T7" fmla="*/ 33 h 55"/>
                  <a:gd name="T8" fmla="*/ 175 w 190"/>
                  <a:gd name="T9" fmla="*/ 2 h 55"/>
                  <a:gd name="T10" fmla="*/ 188 w 190"/>
                  <a:gd name="T11" fmla="*/ 9 h 55"/>
                  <a:gd name="T12" fmla="*/ 181 w 190"/>
                  <a:gd name="T13" fmla="*/ 22 h 55"/>
                  <a:gd name="T14" fmla="*/ 89 w 190"/>
                  <a:gd name="T15" fmla="*/ 4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0" h="55">
                    <a:moveTo>
                      <a:pt x="89" y="44"/>
                    </a:moveTo>
                    <a:cubicBezTo>
                      <a:pt x="66" y="49"/>
                      <a:pt x="40" y="52"/>
                      <a:pt x="12" y="55"/>
                    </a:cubicBezTo>
                    <a:cubicBezTo>
                      <a:pt x="6" y="55"/>
                      <a:pt x="1" y="51"/>
                      <a:pt x="0" y="45"/>
                    </a:cubicBezTo>
                    <a:cubicBezTo>
                      <a:pt x="0" y="39"/>
                      <a:pt x="4" y="34"/>
                      <a:pt x="10" y="33"/>
                    </a:cubicBezTo>
                    <a:cubicBezTo>
                      <a:pt x="98" y="26"/>
                      <a:pt x="174" y="2"/>
                      <a:pt x="175" y="2"/>
                    </a:cubicBezTo>
                    <a:cubicBezTo>
                      <a:pt x="181" y="0"/>
                      <a:pt x="186" y="3"/>
                      <a:pt x="188" y="9"/>
                    </a:cubicBezTo>
                    <a:cubicBezTo>
                      <a:pt x="190" y="14"/>
                      <a:pt x="187" y="20"/>
                      <a:pt x="181" y="22"/>
                    </a:cubicBezTo>
                    <a:cubicBezTo>
                      <a:pt x="179" y="23"/>
                      <a:pt x="142" y="35"/>
                      <a:pt x="89" y="44"/>
                    </a:cubicBez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9" name="Freeform 148"/>
              <p:cNvSpPr>
                <a:spLocks/>
              </p:cNvSpPr>
              <p:nvPr/>
            </p:nvSpPr>
            <p:spPr bwMode="auto">
              <a:xfrm>
                <a:off x="4328725" y="2440700"/>
                <a:ext cx="207964" cy="191410"/>
              </a:xfrm>
              <a:custGeom>
                <a:avLst/>
                <a:gdLst>
                  <a:gd name="T0" fmla="*/ 74 w 149"/>
                  <a:gd name="T1" fmla="*/ 0 h 137"/>
                  <a:gd name="T2" fmla="*/ 67 w 149"/>
                  <a:gd name="T3" fmla="*/ 5 h 137"/>
                  <a:gd name="T4" fmla="*/ 56 w 149"/>
                  <a:gd name="T5" fmla="*/ 28 h 137"/>
                  <a:gd name="T6" fmla="*/ 35 w 149"/>
                  <a:gd name="T7" fmla="*/ 44 h 137"/>
                  <a:gd name="T8" fmla="*/ 10 w 149"/>
                  <a:gd name="T9" fmla="*/ 47 h 137"/>
                  <a:gd name="T10" fmla="*/ 5 w 149"/>
                  <a:gd name="T11" fmla="*/ 60 h 137"/>
                  <a:gd name="T12" fmla="*/ 24 w 149"/>
                  <a:gd name="T13" fmla="*/ 78 h 137"/>
                  <a:gd name="T14" fmla="*/ 32 w 149"/>
                  <a:gd name="T15" fmla="*/ 103 h 137"/>
                  <a:gd name="T16" fmla="*/ 28 w 149"/>
                  <a:gd name="T17" fmla="*/ 128 h 137"/>
                  <a:gd name="T18" fmla="*/ 33 w 149"/>
                  <a:gd name="T19" fmla="*/ 137 h 137"/>
                  <a:gd name="T20" fmla="*/ 38 w 149"/>
                  <a:gd name="T21" fmla="*/ 136 h 137"/>
                  <a:gd name="T22" fmla="*/ 61 w 149"/>
                  <a:gd name="T23" fmla="*/ 124 h 137"/>
                  <a:gd name="T24" fmla="*/ 74 w 149"/>
                  <a:gd name="T25" fmla="*/ 121 h 137"/>
                  <a:gd name="T26" fmla="*/ 87 w 149"/>
                  <a:gd name="T27" fmla="*/ 124 h 137"/>
                  <a:gd name="T28" fmla="*/ 110 w 149"/>
                  <a:gd name="T29" fmla="*/ 136 h 137"/>
                  <a:gd name="T30" fmla="*/ 115 w 149"/>
                  <a:gd name="T31" fmla="*/ 137 h 137"/>
                  <a:gd name="T32" fmla="*/ 121 w 149"/>
                  <a:gd name="T33" fmla="*/ 128 h 137"/>
                  <a:gd name="T34" fmla="*/ 116 w 149"/>
                  <a:gd name="T35" fmla="*/ 103 h 137"/>
                  <a:gd name="T36" fmla="*/ 125 w 149"/>
                  <a:gd name="T37" fmla="*/ 78 h 137"/>
                  <a:gd name="T38" fmla="*/ 143 w 149"/>
                  <a:gd name="T39" fmla="*/ 60 h 137"/>
                  <a:gd name="T40" fmla="*/ 139 w 149"/>
                  <a:gd name="T41" fmla="*/ 47 h 137"/>
                  <a:gd name="T42" fmla="*/ 113 w 149"/>
                  <a:gd name="T43" fmla="*/ 44 h 137"/>
                  <a:gd name="T44" fmla="*/ 92 w 149"/>
                  <a:gd name="T45" fmla="*/ 28 h 137"/>
                  <a:gd name="T46" fmla="*/ 81 w 149"/>
                  <a:gd name="T47" fmla="*/ 5 h 137"/>
                  <a:gd name="T48" fmla="*/ 74 w 149"/>
                  <a:gd name="T49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9" h="137">
                    <a:moveTo>
                      <a:pt x="74" y="0"/>
                    </a:moveTo>
                    <a:cubicBezTo>
                      <a:pt x="72" y="0"/>
                      <a:pt x="69" y="1"/>
                      <a:pt x="67" y="5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53" y="35"/>
                      <a:pt x="43" y="42"/>
                      <a:pt x="35" y="44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1" y="48"/>
                      <a:pt x="0" y="54"/>
                      <a:pt x="5" y="60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30" y="83"/>
                      <a:pt x="33" y="95"/>
                      <a:pt x="32" y="103"/>
                    </a:cubicBezTo>
                    <a:cubicBezTo>
                      <a:pt x="28" y="128"/>
                      <a:pt x="28" y="128"/>
                      <a:pt x="28" y="128"/>
                    </a:cubicBezTo>
                    <a:cubicBezTo>
                      <a:pt x="27" y="134"/>
                      <a:pt x="29" y="137"/>
                      <a:pt x="33" y="137"/>
                    </a:cubicBezTo>
                    <a:cubicBezTo>
                      <a:pt x="35" y="137"/>
                      <a:pt x="36" y="137"/>
                      <a:pt x="38" y="136"/>
                    </a:cubicBezTo>
                    <a:cubicBezTo>
                      <a:pt x="61" y="124"/>
                      <a:pt x="61" y="124"/>
                      <a:pt x="61" y="124"/>
                    </a:cubicBezTo>
                    <a:cubicBezTo>
                      <a:pt x="64" y="122"/>
                      <a:pt x="69" y="121"/>
                      <a:pt x="74" y="121"/>
                    </a:cubicBezTo>
                    <a:cubicBezTo>
                      <a:pt x="79" y="121"/>
                      <a:pt x="84" y="122"/>
                      <a:pt x="87" y="124"/>
                    </a:cubicBezTo>
                    <a:cubicBezTo>
                      <a:pt x="110" y="136"/>
                      <a:pt x="110" y="136"/>
                      <a:pt x="110" y="136"/>
                    </a:cubicBezTo>
                    <a:cubicBezTo>
                      <a:pt x="112" y="137"/>
                      <a:pt x="114" y="137"/>
                      <a:pt x="115" y="137"/>
                    </a:cubicBezTo>
                    <a:cubicBezTo>
                      <a:pt x="119" y="137"/>
                      <a:pt x="122" y="134"/>
                      <a:pt x="121" y="128"/>
                    </a:cubicBezTo>
                    <a:cubicBezTo>
                      <a:pt x="116" y="103"/>
                      <a:pt x="116" y="103"/>
                      <a:pt x="116" y="103"/>
                    </a:cubicBezTo>
                    <a:cubicBezTo>
                      <a:pt x="115" y="95"/>
                      <a:pt x="119" y="83"/>
                      <a:pt x="125" y="78"/>
                    </a:cubicBezTo>
                    <a:cubicBezTo>
                      <a:pt x="143" y="60"/>
                      <a:pt x="143" y="60"/>
                      <a:pt x="143" y="60"/>
                    </a:cubicBezTo>
                    <a:cubicBezTo>
                      <a:pt x="149" y="54"/>
                      <a:pt x="147" y="48"/>
                      <a:pt x="139" y="47"/>
                    </a:cubicBezTo>
                    <a:cubicBezTo>
                      <a:pt x="113" y="44"/>
                      <a:pt x="113" y="44"/>
                      <a:pt x="113" y="44"/>
                    </a:cubicBezTo>
                    <a:cubicBezTo>
                      <a:pt x="105" y="42"/>
                      <a:pt x="96" y="35"/>
                      <a:pt x="92" y="28"/>
                    </a:cubicBezTo>
                    <a:cubicBezTo>
                      <a:pt x="81" y="5"/>
                      <a:pt x="81" y="5"/>
                      <a:pt x="81" y="5"/>
                    </a:cubicBezTo>
                    <a:cubicBezTo>
                      <a:pt x="79" y="1"/>
                      <a:pt x="76" y="0"/>
                      <a:pt x="7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0" name="Freeform 149"/>
              <p:cNvSpPr>
                <a:spLocks/>
              </p:cNvSpPr>
              <p:nvPr/>
            </p:nvSpPr>
            <p:spPr bwMode="auto">
              <a:xfrm>
                <a:off x="3443068" y="3131844"/>
                <a:ext cx="208999" cy="191410"/>
              </a:xfrm>
              <a:custGeom>
                <a:avLst/>
                <a:gdLst>
                  <a:gd name="T0" fmla="*/ 74 w 149"/>
                  <a:gd name="T1" fmla="*/ 0 h 137"/>
                  <a:gd name="T2" fmla="*/ 68 w 149"/>
                  <a:gd name="T3" fmla="*/ 6 h 137"/>
                  <a:gd name="T4" fmla="*/ 57 w 149"/>
                  <a:gd name="T5" fmla="*/ 28 h 137"/>
                  <a:gd name="T6" fmla="*/ 35 w 149"/>
                  <a:gd name="T7" fmla="*/ 44 h 137"/>
                  <a:gd name="T8" fmla="*/ 10 w 149"/>
                  <a:gd name="T9" fmla="*/ 48 h 137"/>
                  <a:gd name="T10" fmla="*/ 6 w 149"/>
                  <a:gd name="T11" fmla="*/ 60 h 137"/>
                  <a:gd name="T12" fmla="*/ 24 w 149"/>
                  <a:gd name="T13" fmla="*/ 78 h 137"/>
                  <a:gd name="T14" fmla="*/ 32 w 149"/>
                  <a:gd name="T15" fmla="*/ 103 h 137"/>
                  <a:gd name="T16" fmla="*/ 28 w 149"/>
                  <a:gd name="T17" fmla="*/ 128 h 137"/>
                  <a:gd name="T18" fmla="*/ 33 w 149"/>
                  <a:gd name="T19" fmla="*/ 137 h 137"/>
                  <a:gd name="T20" fmla="*/ 39 w 149"/>
                  <a:gd name="T21" fmla="*/ 136 h 137"/>
                  <a:gd name="T22" fmla="*/ 61 w 149"/>
                  <a:gd name="T23" fmla="*/ 124 h 137"/>
                  <a:gd name="T24" fmla="*/ 74 w 149"/>
                  <a:gd name="T25" fmla="*/ 121 h 137"/>
                  <a:gd name="T26" fmla="*/ 88 w 149"/>
                  <a:gd name="T27" fmla="*/ 124 h 137"/>
                  <a:gd name="T28" fmla="*/ 110 w 149"/>
                  <a:gd name="T29" fmla="*/ 136 h 137"/>
                  <a:gd name="T30" fmla="*/ 116 w 149"/>
                  <a:gd name="T31" fmla="*/ 137 h 137"/>
                  <a:gd name="T32" fmla="*/ 121 w 149"/>
                  <a:gd name="T33" fmla="*/ 128 h 137"/>
                  <a:gd name="T34" fmla="*/ 117 w 149"/>
                  <a:gd name="T35" fmla="*/ 103 h 137"/>
                  <a:gd name="T36" fmla="*/ 125 w 149"/>
                  <a:gd name="T37" fmla="*/ 78 h 137"/>
                  <a:gd name="T38" fmla="*/ 143 w 149"/>
                  <a:gd name="T39" fmla="*/ 60 h 137"/>
                  <a:gd name="T40" fmla="*/ 139 w 149"/>
                  <a:gd name="T41" fmla="*/ 48 h 137"/>
                  <a:gd name="T42" fmla="*/ 114 w 149"/>
                  <a:gd name="T43" fmla="*/ 44 h 137"/>
                  <a:gd name="T44" fmla="*/ 92 w 149"/>
                  <a:gd name="T45" fmla="*/ 28 h 137"/>
                  <a:gd name="T46" fmla="*/ 81 w 149"/>
                  <a:gd name="T47" fmla="*/ 6 h 137"/>
                  <a:gd name="T48" fmla="*/ 74 w 149"/>
                  <a:gd name="T49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9" h="137">
                    <a:moveTo>
                      <a:pt x="74" y="0"/>
                    </a:moveTo>
                    <a:cubicBezTo>
                      <a:pt x="72" y="0"/>
                      <a:pt x="70" y="2"/>
                      <a:pt x="68" y="6"/>
                    </a:cubicBezTo>
                    <a:cubicBezTo>
                      <a:pt x="57" y="28"/>
                      <a:pt x="57" y="28"/>
                      <a:pt x="57" y="28"/>
                    </a:cubicBezTo>
                    <a:cubicBezTo>
                      <a:pt x="53" y="36"/>
                      <a:pt x="43" y="43"/>
                      <a:pt x="35" y="44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2" y="49"/>
                      <a:pt x="0" y="54"/>
                      <a:pt x="6" y="60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30" y="84"/>
                      <a:pt x="34" y="95"/>
                      <a:pt x="32" y="103"/>
                    </a:cubicBezTo>
                    <a:cubicBezTo>
                      <a:pt x="28" y="128"/>
                      <a:pt x="28" y="128"/>
                      <a:pt x="28" y="128"/>
                    </a:cubicBezTo>
                    <a:cubicBezTo>
                      <a:pt x="27" y="134"/>
                      <a:pt x="29" y="137"/>
                      <a:pt x="33" y="137"/>
                    </a:cubicBezTo>
                    <a:cubicBezTo>
                      <a:pt x="35" y="137"/>
                      <a:pt x="37" y="137"/>
                      <a:pt x="39" y="136"/>
                    </a:cubicBezTo>
                    <a:cubicBezTo>
                      <a:pt x="61" y="124"/>
                      <a:pt x="61" y="124"/>
                      <a:pt x="61" y="124"/>
                    </a:cubicBezTo>
                    <a:cubicBezTo>
                      <a:pt x="65" y="122"/>
                      <a:pt x="70" y="121"/>
                      <a:pt x="74" y="121"/>
                    </a:cubicBezTo>
                    <a:cubicBezTo>
                      <a:pt x="79" y="121"/>
                      <a:pt x="84" y="122"/>
                      <a:pt x="88" y="124"/>
                    </a:cubicBezTo>
                    <a:cubicBezTo>
                      <a:pt x="110" y="136"/>
                      <a:pt x="110" y="136"/>
                      <a:pt x="110" y="136"/>
                    </a:cubicBezTo>
                    <a:cubicBezTo>
                      <a:pt x="112" y="137"/>
                      <a:pt x="114" y="137"/>
                      <a:pt x="116" y="137"/>
                    </a:cubicBezTo>
                    <a:cubicBezTo>
                      <a:pt x="120" y="137"/>
                      <a:pt x="122" y="134"/>
                      <a:pt x="121" y="128"/>
                    </a:cubicBezTo>
                    <a:cubicBezTo>
                      <a:pt x="117" y="103"/>
                      <a:pt x="117" y="103"/>
                      <a:pt x="117" y="103"/>
                    </a:cubicBezTo>
                    <a:cubicBezTo>
                      <a:pt x="115" y="95"/>
                      <a:pt x="119" y="84"/>
                      <a:pt x="125" y="78"/>
                    </a:cubicBezTo>
                    <a:cubicBezTo>
                      <a:pt x="143" y="60"/>
                      <a:pt x="143" y="60"/>
                      <a:pt x="143" y="60"/>
                    </a:cubicBezTo>
                    <a:cubicBezTo>
                      <a:pt x="149" y="54"/>
                      <a:pt x="147" y="49"/>
                      <a:pt x="139" y="48"/>
                    </a:cubicBezTo>
                    <a:cubicBezTo>
                      <a:pt x="114" y="44"/>
                      <a:pt x="114" y="44"/>
                      <a:pt x="114" y="44"/>
                    </a:cubicBezTo>
                    <a:cubicBezTo>
                      <a:pt x="106" y="43"/>
                      <a:pt x="96" y="36"/>
                      <a:pt x="92" y="28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79" y="2"/>
                      <a:pt x="77" y="0"/>
                      <a:pt x="7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1" name="Freeform 150"/>
              <p:cNvSpPr>
                <a:spLocks/>
              </p:cNvSpPr>
              <p:nvPr/>
            </p:nvSpPr>
            <p:spPr bwMode="auto">
              <a:xfrm>
                <a:off x="2013187" y="3947145"/>
                <a:ext cx="208999" cy="192444"/>
              </a:xfrm>
              <a:custGeom>
                <a:avLst/>
                <a:gdLst>
                  <a:gd name="T0" fmla="*/ 74 w 149"/>
                  <a:gd name="T1" fmla="*/ 0 h 138"/>
                  <a:gd name="T2" fmla="*/ 68 w 149"/>
                  <a:gd name="T3" fmla="*/ 6 h 138"/>
                  <a:gd name="T4" fmla="*/ 56 w 149"/>
                  <a:gd name="T5" fmla="*/ 29 h 138"/>
                  <a:gd name="T6" fmla="*/ 35 w 149"/>
                  <a:gd name="T7" fmla="*/ 44 h 138"/>
                  <a:gd name="T8" fmla="*/ 10 w 149"/>
                  <a:gd name="T9" fmla="*/ 48 h 138"/>
                  <a:gd name="T10" fmla="*/ 6 w 149"/>
                  <a:gd name="T11" fmla="*/ 61 h 138"/>
                  <a:gd name="T12" fmla="*/ 24 w 149"/>
                  <a:gd name="T13" fmla="*/ 78 h 138"/>
                  <a:gd name="T14" fmla="*/ 32 w 149"/>
                  <a:gd name="T15" fmla="*/ 104 h 138"/>
                  <a:gd name="T16" fmla="*/ 28 w 149"/>
                  <a:gd name="T17" fmla="*/ 129 h 138"/>
                  <a:gd name="T18" fmla="*/ 33 w 149"/>
                  <a:gd name="T19" fmla="*/ 138 h 138"/>
                  <a:gd name="T20" fmla="*/ 38 w 149"/>
                  <a:gd name="T21" fmla="*/ 136 h 138"/>
                  <a:gd name="T22" fmla="*/ 61 w 149"/>
                  <a:gd name="T23" fmla="*/ 125 h 138"/>
                  <a:gd name="T24" fmla="*/ 74 w 149"/>
                  <a:gd name="T25" fmla="*/ 122 h 138"/>
                  <a:gd name="T26" fmla="*/ 88 w 149"/>
                  <a:gd name="T27" fmla="*/ 125 h 138"/>
                  <a:gd name="T28" fmla="*/ 110 w 149"/>
                  <a:gd name="T29" fmla="*/ 136 h 138"/>
                  <a:gd name="T30" fmla="*/ 115 w 149"/>
                  <a:gd name="T31" fmla="*/ 138 h 138"/>
                  <a:gd name="T32" fmla="*/ 121 w 149"/>
                  <a:gd name="T33" fmla="*/ 129 h 138"/>
                  <a:gd name="T34" fmla="*/ 116 w 149"/>
                  <a:gd name="T35" fmla="*/ 104 h 138"/>
                  <a:gd name="T36" fmla="*/ 125 w 149"/>
                  <a:gd name="T37" fmla="*/ 78 h 138"/>
                  <a:gd name="T38" fmla="*/ 143 w 149"/>
                  <a:gd name="T39" fmla="*/ 61 h 138"/>
                  <a:gd name="T40" fmla="*/ 139 w 149"/>
                  <a:gd name="T41" fmla="*/ 48 h 138"/>
                  <a:gd name="T42" fmla="*/ 114 w 149"/>
                  <a:gd name="T43" fmla="*/ 44 h 138"/>
                  <a:gd name="T44" fmla="*/ 92 w 149"/>
                  <a:gd name="T45" fmla="*/ 29 h 138"/>
                  <a:gd name="T46" fmla="*/ 81 w 149"/>
                  <a:gd name="T47" fmla="*/ 6 h 138"/>
                  <a:gd name="T48" fmla="*/ 74 w 149"/>
                  <a:gd name="T49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9" h="138">
                    <a:moveTo>
                      <a:pt x="74" y="0"/>
                    </a:moveTo>
                    <a:cubicBezTo>
                      <a:pt x="72" y="0"/>
                      <a:pt x="69" y="2"/>
                      <a:pt x="68" y="6"/>
                    </a:cubicBezTo>
                    <a:cubicBezTo>
                      <a:pt x="56" y="29"/>
                      <a:pt x="56" y="29"/>
                      <a:pt x="56" y="29"/>
                    </a:cubicBezTo>
                    <a:cubicBezTo>
                      <a:pt x="53" y="36"/>
                      <a:pt x="43" y="43"/>
                      <a:pt x="35" y="44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2" y="49"/>
                      <a:pt x="0" y="55"/>
                      <a:pt x="6" y="61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30" y="84"/>
                      <a:pt x="33" y="95"/>
                      <a:pt x="32" y="104"/>
                    </a:cubicBezTo>
                    <a:cubicBezTo>
                      <a:pt x="28" y="129"/>
                      <a:pt x="28" y="129"/>
                      <a:pt x="28" y="129"/>
                    </a:cubicBezTo>
                    <a:cubicBezTo>
                      <a:pt x="27" y="134"/>
                      <a:pt x="29" y="138"/>
                      <a:pt x="33" y="138"/>
                    </a:cubicBezTo>
                    <a:cubicBezTo>
                      <a:pt x="35" y="138"/>
                      <a:pt x="36" y="137"/>
                      <a:pt x="38" y="136"/>
                    </a:cubicBezTo>
                    <a:cubicBezTo>
                      <a:pt x="61" y="125"/>
                      <a:pt x="61" y="125"/>
                      <a:pt x="61" y="125"/>
                    </a:cubicBezTo>
                    <a:cubicBezTo>
                      <a:pt x="65" y="123"/>
                      <a:pt x="69" y="122"/>
                      <a:pt x="74" y="122"/>
                    </a:cubicBezTo>
                    <a:cubicBezTo>
                      <a:pt x="79" y="122"/>
                      <a:pt x="84" y="123"/>
                      <a:pt x="88" y="125"/>
                    </a:cubicBezTo>
                    <a:cubicBezTo>
                      <a:pt x="110" y="136"/>
                      <a:pt x="110" y="136"/>
                      <a:pt x="110" y="136"/>
                    </a:cubicBezTo>
                    <a:cubicBezTo>
                      <a:pt x="112" y="137"/>
                      <a:pt x="114" y="138"/>
                      <a:pt x="115" y="138"/>
                    </a:cubicBezTo>
                    <a:cubicBezTo>
                      <a:pt x="119" y="138"/>
                      <a:pt x="122" y="134"/>
                      <a:pt x="121" y="129"/>
                    </a:cubicBezTo>
                    <a:cubicBezTo>
                      <a:pt x="116" y="104"/>
                      <a:pt x="116" y="104"/>
                      <a:pt x="116" y="104"/>
                    </a:cubicBezTo>
                    <a:cubicBezTo>
                      <a:pt x="115" y="95"/>
                      <a:pt x="119" y="84"/>
                      <a:pt x="125" y="78"/>
                    </a:cubicBezTo>
                    <a:cubicBezTo>
                      <a:pt x="143" y="61"/>
                      <a:pt x="143" y="61"/>
                      <a:pt x="143" y="61"/>
                    </a:cubicBezTo>
                    <a:cubicBezTo>
                      <a:pt x="149" y="55"/>
                      <a:pt x="147" y="49"/>
                      <a:pt x="139" y="48"/>
                    </a:cubicBezTo>
                    <a:cubicBezTo>
                      <a:pt x="114" y="44"/>
                      <a:pt x="114" y="44"/>
                      <a:pt x="114" y="44"/>
                    </a:cubicBezTo>
                    <a:cubicBezTo>
                      <a:pt x="105" y="43"/>
                      <a:pt x="96" y="36"/>
                      <a:pt x="92" y="29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79" y="2"/>
                      <a:pt x="77" y="0"/>
                      <a:pt x="7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2" name="Freeform 151"/>
              <p:cNvSpPr>
                <a:spLocks/>
              </p:cNvSpPr>
              <p:nvPr/>
            </p:nvSpPr>
            <p:spPr bwMode="auto">
              <a:xfrm>
                <a:off x="5270253" y="3272556"/>
                <a:ext cx="207964" cy="193479"/>
              </a:xfrm>
              <a:custGeom>
                <a:avLst/>
                <a:gdLst>
                  <a:gd name="T0" fmla="*/ 75 w 149"/>
                  <a:gd name="T1" fmla="*/ 0 h 138"/>
                  <a:gd name="T2" fmla="*/ 68 w 149"/>
                  <a:gd name="T3" fmla="*/ 6 h 138"/>
                  <a:gd name="T4" fmla="*/ 57 w 149"/>
                  <a:gd name="T5" fmla="*/ 28 h 138"/>
                  <a:gd name="T6" fmla="*/ 36 w 149"/>
                  <a:gd name="T7" fmla="*/ 44 h 138"/>
                  <a:gd name="T8" fmla="*/ 10 w 149"/>
                  <a:gd name="T9" fmla="*/ 48 h 138"/>
                  <a:gd name="T10" fmla="*/ 6 w 149"/>
                  <a:gd name="T11" fmla="*/ 60 h 138"/>
                  <a:gd name="T12" fmla="*/ 24 w 149"/>
                  <a:gd name="T13" fmla="*/ 78 h 138"/>
                  <a:gd name="T14" fmla="*/ 33 w 149"/>
                  <a:gd name="T15" fmla="*/ 103 h 138"/>
                  <a:gd name="T16" fmla="*/ 28 w 149"/>
                  <a:gd name="T17" fmla="*/ 128 h 138"/>
                  <a:gd name="T18" fmla="*/ 34 w 149"/>
                  <a:gd name="T19" fmla="*/ 138 h 138"/>
                  <a:gd name="T20" fmla="*/ 39 w 149"/>
                  <a:gd name="T21" fmla="*/ 136 h 138"/>
                  <a:gd name="T22" fmla="*/ 62 w 149"/>
                  <a:gd name="T23" fmla="*/ 124 h 138"/>
                  <a:gd name="T24" fmla="*/ 75 w 149"/>
                  <a:gd name="T25" fmla="*/ 121 h 138"/>
                  <a:gd name="T26" fmla="*/ 88 w 149"/>
                  <a:gd name="T27" fmla="*/ 124 h 138"/>
                  <a:gd name="T28" fmla="*/ 111 w 149"/>
                  <a:gd name="T29" fmla="*/ 136 h 138"/>
                  <a:gd name="T30" fmla="*/ 116 w 149"/>
                  <a:gd name="T31" fmla="*/ 138 h 138"/>
                  <a:gd name="T32" fmla="*/ 121 w 149"/>
                  <a:gd name="T33" fmla="*/ 128 h 138"/>
                  <a:gd name="T34" fmla="*/ 117 w 149"/>
                  <a:gd name="T35" fmla="*/ 103 h 138"/>
                  <a:gd name="T36" fmla="*/ 125 w 149"/>
                  <a:gd name="T37" fmla="*/ 78 h 138"/>
                  <a:gd name="T38" fmla="*/ 143 w 149"/>
                  <a:gd name="T39" fmla="*/ 60 h 138"/>
                  <a:gd name="T40" fmla="*/ 139 w 149"/>
                  <a:gd name="T41" fmla="*/ 48 h 138"/>
                  <a:gd name="T42" fmla="*/ 114 w 149"/>
                  <a:gd name="T43" fmla="*/ 44 h 138"/>
                  <a:gd name="T44" fmla="*/ 93 w 149"/>
                  <a:gd name="T45" fmla="*/ 28 h 138"/>
                  <a:gd name="T46" fmla="*/ 82 w 149"/>
                  <a:gd name="T47" fmla="*/ 6 h 138"/>
                  <a:gd name="T48" fmla="*/ 75 w 149"/>
                  <a:gd name="T49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9" h="138">
                    <a:moveTo>
                      <a:pt x="75" y="0"/>
                    </a:moveTo>
                    <a:cubicBezTo>
                      <a:pt x="73" y="0"/>
                      <a:pt x="70" y="2"/>
                      <a:pt x="68" y="6"/>
                    </a:cubicBezTo>
                    <a:cubicBezTo>
                      <a:pt x="57" y="28"/>
                      <a:pt x="57" y="28"/>
                      <a:pt x="57" y="28"/>
                    </a:cubicBezTo>
                    <a:cubicBezTo>
                      <a:pt x="53" y="36"/>
                      <a:pt x="44" y="43"/>
                      <a:pt x="36" y="44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2" y="49"/>
                      <a:pt x="0" y="54"/>
                      <a:pt x="6" y="60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30" y="84"/>
                      <a:pt x="34" y="95"/>
                      <a:pt x="33" y="103"/>
                    </a:cubicBezTo>
                    <a:cubicBezTo>
                      <a:pt x="28" y="128"/>
                      <a:pt x="28" y="128"/>
                      <a:pt x="28" y="128"/>
                    </a:cubicBezTo>
                    <a:cubicBezTo>
                      <a:pt x="27" y="134"/>
                      <a:pt x="30" y="138"/>
                      <a:pt x="34" y="138"/>
                    </a:cubicBezTo>
                    <a:cubicBezTo>
                      <a:pt x="35" y="138"/>
                      <a:pt x="37" y="137"/>
                      <a:pt x="39" y="136"/>
                    </a:cubicBezTo>
                    <a:cubicBezTo>
                      <a:pt x="62" y="124"/>
                      <a:pt x="62" y="124"/>
                      <a:pt x="62" y="124"/>
                    </a:cubicBezTo>
                    <a:cubicBezTo>
                      <a:pt x="65" y="122"/>
                      <a:pt x="70" y="121"/>
                      <a:pt x="75" y="121"/>
                    </a:cubicBezTo>
                    <a:cubicBezTo>
                      <a:pt x="80" y="121"/>
                      <a:pt x="85" y="122"/>
                      <a:pt x="88" y="124"/>
                    </a:cubicBezTo>
                    <a:cubicBezTo>
                      <a:pt x="111" y="136"/>
                      <a:pt x="111" y="136"/>
                      <a:pt x="111" y="136"/>
                    </a:cubicBezTo>
                    <a:cubicBezTo>
                      <a:pt x="113" y="137"/>
                      <a:pt x="114" y="138"/>
                      <a:pt x="116" y="138"/>
                    </a:cubicBezTo>
                    <a:cubicBezTo>
                      <a:pt x="120" y="138"/>
                      <a:pt x="122" y="134"/>
                      <a:pt x="121" y="128"/>
                    </a:cubicBezTo>
                    <a:cubicBezTo>
                      <a:pt x="117" y="103"/>
                      <a:pt x="117" y="103"/>
                      <a:pt x="117" y="103"/>
                    </a:cubicBezTo>
                    <a:cubicBezTo>
                      <a:pt x="116" y="95"/>
                      <a:pt x="119" y="84"/>
                      <a:pt x="125" y="78"/>
                    </a:cubicBezTo>
                    <a:cubicBezTo>
                      <a:pt x="143" y="60"/>
                      <a:pt x="143" y="60"/>
                      <a:pt x="143" y="60"/>
                    </a:cubicBezTo>
                    <a:cubicBezTo>
                      <a:pt x="149" y="54"/>
                      <a:pt x="148" y="49"/>
                      <a:pt x="139" y="48"/>
                    </a:cubicBezTo>
                    <a:cubicBezTo>
                      <a:pt x="114" y="44"/>
                      <a:pt x="114" y="44"/>
                      <a:pt x="114" y="44"/>
                    </a:cubicBezTo>
                    <a:cubicBezTo>
                      <a:pt x="106" y="43"/>
                      <a:pt x="96" y="36"/>
                      <a:pt x="93" y="28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0" y="2"/>
                      <a:pt x="77" y="0"/>
                      <a:pt x="75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3" name="Freeform 152"/>
              <p:cNvSpPr>
                <a:spLocks/>
              </p:cNvSpPr>
              <p:nvPr/>
            </p:nvSpPr>
            <p:spPr bwMode="auto">
              <a:xfrm>
                <a:off x="4208706" y="2643491"/>
                <a:ext cx="121054" cy="111742"/>
              </a:xfrm>
              <a:custGeom>
                <a:avLst/>
                <a:gdLst>
                  <a:gd name="T0" fmla="*/ 43 w 87"/>
                  <a:gd name="T1" fmla="*/ 0 h 80"/>
                  <a:gd name="T2" fmla="*/ 39 w 87"/>
                  <a:gd name="T3" fmla="*/ 3 h 80"/>
                  <a:gd name="T4" fmla="*/ 33 w 87"/>
                  <a:gd name="T5" fmla="*/ 17 h 80"/>
                  <a:gd name="T6" fmla="*/ 20 w 87"/>
                  <a:gd name="T7" fmla="*/ 26 h 80"/>
                  <a:gd name="T8" fmla="*/ 6 w 87"/>
                  <a:gd name="T9" fmla="*/ 28 h 80"/>
                  <a:gd name="T10" fmla="*/ 3 w 87"/>
                  <a:gd name="T11" fmla="*/ 35 h 80"/>
                  <a:gd name="T12" fmla="*/ 14 w 87"/>
                  <a:gd name="T13" fmla="*/ 46 h 80"/>
                  <a:gd name="T14" fmla="*/ 19 w 87"/>
                  <a:gd name="T15" fmla="*/ 60 h 80"/>
                  <a:gd name="T16" fmla="*/ 16 w 87"/>
                  <a:gd name="T17" fmla="*/ 75 h 80"/>
                  <a:gd name="T18" fmla="*/ 19 w 87"/>
                  <a:gd name="T19" fmla="*/ 80 h 80"/>
                  <a:gd name="T20" fmla="*/ 22 w 87"/>
                  <a:gd name="T21" fmla="*/ 79 h 80"/>
                  <a:gd name="T22" fmla="*/ 35 w 87"/>
                  <a:gd name="T23" fmla="*/ 72 h 80"/>
                  <a:gd name="T24" fmla="*/ 43 w 87"/>
                  <a:gd name="T25" fmla="*/ 71 h 80"/>
                  <a:gd name="T26" fmla="*/ 51 w 87"/>
                  <a:gd name="T27" fmla="*/ 72 h 80"/>
                  <a:gd name="T28" fmla="*/ 64 w 87"/>
                  <a:gd name="T29" fmla="*/ 79 h 80"/>
                  <a:gd name="T30" fmla="*/ 67 w 87"/>
                  <a:gd name="T31" fmla="*/ 80 h 80"/>
                  <a:gd name="T32" fmla="*/ 70 w 87"/>
                  <a:gd name="T33" fmla="*/ 75 h 80"/>
                  <a:gd name="T34" fmla="*/ 68 w 87"/>
                  <a:gd name="T35" fmla="*/ 60 h 80"/>
                  <a:gd name="T36" fmla="*/ 73 w 87"/>
                  <a:gd name="T37" fmla="*/ 46 h 80"/>
                  <a:gd name="T38" fmla="*/ 83 w 87"/>
                  <a:gd name="T39" fmla="*/ 35 h 80"/>
                  <a:gd name="T40" fmla="*/ 81 w 87"/>
                  <a:gd name="T41" fmla="*/ 28 h 80"/>
                  <a:gd name="T42" fmla="*/ 66 w 87"/>
                  <a:gd name="T43" fmla="*/ 26 h 80"/>
                  <a:gd name="T44" fmla="*/ 54 w 87"/>
                  <a:gd name="T45" fmla="*/ 17 h 80"/>
                  <a:gd name="T46" fmla="*/ 47 w 87"/>
                  <a:gd name="T47" fmla="*/ 3 h 80"/>
                  <a:gd name="T48" fmla="*/ 43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3" y="0"/>
                    </a:moveTo>
                    <a:cubicBezTo>
                      <a:pt x="42" y="0"/>
                      <a:pt x="40" y="1"/>
                      <a:pt x="39" y="3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21"/>
                      <a:pt x="25" y="25"/>
                      <a:pt x="20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9"/>
                      <a:pt x="0" y="32"/>
                      <a:pt x="3" y="35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7" y="49"/>
                      <a:pt x="19" y="56"/>
                      <a:pt x="19" y="60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8"/>
                      <a:pt x="17" y="80"/>
                      <a:pt x="19" y="80"/>
                    </a:cubicBezTo>
                    <a:cubicBezTo>
                      <a:pt x="20" y="80"/>
                      <a:pt x="21" y="80"/>
                      <a:pt x="22" y="79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8" y="71"/>
                      <a:pt x="40" y="71"/>
                      <a:pt x="43" y="71"/>
                    </a:cubicBezTo>
                    <a:cubicBezTo>
                      <a:pt x="46" y="71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5" y="80"/>
                      <a:pt x="66" y="80"/>
                      <a:pt x="67" y="80"/>
                    </a:cubicBezTo>
                    <a:cubicBezTo>
                      <a:pt x="70" y="80"/>
                      <a:pt x="71" y="78"/>
                      <a:pt x="70" y="75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6"/>
                      <a:pt x="69" y="49"/>
                      <a:pt x="73" y="46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7" y="32"/>
                      <a:pt x="86" y="29"/>
                      <a:pt x="81" y="28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1" y="25"/>
                      <a:pt x="56" y="21"/>
                      <a:pt x="54" y="17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5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4" name="Freeform 153"/>
              <p:cNvSpPr>
                <a:spLocks/>
              </p:cNvSpPr>
              <p:nvPr/>
            </p:nvSpPr>
            <p:spPr bwMode="auto">
              <a:xfrm>
                <a:off x="2763306" y="2774891"/>
                <a:ext cx="122088" cy="111742"/>
              </a:xfrm>
              <a:custGeom>
                <a:avLst/>
                <a:gdLst>
                  <a:gd name="T0" fmla="*/ 43 w 87"/>
                  <a:gd name="T1" fmla="*/ 0 h 80"/>
                  <a:gd name="T2" fmla="*/ 39 w 87"/>
                  <a:gd name="T3" fmla="*/ 4 h 80"/>
                  <a:gd name="T4" fmla="*/ 33 w 87"/>
                  <a:gd name="T5" fmla="*/ 17 h 80"/>
                  <a:gd name="T6" fmla="*/ 20 w 87"/>
                  <a:gd name="T7" fmla="*/ 26 h 80"/>
                  <a:gd name="T8" fmla="*/ 6 w 87"/>
                  <a:gd name="T9" fmla="*/ 28 h 80"/>
                  <a:gd name="T10" fmla="*/ 3 w 87"/>
                  <a:gd name="T11" fmla="*/ 35 h 80"/>
                  <a:gd name="T12" fmla="*/ 14 w 87"/>
                  <a:gd name="T13" fmla="*/ 46 h 80"/>
                  <a:gd name="T14" fmla="*/ 19 w 87"/>
                  <a:gd name="T15" fmla="*/ 60 h 80"/>
                  <a:gd name="T16" fmla="*/ 16 w 87"/>
                  <a:gd name="T17" fmla="*/ 75 h 80"/>
                  <a:gd name="T18" fmla="*/ 19 w 87"/>
                  <a:gd name="T19" fmla="*/ 80 h 80"/>
                  <a:gd name="T20" fmla="*/ 22 w 87"/>
                  <a:gd name="T21" fmla="*/ 80 h 80"/>
                  <a:gd name="T22" fmla="*/ 36 w 87"/>
                  <a:gd name="T23" fmla="*/ 73 h 80"/>
                  <a:gd name="T24" fmla="*/ 43 w 87"/>
                  <a:gd name="T25" fmla="*/ 71 h 80"/>
                  <a:gd name="T26" fmla="*/ 51 w 87"/>
                  <a:gd name="T27" fmla="*/ 73 h 80"/>
                  <a:gd name="T28" fmla="*/ 64 w 87"/>
                  <a:gd name="T29" fmla="*/ 80 h 80"/>
                  <a:gd name="T30" fmla="*/ 67 w 87"/>
                  <a:gd name="T31" fmla="*/ 80 h 80"/>
                  <a:gd name="T32" fmla="*/ 70 w 87"/>
                  <a:gd name="T33" fmla="*/ 75 h 80"/>
                  <a:gd name="T34" fmla="*/ 68 w 87"/>
                  <a:gd name="T35" fmla="*/ 60 h 80"/>
                  <a:gd name="T36" fmla="*/ 73 w 87"/>
                  <a:gd name="T37" fmla="*/ 46 h 80"/>
                  <a:gd name="T38" fmla="*/ 83 w 87"/>
                  <a:gd name="T39" fmla="*/ 35 h 80"/>
                  <a:gd name="T40" fmla="*/ 81 w 87"/>
                  <a:gd name="T41" fmla="*/ 28 h 80"/>
                  <a:gd name="T42" fmla="*/ 66 w 87"/>
                  <a:gd name="T43" fmla="*/ 26 h 80"/>
                  <a:gd name="T44" fmla="*/ 54 w 87"/>
                  <a:gd name="T45" fmla="*/ 17 h 80"/>
                  <a:gd name="T46" fmla="*/ 47 w 87"/>
                  <a:gd name="T47" fmla="*/ 4 h 80"/>
                  <a:gd name="T48" fmla="*/ 43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3" y="0"/>
                    </a:moveTo>
                    <a:cubicBezTo>
                      <a:pt x="42" y="0"/>
                      <a:pt x="40" y="1"/>
                      <a:pt x="39" y="4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21"/>
                      <a:pt x="25" y="25"/>
                      <a:pt x="20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9"/>
                      <a:pt x="0" y="32"/>
                      <a:pt x="3" y="35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7" y="49"/>
                      <a:pt x="20" y="56"/>
                      <a:pt x="19" y="60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8"/>
                      <a:pt x="17" y="80"/>
                      <a:pt x="19" y="80"/>
                    </a:cubicBezTo>
                    <a:cubicBezTo>
                      <a:pt x="20" y="80"/>
                      <a:pt x="21" y="80"/>
                      <a:pt x="22" y="80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8" y="72"/>
                      <a:pt x="40" y="71"/>
                      <a:pt x="43" y="71"/>
                    </a:cubicBezTo>
                    <a:cubicBezTo>
                      <a:pt x="46" y="71"/>
                      <a:pt x="49" y="72"/>
                      <a:pt x="51" y="73"/>
                    </a:cubicBezTo>
                    <a:cubicBezTo>
                      <a:pt x="64" y="80"/>
                      <a:pt x="64" y="80"/>
                      <a:pt x="64" y="80"/>
                    </a:cubicBezTo>
                    <a:cubicBezTo>
                      <a:pt x="65" y="80"/>
                      <a:pt x="66" y="80"/>
                      <a:pt x="67" y="80"/>
                    </a:cubicBezTo>
                    <a:cubicBezTo>
                      <a:pt x="70" y="80"/>
                      <a:pt x="71" y="78"/>
                      <a:pt x="70" y="75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6"/>
                      <a:pt x="69" y="49"/>
                      <a:pt x="73" y="46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7" y="32"/>
                      <a:pt x="86" y="29"/>
                      <a:pt x="81" y="28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1" y="25"/>
                      <a:pt x="56" y="21"/>
                      <a:pt x="54" y="17"/>
                    </a:cubicBezTo>
                    <a:cubicBezTo>
                      <a:pt x="47" y="4"/>
                      <a:pt x="47" y="4"/>
                      <a:pt x="47" y="4"/>
                    </a:cubicBezTo>
                    <a:cubicBezTo>
                      <a:pt x="46" y="1"/>
                      <a:pt x="45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5" name="Freeform 154"/>
              <p:cNvSpPr>
                <a:spLocks/>
              </p:cNvSpPr>
              <p:nvPr/>
            </p:nvSpPr>
            <p:spPr bwMode="auto">
              <a:xfrm>
                <a:off x="2288403" y="3418441"/>
                <a:ext cx="120019" cy="111742"/>
              </a:xfrm>
              <a:custGeom>
                <a:avLst/>
                <a:gdLst>
                  <a:gd name="T0" fmla="*/ 43 w 86"/>
                  <a:gd name="T1" fmla="*/ 0 h 80"/>
                  <a:gd name="T2" fmla="*/ 39 w 86"/>
                  <a:gd name="T3" fmla="*/ 3 h 80"/>
                  <a:gd name="T4" fmla="*/ 33 w 86"/>
                  <a:gd name="T5" fmla="*/ 16 h 80"/>
                  <a:gd name="T6" fmla="*/ 20 w 86"/>
                  <a:gd name="T7" fmla="*/ 25 h 80"/>
                  <a:gd name="T8" fmla="*/ 5 w 86"/>
                  <a:gd name="T9" fmla="*/ 27 h 80"/>
                  <a:gd name="T10" fmla="*/ 3 w 86"/>
                  <a:gd name="T11" fmla="*/ 35 h 80"/>
                  <a:gd name="T12" fmla="*/ 14 w 86"/>
                  <a:gd name="T13" fmla="*/ 45 h 80"/>
                  <a:gd name="T14" fmla="*/ 18 w 86"/>
                  <a:gd name="T15" fmla="*/ 60 h 80"/>
                  <a:gd name="T16" fmla="*/ 16 w 86"/>
                  <a:gd name="T17" fmla="*/ 74 h 80"/>
                  <a:gd name="T18" fmla="*/ 19 w 86"/>
                  <a:gd name="T19" fmla="*/ 80 h 80"/>
                  <a:gd name="T20" fmla="*/ 22 w 86"/>
                  <a:gd name="T21" fmla="*/ 79 h 80"/>
                  <a:gd name="T22" fmla="*/ 35 w 86"/>
                  <a:gd name="T23" fmla="*/ 72 h 80"/>
                  <a:gd name="T24" fmla="*/ 43 w 86"/>
                  <a:gd name="T25" fmla="*/ 70 h 80"/>
                  <a:gd name="T26" fmla="*/ 51 w 86"/>
                  <a:gd name="T27" fmla="*/ 72 h 80"/>
                  <a:gd name="T28" fmla="*/ 64 w 86"/>
                  <a:gd name="T29" fmla="*/ 79 h 80"/>
                  <a:gd name="T30" fmla="*/ 67 w 86"/>
                  <a:gd name="T31" fmla="*/ 80 h 80"/>
                  <a:gd name="T32" fmla="*/ 70 w 86"/>
                  <a:gd name="T33" fmla="*/ 74 h 80"/>
                  <a:gd name="T34" fmla="*/ 68 w 86"/>
                  <a:gd name="T35" fmla="*/ 60 h 80"/>
                  <a:gd name="T36" fmla="*/ 72 w 86"/>
                  <a:gd name="T37" fmla="*/ 45 h 80"/>
                  <a:gd name="T38" fmla="*/ 83 w 86"/>
                  <a:gd name="T39" fmla="*/ 35 h 80"/>
                  <a:gd name="T40" fmla="*/ 81 w 86"/>
                  <a:gd name="T41" fmla="*/ 27 h 80"/>
                  <a:gd name="T42" fmla="*/ 66 w 86"/>
                  <a:gd name="T43" fmla="*/ 25 h 80"/>
                  <a:gd name="T44" fmla="*/ 53 w 86"/>
                  <a:gd name="T45" fmla="*/ 16 h 80"/>
                  <a:gd name="T46" fmla="*/ 47 w 86"/>
                  <a:gd name="T47" fmla="*/ 3 h 80"/>
                  <a:gd name="T48" fmla="*/ 43 w 86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6" h="80">
                    <a:moveTo>
                      <a:pt x="43" y="0"/>
                    </a:moveTo>
                    <a:cubicBezTo>
                      <a:pt x="42" y="0"/>
                      <a:pt x="40" y="1"/>
                      <a:pt x="39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0"/>
                      <a:pt x="25" y="24"/>
                      <a:pt x="20" y="25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8"/>
                      <a:pt x="0" y="31"/>
                      <a:pt x="3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7" y="48"/>
                      <a:pt x="19" y="55"/>
                      <a:pt x="18" y="60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8"/>
                      <a:pt x="17" y="80"/>
                      <a:pt x="19" y="80"/>
                    </a:cubicBezTo>
                    <a:cubicBezTo>
                      <a:pt x="20" y="80"/>
                      <a:pt x="21" y="79"/>
                      <a:pt x="22" y="79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7" y="71"/>
                      <a:pt x="40" y="70"/>
                      <a:pt x="43" y="70"/>
                    </a:cubicBezTo>
                    <a:cubicBezTo>
                      <a:pt x="46" y="70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5" y="79"/>
                      <a:pt x="66" y="80"/>
                      <a:pt x="67" y="80"/>
                    </a:cubicBezTo>
                    <a:cubicBezTo>
                      <a:pt x="69" y="80"/>
                      <a:pt x="71" y="78"/>
                      <a:pt x="70" y="74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5"/>
                      <a:pt x="69" y="48"/>
                      <a:pt x="72" y="45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6" y="31"/>
                      <a:pt x="85" y="28"/>
                      <a:pt x="81" y="27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61" y="24"/>
                      <a:pt x="56" y="20"/>
                      <a:pt x="53" y="1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4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6" name="Freeform 155"/>
              <p:cNvSpPr>
                <a:spLocks/>
              </p:cNvSpPr>
              <p:nvPr/>
            </p:nvSpPr>
            <p:spPr bwMode="auto">
              <a:xfrm>
                <a:off x="2274953" y="3180472"/>
                <a:ext cx="121054" cy="111742"/>
              </a:xfrm>
              <a:custGeom>
                <a:avLst/>
                <a:gdLst>
                  <a:gd name="T0" fmla="*/ 44 w 87"/>
                  <a:gd name="T1" fmla="*/ 0 h 80"/>
                  <a:gd name="T2" fmla="*/ 40 w 87"/>
                  <a:gd name="T3" fmla="*/ 3 h 80"/>
                  <a:gd name="T4" fmla="*/ 33 w 87"/>
                  <a:gd name="T5" fmla="*/ 16 h 80"/>
                  <a:gd name="T6" fmla="*/ 21 w 87"/>
                  <a:gd name="T7" fmla="*/ 25 h 80"/>
                  <a:gd name="T8" fmla="*/ 6 w 87"/>
                  <a:gd name="T9" fmla="*/ 28 h 80"/>
                  <a:gd name="T10" fmla="*/ 4 w 87"/>
                  <a:gd name="T11" fmla="*/ 35 h 80"/>
                  <a:gd name="T12" fmla="*/ 14 w 87"/>
                  <a:gd name="T13" fmla="*/ 45 h 80"/>
                  <a:gd name="T14" fmla="*/ 19 w 87"/>
                  <a:gd name="T15" fmla="*/ 60 h 80"/>
                  <a:gd name="T16" fmla="*/ 17 w 87"/>
                  <a:gd name="T17" fmla="*/ 75 h 80"/>
                  <a:gd name="T18" fmla="*/ 20 w 87"/>
                  <a:gd name="T19" fmla="*/ 80 h 80"/>
                  <a:gd name="T20" fmla="*/ 23 w 87"/>
                  <a:gd name="T21" fmla="*/ 79 h 80"/>
                  <a:gd name="T22" fmla="*/ 36 w 87"/>
                  <a:gd name="T23" fmla="*/ 72 h 80"/>
                  <a:gd name="T24" fmla="*/ 44 w 87"/>
                  <a:gd name="T25" fmla="*/ 71 h 80"/>
                  <a:gd name="T26" fmla="*/ 52 w 87"/>
                  <a:gd name="T27" fmla="*/ 72 h 80"/>
                  <a:gd name="T28" fmla="*/ 65 w 87"/>
                  <a:gd name="T29" fmla="*/ 79 h 80"/>
                  <a:gd name="T30" fmla="*/ 68 w 87"/>
                  <a:gd name="T31" fmla="*/ 80 h 80"/>
                  <a:gd name="T32" fmla="*/ 71 w 87"/>
                  <a:gd name="T33" fmla="*/ 75 h 80"/>
                  <a:gd name="T34" fmla="*/ 68 w 87"/>
                  <a:gd name="T35" fmla="*/ 60 h 80"/>
                  <a:gd name="T36" fmla="*/ 73 w 87"/>
                  <a:gd name="T37" fmla="*/ 45 h 80"/>
                  <a:gd name="T38" fmla="*/ 84 w 87"/>
                  <a:gd name="T39" fmla="*/ 35 h 80"/>
                  <a:gd name="T40" fmla="*/ 81 w 87"/>
                  <a:gd name="T41" fmla="*/ 28 h 80"/>
                  <a:gd name="T42" fmla="*/ 67 w 87"/>
                  <a:gd name="T43" fmla="*/ 25 h 80"/>
                  <a:gd name="T44" fmla="*/ 54 w 87"/>
                  <a:gd name="T45" fmla="*/ 16 h 80"/>
                  <a:gd name="T46" fmla="*/ 48 w 87"/>
                  <a:gd name="T47" fmla="*/ 3 h 80"/>
                  <a:gd name="T48" fmla="*/ 44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4" y="0"/>
                    </a:moveTo>
                    <a:cubicBezTo>
                      <a:pt x="42" y="0"/>
                      <a:pt x="41" y="1"/>
                      <a:pt x="40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1"/>
                      <a:pt x="26" y="25"/>
                      <a:pt x="21" y="25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8"/>
                      <a:pt x="0" y="32"/>
                      <a:pt x="4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8" y="49"/>
                      <a:pt x="20" y="55"/>
                      <a:pt x="19" y="60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8"/>
                      <a:pt x="17" y="80"/>
                      <a:pt x="20" y="80"/>
                    </a:cubicBezTo>
                    <a:cubicBezTo>
                      <a:pt x="21" y="80"/>
                      <a:pt x="22" y="80"/>
                      <a:pt x="23" y="79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38" y="71"/>
                      <a:pt x="41" y="71"/>
                      <a:pt x="44" y="71"/>
                    </a:cubicBezTo>
                    <a:cubicBezTo>
                      <a:pt x="47" y="71"/>
                      <a:pt x="49" y="71"/>
                      <a:pt x="52" y="72"/>
                    </a:cubicBezTo>
                    <a:cubicBezTo>
                      <a:pt x="65" y="79"/>
                      <a:pt x="65" y="79"/>
                      <a:pt x="65" y="79"/>
                    </a:cubicBezTo>
                    <a:cubicBezTo>
                      <a:pt x="66" y="80"/>
                      <a:pt x="67" y="80"/>
                      <a:pt x="68" y="80"/>
                    </a:cubicBezTo>
                    <a:cubicBezTo>
                      <a:pt x="70" y="80"/>
                      <a:pt x="72" y="78"/>
                      <a:pt x="71" y="75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8" y="55"/>
                      <a:pt x="70" y="49"/>
                      <a:pt x="73" y="45"/>
                    </a:cubicBezTo>
                    <a:cubicBezTo>
                      <a:pt x="84" y="35"/>
                      <a:pt x="84" y="35"/>
                      <a:pt x="84" y="35"/>
                    </a:cubicBezTo>
                    <a:cubicBezTo>
                      <a:pt x="87" y="32"/>
                      <a:pt x="86" y="28"/>
                      <a:pt x="81" y="28"/>
                    </a:cubicBezTo>
                    <a:cubicBezTo>
                      <a:pt x="67" y="25"/>
                      <a:pt x="67" y="25"/>
                      <a:pt x="67" y="25"/>
                    </a:cubicBezTo>
                    <a:cubicBezTo>
                      <a:pt x="62" y="25"/>
                      <a:pt x="56" y="21"/>
                      <a:pt x="54" y="16"/>
                    </a:cubicBezTo>
                    <a:cubicBezTo>
                      <a:pt x="48" y="3"/>
                      <a:pt x="48" y="3"/>
                      <a:pt x="48" y="3"/>
                    </a:cubicBezTo>
                    <a:cubicBezTo>
                      <a:pt x="47" y="1"/>
                      <a:pt x="45" y="0"/>
                      <a:pt x="4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7" name="Freeform 156"/>
              <p:cNvSpPr>
                <a:spLocks/>
              </p:cNvSpPr>
              <p:nvPr/>
            </p:nvSpPr>
            <p:spPr bwMode="auto">
              <a:xfrm>
                <a:off x="3428583" y="2445874"/>
                <a:ext cx="121054" cy="111742"/>
              </a:xfrm>
              <a:custGeom>
                <a:avLst/>
                <a:gdLst>
                  <a:gd name="T0" fmla="*/ 43 w 87"/>
                  <a:gd name="T1" fmla="*/ 0 h 80"/>
                  <a:gd name="T2" fmla="*/ 40 w 87"/>
                  <a:gd name="T3" fmla="*/ 3 h 80"/>
                  <a:gd name="T4" fmla="*/ 33 w 87"/>
                  <a:gd name="T5" fmla="*/ 16 h 80"/>
                  <a:gd name="T6" fmla="*/ 21 w 87"/>
                  <a:gd name="T7" fmla="*/ 26 h 80"/>
                  <a:gd name="T8" fmla="*/ 6 w 87"/>
                  <a:gd name="T9" fmla="*/ 28 h 80"/>
                  <a:gd name="T10" fmla="*/ 4 w 87"/>
                  <a:gd name="T11" fmla="*/ 35 h 80"/>
                  <a:gd name="T12" fmla="*/ 14 w 87"/>
                  <a:gd name="T13" fmla="*/ 45 h 80"/>
                  <a:gd name="T14" fmla="*/ 19 w 87"/>
                  <a:gd name="T15" fmla="*/ 60 h 80"/>
                  <a:gd name="T16" fmla="*/ 16 w 87"/>
                  <a:gd name="T17" fmla="*/ 75 h 80"/>
                  <a:gd name="T18" fmla="*/ 20 w 87"/>
                  <a:gd name="T19" fmla="*/ 80 h 80"/>
                  <a:gd name="T20" fmla="*/ 23 w 87"/>
                  <a:gd name="T21" fmla="*/ 79 h 80"/>
                  <a:gd name="T22" fmla="*/ 36 w 87"/>
                  <a:gd name="T23" fmla="*/ 72 h 80"/>
                  <a:gd name="T24" fmla="*/ 43 w 87"/>
                  <a:gd name="T25" fmla="*/ 71 h 80"/>
                  <a:gd name="T26" fmla="*/ 51 w 87"/>
                  <a:gd name="T27" fmla="*/ 72 h 80"/>
                  <a:gd name="T28" fmla="*/ 64 w 87"/>
                  <a:gd name="T29" fmla="*/ 79 h 80"/>
                  <a:gd name="T30" fmla="*/ 67 w 87"/>
                  <a:gd name="T31" fmla="*/ 80 h 80"/>
                  <a:gd name="T32" fmla="*/ 71 w 87"/>
                  <a:gd name="T33" fmla="*/ 75 h 80"/>
                  <a:gd name="T34" fmla="*/ 68 w 87"/>
                  <a:gd name="T35" fmla="*/ 60 h 80"/>
                  <a:gd name="T36" fmla="*/ 73 w 87"/>
                  <a:gd name="T37" fmla="*/ 45 h 80"/>
                  <a:gd name="T38" fmla="*/ 83 w 87"/>
                  <a:gd name="T39" fmla="*/ 35 h 80"/>
                  <a:gd name="T40" fmla="*/ 81 w 87"/>
                  <a:gd name="T41" fmla="*/ 28 h 80"/>
                  <a:gd name="T42" fmla="*/ 66 w 87"/>
                  <a:gd name="T43" fmla="*/ 26 h 80"/>
                  <a:gd name="T44" fmla="*/ 54 w 87"/>
                  <a:gd name="T45" fmla="*/ 16 h 80"/>
                  <a:gd name="T46" fmla="*/ 47 w 87"/>
                  <a:gd name="T47" fmla="*/ 3 h 80"/>
                  <a:gd name="T48" fmla="*/ 43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3" y="0"/>
                    </a:moveTo>
                    <a:cubicBezTo>
                      <a:pt x="42" y="0"/>
                      <a:pt x="41" y="1"/>
                      <a:pt x="40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1"/>
                      <a:pt x="25" y="25"/>
                      <a:pt x="21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8"/>
                      <a:pt x="0" y="32"/>
                      <a:pt x="4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8" y="49"/>
                      <a:pt x="20" y="55"/>
                      <a:pt x="19" y="60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8"/>
                      <a:pt x="17" y="80"/>
                      <a:pt x="20" y="80"/>
                    </a:cubicBezTo>
                    <a:cubicBezTo>
                      <a:pt x="20" y="80"/>
                      <a:pt x="21" y="80"/>
                      <a:pt x="23" y="79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38" y="71"/>
                      <a:pt x="41" y="71"/>
                      <a:pt x="43" y="71"/>
                    </a:cubicBezTo>
                    <a:cubicBezTo>
                      <a:pt x="46" y="71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5" y="80"/>
                      <a:pt x="67" y="80"/>
                      <a:pt x="67" y="80"/>
                    </a:cubicBezTo>
                    <a:cubicBezTo>
                      <a:pt x="70" y="80"/>
                      <a:pt x="71" y="78"/>
                      <a:pt x="71" y="75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5"/>
                      <a:pt x="69" y="49"/>
                      <a:pt x="73" y="45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7" y="32"/>
                      <a:pt x="86" y="28"/>
                      <a:pt x="81" y="28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2" y="25"/>
                      <a:pt x="56" y="21"/>
                      <a:pt x="54" y="1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5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8" name="Freeform 157"/>
              <p:cNvSpPr>
                <a:spLocks/>
              </p:cNvSpPr>
              <p:nvPr/>
            </p:nvSpPr>
            <p:spPr bwMode="auto">
              <a:xfrm>
                <a:off x="4788108" y="3172195"/>
                <a:ext cx="121054" cy="111742"/>
              </a:xfrm>
              <a:custGeom>
                <a:avLst/>
                <a:gdLst>
                  <a:gd name="T0" fmla="*/ 44 w 87"/>
                  <a:gd name="T1" fmla="*/ 0 h 80"/>
                  <a:gd name="T2" fmla="*/ 40 w 87"/>
                  <a:gd name="T3" fmla="*/ 3 h 80"/>
                  <a:gd name="T4" fmla="*/ 33 w 87"/>
                  <a:gd name="T5" fmla="*/ 16 h 80"/>
                  <a:gd name="T6" fmla="*/ 21 w 87"/>
                  <a:gd name="T7" fmla="*/ 25 h 80"/>
                  <a:gd name="T8" fmla="*/ 6 w 87"/>
                  <a:gd name="T9" fmla="*/ 27 h 80"/>
                  <a:gd name="T10" fmla="*/ 4 w 87"/>
                  <a:gd name="T11" fmla="*/ 35 h 80"/>
                  <a:gd name="T12" fmla="*/ 14 w 87"/>
                  <a:gd name="T13" fmla="*/ 45 h 80"/>
                  <a:gd name="T14" fmla="*/ 19 w 87"/>
                  <a:gd name="T15" fmla="*/ 60 h 80"/>
                  <a:gd name="T16" fmla="*/ 17 w 87"/>
                  <a:gd name="T17" fmla="*/ 74 h 80"/>
                  <a:gd name="T18" fmla="*/ 20 w 87"/>
                  <a:gd name="T19" fmla="*/ 80 h 80"/>
                  <a:gd name="T20" fmla="*/ 23 w 87"/>
                  <a:gd name="T21" fmla="*/ 79 h 80"/>
                  <a:gd name="T22" fmla="*/ 36 w 87"/>
                  <a:gd name="T23" fmla="*/ 72 h 80"/>
                  <a:gd name="T24" fmla="*/ 44 w 87"/>
                  <a:gd name="T25" fmla="*/ 70 h 80"/>
                  <a:gd name="T26" fmla="*/ 51 w 87"/>
                  <a:gd name="T27" fmla="*/ 72 h 80"/>
                  <a:gd name="T28" fmla="*/ 64 w 87"/>
                  <a:gd name="T29" fmla="*/ 79 h 80"/>
                  <a:gd name="T30" fmla="*/ 68 w 87"/>
                  <a:gd name="T31" fmla="*/ 80 h 80"/>
                  <a:gd name="T32" fmla="*/ 71 w 87"/>
                  <a:gd name="T33" fmla="*/ 74 h 80"/>
                  <a:gd name="T34" fmla="*/ 68 w 87"/>
                  <a:gd name="T35" fmla="*/ 60 h 80"/>
                  <a:gd name="T36" fmla="*/ 73 w 87"/>
                  <a:gd name="T37" fmla="*/ 45 h 80"/>
                  <a:gd name="T38" fmla="*/ 84 w 87"/>
                  <a:gd name="T39" fmla="*/ 35 h 80"/>
                  <a:gd name="T40" fmla="*/ 81 w 87"/>
                  <a:gd name="T41" fmla="*/ 27 h 80"/>
                  <a:gd name="T42" fmla="*/ 67 w 87"/>
                  <a:gd name="T43" fmla="*/ 25 h 80"/>
                  <a:gd name="T44" fmla="*/ 54 w 87"/>
                  <a:gd name="T45" fmla="*/ 16 h 80"/>
                  <a:gd name="T46" fmla="*/ 47 w 87"/>
                  <a:gd name="T47" fmla="*/ 3 h 80"/>
                  <a:gd name="T48" fmla="*/ 44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4" y="0"/>
                    </a:moveTo>
                    <a:cubicBezTo>
                      <a:pt x="42" y="0"/>
                      <a:pt x="41" y="1"/>
                      <a:pt x="40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0"/>
                      <a:pt x="25" y="25"/>
                      <a:pt x="21" y="25"/>
                    </a:cubicBezTo>
                    <a:cubicBezTo>
                      <a:pt x="6" y="27"/>
                      <a:pt x="6" y="27"/>
                      <a:pt x="6" y="27"/>
                    </a:cubicBezTo>
                    <a:cubicBezTo>
                      <a:pt x="1" y="28"/>
                      <a:pt x="0" y="31"/>
                      <a:pt x="4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8" y="48"/>
                      <a:pt x="20" y="55"/>
                      <a:pt x="19" y="60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6" y="78"/>
                      <a:pt x="17" y="80"/>
                      <a:pt x="20" y="80"/>
                    </a:cubicBezTo>
                    <a:cubicBezTo>
                      <a:pt x="21" y="80"/>
                      <a:pt x="22" y="80"/>
                      <a:pt x="23" y="79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38" y="71"/>
                      <a:pt x="41" y="70"/>
                      <a:pt x="44" y="70"/>
                    </a:cubicBezTo>
                    <a:cubicBezTo>
                      <a:pt x="46" y="70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6" y="80"/>
                      <a:pt x="67" y="80"/>
                      <a:pt x="68" y="80"/>
                    </a:cubicBezTo>
                    <a:cubicBezTo>
                      <a:pt x="70" y="80"/>
                      <a:pt x="71" y="78"/>
                      <a:pt x="71" y="74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5"/>
                      <a:pt x="70" y="48"/>
                      <a:pt x="73" y="45"/>
                    </a:cubicBezTo>
                    <a:cubicBezTo>
                      <a:pt x="84" y="35"/>
                      <a:pt x="84" y="35"/>
                      <a:pt x="84" y="35"/>
                    </a:cubicBezTo>
                    <a:cubicBezTo>
                      <a:pt x="87" y="31"/>
                      <a:pt x="86" y="28"/>
                      <a:pt x="81" y="27"/>
                    </a:cubicBezTo>
                    <a:cubicBezTo>
                      <a:pt x="67" y="25"/>
                      <a:pt x="67" y="25"/>
                      <a:pt x="67" y="25"/>
                    </a:cubicBezTo>
                    <a:cubicBezTo>
                      <a:pt x="62" y="25"/>
                      <a:pt x="56" y="20"/>
                      <a:pt x="54" y="1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5" y="0"/>
                      <a:pt x="4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9" name="Freeform 158"/>
              <p:cNvSpPr>
                <a:spLocks/>
              </p:cNvSpPr>
              <p:nvPr/>
            </p:nvSpPr>
            <p:spPr bwMode="auto">
              <a:xfrm>
                <a:off x="5231971" y="3530183"/>
                <a:ext cx="122088" cy="111742"/>
              </a:xfrm>
              <a:custGeom>
                <a:avLst/>
                <a:gdLst>
                  <a:gd name="T0" fmla="*/ 43 w 87"/>
                  <a:gd name="T1" fmla="*/ 0 h 80"/>
                  <a:gd name="T2" fmla="*/ 39 w 87"/>
                  <a:gd name="T3" fmla="*/ 3 h 80"/>
                  <a:gd name="T4" fmla="*/ 33 w 87"/>
                  <a:gd name="T5" fmla="*/ 16 h 80"/>
                  <a:gd name="T6" fmla="*/ 20 w 87"/>
                  <a:gd name="T7" fmla="*/ 25 h 80"/>
                  <a:gd name="T8" fmla="*/ 6 w 87"/>
                  <a:gd name="T9" fmla="*/ 27 h 80"/>
                  <a:gd name="T10" fmla="*/ 3 w 87"/>
                  <a:gd name="T11" fmla="*/ 35 h 80"/>
                  <a:gd name="T12" fmla="*/ 14 w 87"/>
                  <a:gd name="T13" fmla="*/ 45 h 80"/>
                  <a:gd name="T14" fmla="*/ 19 w 87"/>
                  <a:gd name="T15" fmla="*/ 60 h 80"/>
                  <a:gd name="T16" fmla="*/ 16 w 87"/>
                  <a:gd name="T17" fmla="*/ 74 h 80"/>
                  <a:gd name="T18" fmla="*/ 19 w 87"/>
                  <a:gd name="T19" fmla="*/ 80 h 80"/>
                  <a:gd name="T20" fmla="*/ 22 w 87"/>
                  <a:gd name="T21" fmla="*/ 79 h 80"/>
                  <a:gd name="T22" fmla="*/ 35 w 87"/>
                  <a:gd name="T23" fmla="*/ 72 h 80"/>
                  <a:gd name="T24" fmla="*/ 43 w 87"/>
                  <a:gd name="T25" fmla="*/ 70 h 80"/>
                  <a:gd name="T26" fmla="*/ 51 w 87"/>
                  <a:gd name="T27" fmla="*/ 72 h 80"/>
                  <a:gd name="T28" fmla="*/ 64 w 87"/>
                  <a:gd name="T29" fmla="*/ 79 h 80"/>
                  <a:gd name="T30" fmla="*/ 67 w 87"/>
                  <a:gd name="T31" fmla="*/ 80 h 80"/>
                  <a:gd name="T32" fmla="*/ 70 w 87"/>
                  <a:gd name="T33" fmla="*/ 74 h 80"/>
                  <a:gd name="T34" fmla="*/ 68 w 87"/>
                  <a:gd name="T35" fmla="*/ 60 h 80"/>
                  <a:gd name="T36" fmla="*/ 73 w 87"/>
                  <a:gd name="T37" fmla="*/ 45 h 80"/>
                  <a:gd name="T38" fmla="*/ 83 w 87"/>
                  <a:gd name="T39" fmla="*/ 35 h 80"/>
                  <a:gd name="T40" fmla="*/ 81 w 87"/>
                  <a:gd name="T41" fmla="*/ 27 h 80"/>
                  <a:gd name="T42" fmla="*/ 66 w 87"/>
                  <a:gd name="T43" fmla="*/ 25 h 80"/>
                  <a:gd name="T44" fmla="*/ 54 w 87"/>
                  <a:gd name="T45" fmla="*/ 16 h 80"/>
                  <a:gd name="T46" fmla="*/ 47 w 87"/>
                  <a:gd name="T47" fmla="*/ 3 h 80"/>
                  <a:gd name="T48" fmla="*/ 43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3" y="0"/>
                    </a:moveTo>
                    <a:cubicBezTo>
                      <a:pt x="42" y="0"/>
                      <a:pt x="40" y="1"/>
                      <a:pt x="39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0"/>
                      <a:pt x="25" y="25"/>
                      <a:pt x="20" y="25"/>
                    </a:cubicBezTo>
                    <a:cubicBezTo>
                      <a:pt x="6" y="27"/>
                      <a:pt x="6" y="27"/>
                      <a:pt x="6" y="27"/>
                    </a:cubicBezTo>
                    <a:cubicBezTo>
                      <a:pt x="1" y="28"/>
                      <a:pt x="0" y="31"/>
                      <a:pt x="3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7" y="48"/>
                      <a:pt x="19" y="55"/>
                      <a:pt x="19" y="60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8"/>
                      <a:pt x="17" y="80"/>
                      <a:pt x="19" y="80"/>
                    </a:cubicBezTo>
                    <a:cubicBezTo>
                      <a:pt x="20" y="80"/>
                      <a:pt x="21" y="80"/>
                      <a:pt x="22" y="79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8" y="71"/>
                      <a:pt x="40" y="70"/>
                      <a:pt x="43" y="70"/>
                    </a:cubicBezTo>
                    <a:cubicBezTo>
                      <a:pt x="46" y="70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5" y="80"/>
                      <a:pt x="66" y="80"/>
                      <a:pt x="67" y="80"/>
                    </a:cubicBezTo>
                    <a:cubicBezTo>
                      <a:pt x="70" y="80"/>
                      <a:pt x="71" y="78"/>
                      <a:pt x="70" y="74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5"/>
                      <a:pt x="69" y="48"/>
                      <a:pt x="73" y="45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7" y="31"/>
                      <a:pt x="86" y="28"/>
                      <a:pt x="81" y="27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61" y="25"/>
                      <a:pt x="56" y="20"/>
                      <a:pt x="54" y="1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5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36" name="Group 435"/>
            <p:cNvGrpSpPr/>
            <p:nvPr/>
          </p:nvGrpSpPr>
          <p:grpSpPr>
            <a:xfrm>
              <a:off x="2974519" y="2313347"/>
              <a:ext cx="2552945" cy="2606411"/>
              <a:chOff x="1066800" y="917575"/>
              <a:chExt cx="909638" cy="928688"/>
            </a:xfrm>
          </p:grpSpPr>
          <p:sp>
            <p:nvSpPr>
              <p:cNvPr id="437" name="Rectangle 6"/>
              <p:cNvSpPr>
                <a:spLocks noChangeArrowheads="1"/>
              </p:cNvSpPr>
              <p:nvPr/>
            </p:nvSpPr>
            <p:spPr bwMode="auto">
              <a:xfrm>
                <a:off x="1370013" y="995363"/>
                <a:ext cx="17463" cy="65088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8" name="Rectangle 7"/>
              <p:cNvSpPr>
                <a:spLocks noChangeArrowheads="1"/>
              </p:cNvSpPr>
              <p:nvPr/>
            </p:nvSpPr>
            <p:spPr bwMode="auto">
              <a:xfrm>
                <a:off x="1457325" y="935038"/>
                <a:ext cx="20638" cy="80963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9" name="Rectangle 8"/>
              <p:cNvSpPr>
                <a:spLocks noChangeArrowheads="1"/>
              </p:cNvSpPr>
              <p:nvPr/>
            </p:nvSpPr>
            <p:spPr bwMode="auto">
              <a:xfrm>
                <a:off x="1098550" y="1747838"/>
                <a:ext cx="846138" cy="60325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0" name="Rectangle 9"/>
              <p:cNvSpPr>
                <a:spLocks noChangeArrowheads="1"/>
              </p:cNvSpPr>
              <p:nvPr/>
            </p:nvSpPr>
            <p:spPr bwMode="auto">
              <a:xfrm>
                <a:off x="1082675" y="1766888"/>
                <a:ext cx="877888" cy="60325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1" name="Rectangle 10"/>
              <p:cNvSpPr>
                <a:spLocks noChangeArrowheads="1"/>
              </p:cNvSpPr>
              <p:nvPr/>
            </p:nvSpPr>
            <p:spPr bwMode="auto">
              <a:xfrm>
                <a:off x="1066800" y="1785938"/>
                <a:ext cx="909638" cy="60325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2" name="Freeform 11"/>
              <p:cNvSpPr>
                <a:spLocks/>
              </p:cNvSpPr>
              <p:nvPr/>
            </p:nvSpPr>
            <p:spPr bwMode="auto">
              <a:xfrm>
                <a:off x="1233488" y="920750"/>
                <a:ext cx="376238" cy="276225"/>
              </a:xfrm>
              <a:custGeom>
                <a:avLst/>
                <a:gdLst>
                  <a:gd name="T0" fmla="*/ 0 w 947"/>
                  <a:gd name="T1" fmla="*/ 692 h 692"/>
                  <a:gd name="T2" fmla="*/ 0 w 947"/>
                  <a:gd name="T3" fmla="*/ 481 h 692"/>
                  <a:gd name="T4" fmla="*/ 947 w 947"/>
                  <a:gd name="T5" fmla="*/ 0 h 692"/>
                  <a:gd name="T6" fmla="*/ 934 w 947"/>
                  <a:gd name="T7" fmla="*/ 264 h 692"/>
                  <a:gd name="T8" fmla="*/ 0 w 947"/>
                  <a:gd name="T9" fmla="*/ 692 h 6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7" h="692">
                    <a:moveTo>
                      <a:pt x="0" y="692"/>
                    </a:moveTo>
                    <a:lnTo>
                      <a:pt x="0" y="481"/>
                    </a:lnTo>
                    <a:lnTo>
                      <a:pt x="947" y="0"/>
                    </a:lnTo>
                    <a:lnTo>
                      <a:pt x="934" y="264"/>
                    </a:lnTo>
                    <a:lnTo>
                      <a:pt x="0" y="69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3" name="Freeform 12"/>
              <p:cNvSpPr>
                <a:spLocks/>
              </p:cNvSpPr>
              <p:nvPr/>
            </p:nvSpPr>
            <p:spPr bwMode="auto">
              <a:xfrm>
                <a:off x="1603375" y="917575"/>
                <a:ext cx="249238" cy="284163"/>
              </a:xfrm>
              <a:custGeom>
                <a:avLst/>
                <a:gdLst>
                  <a:gd name="T0" fmla="*/ 626 w 626"/>
                  <a:gd name="T1" fmla="*/ 718 h 718"/>
                  <a:gd name="T2" fmla="*/ 626 w 626"/>
                  <a:gd name="T3" fmla="*/ 506 h 718"/>
                  <a:gd name="T4" fmla="*/ 6 w 626"/>
                  <a:gd name="T5" fmla="*/ 0 h 718"/>
                  <a:gd name="T6" fmla="*/ 0 w 626"/>
                  <a:gd name="T7" fmla="*/ 274 h 718"/>
                  <a:gd name="T8" fmla="*/ 626 w 626"/>
                  <a:gd name="T9" fmla="*/ 718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6" h="718">
                    <a:moveTo>
                      <a:pt x="626" y="718"/>
                    </a:moveTo>
                    <a:lnTo>
                      <a:pt x="626" y="506"/>
                    </a:lnTo>
                    <a:lnTo>
                      <a:pt x="6" y="0"/>
                    </a:lnTo>
                    <a:lnTo>
                      <a:pt x="0" y="274"/>
                    </a:lnTo>
                    <a:lnTo>
                      <a:pt x="626" y="718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4" name="Freeform 13"/>
              <p:cNvSpPr>
                <a:spLocks/>
              </p:cNvSpPr>
              <p:nvPr/>
            </p:nvSpPr>
            <p:spPr bwMode="auto">
              <a:xfrm>
                <a:off x="1123950" y="977900"/>
                <a:ext cx="519113" cy="811213"/>
              </a:xfrm>
              <a:custGeom>
                <a:avLst/>
                <a:gdLst>
                  <a:gd name="T0" fmla="*/ 0 w 1304"/>
                  <a:gd name="T1" fmla="*/ 582 h 2044"/>
                  <a:gd name="T2" fmla="*/ 1304 w 1304"/>
                  <a:gd name="T3" fmla="*/ 0 h 2044"/>
                  <a:gd name="T4" fmla="*/ 1304 w 1304"/>
                  <a:gd name="T5" fmla="*/ 2044 h 2044"/>
                  <a:gd name="T6" fmla="*/ 0 w 1304"/>
                  <a:gd name="T7" fmla="*/ 2044 h 2044"/>
                  <a:gd name="T8" fmla="*/ 0 w 1304"/>
                  <a:gd name="T9" fmla="*/ 582 h 20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4" h="2044">
                    <a:moveTo>
                      <a:pt x="0" y="582"/>
                    </a:moveTo>
                    <a:lnTo>
                      <a:pt x="1304" y="0"/>
                    </a:lnTo>
                    <a:lnTo>
                      <a:pt x="1304" y="2044"/>
                    </a:lnTo>
                    <a:lnTo>
                      <a:pt x="0" y="2044"/>
                    </a:lnTo>
                    <a:lnTo>
                      <a:pt x="0" y="58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5" name="Freeform 14"/>
              <p:cNvSpPr>
                <a:spLocks/>
              </p:cNvSpPr>
              <p:nvPr/>
            </p:nvSpPr>
            <p:spPr bwMode="auto">
              <a:xfrm>
                <a:off x="1643063" y="977900"/>
                <a:ext cx="265113" cy="811213"/>
              </a:xfrm>
              <a:custGeom>
                <a:avLst/>
                <a:gdLst>
                  <a:gd name="T0" fmla="*/ 670 w 670"/>
                  <a:gd name="T1" fmla="*/ 582 h 2044"/>
                  <a:gd name="T2" fmla="*/ 509 w 670"/>
                  <a:gd name="T3" fmla="*/ 486 h 2044"/>
                  <a:gd name="T4" fmla="*/ 477 w 670"/>
                  <a:gd name="T5" fmla="*/ 378 h 2044"/>
                  <a:gd name="T6" fmla="*/ 0 w 670"/>
                  <a:gd name="T7" fmla="*/ 0 h 2044"/>
                  <a:gd name="T8" fmla="*/ 0 w 670"/>
                  <a:gd name="T9" fmla="*/ 2044 h 2044"/>
                  <a:gd name="T10" fmla="*/ 670 w 670"/>
                  <a:gd name="T11" fmla="*/ 2044 h 2044"/>
                  <a:gd name="T12" fmla="*/ 670 w 670"/>
                  <a:gd name="T13" fmla="*/ 582 h 20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70" h="2044">
                    <a:moveTo>
                      <a:pt x="670" y="582"/>
                    </a:moveTo>
                    <a:lnTo>
                      <a:pt x="509" y="486"/>
                    </a:lnTo>
                    <a:lnTo>
                      <a:pt x="477" y="378"/>
                    </a:lnTo>
                    <a:lnTo>
                      <a:pt x="0" y="0"/>
                    </a:lnTo>
                    <a:lnTo>
                      <a:pt x="0" y="2044"/>
                    </a:lnTo>
                    <a:lnTo>
                      <a:pt x="670" y="2044"/>
                    </a:lnTo>
                    <a:lnTo>
                      <a:pt x="670" y="58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6" name="Freeform 15"/>
              <p:cNvSpPr>
                <a:spLocks noEditPoints="1"/>
              </p:cNvSpPr>
              <p:nvPr/>
            </p:nvSpPr>
            <p:spPr bwMode="auto">
              <a:xfrm>
                <a:off x="1157288" y="1073150"/>
                <a:ext cx="433388" cy="677863"/>
              </a:xfrm>
              <a:custGeom>
                <a:avLst/>
                <a:gdLst>
                  <a:gd name="T0" fmla="*/ 0 w 1089"/>
                  <a:gd name="T1" fmla="*/ 1589 h 1709"/>
                  <a:gd name="T2" fmla="*/ 238 w 1089"/>
                  <a:gd name="T3" fmla="*/ 1573 h 1709"/>
                  <a:gd name="T4" fmla="*/ 238 w 1089"/>
                  <a:gd name="T5" fmla="*/ 1697 h 1709"/>
                  <a:gd name="T6" fmla="*/ 0 w 1089"/>
                  <a:gd name="T7" fmla="*/ 1709 h 1709"/>
                  <a:gd name="T8" fmla="*/ 0 w 1089"/>
                  <a:gd name="T9" fmla="*/ 1589 h 1709"/>
                  <a:gd name="T10" fmla="*/ 296 w 1089"/>
                  <a:gd name="T11" fmla="*/ 1568 h 1709"/>
                  <a:gd name="T12" fmla="*/ 626 w 1089"/>
                  <a:gd name="T13" fmla="*/ 1546 h 1709"/>
                  <a:gd name="T14" fmla="*/ 626 w 1089"/>
                  <a:gd name="T15" fmla="*/ 1678 h 1709"/>
                  <a:gd name="T16" fmla="*/ 296 w 1089"/>
                  <a:gd name="T17" fmla="*/ 1694 h 1709"/>
                  <a:gd name="T18" fmla="*/ 296 w 1089"/>
                  <a:gd name="T19" fmla="*/ 1568 h 1709"/>
                  <a:gd name="T20" fmla="*/ 684 w 1089"/>
                  <a:gd name="T21" fmla="*/ 1542 h 1709"/>
                  <a:gd name="T22" fmla="*/ 1089 w 1089"/>
                  <a:gd name="T23" fmla="*/ 1515 h 1709"/>
                  <a:gd name="T24" fmla="*/ 1089 w 1089"/>
                  <a:gd name="T25" fmla="*/ 1655 h 1709"/>
                  <a:gd name="T26" fmla="*/ 684 w 1089"/>
                  <a:gd name="T27" fmla="*/ 1675 h 1709"/>
                  <a:gd name="T28" fmla="*/ 684 w 1089"/>
                  <a:gd name="T29" fmla="*/ 1542 h 1709"/>
                  <a:gd name="T30" fmla="*/ 0 w 1089"/>
                  <a:gd name="T31" fmla="*/ 441 h 1709"/>
                  <a:gd name="T32" fmla="*/ 1089 w 1089"/>
                  <a:gd name="T33" fmla="*/ 0 h 1709"/>
                  <a:gd name="T34" fmla="*/ 1089 w 1089"/>
                  <a:gd name="T35" fmla="*/ 142 h 1709"/>
                  <a:gd name="T36" fmla="*/ 0 w 1089"/>
                  <a:gd name="T37" fmla="*/ 583 h 1709"/>
                  <a:gd name="T38" fmla="*/ 0 w 1089"/>
                  <a:gd name="T39" fmla="*/ 441 h 1709"/>
                  <a:gd name="T40" fmla="*/ 0 w 1089"/>
                  <a:gd name="T41" fmla="*/ 748 h 1709"/>
                  <a:gd name="T42" fmla="*/ 1089 w 1089"/>
                  <a:gd name="T43" fmla="*/ 394 h 1709"/>
                  <a:gd name="T44" fmla="*/ 1089 w 1089"/>
                  <a:gd name="T45" fmla="*/ 535 h 1709"/>
                  <a:gd name="T46" fmla="*/ 0 w 1089"/>
                  <a:gd name="T47" fmla="*/ 889 h 1709"/>
                  <a:gd name="T48" fmla="*/ 0 w 1089"/>
                  <a:gd name="T49" fmla="*/ 748 h 1709"/>
                  <a:gd name="T50" fmla="*/ 0 w 1089"/>
                  <a:gd name="T51" fmla="*/ 1036 h 1709"/>
                  <a:gd name="T52" fmla="*/ 1089 w 1089"/>
                  <a:gd name="T53" fmla="*/ 771 h 1709"/>
                  <a:gd name="T54" fmla="*/ 1089 w 1089"/>
                  <a:gd name="T55" fmla="*/ 911 h 1709"/>
                  <a:gd name="T56" fmla="*/ 0 w 1089"/>
                  <a:gd name="T57" fmla="*/ 1178 h 1709"/>
                  <a:gd name="T58" fmla="*/ 0 w 1089"/>
                  <a:gd name="T59" fmla="*/ 1036 h 1709"/>
                  <a:gd name="T60" fmla="*/ 0 w 1089"/>
                  <a:gd name="T61" fmla="*/ 1317 h 1709"/>
                  <a:gd name="T62" fmla="*/ 1089 w 1089"/>
                  <a:gd name="T63" fmla="*/ 1147 h 1709"/>
                  <a:gd name="T64" fmla="*/ 1089 w 1089"/>
                  <a:gd name="T65" fmla="*/ 1288 h 1709"/>
                  <a:gd name="T66" fmla="*/ 0 w 1089"/>
                  <a:gd name="T67" fmla="*/ 1457 h 1709"/>
                  <a:gd name="T68" fmla="*/ 0 w 1089"/>
                  <a:gd name="T69" fmla="*/ 1317 h 1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89" h="1709">
                    <a:moveTo>
                      <a:pt x="0" y="1589"/>
                    </a:moveTo>
                    <a:lnTo>
                      <a:pt x="238" y="1573"/>
                    </a:lnTo>
                    <a:lnTo>
                      <a:pt x="238" y="1697"/>
                    </a:lnTo>
                    <a:lnTo>
                      <a:pt x="0" y="1709"/>
                    </a:lnTo>
                    <a:lnTo>
                      <a:pt x="0" y="1589"/>
                    </a:lnTo>
                    <a:close/>
                    <a:moveTo>
                      <a:pt x="296" y="1568"/>
                    </a:moveTo>
                    <a:lnTo>
                      <a:pt x="626" y="1546"/>
                    </a:lnTo>
                    <a:lnTo>
                      <a:pt x="626" y="1678"/>
                    </a:lnTo>
                    <a:lnTo>
                      <a:pt x="296" y="1694"/>
                    </a:lnTo>
                    <a:lnTo>
                      <a:pt x="296" y="1568"/>
                    </a:lnTo>
                    <a:close/>
                    <a:moveTo>
                      <a:pt x="684" y="1542"/>
                    </a:moveTo>
                    <a:lnTo>
                      <a:pt x="1089" y="1515"/>
                    </a:lnTo>
                    <a:lnTo>
                      <a:pt x="1089" y="1655"/>
                    </a:lnTo>
                    <a:lnTo>
                      <a:pt x="684" y="1675"/>
                    </a:lnTo>
                    <a:lnTo>
                      <a:pt x="684" y="1542"/>
                    </a:lnTo>
                    <a:close/>
                    <a:moveTo>
                      <a:pt x="0" y="441"/>
                    </a:moveTo>
                    <a:lnTo>
                      <a:pt x="1089" y="0"/>
                    </a:lnTo>
                    <a:lnTo>
                      <a:pt x="1089" y="142"/>
                    </a:lnTo>
                    <a:lnTo>
                      <a:pt x="0" y="583"/>
                    </a:lnTo>
                    <a:lnTo>
                      <a:pt x="0" y="441"/>
                    </a:lnTo>
                    <a:close/>
                    <a:moveTo>
                      <a:pt x="0" y="748"/>
                    </a:moveTo>
                    <a:lnTo>
                      <a:pt x="1089" y="394"/>
                    </a:lnTo>
                    <a:lnTo>
                      <a:pt x="1089" y="535"/>
                    </a:lnTo>
                    <a:lnTo>
                      <a:pt x="0" y="889"/>
                    </a:lnTo>
                    <a:lnTo>
                      <a:pt x="0" y="748"/>
                    </a:lnTo>
                    <a:close/>
                    <a:moveTo>
                      <a:pt x="0" y="1036"/>
                    </a:moveTo>
                    <a:lnTo>
                      <a:pt x="1089" y="771"/>
                    </a:lnTo>
                    <a:lnTo>
                      <a:pt x="1089" y="911"/>
                    </a:lnTo>
                    <a:lnTo>
                      <a:pt x="0" y="1178"/>
                    </a:lnTo>
                    <a:lnTo>
                      <a:pt x="0" y="1036"/>
                    </a:lnTo>
                    <a:close/>
                    <a:moveTo>
                      <a:pt x="0" y="1317"/>
                    </a:moveTo>
                    <a:lnTo>
                      <a:pt x="1089" y="1147"/>
                    </a:lnTo>
                    <a:lnTo>
                      <a:pt x="1089" y="1288"/>
                    </a:lnTo>
                    <a:lnTo>
                      <a:pt x="0" y="1457"/>
                    </a:lnTo>
                    <a:lnTo>
                      <a:pt x="0" y="1317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47" name="Text Placeholder 3"/>
          <p:cNvSpPr txBox="1">
            <a:spLocks/>
          </p:cNvSpPr>
          <p:nvPr/>
        </p:nvSpPr>
        <p:spPr>
          <a:xfrm>
            <a:off x="1085721" y="3526248"/>
            <a:ext cx="3060269" cy="1015663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6600" kern="0">
                <a:solidFill>
                  <a:schemeClr val="tx1">
                    <a:lumMod val="75000"/>
                    <a:lumOff val="25000"/>
                  </a:schemeClr>
                </a:solidFill>
                <a:latin typeface="Dense" panose="02000000000000000000" pitchFamily="50" charset="0"/>
                <a:ea typeface="Open Sans" panose="020B0606030504020204" pitchFamily="34" charset="0"/>
                <a:cs typeface="Lato Light" panose="020F0402020204030203" pitchFamily="34" charset="0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9pPr>
          </a:lstStyle>
          <a:p>
            <a:r>
              <a:rPr lang="en-US" sz="44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4769.42 </a:t>
            </a:r>
            <a:r>
              <a:rPr lang="en-US" sz="3200" b="1" spc="-150" dirty="0" err="1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sq</a:t>
            </a:r>
            <a:r>
              <a:rPr lang="en-US" sz="32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200" b="1" spc="-150" dirty="0" err="1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ft</a:t>
            </a:r>
            <a:endParaRPr lang="en-US" sz="3200" b="1" dirty="0">
              <a:solidFill>
                <a:schemeClr val="bg1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51" name="Title 1"/>
          <p:cNvSpPr txBox="1">
            <a:spLocks/>
          </p:cNvSpPr>
          <p:nvPr/>
        </p:nvSpPr>
        <p:spPr>
          <a:xfrm>
            <a:off x="1093030" y="3282394"/>
            <a:ext cx="1140345" cy="413547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itchFamily="-109" charset="0"/>
                <a:sym typeface="Calibri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pPr algn="l"/>
            <a:r>
              <a:rPr lang="en-US" sz="2800" dirty="0">
                <a:solidFill>
                  <a:schemeClr val="bg1"/>
                </a:solidFill>
                <a:latin typeface="Montserrat SemiBold" panose="000007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Total </a:t>
            </a:r>
            <a:r>
              <a:rPr lang="en-US" sz="2800" dirty="0" smtClean="0">
                <a:solidFill>
                  <a:schemeClr val="bg1"/>
                </a:solidFill>
                <a:latin typeface="Montserrat SemiBold" panose="000007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Area</a:t>
            </a:r>
            <a:endParaRPr lang="en-US" sz="2800" dirty="0">
              <a:solidFill>
                <a:schemeClr val="bg1"/>
              </a:solidFill>
              <a:latin typeface="Montserrat SemiBold" panose="000007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41</a:t>
            </a:fld>
            <a:endParaRPr lang="en-US"/>
          </a:p>
        </p:txBody>
      </p:sp>
      <p:sp>
        <p:nvSpPr>
          <p:cNvPr id="142" name="Rectangle 141"/>
          <p:cNvSpPr/>
          <p:nvPr>
            <p:custDataLst>
              <p:tags r:id="rId1"/>
            </p:custDataLst>
          </p:nvPr>
        </p:nvSpPr>
        <p:spPr>
          <a:xfrm>
            <a:off x="1969641" y="544343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Paint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4" name="Picture 143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  <p:sp>
        <p:nvSpPr>
          <p:cNvPr id="146" name="Text Placeholder 3"/>
          <p:cNvSpPr txBox="1">
            <a:spLocks/>
          </p:cNvSpPr>
          <p:nvPr/>
        </p:nvSpPr>
        <p:spPr>
          <a:xfrm>
            <a:off x="8072045" y="3507758"/>
            <a:ext cx="3421159" cy="1015663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6600" kern="0">
                <a:solidFill>
                  <a:schemeClr val="tx1">
                    <a:lumMod val="75000"/>
                    <a:lumOff val="25000"/>
                  </a:schemeClr>
                </a:solidFill>
                <a:latin typeface="Dense" panose="02000000000000000000" pitchFamily="50" charset="0"/>
                <a:ea typeface="Open Sans" panose="020B0606030504020204" pitchFamily="34" charset="0"/>
                <a:cs typeface="Lato Light" panose="020F0402020204030203" pitchFamily="34" charset="0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9pPr>
          </a:lstStyle>
          <a:p>
            <a:r>
              <a:rPr lang="en-US" sz="4400" b="1" spc="-150" dirty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74,475</a:t>
            </a:r>
            <a:r>
              <a:rPr lang="en-US" sz="44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2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PKR</a:t>
            </a:r>
            <a:endParaRPr lang="en-US" sz="3200" b="1" dirty="0">
              <a:solidFill>
                <a:schemeClr val="bg1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7" name="Title 1"/>
          <p:cNvSpPr txBox="1">
            <a:spLocks/>
          </p:cNvSpPr>
          <p:nvPr/>
        </p:nvSpPr>
        <p:spPr>
          <a:xfrm>
            <a:off x="8381681" y="3264483"/>
            <a:ext cx="1140345" cy="413547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itchFamily="-109" charset="0"/>
                <a:sym typeface="Calibri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pPr algn="l"/>
            <a:r>
              <a:rPr lang="en-US" sz="2800" dirty="0" smtClean="0">
                <a:solidFill>
                  <a:schemeClr val="bg1"/>
                </a:solidFill>
                <a:latin typeface="Montserrat SemiBold" panose="000007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Total Paint  Cost</a:t>
            </a:r>
            <a:endParaRPr lang="en-US" sz="2800" dirty="0">
              <a:solidFill>
                <a:schemeClr val="bg1"/>
              </a:solidFill>
              <a:latin typeface="Montserrat SemiBold" panose="000007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049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ny-engineers.com/hubfs/brickmasonry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30491" y="0"/>
            <a:ext cx="1527393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Isosceles Triangle 83"/>
          <p:cNvSpPr/>
          <p:nvPr/>
        </p:nvSpPr>
        <p:spPr>
          <a:xfrm rot="5400000" flipH="1">
            <a:off x="4102579" y="-1382277"/>
            <a:ext cx="1216948" cy="9422103"/>
          </a:xfrm>
          <a:custGeom>
            <a:avLst/>
            <a:gdLst/>
            <a:ahLst/>
            <a:cxnLst/>
            <a:rect l="l" t="t" r="r" b="b"/>
            <a:pathLst>
              <a:path w="914401" h="7066578">
                <a:moveTo>
                  <a:pt x="914401" y="266705"/>
                </a:moveTo>
                <a:lnTo>
                  <a:pt x="914401" y="1751636"/>
                </a:lnTo>
                <a:lnTo>
                  <a:pt x="914401" y="5581647"/>
                </a:lnTo>
                <a:lnTo>
                  <a:pt x="914401" y="7066578"/>
                </a:lnTo>
                <a:lnTo>
                  <a:pt x="0" y="7066578"/>
                </a:lnTo>
                <a:lnTo>
                  <a:pt x="0" y="5581647"/>
                </a:lnTo>
                <a:lnTo>
                  <a:pt x="0" y="1484931"/>
                </a:lnTo>
                <a:lnTo>
                  <a:pt x="0" y="0"/>
                </a:lnTo>
                <a:lnTo>
                  <a:pt x="2" y="0"/>
                </a:lnTo>
                <a:lnTo>
                  <a:pt x="2" y="640556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84"/>
          <p:cNvSpPr/>
          <p:nvPr/>
        </p:nvSpPr>
        <p:spPr>
          <a:xfrm>
            <a:off x="1594927" y="-71021"/>
            <a:ext cx="10119741" cy="6858000"/>
          </a:xfrm>
          <a:custGeom>
            <a:avLst/>
            <a:gdLst/>
            <a:ahLst/>
            <a:cxnLst/>
            <a:rect l="l" t="t" r="r" b="b"/>
            <a:pathLst>
              <a:path w="7589806" h="5153025">
                <a:moveTo>
                  <a:pt x="0" y="0"/>
                </a:moveTo>
                <a:lnTo>
                  <a:pt x="5445248" y="6791"/>
                </a:lnTo>
                <a:lnTo>
                  <a:pt x="7589806" y="5153025"/>
                </a:lnTo>
                <a:lnTo>
                  <a:pt x="2117881" y="5153025"/>
                </a:lnTo>
                <a:close/>
              </a:path>
            </a:pathLst>
          </a:custGeom>
          <a:solidFill>
            <a:schemeClr val="accent1">
              <a:alpha val="7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83"/>
          <p:cNvSpPr/>
          <p:nvPr/>
        </p:nvSpPr>
        <p:spPr>
          <a:xfrm rot="16200000">
            <a:off x="6872474" y="-1382277"/>
            <a:ext cx="1216948" cy="9422103"/>
          </a:xfrm>
          <a:custGeom>
            <a:avLst/>
            <a:gdLst/>
            <a:ahLst/>
            <a:cxnLst/>
            <a:rect l="l" t="t" r="r" b="b"/>
            <a:pathLst>
              <a:path w="914401" h="7066578">
                <a:moveTo>
                  <a:pt x="914401" y="266705"/>
                </a:moveTo>
                <a:lnTo>
                  <a:pt x="914401" y="1751636"/>
                </a:lnTo>
                <a:lnTo>
                  <a:pt x="914401" y="5581647"/>
                </a:lnTo>
                <a:lnTo>
                  <a:pt x="914401" y="7066578"/>
                </a:lnTo>
                <a:lnTo>
                  <a:pt x="0" y="7066578"/>
                </a:lnTo>
                <a:lnTo>
                  <a:pt x="0" y="5581647"/>
                </a:lnTo>
                <a:lnTo>
                  <a:pt x="0" y="1484931"/>
                </a:lnTo>
                <a:lnTo>
                  <a:pt x="0" y="0"/>
                </a:lnTo>
                <a:lnTo>
                  <a:pt x="2" y="0"/>
                </a:lnTo>
                <a:lnTo>
                  <a:pt x="2" y="6405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622088" y="2964612"/>
            <a:ext cx="7306323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Open Sans" panose="020B0606030504020204" pitchFamily="34" charset="0"/>
                <a:cs typeface="Lato" panose="020F0502020204030203" pitchFamily="34" charset="0"/>
              </a:rPr>
              <a:t>Doors And </a:t>
            </a:r>
            <a:r>
              <a:rPr lang="en-US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Open Sans" panose="020B0606030504020204" pitchFamily="34" charset="0"/>
                <a:cs typeface="Lato" panose="020F0502020204030203" pitchFamily="34" charset="0"/>
              </a:rPr>
              <a:t>Windows </a:t>
            </a:r>
            <a:r>
              <a:rPr lang="en-US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Open Sans" panose="020B0606030504020204" pitchFamily="34" charset="0"/>
                <a:cs typeface="Lato" panose="020F0502020204030203" pitchFamily="34" charset="0"/>
              </a:rPr>
              <a:t>Estimate</a:t>
            </a:r>
            <a:endParaRPr 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ea typeface="Open Sans" panose="020B0606030504020204" pitchFamily="34" charset="0"/>
              <a:cs typeface="Lato" panose="020F0502020204030203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42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2" y="301234"/>
            <a:ext cx="834528" cy="63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637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2041568" y="1822056"/>
            <a:ext cx="46348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Estimate for doors and windows: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Woodwork 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= </a:t>
            </a: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119 sft</a:t>
            </a:r>
            <a:endParaRPr lang="en-US" noProof="1">
              <a:solidFill>
                <a:schemeClr val="bg1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Glasswork 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+ 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Aluminium 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= </a:t>
            </a: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115.83 sft</a:t>
            </a:r>
            <a:endParaRPr lang="en-US" noProof="1">
              <a:solidFill>
                <a:schemeClr val="bg1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43</a:t>
            </a:fld>
            <a:endParaRPr lang="en-US"/>
          </a:p>
        </p:txBody>
      </p:sp>
      <p:sp>
        <p:nvSpPr>
          <p:cNvPr id="24" name="Rectangle 23"/>
          <p:cNvSpPr/>
          <p:nvPr>
            <p:custDataLst>
              <p:tags r:id="rId1"/>
            </p:custDataLst>
          </p:nvPr>
        </p:nvSpPr>
        <p:spPr>
          <a:xfrm>
            <a:off x="1976011" y="549299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Doors And </a:t>
            </a:r>
            <a:r>
              <a:rPr lang="en-US" sz="36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Windows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  <p:pic>
        <p:nvPicPr>
          <p:cNvPr id="5" name="Picture Placeholder 4"/>
          <p:cNvPicPr>
            <a:picLocks noGrp="1" noChangeAspect="1"/>
          </p:cNvPicPr>
          <p:nvPr>
            <p:ph type="pic"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48" r="30848"/>
          <a:stretch>
            <a:fillRect/>
          </a:stretch>
        </p:blipFill>
        <p:spPr>
          <a:xfrm>
            <a:off x="7731889" y="0"/>
            <a:ext cx="4259714" cy="6258757"/>
          </a:xfrm>
        </p:spPr>
      </p:pic>
    </p:spTree>
    <p:extLst>
      <p:ext uri="{BB962C8B-B14F-4D97-AF65-F5344CB8AC3E}">
        <p14:creationId xmlns:p14="http://schemas.microsoft.com/office/powerpoint/2010/main" val="208300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353606" y="2195102"/>
            <a:ext cx="3878327" cy="2973887"/>
            <a:chOff x="2121623" y="1952034"/>
            <a:chExt cx="3878327" cy="2973887"/>
          </a:xfrm>
        </p:grpSpPr>
        <p:grpSp>
          <p:nvGrpSpPr>
            <p:cNvPr id="2" name="Group 1"/>
            <p:cNvGrpSpPr/>
            <p:nvPr/>
          </p:nvGrpSpPr>
          <p:grpSpPr>
            <a:xfrm>
              <a:off x="2121623" y="1952034"/>
              <a:ext cx="3878327" cy="2973887"/>
              <a:chOff x="2013187" y="2268949"/>
              <a:chExt cx="3465030" cy="2656972"/>
            </a:xfrm>
          </p:grpSpPr>
          <p:sp>
            <p:nvSpPr>
              <p:cNvPr id="5" name="Freeform 36"/>
              <p:cNvSpPr>
                <a:spLocks/>
              </p:cNvSpPr>
              <p:nvPr/>
            </p:nvSpPr>
            <p:spPr bwMode="auto">
              <a:xfrm>
                <a:off x="4165251" y="3341877"/>
                <a:ext cx="1046027" cy="903246"/>
              </a:xfrm>
              <a:custGeom>
                <a:avLst/>
                <a:gdLst>
                  <a:gd name="T0" fmla="*/ 742 w 749"/>
                  <a:gd name="T1" fmla="*/ 230 h 647"/>
                  <a:gd name="T2" fmla="*/ 737 w 749"/>
                  <a:gd name="T3" fmla="*/ 260 h 647"/>
                  <a:gd name="T4" fmla="*/ 188 w 749"/>
                  <a:gd name="T5" fmla="*/ 640 h 647"/>
                  <a:gd name="T6" fmla="*/ 158 w 749"/>
                  <a:gd name="T7" fmla="*/ 635 h 647"/>
                  <a:gd name="T8" fmla="*/ 7 w 749"/>
                  <a:gd name="T9" fmla="*/ 418 h 647"/>
                  <a:gd name="T10" fmla="*/ 13 w 749"/>
                  <a:gd name="T11" fmla="*/ 387 h 647"/>
                  <a:gd name="T12" fmla="*/ 561 w 749"/>
                  <a:gd name="T13" fmla="*/ 7 h 647"/>
                  <a:gd name="T14" fmla="*/ 592 w 749"/>
                  <a:gd name="T15" fmla="*/ 13 h 647"/>
                  <a:gd name="T16" fmla="*/ 742 w 749"/>
                  <a:gd name="T17" fmla="*/ 230 h 6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9" h="647">
                    <a:moveTo>
                      <a:pt x="742" y="230"/>
                    </a:moveTo>
                    <a:cubicBezTo>
                      <a:pt x="749" y="240"/>
                      <a:pt x="747" y="254"/>
                      <a:pt x="737" y="260"/>
                    </a:cubicBezTo>
                    <a:cubicBezTo>
                      <a:pt x="188" y="640"/>
                      <a:pt x="188" y="640"/>
                      <a:pt x="188" y="640"/>
                    </a:cubicBezTo>
                    <a:cubicBezTo>
                      <a:pt x="178" y="647"/>
                      <a:pt x="165" y="645"/>
                      <a:pt x="158" y="635"/>
                    </a:cubicBezTo>
                    <a:cubicBezTo>
                      <a:pt x="7" y="418"/>
                      <a:pt x="7" y="418"/>
                      <a:pt x="7" y="418"/>
                    </a:cubicBezTo>
                    <a:cubicBezTo>
                      <a:pt x="0" y="408"/>
                      <a:pt x="3" y="394"/>
                      <a:pt x="13" y="387"/>
                    </a:cubicBezTo>
                    <a:cubicBezTo>
                      <a:pt x="561" y="7"/>
                      <a:pt x="561" y="7"/>
                      <a:pt x="561" y="7"/>
                    </a:cubicBezTo>
                    <a:cubicBezTo>
                      <a:pt x="571" y="0"/>
                      <a:pt x="585" y="3"/>
                      <a:pt x="592" y="13"/>
                    </a:cubicBezTo>
                    <a:cubicBezTo>
                      <a:pt x="742" y="230"/>
                      <a:pt x="742" y="230"/>
                      <a:pt x="742" y="230"/>
                    </a:cubicBezTo>
                  </a:path>
                </a:pathLst>
              </a:custGeom>
              <a:solidFill>
                <a:srgbClr val="4E7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Freeform 37"/>
              <p:cNvSpPr>
                <a:spLocks/>
              </p:cNvSpPr>
              <p:nvPr/>
            </p:nvSpPr>
            <p:spPr bwMode="auto">
              <a:xfrm>
                <a:off x="4523238" y="3627440"/>
                <a:ext cx="331087" cy="332122"/>
              </a:xfrm>
              <a:custGeom>
                <a:avLst/>
                <a:gdLst>
                  <a:gd name="T0" fmla="*/ 205 w 237"/>
                  <a:gd name="T1" fmla="*/ 59 h 238"/>
                  <a:gd name="T2" fmla="*/ 178 w 237"/>
                  <a:gd name="T3" fmla="*/ 205 h 238"/>
                  <a:gd name="T4" fmla="*/ 33 w 237"/>
                  <a:gd name="T5" fmla="*/ 178 h 238"/>
                  <a:gd name="T6" fmla="*/ 59 w 237"/>
                  <a:gd name="T7" fmla="*/ 33 h 238"/>
                  <a:gd name="T8" fmla="*/ 205 w 237"/>
                  <a:gd name="T9" fmla="*/ 59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7" h="238">
                    <a:moveTo>
                      <a:pt x="205" y="59"/>
                    </a:moveTo>
                    <a:cubicBezTo>
                      <a:pt x="237" y="107"/>
                      <a:pt x="226" y="172"/>
                      <a:pt x="178" y="205"/>
                    </a:cubicBezTo>
                    <a:cubicBezTo>
                      <a:pt x="131" y="238"/>
                      <a:pt x="66" y="226"/>
                      <a:pt x="33" y="178"/>
                    </a:cubicBezTo>
                    <a:cubicBezTo>
                      <a:pt x="0" y="131"/>
                      <a:pt x="12" y="66"/>
                      <a:pt x="59" y="33"/>
                    </a:cubicBezTo>
                    <a:cubicBezTo>
                      <a:pt x="107" y="0"/>
                      <a:pt x="172" y="12"/>
                      <a:pt x="205" y="59"/>
                    </a:cubicBezTo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" name="Freeform 38"/>
              <p:cNvSpPr>
                <a:spLocks/>
              </p:cNvSpPr>
              <p:nvPr/>
            </p:nvSpPr>
            <p:spPr bwMode="auto">
              <a:xfrm>
                <a:off x="4609114" y="3694691"/>
                <a:ext cx="142781" cy="82772"/>
              </a:xfrm>
              <a:custGeom>
                <a:avLst/>
                <a:gdLst>
                  <a:gd name="T0" fmla="*/ 65 w 102"/>
                  <a:gd name="T1" fmla="*/ 0 h 59"/>
                  <a:gd name="T2" fmla="*/ 46 w 102"/>
                  <a:gd name="T3" fmla="*/ 13 h 59"/>
                  <a:gd name="T4" fmla="*/ 50 w 102"/>
                  <a:gd name="T5" fmla="*/ 18 h 59"/>
                  <a:gd name="T6" fmla="*/ 44 w 102"/>
                  <a:gd name="T7" fmla="*/ 19 h 59"/>
                  <a:gd name="T8" fmla="*/ 36 w 102"/>
                  <a:gd name="T9" fmla="*/ 21 h 59"/>
                  <a:gd name="T10" fmla="*/ 26 w 102"/>
                  <a:gd name="T11" fmla="*/ 7 h 59"/>
                  <a:gd name="T12" fmla="*/ 11 w 102"/>
                  <a:gd name="T13" fmla="*/ 18 h 59"/>
                  <a:gd name="T14" fmla="*/ 20 w 102"/>
                  <a:gd name="T15" fmla="*/ 30 h 59"/>
                  <a:gd name="T16" fmla="*/ 9 w 102"/>
                  <a:gd name="T17" fmla="*/ 40 h 59"/>
                  <a:gd name="T18" fmla="*/ 2 w 102"/>
                  <a:gd name="T19" fmla="*/ 52 h 59"/>
                  <a:gd name="T20" fmla="*/ 0 w 102"/>
                  <a:gd name="T21" fmla="*/ 59 h 59"/>
                  <a:gd name="T22" fmla="*/ 40 w 102"/>
                  <a:gd name="T23" fmla="*/ 59 h 59"/>
                  <a:gd name="T24" fmla="*/ 102 w 102"/>
                  <a:gd name="T25" fmla="*/ 50 h 59"/>
                  <a:gd name="T26" fmla="*/ 96 w 102"/>
                  <a:gd name="T27" fmla="*/ 47 h 59"/>
                  <a:gd name="T28" fmla="*/ 84 w 102"/>
                  <a:gd name="T29" fmla="*/ 44 h 59"/>
                  <a:gd name="T30" fmla="*/ 82 w 102"/>
                  <a:gd name="T31" fmla="*/ 44 h 59"/>
                  <a:gd name="T32" fmla="*/ 68 w 102"/>
                  <a:gd name="T33" fmla="*/ 47 h 59"/>
                  <a:gd name="T34" fmla="*/ 54 w 102"/>
                  <a:gd name="T35" fmla="*/ 52 h 59"/>
                  <a:gd name="T36" fmla="*/ 44 w 102"/>
                  <a:gd name="T37" fmla="*/ 55 h 59"/>
                  <a:gd name="T38" fmla="*/ 42 w 102"/>
                  <a:gd name="T39" fmla="*/ 55 h 59"/>
                  <a:gd name="T40" fmla="*/ 37 w 102"/>
                  <a:gd name="T41" fmla="*/ 52 h 59"/>
                  <a:gd name="T42" fmla="*/ 36 w 102"/>
                  <a:gd name="T43" fmla="*/ 47 h 59"/>
                  <a:gd name="T44" fmla="*/ 41 w 102"/>
                  <a:gd name="T45" fmla="*/ 42 h 59"/>
                  <a:gd name="T46" fmla="*/ 48 w 102"/>
                  <a:gd name="T47" fmla="*/ 39 h 59"/>
                  <a:gd name="T48" fmla="*/ 53 w 102"/>
                  <a:gd name="T49" fmla="*/ 38 h 59"/>
                  <a:gd name="T50" fmla="*/ 55 w 102"/>
                  <a:gd name="T51" fmla="*/ 38 h 59"/>
                  <a:gd name="T52" fmla="*/ 62 w 102"/>
                  <a:gd name="T53" fmla="*/ 40 h 59"/>
                  <a:gd name="T54" fmla="*/ 67 w 102"/>
                  <a:gd name="T55" fmla="*/ 44 h 59"/>
                  <a:gd name="T56" fmla="*/ 86 w 102"/>
                  <a:gd name="T57" fmla="*/ 30 h 59"/>
                  <a:gd name="T58" fmla="*/ 65 w 102"/>
                  <a:gd name="T59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02" h="59">
                    <a:moveTo>
                      <a:pt x="65" y="0"/>
                    </a:moveTo>
                    <a:cubicBezTo>
                      <a:pt x="46" y="13"/>
                      <a:pt x="46" y="13"/>
                      <a:pt x="46" y="13"/>
                    </a:cubicBezTo>
                    <a:cubicBezTo>
                      <a:pt x="50" y="18"/>
                      <a:pt x="50" y="18"/>
                      <a:pt x="50" y="18"/>
                    </a:cubicBezTo>
                    <a:cubicBezTo>
                      <a:pt x="48" y="18"/>
                      <a:pt x="46" y="19"/>
                      <a:pt x="44" y="19"/>
                    </a:cubicBezTo>
                    <a:cubicBezTo>
                      <a:pt x="41" y="20"/>
                      <a:pt x="38" y="20"/>
                      <a:pt x="36" y="21"/>
                    </a:cubicBezTo>
                    <a:cubicBezTo>
                      <a:pt x="26" y="7"/>
                      <a:pt x="26" y="7"/>
                      <a:pt x="26" y="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20" y="30"/>
                      <a:pt x="20" y="30"/>
                      <a:pt x="20" y="30"/>
                    </a:cubicBezTo>
                    <a:cubicBezTo>
                      <a:pt x="15" y="33"/>
                      <a:pt x="12" y="36"/>
                      <a:pt x="9" y="40"/>
                    </a:cubicBezTo>
                    <a:cubicBezTo>
                      <a:pt x="5" y="44"/>
                      <a:pt x="3" y="48"/>
                      <a:pt x="2" y="52"/>
                    </a:cubicBezTo>
                    <a:cubicBezTo>
                      <a:pt x="1" y="55"/>
                      <a:pt x="0" y="57"/>
                      <a:pt x="0" y="59"/>
                    </a:cubicBezTo>
                    <a:cubicBezTo>
                      <a:pt x="40" y="59"/>
                      <a:pt x="40" y="59"/>
                      <a:pt x="40" y="59"/>
                    </a:cubicBezTo>
                    <a:cubicBezTo>
                      <a:pt x="102" y="50"/>
                      <a:pt x="102" y="50"/>
                      <a:pt x="102" y="50"/>
                    </a:cubicBezTo>
                    <a:cubicBezTo>
                      <a:pt x="100" y="49"/>
                      <a:pt x="98" y="48"/>
                      <a:pt x="96" y="47"/>
                    </a:cubicBezTo>
                    <a:cubicBezTo>
                      <a:pt x="92" y="45"/>
                      <a:pt x="88" y="44"/>
                      <a:pt x="84" y="44"/>
                    </a:cubicBezTo>
                    <a:cubicBezTo>
                      <a:pt x="83" y="44"/>
                      <a:pt x="83" y="44"/>
                      <a:pt x="82" y="44"/>
                    </a:cubicBezTo>
                    <a:cubicBezTo>
                      <a:pt x="77" y="45"/>
                      <a:pt x="72" y="46"/>
                      <a:pt x="68" y="47"/>
                    </a:cubicBezTo>
                    <a:cubicBezTo>
                      <a:pt x="63" y="49"/>
                      <a:pt x="58" y="50"/>
                      <a:pt x="54" y="52"/>
                    </a:cubicBezTo>
                    <a:cubicBezTo>
                      <a:pt x="50" y="53"/>
                      <a:pt x="47" y="54"/>
                      <a:pt x="44" y="55"/>
                    </a:cubicBezTo>
                    <a:cubicBezTo>
                      <a:pt x="43" y="55"/>
                      <a:pt x="42" y="55"/>
                      <a:pt x="42" y="55"/>
                    </a:cubicBezTo>
                    <a:cubicBezTo>
                      <a:pt x="40" y="55"/>
                      <a:pt x="38" y="54"/>
                      <a:pt x="37" y="52"/>
                    </a:cubicBezTo>
                    <a:cubicBezTo>
                      <a:pt x="36" y="51"/>
                      <a:pt x="35" y="49"/>
                      <a:pt x="36" y="47"/>
                    </a:cubicBezTo>
                    <a:cubicBezTo>
                      <a:pt x="37" y="45"/>
                      <a:pt x="39" y="43"/>
                      <a:pt x="41" y="42"/>
                    </a:cubicBezTo>
                    <a:cubicBezTo>
                      <a:pt x="43" y="40"/>
                      <a:pt x="45" y="39"/>
                      <a:pt x="48" y="39"/>
                    </a:cubicBezTo>
                    <a:cubicBezTo>
                      <a:pt x="50" y="38"/>
                      <a:pt x="52" y="38"/>
                      <a:pt x="53" y="38"/>
                    </a:cubicBezTo>
                    <a:cubicBezTo>
                      <a:pt x="54" y="38"/>
                      <a:pt x="54" y="38"/>
                      <a:pt x="55" y="38"/>
                    </a:cubicBezTo>
                    <a:cubicBezTo>
                      <a:pt x="57" y="38"/>
                      <a:pt x="59" y="39"/>
                      <a:pt x="62" y="40"/>
                    </a:cubicBezTo>
                    <a:cubicBezTo>
                      <a:pt x="64" y="40"/>
                      <a:pt x="66" y="42"/>
                      <a:pt x="67" y="44"/>
                    </a:cubicBezTo>
                    <a:cubicBezTo>
                      <a:pt x="86" y="30"/>
                      <a:pt x="86" y="30"/>
                      <a:pt x="86" y="30"/>
                    </a:cubicBez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solidFill>
                <a:srgbClr val="91A2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Freeform 39"/>
              <p:cNvSpPr>
                <a:spLocks noEditPoints="1"/>
              </p:cNvSpPr>
              <p:nvPr/>
            </p:nvSpPr>
            <p:spPr bwMode="auto">
              <a:xfrm>
                <a:off x="4196290" y="3371882"/>
                <a:ext cx="987052" cy="847375"/>
              </a:xfrm>
              <a:custGeom>
                <a:avLst/>
                <a:gdLst>
                  <a:gd name="T0" fmla="*/ 954 w 954"/>
                  <a:gd name="T1" fmla="*/ 304 h 819"/>
                  <a:gd name="T2" fmla="*/ 212 w 954"/>
                  <a:gd name="T3" fmla="*/ 819 h 819"/>
                  <a:gd name="T4" fmla="*/ 0 w 954"/>
                  <a:gd name="T5" fmla="*/ 516 h 819"/>
                  <a:gd name="T6" fmla="*/ 743 w 954"/>
                  <a:gd name="T7" fmla="*/ 0 h 819"/>
                  <a:gd name="T8" fmla="*/ 954 w 954"/>
                  <a:gd name="T9" fmla="*/ 304 h 819"/>
                  <a:gd name="T10" fmla="*/ 217 w 954"/>
                  <a:gd name="T11" fmla="*/ 788 h 819"/>
                  <a:gd name="T12" fmla="*/ 923 w 954"/>
                  <a:gd name="T13" fmla="*/ 298 h 819"/>
                  <a:gd name="T14" fmla="*/ 738 w 954"/>
                  <a:gd name="T15" fmla="*/ 31 h 819"/>
                  <a:gd name="T16" fmla="*/ 31 w 954"/>
                  <a:gd name="T17" fmla="*/ 521 h 819"/>
                  <a:gd name="T18" fmla="*/ 217 w 954"/>
                  <a:gd name="T19" fmla="*/ 788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4" h="819">
                    <a:moveTo>
                      <a:pt x="954" y="304"/>
                    </a:moveTo>
                    <a:lnTo>
                      <a:pt x="212" y="819"/>
                    </a:lnTo>
                    <a:lnTo>
                      <a:pt x="0" y="516"/>
                    </a:lnTo>
                    <a:lnTo>
                      <a:pt x="743" y="0"/>
                    </a:lnTo>
                    <a:lnTo>
                      <a:pt x="954" y="304"/>
                    </a:lnTo>
                    <a:close/>
                    <a:moveTo>
                      <a:pt x="217" y="788"/>
                    </a:moveTo>
                    <a:lnTo>
                      <a:pt x="923" y="298"/>
                    </a:lnTo>
                    <a:lnTo>
                      <a:pt x="738" y="31"/>
                    </a:lnTo>
                    <a:lnTo>
                      <a:pt x="31" y="521"/>
                    </a:lnTo>
                    <a:lnTo>
                      <a:pt x="217" y="788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Freeform 40"/>
              <p:cNvSpPr>
                <a:spLocks noEditPoints="1"/>
              </p:cNvSpPr>
              <p:nvPr/>
            </p:nvSpPr>
            <p:spPr bwMode="auto">
              <a:xfrm>
                <a:off x="4196290" y="3371882"/>
                <a:ext cx="987052" cy="847375"/>
              </a:xfrm>
              <a:custGeom>
                <a:avLst/>
                <a:gdLst>
                  <a:gd name="T0" fmla="*/ 954 w 954"/>
                  <a:gd name="T1" fmla="*/ 304 h 819"/>
                  <a:gd name="T2" fmla="*/ 212 w 954"/>
                  <a:gd name="T3" fmla="*/ 819 h 819"/>
                  <a:gd name="T4" fmla="*/ 0 w 954"/>
                  <a:gd name="T5" fmla="*/ 516 h 819"/>
                  <a:gd name="T6" fmla="*/ 743 w 954"/>
                  <a:gd name="T7" fmla="*/ 0 h 819"/>
                  <a:gd name="T8" fmla="*/ 954 w 954"/>
                  <a:gd name="T9" fmla="*/ 304 h 819"/>
                  <a:gd name="T10" fmla="*/ 217 w 954"/>
                  <a:gd name="T11" fmla="*/ 788 h 819"/>
                  <a:gd name="T12" fmla="*/ 923 w 954"/>
                  <a:gd name="T13" fmla="*/ 298 h 819"/>
                  <a:gd name="T14" fmla="*/ 738 w 954"/>
                  <a:gd name="T15" fmla="*/ 31 h 819"/>
                  <a:gd name="T16" fmla="*/ 31 w 954"/>
                  <a:gd name="T17" fmla="*/ 521 h 819"/>
                  <a:gd name="T18" fmla="*/ 217 w 954"/>
                  <a:gd name="T19" fmla="*/ 788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4" h="819">
                    <a:moveTo>
                      <a:pt x="954" y="304"/>
                    </a:moveTo>
                    <a:lnTo>
                      <a:pt x="212" y="819"/>
                    </a:lnTo>
                    <a:lnTo>
                      <a:pt x="0" y="516"/>
                    </a:lnTo>
                    <a:lnTo>
                      <a:pt x="743" y="0"/>
                    </a:lnTo>
                    <a:lnTo>
                      <a:pt x="954" y="304"/>
                    </a:lnTo>
                    <a:moveTo>
                      <a:pt x="217" y="788"/>
                    </a:moveTo>
                    <a:lnTo>
                      <a:pt x="923" y="298"/>
                    </a:lnTo>
                    <a:lnTo>
                      <a:pt x="738" y="31"/>
                    </a:lnTo>
                    <a:lnTo>
                      <a:pt x="31" y="521"/>
                    </a:lnTo>
                    <a:lnTo>
                      <a:pt x="217" y="78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Freeform 41"/>
              <p:cNvSpPr>
                <a:spLocks/>
              </p:cNvSpPr>
              <p:nvPr/>
            </p:nvSpPr>
            <p:spPr bwMode="auto">
              <a:xfrm>
                <a:off x="4209741" y="3849888"/>
                <a:ext cx="107603" cy="129331"/>
              </a:xfrm>
              <a:custGeom>
                <a:avLst/>
                <a:gdLst>
                  <a:gd name="T0" fmla="*/ 56 w 77"/>
                  <a:gd name="T1" fmla="*/ 0 h 93"/>
                  <a:gd name="T2" fmla="*/ 0 w 77"/>
                  <a:gd name="T3" fmla="*/ 39 h 93"/>
                  <a:gd name="T4" fmla="*/ 37 w 77"/>
                  <a:gd name="T5" fmla="*/ 93 h 93"/>
                  <a:gd name="T6" fmla="*/ 40 w 77"/>
                  <a:gd name="T7" fmla="*/ 91 h 93"/>
                  <a:gd name="T8" fmla="*/ 56 w 77"/>
                  <a:gd name="T9" fmla="*/ 1 h 93"/>
                  <a:gd name="T10" fmla="*/ 56 w 77"/>
                  <a:gd name="T11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93">
                    <a:moveTo>
                      <a:pt x="56" y="0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37" y="93"/>
                      <a:pt x="37" y="93"/>
                      <a:pt x="37" y="93"/>
                    </a:cubicBezTo>
                    <a:cubicBezTo>
                      <a:pt x="38" y="92"/>
                      <a:pt x="39" y="92"/>
                      <a:pt x="40" y="91"/>
                    </a:cubicBezTo>
                    <a:cubicBezTo>
                      <a:pt x="69" y="71"/>
                      <a:pt x="77" y="31"/>
                      <a:pt x="56" y="1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Freeform 42"/>
              <p:cNvSpPr>
                <a:spLocks/>
              </p:cNvSpPr>
              <p:nvPr/>
            </p:nvSpPr>
            <p:spPr bwMode="auto">
              <a:xfrm>
                <a:off x="4363903" y="4094065"/>
                <a:ext cx="128296" cy="106569"/>
              </a:xfrm>
              <a:custGeom>
                <a:avLst/>
                <a:gdLst>
                  <a:gd name="T0" fmla="*/ 0 w 92"/>
                  <a:gd name="T1" fmla="*/ 20 h 76"/>
                  <a:gd name="T2" fmla="*/ 38 w 92"/>
                  <a:gd name="T3" fmla="*/ 76 h 76"/>
                  <a:gd name="T4" fmla="*/ 92 w 92"/>
                  <a:gd name="T5" fmla="*/ 39 h 76"/>
                  <a:gd name="T6" fmla="*/ 91 w 92"/>
                  <a:gd name="T7" fmla="*/ 36 h 76"/>
                  <a:gd name="T8" fmla="*/ 1 w 92"/>
                  <a:gd name="T9" fmla="*/ 20 h 76"/>
                  <a:gd name="T10" fmla="*/ 0 w 92"/>
                  <a:gd name="T11" fmla="*/ 2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2" h="76">
                    <a:moveTo>
                      <a:pt x="0" y="20"/>
                    </a:moveTo>
                    <a:cubicBezTo>
                      <a:pt x="38" y="76"/>
                      <a:pt x="38" y="76"/>
                      <a:pt x="38" y="76"/>
                    </a:cubicBezTo>
                    <a:cubicBezTo>
                      <a:pt x="92" y="39"/>
                      <a:pt x="92" y="39"/>
                      <a:pt x="92" y="39"/>
                    </a:cubicBezTo>
                    <a:cubicBezTo>
                      <a:pt x="92" y="38"/>
                      <a:pt x="91" y="37"/>
                      <a:pt x="91" y="36"/>
                    </a:cubicBezTo>
                    <a:cubicBezTo>
                      <a:pt x="70" y="7"/>
                      <a:pt x="30" y="0"/>
                      <a:pt x="1" y="20"/>
                    </a:cubicBez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Freeform 43"/>
              <p:cNvSpPr>
                <a:spLocks/>
              </p:cNvSpPr>
              <p:nvPr/>
            </p:nvSpPr>
            <p:spPr bwMode="auto">
              <a:xfrm>
                <a:off x="5060220" y="3609850"/>
                <a:ext cx="107603" cy="128296"/>
              </a:xfrm>
              <a:custGeom>
                <a:avLst/>
                <a:gdLst>
                  <a:gd name="T0" fmla="*/ 21 w 77"/>
                  <a:gd name="T1" fmla="*/ 92 h 92"/>
                  <a:gd name="T2" fmla="*/ 77 w 77"/>
                  <a:gd name="T3" fmla="*/ 54 h 92"/>
                  <a:gd name="T4" fmla="*/ 40 w 77"/>
                  <a:gd name="T5" fmla="*/ 0 h 92"/>
                  <a:gd name="T6" fmla="*/ 37 w 77"/>
                  <a:gd name="T7" fmla="*/ 1 h 92"/>
                  <a:gd name="T8" fmla="*/ 21 w 77"/>
                  <a:gd name="T9" fmla="*/ 92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" h="92">
                    <a:moveTo>
                      <a:pt x="21" y="92"/>
                    </a:moveTo>
                    <a:cubicBezTo>
                      <a:pt x="77" y="54"/>
                      <a:pt x="77" y="54"/>
                      <a:pt x="77" y="54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38" y="1"/>
                      <a:pt x="37" y="1"/>
                    </a:cubicBezTo>
                    <a:cubicBezTo>
                      <a:pt x="8" y="22"/>
                      <a:pt x="0" y="62"/>
                      <a:pt x="21" y="92"/>
                    </a:cubicBez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Freeform 44"/>
              <p:cNvSpPr>
                <a:spLocks/>
              </p:cNvSpPr>
              <p:nvPr/>
            </p:nvSpPr>
            <p:spPr bwMode="auto">
              <a:xfrm>
                <a:off x="4886399" y="3388436"/>
                <a:ext cx="128296" cy="106569"/>
              </a:xfrm>
              <a:custGeom>
                <a:avLst/>
                <a:gdLst>
                  <a:gd name="T0" fmla="*/ 92 w 92"/>
                  <a:gd name="T1" fmla="*/ 55 h 76"/>
                  <a:gd name="T2" fmla="*/ 54 w 92"/>
                  <a:gd name="T3" fmla="*/ 0 h 76"/>
                  <a:gd name="T4" fmla="*/ 0 w 92"/>
                  <a:gd name="T5" fmla="*/ 37 h 76"/>
                  <a:gd name="T6" fmla="*/ 1 w 92"/>
                  <a:gd name="T7" fmla="*/ 40 h 76"/>
                  <a:gd name="T8" fmla="*/ 91 w 92"/>
                  <a:gd name="T9" fmla="*/ 56 h 76"/>
                  <a:gd name="T10" fmla="*/ 92 w 92"/>
                  <a:gd name="T11" fmla="*/ 55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2" h="76">
                    <a:moveTo>
                      <a:pt x="92" y="55"/>
                    </a:moveTo>
                    <a:cubicBezTo>
                      <a:pt x="54" y="0"/>
                      <a:pt x="54" y="0"/>
                      <a:pt x="54" y="0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38"/>
                      <a:pt x="1" y="39"/>
                      <a:pt x="1" y="40"/>
                    </a:cubicBezTo>
                    <a:cubicBezTo>
                      <a:pt x="22" y="69"/>
                      <a:pt x="62" y="76"/>
                      <a:pt x="91" y="56"/>
                    </a:cubicBezTo>
                    <a:lnTo>
                      <a:pt x="92" y="55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Freeform 45"/>
              <p:cNvSpPr>
                <a:spLocks/>
              </p:cNvSpPr>
              <p:nvPr/>
            </p:nvSpPr>
            <p:spPr bwMode="auto">
              <a:xfrm>
                <a:off x="2481882" y="3274625"/>
                <a:ext cx="936355" cy="1027404"/>
              </a:xfrm>
              <a:custGeom>
                <a:avLst/>
                <a:gdLst>
                  <a:gd name="T0" fmla="*/ 11 w 671"/>
                  <a:gd name="T1" fmla="*/ 172 h 736"/>
                  <a:gd name="T2" fmla="*/ 7 w 671"/>
                  <a:gd name="T3" fmla="*/ 203 h 736"/>
                  <a:gd name="T4" fmla="*/ 423 w 671"/>
                  <a:gd name="T5" fmla="*/ 725 h 736"/>
                  <a:gd name="T6" fmla="*/ 453 w 671"/>
                  <a:gd name="T7" fmla="*/ 729 h 736"/>
                  <a:gd name="T8" fmla="*/ 660 w 671"/>
                  <a:gd name="T9" fmla="*/ 564 h 736"/>
                  <a:gd name="T10" fmla="*/ 664 w 671"/>
                  <a:gd name="T11" fmla="*/ 533 h 736"/>
                  <a:gd name="T12" fmla="*/ 248 w 671"/>
                  <a:gd name="T13" fmla="*/ 11 h 736"/>
                  <a:gd name="T14" fmla="*/ 217 w 671"/>
                  <a:gd name="T15" fmla="*/ 8 h 736"/>
                  <a:gd name="T16" fmla="*/ 11 w 671"/>
                  <a:gd name="T17" fmla="*/ 172 h 7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71" h="736">
                    <a:moveTo>
                      <a:pt x="11" y="172"/>
                    </a:moveTo>
                    <a:cubicBezTo>
                      <a:pt x="1" y="180"/>
                      <a:pt x="0" y="194"/>
                      <a:pt x="7" y="203"/>
                    </a:cubicBezTo>
                    <a:cubicBezTo>
                      <a:pt x="423" y="725"/>
                      <a:pt x="423" y="725"/>
                      <a:pt x="423" y="725"/>
                    </a:cubicBezTo>
                    <a:cubicBezTo>
                      <a:pt x="430" y="735"/>
                      <a:pt x="444" y="736"/>
                      <a:pt x="453" y="729"/>
                    </a:cubicBezTo>
                    <a:cubicBezTo>
                      <a:pt x="660" y="564"/>
                      <a:pt x="660" y="564"/>
                      <a:pt x="660" y="564"/>
                    </a:cubicBezTo>
                    <a:cubicBezTo>
                      <a:pt x="670" y="557"/>
                      <a:pt x="671" y="543"/>
                      <a:pt x="664" y="533"/>
                    </a:cubicBezTo>
                    <a:cubicBezTo>
                      <a:pt x="248" y="11"/>
                      <a:pt x="248" y="11"/>
                      <a:pt x="248" y="11"/>
                    </a:cubicBezTo>
                    <a:cubicBezTo>
                      <a:pt x="241" y="2"/>
                      <a:pt x="227" y="0"/>
                      <a:pt x="217" y="8"/>
                    </a:cubicBezTo>
                    <a:cubicBezTo>
                      <a:pt x="11" y="172"/>
                      <a:pt x="11" y="172"/>
                      <a:pt x="11" y="172"/>
                    </a:cubicBezTo>
                  </a:path>
                </a:pathLst>
              </a:custGeom>
              <a:solidFill>
                <a:srgbClr val="4E7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Freeform 46"/>
              <p:cNvSpPr>
                <a:spLocks/>
              </p:cNvSpPr>
              <p:nvPr/>
            </p:nvSpPr>
            <p:spPr bwMode="auto">
              <a:xfrm>
                <a:off x="2786068" y="3623301"/>
                <a:ext cx="327983" cy="330052"/>
              </a:xfrm>
              <a:custGeom>
                <a:avLst/>
                <a:gdLst>
                  <a:gd name="T0" fmla="*/ 52 w 235"/>
                  <a:gd name="T1" fmla="*/ 36 h 236"/>
                  <a:gd name="T2" fmla="*/ 36 w 235"/>
                  <a:gd name="T3" fmla="*/ 183 h 236"/>
                  <a:gd name="T4" fmla="*/ 183 w 235"/>
                  <a:gd name="T5" fmla="*/ 200 h 236"/>
                  <a:gd name="T6" fmla="*/ 199 w 235"/>
                  <a:gd name="T7" fmla="*/ 53 h 236"/>
                  <a:gd name="T8" fmla="*/ 52 w 235"/>
                  <a:gd name="T9" fmla="*/ 36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5" h="236">
                    <a:moveTo>
                      <a:pt x="52" y="36"/>
                    </a:moveTo>
                    <a:cubicBezTo>
                      <a:pt x="7" y="72"/>
                      <a:pt x="0" y="138"/>
                      <a:pt x="36" y="183"/>
                    </a:cubicBezTo>
                    <a:cubicBezTo>
                      <a:pt x="72" y="229"/>
                      <a:pt x="137" y="236"/>
                      <a:pt x="183" y="200"/>
                    </a:cubicBezTo>
                    <a:cubicBezTo>
                      <a:pt x="228" y="164"/>
                      <a:pt x="235" y="98"/>
                      <a:pt x="199" y="53"/>
                    </a:cubicBezTo>
                    <a:cubicBezTo>
                      <a:pt x="163" y="8"/>
                      <a:pt x="97" y="0"/>
                      <a:pt x="52" y="36"/>
                    </a:cubicBezTo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Freeform 47"/>
              <p:cNvSpPr>
                <a:spLocks noEditPoints="1"/>
              </p:cNvSpPr>
              <p:nvPr/>
            </p:nvSpPr>
            <p:spPr bwMode="auto">
              <a:xfrm>
                <a:off x="2935057" y="3690553"/>
                <a:ext cx="83807" cy="36213"/>
              </a:xfrm>
              <a:custGeom>
                <a:avLst/>
                <a:gdLst>
                  <a:gd name="T0" fmla="*/ 58 w 60"/>
                  <a:gd name="T1" fmla="*/ 18 h 26"/>
                  <a:gd name="T2" fmla="*/ 50 w 60"/>
                  <a:gd name="T3" fmla="*/ 25 h 26"/>
                  <a:gd name="T4" fmla="*/ 60 w 60"/>
                  <a:gd name="T5" fmla="*/ 26 h 26"/>
                  <a:gd name="T6" fmla="*/ 59 w 60"/>
                  <a:gd name="T7" fmla="*/ 20 h 26"/>
                  <a:gd name="T8" fmla="*/ 58 w 60"/>
                  <a:gd name="T9" fmla="*/ 18 h 26"/>
                  <a:gd name="T10" fmla="*/ 23 w 60"/>
                  <a:gd name="T11" fmla="*/ 0 h 26"/>
                  <a:gd name="T12" fmla="*/ 0 w 60"/>
                  <a:gd name="T13" fmla="*/ 18 h 26"/>
                  <a:gd name="T14" fmla="*/ 33 w 60"/>
                  <a:gd name="T15" fmla="*/ 23 h 26"/>
                  <a:gd name="T16" fmla="*/ 32 w 60"/>
                  <a:gd name="T17" fmla="*/ 22 h 26"/>
                  <a:gd name="T18" fmla="*/ 37 w 60"/>
                  <a:gd name="T19" fmla="*/ 18 h 26"/>
                  <a:gd name="T20" fmla="*/ 23 w 60"/>
                  <a:gd name="T21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0" h="26">
                    <a:moveTo>
                      <a:pt x="58" y="18"/>
                    </a:moveTo>
                    <a:cubicBezTo>
                      <a:pt x="50" y="25"/>
                      <a:pt x="50" y="25"/>
                      <a:pt x="50" y="25"/>
                    </a:cubicBezTo>
                    <a:cubicBezTo>
                      <a:pt x="60" y="26"/>
                      <a:pt x="60" y="26"/>
                      <a:pt x="60" y="26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8" y="18"/>
                      <a:pt x="58" y="18"/>
                      <a:pt x="58" y="18"/>
                    </a:cubicBezTo>
                    <a:moveTo>
                      <a:pt x="23" y="0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2"/>
                      <a:pt x="32" y="22"/>
                      <a:pt x="32" y="22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23" y="0"/>
                      <a:pt x="23" y="0"/>
                      <a:pt x="23" y="0"/>
                    </a:cubicBezTo>
                  </a:path>
                </a:pathLst>
              </a:custGeom>
              <a:solidFill>
                <a:srgbClr val="91A2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Freeform 48"/>
              <p:cNvSpPr>
                <a:spLocks noEditPoints="1"/>
              </p:cNvSpPr>
              <p:nvPr/>
            </p:nvSpPr>
            <p:spPr bwMode="auto">
              <a:xfrm>
                <a:off x="2506713" y="3304630"/>
                <a:ext cx="882553" cy="970498"/>
              </a:xfrm>
              <a:custGeom>
                <a:avLst/>
                <a:gdLst>
                  <a:gd name="T0" fmla="*/ 289 w 853"/>
                  <a:gd name="T1" fmla="*/ 0 h 938"/>
                  <a:gd name="T2" fmla="*/ 853 w 853"/>
                  <a:gd name="T3" fmla="*/ 708 h 938"/>
                  <a:gd name="T4" fmla="*/ 563 w 853"/>
                  <a:gd name="T5" fmla="*/ 938 h 938"/>
                  <a:gd name="T6" fmla="*/ 0 w 853"/>
                  <a:gd name="T7" fmla="*/ 231 h 938"/>
                  <a:gd name="T8" fmla="*/ 289 w 853"/>
                  <a:gd name="T9" fmla="*/ 0 h 938"/>
                  <a:gd name="T10" fmla="*/ 820 w 853"/>
                  <a:gd name="T11" fmla="*/ 705 h 938"/>
                  <a:gd name="T12" fmla="*/ 286 w 853"/>
                  <a:gd name="T13" fmla="*/ 31 h 938"/>
                  <a:gd name="T14" fmla="*/ 31 w 853"/>
                  <a:gd name="T15" fmla="*/ 234 h 938"/>
                  <a:gd name="T16" fmla="*/ 567 w 853"/>
                  <a:gd name="T17" fmla="*/ 907 h 938"/>
                  <a:gd name="T18" fmla="*/ 820 w 853"/>
                  <a:gd name="T19" fmla="*/ 705 h 9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53" h="938">
                    <a:moveTo>
                      <a:pt x="289" y="0"/>
                    </a:moveTo>
                    <a:lnTo>
                      <a:pt x="853" y="708"/>
                    </a:lnTo>
                    <a:lnTo>
                      <a:pt x="563" y="938"/>
                    </a:lnTo>
                    <a:lnTo>
                      <a:pt x="0" y="231"/>
                    </a:lnTo>
                    <a:lnTo>
                      <a:pt x="289" y="0"/>
                    </a:lnTo>
                    <a:close/>
                    <a:moveTo>
                      <a:pt x="820" y="705"/>
                    </a:moveTo>
                    <a:lnTo>
                      <a:pt x="286" y="31"/>
                    </a:lnTo>
                    <a:lnTo>
                      <a:pt x="31" y="234"/>
                    </a:lnTo>
                    <a:lnTo>
                      <a:pt x="567" y="907"/>
                    </a:lnTo>
                    <a:lnTo>
                      <a:pt x="820" y="705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Freeform 49"/>
              <p:cNvSpPr>
                <a:spLocks noEditPoints="1"/>
              </p:cNvSpPr>
              <p:nvPr/>
            </p:nvSpPr>
            <p:spPr bwMode="auto">
              <a:xfrm>
                <a:off x="2506713" y="3304630"/>
                <a:ext cx="882553" cy="970498"/>
              </a:xfrm>
              <a:custGeom>
                <a:avLst/>
                <a:gdLst>
                  <a:gd name="T0" fmla="*/ 289 w 853"/>
                  <a:gd name="T1" fmla="*/ 0 h 938"/>
                  <a:gd name="T2" fmla="*/ 853 w 853"/>
                  <a:gd name="T3" fmla="*/ 708 h 938"/>
                  <a:gd name="T4" fmla="*/ 563 w 853"/>
                  <a:gd name="T5" fmla="*/ 938 h 938"/>
                  <a:gd name="T6" fmla="*/ 0 w 853"/>
                  <a:gd name="T7" fmla="*/ 231 h 938"/>
                  <a:gd name="T8" fmla="*/ 289 w 853"/>
                  <a:gd name="T9" fmla="*/ 0 h 938"/>
                  <a:gd name="T10" fmla="*/ 820 w 853"/>
                  <a:gd name="T11" fmla="*/ 705 h 938"/>
                  <a:gd name="T12" fmla="*/ 286 w 853"/>
                  <a:gd name="T13" fmla="*/ 31 h 938"/>
                  <a:gd name="T14" fmla="*/ 31 w 853"/>
                  <a:gd name="T15" fmla="*/ 234 h 938"/>
                  <a:gd name="T16" fmla="*/ 567 w 853"/>
                  <a:gd name="T17" fmla="*/ 907 h 938"/>
                  <a:gd name="T18" fmla="*/ 820 w 853"/>
                  <a:gd name="T19" fmla="*/ 705 h 9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53" h="938">
                    <a:moveTo>
                      <a:pt x="289" y="0"/>
                    </a:moveTo>
                    <a:lnTo>
                      <a:pt x="853" y="708"/>
                    </a:lnTo>
                    <a:lnTo>
                      <a:pt x="563" y="938"/>
                    </a:lnTo>
                    <a:lnTo>
                      <a:pt x="0" y="231"/>
                    </a:lnTo>
                    <a:lnTo>
                      <a:pt x="289" y="0"/>
                    </a:lnTo>
                    <a:moveTo>
                      <a:pt x="820" y="705"/>
                    </a:moveTo>
                    <a:lnTo>
                      <a:pt x="286" y="31"/>
                    </a:lnTo>
                    <a:lnTo>
                      <a:pt x="31" y="234"/>
                    </a:lnTo>
                    <a:lnTo>
                      <a:pt x="567" y="907"/>
                    </a:lnTo>
                    <a:lnTo>
                      <a:pt x="820" y="705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Freeform 50"/>
              <p:cNvSpPr>
                <a:spLocks/>
              </p:cNvSpPr>
              <p:nvPr/>
            </p:nvSpPr>
            <p:spPr bwMode="auto">
              <a:xfrm>
                <a:off x="3270282" y="3958526"/>
                <a:ext cx="104500" cy="131400"/>
              </a:xfrm>
              <a:custGeom>
                <a:avLst/>
                <a:gdLst>
                  <a:gd name="T0" fmla="*/ 33 w 75"/>
                  <a:gd name="T1" fmla="*/ 0 h 94"/>
                  <a:gd name="T2" fmla="*/ 75 w 75"/>
                  <a:gd name="T3" fmla="*/ 53 h 94"/>
                  <a:gd name="T4" fmla="*/ 24 w 75"/>
                  <a:gd name="T5" fmla="*/ 94 h 94"/>
                  <a:gd name="T6" fmla="*/ 22 w 75"/>
                  <a:gd name="T7" fmla="*/ 91 h 94"/>
                  <a:gd name="T8" fmla="*/ 32 w 75"/>
                  <a:gd name="T9" fmla="*/ 1 h 94"/>
                  <a:gd name="T10" fmla="*/ 33 w 75"/>
                  <a:gd name="T11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33" y="0"/>
                    </a:moveTo>
                    <a:cubicBezTo>
                      <a:pt x="75" y="53"/>
                      <a:pt x="75" y="53"/>
                      <a:pt x="75" y="53"/>
                    </a:cubicBezTo>
                    <a:cubicBezTo>
                      <a:pt x="24" y="94"/>
                      <a:pt x="24" y="94"/>
                      <a:pt x="24" y="94"/>
                    </a:cubicBezTo>
                    <a:cubicBezTo>
                      <a:pt x="23" y="93"/>
                      <a:pt x="23" y="92"/>
                      <a:pt x="22" y="91"/>
                    </a:cubicBezTo>
                    <a:cubicBezTo>
                      <a:pt x="0" y="63"/>
                      <a:pt x="4" y="23"/>
                      <a:pt x="32" y="1"/>
                    </a:cubicBez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Freeform 51"/>
              <p:cNvSpPr>
                <a:spLocks/>
              </p:cNvSpPr>
              <p:nvPr/>
            </p:nvSpPr>
            <p:spPr bwMode="auto">
              <a:xfrm>
                <a:off x="3034383" y="4150970"/>
                <a:ext cx="131400" cy="105534"/>
              </a:xfrm>
              <a:custGeom>
                <a:avLst/>
                <a:gdLst>
                  <a:gd name="T0" fmla="*/ 94 w 94"/>
                  <a:gd name="T1" fmla="*/ 33 h 75"/>
                  <a:gd name="T2" fmla="*/ 41 w 94"/>
                  <a:gd name="T3" fmla="*/ 75 h 75"/>
                  <a:gd name="T4" fmla="*/ 0 w 94"/>
                  <a:gd name="T5" fmla="*/ 24 h 75"/>
                  <a:gd name="T6" fmla="*/ 3 w 94"/>
                  <a:gd name="T7" fmla="*/ 22 h 75"/>
                  <a:gd name="T8" fmla="*/ 94 w 94"/>
                  <a:gd name="T9" fmla="*/ 32 h 75"/>
                  <a:gd name="T10" fmla="*/ 94 w 94"/>
                  <a:gd name="T11" fmla="*/ 3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5">
                    <a:moveTo>
                      <a:pt x="94" y="33"/>
                    </a:moveTo>
                    <a:cubicBezTo>
                      <a:pt x="41" y="75"/>
                      <a:pt x="41" y="75"/>
                      <a:pt x="41" y="75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3"/>
                      <a:pt x="2" y="23"/>
                      <a:pt x="3" y="22"/>
                    </a:cubicBezTo>
                    <a:cubicBezTo>
                      <a:pt x="31" y="0"/>
                      <a:pt x="71" y="4"/>
                      <a:pt x="94" y="32"/>
                    </a:cubicBezTo>
                    <a:lnTo>
                      <a:pt x="94" y="33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Freeform 52"/>
              <p:cNvSpPr>
                <a:spLocks/>
              </p:cNvSpPr>
              <p:nvPr/>
            </p:nvSpPr>
            <p:spPr bwMode="auto">
              <a:xfrm>
                <a:off x="2522233" y="3489831"/>
                <a:ext cx="105534" cy="130365"/>
              </a:xfrm>
              <a:custGeom>
                <a:avLst/>
                <a:gdLst>
                  <a:gd name="T0" fmla="*/ 42 w 76"/>
                  <a:gd name="T1" fmla="*/ 94 h 94"/>
                  <a:gd name="T2" fmla="*/ 0 w 76"/>
                  <a:gd name="T3" fmla="*/ 41 h 94"/>
                  <a:gd name="T4" fmla="*/ 51 w 76"/>
                  <a:gd name="T5" fmla="*/ 0 h 94"/>
                  <a:gd name="T6" fmla="*/ 53 w 76"/>
                  <a:gd name="T7" fmla="*/ 2 h 94"/>
                  <a:gd name="T8" fmla="*/ 43 w 76"/>
                  <a:gd name="T9" fmla="*/ 93 h 94"/>
                  <a:gd name="T10" fmla="*/ 42 w 76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6" h="94">
                    <a:moveTo>
                      <a:pt x="42" y="94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2" y="0"/>
                      <a:pt x="53" y="1"/>
                      <a:pt x="53" y="2"/>
                    </a:cubicBezTo>
                    <a:cubicBezTo>
                      <a:pt x="76" y="30"/>
                      <a:pt x="71" y="71"/>
                      <a:pt x="43" y="93"/>
                    </a:cubicBezTo>
                    <a:lnTo>
                      <a:pt x="42" y="94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Freeform 53"/>
              <p:cNvSpPr>
                <a:spLocks/>
              </p:cNvSpPr>
              <p:nvPr/>
            </p:nvSpPr>
            <p:spPr bwMode="auto">
              <a:xfrm>
                <a:off x="2731231" y="3322219"/>
                <a:ext cx="131400" cy="105534"/>
              </a:xfrm>
              <a:custGeom>
                <a:avLst/>
                <a:gdLst>
                  <a:gd name="T0" fmla="*/ 0 w 94"/>
                  <a:gd name="T1" fmla="*/ 42 h 76"/>
                  <a:gd name="T2" fmla="*/ 53 w 94"/>
                  <a:gd name="T3" fmla="*/ 0 h 76"/>
                  <a:gd name="T4" fmla="*/ 94 w 94"/>
                  <a:gd name="T5" fmla="*/ 51 h 76"/>
                  <a:gd name="T6" fmla="*/ 92 w 94"/>
                  <a:gd name="T7" fmla="*/ 54 h 76"/>
                  <a:gd name="T8" fmla="*/ 1 w 94"/>
                  <a:gd name="T9" fmla="*/ 43 h 76"/>
                  <a:gd name="T10" fmla="*/ 0 w 94"/>
                  <a:gd name="T11" fmla="*/ 42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6">
                    <a:moveTo>
                      <a:pt x="0" y="42"/>
                    </a:moveTo>
                    <a:cubicBezTo>
                      <a:pt x="53" y="0"/>
                      <a:pt x="53" y="0"/>
                      <a:pt x="53" y="0"/>
                    </a:cubicBezTo>
                    <a:cubicBezTo>
                      <a:pt x="94" y="51"/>
                      <a:pt x="94" y="51"/>
                      <a:pt x="94" y="51"/>
                    </a:cubicBezTo>
                    <a:cubicBezTo>
                      <a:pt x="93" y="52"/>
                      <a:pt x="93" y="53"/>
                      <a:pt x="92" y="54"/>
                    </a:cubicBezTo>
                    <a:cubicBezTo>
                      <a:pt x="64" y="76"/>
                      <a:pt x="23" y="71"/>
                      <a:pt x="1" y="43"/>
                    </a:cubicBez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Freeform 54"/>
              <p:cNvSpPr>
                <a:spLocks/>
              </p:cNvSpPr>
              <p:nvPr/>
            </p:nvSpPr>
            <p:spPr bwMode="auto">
              <a:xfrm>
                <a:off x="2426011" y="3979219"/>
                <a:ext cx="1023265" cy="945666"/>
              </a:xfrm>
              <a:custGeom>
                <a:avLst/>
                <a:gdLst>
                  <a:gd name="T0" fmla="*/ 175 w 733"/>
                  <a:gd name="T1" fmla="*/ 666 h 677"/>
                  <a:gd name="T2" fmla="*/ 206 w 733"/>
                  <a:gd name="T3" fmla="*/ 669 h 677"/>
                  <a:gd name="T4" fmla="*/ 722 w 733"/>
                  <a:gd name="T5" fmla="*/ 246 h 677"/>
                  <a:gd name="T6" fmla="*/ 725 w 733"/>
                  <a:gd name="T7" fmla="*/ 215 h 677"/>
                  <a:gd name="T8" fmla="*/ 558 w 733"/>
                  <a:gd name="T9" fmla="*/ 11 h 677"/>
                  <a:gd name="T10" fmla="*/ 527 w 733"/>
                  <a:gd name="T11" fmla="*/ 8 h 677"/>
                  <a:gd name="T12" fmla="*/ 11 w 733"/>
                  <a:gd name="T13" fmla="*/ 431 h 677"/>
                  <a:gd name="T14" fmla="*/ 8 w 733"/>
                  <a:gd name="T15" fmla="*/ 462 h 677"/>
                  <a:gd name="T16" fmla="*/ 175 w 733"/>
                  <a:gd name="T17" fmla="*/ 666 h 6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33" h="677">
                    <a:moveTo>
                      <a:pt x="175" y="666"/>
                    </a:moveTo>
                    <a:cubicBezTo>
                      <a:pt x="183" y="675"/>
                      <a:pt x="197" y="677"/>
                      <a:pt x="206" y="669"/>
                    </a:cubicBezTo>
                    <a:cubicBezTo>
                      <a:pt x="722" y="246"/>
                      <a:pt x="722" y="246"/>
                      <a:pt x="722" y="246"/>
                    </a:cubicBezTo>
                    <a:cubicBezTo>
                      <a:pt x="732" y="239"/>
                      <a:pt x="733" y="225"/>
                      <a:pt x="725" y="215"/>
                    </a:cubicBezTo>
                    <a:cubicBezTo>
                      <a:pt x="558" y="11"/>
                      <a:pt x="558" y="11"/>
                      <a:pt x="558" y="11"/>
                    </a:cubicBezTo>
                    <a:cubicBezTo>
                      <a:pt x="550" y="1"/>
                      <a:pt x="536" y="0"/>
                      <a:pt x="527" y="8"/>
                    </a:cubicBezTo>
                    <a:cubicBezTo>
                      <a:pt x="11" y="431"/>
                      <a:pt x="11" y="431"/>
                      <a:pt x="11" y="431"/>
                    </a:cubicBezTo>
                    <a:cubicBezTo>
                      <a:pt x="1" y="438"/>
                      <a:pt x="0" y="452"/>
                      <a:pt x="8" y="462"/>
                    </a:cubicBezTo>
                    <a:cubicBezTo>
                      <a:pt x="175" y="666"/>
                      <a:pt x="175" y="666"/>
                      <a:pt x="175" y="666"/>
                    </a:cubicBezTo>
                  </a:path>
                </a:pathLst>
              </a:custGeom>
              <a:solidFill>
                <a:srgbClr val="4E7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Freeform 55"/>
              <p:cNvSpPr>
                <a:spLocks/>
              </p:cNvSpPr>
              <p:nvPr/>
            </p:nvSpPr>
            <p:spPr bwMode="auto">
              <a:xfrm>
                <a:off x="2773652" y="4288578"/>
                <a:ext cx="327983" cy="327983"/>
              </a:xfrm>
              <a:custGeom>
                <a:avLst/>
                <a:gdLst>
                  <a:gd name="T0" fmla="*/ 37 w 235"/>
                  <a:gd name="T1" fmla="*/ 184 h 235"/>
                  <a:gd name="T2" fmla="*/ 184 w 235"/>
                  <a:gd name="T3" fmla="*/ 198 h 235"/>
                  <a:gd name="T4" fmla="*/ 198 w 235"/>
                  <a:gd name="T5" fmla="*/ 51 h 235"/>
                  <a:gd name="T6" fmla="*/ 51 w 235"/>
                  <a:gd name="T7" fmla="*/ 36 h 235"/>
                  <a:gd name="T8" fmla="*/ 37 w 235"/>
                  <a:gd name="T9" fmla="*/ 184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5" h="235">
                    <a:moveTo>
                      <a:pt x="37" y="184"/>
                    </a:moveTo>
                    <a:cubicBezTo>
                      <a:pt x="73" y="228"/>
                      <a:pt x="139" y="235"/>
                      <a:pt x="184" y="198"/>
                    </a:cubicBezTo>
                    <a:cubicBezTo>
                      <a:pt x="228" y="162"/>
                      <a:pt x="235" y="96"/>
                      <a:pt x="198" y="51"/>
                    </a:cubicBezTo>
                    <a:cubicBezTo>
                      <a:pt x="162" y="6"/>
                      <a:pt x="96" y="0"/>
                      <a:pt x="51" y="36"/>
                    </a:cubicBezTo>
                    <a:cubicBezTo>
                      <a:pt x="7" y="73"/>
                      <a:pt x="0" y="139"/>
                      <a:pt x="37" y="184"/>
                    </a:cubicBezTo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Freeform 56"/>
              <p:cNvSpPr>
                <a:spLocks noEditPoints="1"/>
              </p:cNvSpPr>
              <p:nvPr/>
            </p:nvSpPr>
            <p:spPr bwMode="auto">
              <a:xfrm>
                <a:off x="2456016" y="4010259"/>
                <a:ext cx="966359" cy="887726"/>
              </a:xfrm>
              <a:custGeom>
                <a:avLst/>
                <a:gdLst>
                  <a:gd name="T0" fmla="*/ 0 w 934"/>
                  <a:gd name="T1" fmla="*/ 572 h 858"/>
                  <a:gd name="T2" fmla="*/ 699 w 934"/>
                  <a:gd name="T3" fmla="*/ 0 h 858"/>
                  <a:gd name="T4" fmla="*/ 934 w 934"/>
                  <a:gd name="T5" fmla="*/ 286 h 858"/>
                  <a:gd name="T6" fmla="*/ 235 w 934"/>
                  <a:gd name="T7" fmla="*/ 858 h 858"/>
                  <a:gd name="T8" fmla="*/ 0 w 934"/>
                  <a:gd name="T9" fmla="*/ 572 h 858"/>
                  <a:gd name="T10" fmla="*/ 697 w 934"/>
                  <a:gd name="T11" fmla="*/ 31 h 858"/>
                  <a:gd name="T12" fmla="*/ 31 w 934"/>
                  <a:gd name="T13" fmla="*/ 576 h 858"/>
                  <a:gd name="T14" fmla="*/ 238 w 934"/>
                  <a:gd name="T15" fmla="*/ 827 h 858"/>
                  <a:gd name="T16" fmla="*/ 902 w 934"/>
                  <a:gd name="T17" fmla="*/ 282 h 858"/>
                  <a:gd name="T18" fmla="*/ 697 w 934"/>
                  <a:gd name="T19" fmla="*/ 31 h 8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4" h="858">
                    <a:moveTo>
                      <a:pt x="0" y="572"/>
                    </a:moveTo>
                    <a:lnTo>
                      <a:pt x="699" y="0"/>
                    </a:lnTo>
                    <a:lnTo>
                      <a:pt x="934" y="286"/>
                    </a:lnTo>
                    <a:lnTo>
                      <a:pt x="235" y="858"/>
                    </a:lnTo>
                    <a:lnTo>
                      <a:pt x="0" y="572"/>
                    </a:lnTo>
                    <a:close/>
                    <a:moveTo>
                      <a:pt x="697" y="31"/>
                    </a:moveTo>
                    <a:lnTo>
                      <a:pt x="31" y="576"/>
                    </a:lnTo>
                    <a:lnTo>
                      <a:pt x="238" y="827"/>
                    </a:lnTo>
                    <a:lnTo>
                      <a:pt x="902" y="282"/>
                    </a:lnTo>
                    <a:lnTo>
                      <a:pt x="697" y="31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Freeform 57"/>
              <p:cNvSpPr>
                <a:spLocks noEditPoints="1"/>
              </p:cNvSpPr>
              <p:nvPr/>
            </p:nvSpPr>
            <p:spPr bwMode="auto">
              <a:xfrm>
                <a:off x="2456016" y="4010259"/>
                <a:ext cx="966359" cy="887726"/>
              </a:xfrm>
              <a:custGeom>
                <a:avLst/>
                <a:gdLst>
                  <a:gd name="T0" fmla="*/ 0 w 934"/>
                  <a:gd name="T1" fmla="*/ 572 h 858"/>
                  <a:gd name="T2" fmla="*/ 699 w 934"/>
                  <a:gd name="T3" fmla="*/ 0 h 858"/>
                  <a:gd name="T4" fmla="*/ 934 w 934"/>
                  <a:gd name="T5" fmla="*/ 286 h 858"/>
                  <a:gd name="T6" fmla="*/ 235 w 934"/>
                  <a:gd name="T7" fmla="*/ 858 h 858"/>
                  <a:gd name="T8" fmla="*/ 0 w 934"/>
                  <a:gd name="T9" fmla="*/ 572 h 858"/>
                  <a:gd name="T10" fmla="*/ 697 w 934"/>
                  <a:gd name="T11" fmla="*/ 31 h 858"/>
                  <a:gd name="T12" fmla="*/ 31 w 934"/>
                  <a:gd name="T13" fmla="*/ 576 h 858"/>
                  <a:gd name="T14" fmla="*/ 238 w 934"/>
                  <a:gd name="T15" fmla="*/ 827 h 858"/>
                  <a:gd name="T16" fmla="*/ 902 w 934"/>
                  <a:gd name="T17" fmla="*/ 282 h 858"/>
                  <a:gd name="T18" fmla="*/ 697 w 934"/>
                  <a:gd name="T19" fmla="*/ 31 h 8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4" h="858">
                    <a:moveTo>
                      <a:pt x="0" y="572"/>
                    </a:moveTo>
                    <a:lnTo>
                      <a:pt x="699" y="0"/>
                    </a:lnTo>
                    <a:lnTo>
                      <a:pt x="934" y="286"/>
                    </a:lnTo>
                    <a:lnTo>
                      <a:pt x="235" y="858"/>
                    </a:lnTo>
                    <a:lnTo>
                      <a:pt x="0" y="572"/>
                    </a:lnTo>
                    <a:moveTo>
                      <a:pt x="697" y="31"/>
                    </a:moveTo>
                    <a:lnTo>
                      <a:pt x="31" y="576"/>
                    </a:lnTo>
                    <a:lnTo>
                      <a:pt x="238" y="827"/>
                    </a:lnTo>
                    <a:lnTo>
                      <a:pt x="902" y="282"/>
                    </a:lnTo>
                    <a:lnTo>
                      <a:pt x="697" y="3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Freeform 58"/>
              <p:cNvSpPr>
                <a:spLocks/>
              </p:cNvSpPr>
              <p:nvPr/>
            </p:nvSpPr>
            <p:spPr bwMode="auto">
              <a:xfrm>
                <a:off x="3101635" y="4022674"/>
                <a:ext cx="131400" cy="104500"/>
              </a:xfrm>
              <a:custGeom>
                <a:avLst/>
                <a:gdLst>
                  <a:gd name="T0" fmla="*/ 0 w 94"/>
                  <a:gd name="T1" fmla="*/ 43 h 75"/>
                  <a:gd name="T2" fmla="*/ 53 w 94"/>
                  <a:gd name="T3" fmla="*/ 0 h 75"/>
                  <a:gd name="T4" fmla="*/ 94 w 94"/>
                  <a:gd name="T5" fmla="*/ 51 h 75"/>
                  <a:gd name="T6" fmla="*/ 92 w 94"/>
                  <a:gd name="T7" fmla="*/ 53 h 75"/>
                  <a:gd name="T8" fmla="*/ 1 w 94"/>
                  <a:gd name="T9" fmla="*/ 44 h 75"/>
                  <a:gd name="T10" fmla="*/ 0 w 94"/>
                  <a:gd name="T11" fmla="*/ 4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5">
                    <a:moveTo>
                      <a:pt x="0" y="43"/>
                    </a:moveTo>
                    <a:cubicBezTo>
                      <a:pt x="53" y="0"/>
                      <a:pt x="53" y="0"/>
                      <a:pt x="53" y="0"/>
                    </a:cubicBezTo>
                    <a:cubicBezTo>
                      <a:pt x="94" y="51"/>
                      <a:pt x="94" y="51"/>
                      <a:pt x="94" y="51"/>
                    </a:cubicBezTo>
                    <a:cubicBezTo>
                      <a:pt x="94" y="51"/>
                      <a:pt x="93" y="52"/>
                      <a:pt x="92" y="53"/>
                    </a:cubicBezTo>
                    <a:cubicBezTo>
                      <a:pt x="64" y="75"/>
                      <a:pt x="24" y="71"/>
                      <a:pt x="1" y="44"/>
                    </a:cubicBez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Freeform 59"/>
              <p:cNvSpPr>
                <a:spLocks/>
              </p:cNvSpPr>
              <p:nvPr/>
            </p:nvSpPr>
            <p:spPr bwMode="auto">
              <a:xfrm>
                <a:off x="3298217" y="4229604"/>
                <a:ext cx="104500" cy="131400"/>
              </a:xfrm>
              <a:custGeom>
                <a:avLst/>
                <a:gdLst>
                  <a:gd name="T0" fmla="*/ 32 w 75"/>
                  <a:gd name="T1" fmla="*/ 0 h 94"/>
                  <a:gd name="T2" fmla="*/ 75 w 75"/>
                  <a:gd name="T3" fmla="*/ 53 h 94"/>
                  <a:gd name="T4" fmla="*/ 24 w 75"/>
                  <a:gd name="T5" fmla="*/ 94 h 94"/>
                  <a:gd name="T6" fmla="*/ 22 w 75"/>
                  <a:gd name="T7" fmla="*/ 92 h 94"/>
                  <a:gd name="T8" fmla="*/ 31 w 75"/>
                  <a:gd name="T9" fmla="*/ 1 h 94"/>
                  <a:gd name="T10" fmla="*/ 32 w 75"/>
                  <a:gd name="T11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32" y="0"/>
                    </a:moveTo>
                    <a:cubicBezTo>
                      <a:pt x="75" y="53"/>
                      <a:pt x="75" y="53"/>
                      <a:pt x="75" y="53"/>
                    </a:cubicBezTo>
                    <a:cubicBezTo>
                      <a:pt x="24" y="94"/>
                      <a:pt x="24" y="94"/>
                      <a:pt x="24" y="94"/>
                    </a:cubicBezTo>
                    <a:cubicBezTo>
                      <a:pt x="24" y="94"/>
                      <a:pt x="23" y="93"/>
                      <a:pt x="22" y="92"/>
                    </a:cubicBezTo>
                    <a:cubicBezTo>
                      <a:pt x="0" y="64"/>
                      <a:pt x="4" y="24"/>
                      <a:pt x="31" y="1"/>
                    </a:cubicBezTo>
                    <a:cubicBezTo>
                      <a:pt x="32" y="0"/>
                      <a:pt x="32" y="0"/>
                      <a:pt x="32" y="0"/>
                    </a:cubicBezTo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Freeform 60"/>
              <p:cNvSpPr>
                <a:spLocks/>
              </p:cNvSpPr>
              <p:nvPr/>
            </p:nvSpPr>
            <p:spPr bwMode="auto">
              <a:xfrm>
                <a:off x="2643287" y="4777966"/>
                <a:ext cx="131400" cy="104500"/>
              </a:xfrm>
              <a:custGeom>
                <a:avLst/>
                <a:gdLst>
                  <a:gd name="T0" fmla="*/ 94 w 94"/>
                  <a:gd name="T1" fmla="*/ 32 h 75"/>
                  <a:gd name="T2" fmla="*/ 41 w 94"/>
                  <a:gd name="T3" fmla="*/ 75 h 75"/>
                  <a:gd name="T4" fmla="*/ 0 w 94"/>
                  <a:gd name="T5" fmla="*/ 24 h 75"/>
                  <a:gd name="T6" fmla="*/ 2 w 94"/>
                  <a:gd name="T7" fmla="*/ 22 h 75"/>
                  <a:gd name="T8" fmla="*/ 93 w 94"/>
                  <a:gd name="T9" fmla="*/ 31 h 75"/>
                  <a:gd name="T10" fmla="*/ 94 w 94"/>
                  <a:gd name="T11" fmla="*/ 3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5">
                    <a:moveTo>
                      <a:pt x="94" y="32"/>
                    </a:moveTo>
                    <a:cubicBezTo>
                      <a:pt x="41" y="75"/>
                      <a:pt x="41" y="75"/>
                      <a:pt x="41" y="75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ubicBezTo>
                      <a:pt x="30" y="0"/>
                      <a:pt x="70" y="4"/>
                      <a:pt x="93" y="31"/>
                    </a:cubicBezTo>
                    <a:lnTo>
                      <a:pt x="94" y="32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Freeform 61"/>
              <p:cNvSpPr>
                <a:spLocks/>
              </p:cNvSpPr>
              <p:nvPr/>
            </p:nvSpPr>
            <p:spPr bwMode="auto">
              <a:xfrm>
                <a:off x="2473605" y="4545170"/>
                <a:ext cx="104500" cy="131400"/>
              </a:xfrm>
              <a:custGeom>
                <a:avLst/>
                <a:gdLst>
                  <a:gd name="T0" fmla="*/ 43 w 75"/>
                  <a:gd name="T1" fmla="*/ 94 h 94"/>
                  <a:gd name="T2" fmla="*/ 0 w 75"/>
                  <a:gd name="T3" fmla="*/ 41 h 94"/>
                  <a:gd name="T4" fmla="*/ 51 w 75"/>
                  <a:gd name="T5" fmla="*/ 0 h 94"/>
                  <a:gd name="T6" fmla="*/ 53 w 75"/>
                  <a:gd name="T7" fmla="*/ 2 h 94"/>
                  <a:gd name="T8" fmla="*/ 44 w 75"/>
                  <a:gd name="T9" fmla="*/ 93 h 94"/>
                  <a:gd name="T10" fmla="*/ 43 w 75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43" y="94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1" y="0"/>
                      <a:pt x="52" y="1"/>
                      <a:pt x="53" y="2"/>
                    </a:cubicBezTo>
                    <a:cubicBezTo>
                      <a:pt x="75" y="30"/>
                      <a:pt x="71" y="70"/>
                      <a:pt x="44" y="93"/>
                    </a:cubicBezTo>
                    <a:lnTo>
                      <a:pt x="43" y="94"/>
                    </a:ln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Freeform 62"/>
              <p:cNvSpPr>
                <a:spLocks/>
              </p:cNvSpPr>
              <p:nvPr/>
            </p:nvSpPr>
            <p:spPr bwMode="auto">
              <a:xfrm>
                <a:off x="4255265" y="3698830"/>
                <a:ext cx="1039820" cy="561813"/>
              </a:xfrm>
              <a:custGeom>
                <a:avLst/>
                <a:gdLst>
                  <a:gd name="T0" fmla="*/ 743 w 745"/>
                  <a:gd name="T1" fmla="*/ 282 h 402"/>
                  <a:gd name="T2" fmla="*/ 724 w 745"/>
                  <a:gd name="T3" fmla="*/ 307 h 402"/>
                  <a:gd name="T4" fmla="*/ 64 w 745"/>
                  <a:gd name="T5" fmla="*/ 400 h 402"/>
                  <a:gd name="T6" fmla="*/ 39 w 745"/>
                  <a:gd name="T7" fmla="*/ 382 h 402"/>
                  <a:gd name="T8" fmla="*/ 2 w 745"/>
                  <a:gd name="T9" fmla="*/ 120 h 402"/>
                  <a:gd name="T10" fmla="*/ 21 w 745"/>
                  <a:gd name="T11" fmla="*/ 95 h 402"/>
                  <a:gd name="T12" fmla="*/ 681 w 745"/>
                  <a:gd name="T13" fmla="*/ 1 h 402"/>
                  <a:gd name="T14" fmla="*/ 706 w 745"/>
                  <a:gd name="T15" fmla="*/ 20 h 402"/>
                  <a:gd name="T16" fmla="*/ 743 w 745"/>
                  <a:gd name="T17" fmla="*/ 282 h 4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5" h="402">
                    <a:moveTo>
                      <a:pt x="743" y="282"/>
                    </a:moveTo>
                    <a:cubicBezTo>
                      <a:pt x="745" y="294"/>
                      <a:pt x="736" y="305"/>
                      <a:pt x="724" y="307"/>
                    </a:cubicBezTo>
                    <a:cubicBezTo>
                      <a:pt x="64" y="400"/>
                      <a:pt x="64" y="400"/>
                      <a:pt x="64" y="400"/>
                    </a:cubicBezTo>
                    <a:cubicBezTo>
                      <a:pt x="52" y="402"/>
                      <a:pt x="41" y="394"/>
                      <a:pt x="39" y="382"/>
                    </a:cubicBezTo>
                    <a:cubicBezTo>
                      <a:pt x="2" y="120"/>
                      <a:pt x="2" y="120"/>
                      <a:pt x="2" y="120"/>
                    </a:cubicBezTo>
                    <a:cubicBezTo>
                      <a:pt x="0" y="108"/>
                      <a:pt x="9" y="97"/>
                      <a:pt x="21" y="95"/>
                    </a:cubicBezTo>
                    <a:cubicBezTo>
                      <a:pt x="681" y="1"/>
                      <a:pt x="681" y="1"/>
                      <a:pt x="681" y="1"/>
                    </a:cubicBezTo>
                    <a:cubicBezTo>
                      <a:pt x="693" y="0"/>
                      <a:pt x="704" y="8"/>
                      <a:pt x="706" y="20"/>
                    </a:cubicBezTo>
                    <a:cubicBezTo>
                      <a:pt x="743" y="282"/>
                      <a:pt x="743" y="282"/>
                      <a:pt x="743" y="282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Freeform 63"/>
              <p:cNvSpPr>
                <a:spLocks/>
              </p:cNvSpPr>
              <p:nvPr/>
            </p:nvSpPr>
            <p:spPr bwMode="auto">
              <a:xfrm>
                <a:off x="4619461" y="3822987"/>
                <a:ext cx="311429" cy="312463"/>
              </a:xfrm>
              <a:custGeom>
                <a:avLst/>
                <a:gdLst>
                  <a:gd name="T0" fmla="*/ 215 w 223"/>
                  <a:gd name="T1" fmla="*/ 97 h 224"/>
                  <a:gd name="T2" fmla="*/ 126 w 223"/>
                  <a:gd name="T3" fmla="*/ 215 h 224"/>
                  <a:gd name="T4" fmla="*/ 8 w 223"/>
                  <a:gd name="T5" fmla="*/ 127 h 224"/>
                  <a:gd name="T6" fmla="*/ 97 w 223"/>
                  <a:gd name="T7" fmla="*/ 8 h 224"/>
                  <a:gd name="T8" fmla="*/ 215 w 223"/>
                  <a:gd name="T9" fmla="*/ 97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3" h="224">
                    <a:moveTo>
                      <a:pt x="215" y="97"/>
                    </a:moveTo>
                    <a:cubicBezTo>
                      <a:pt x="223" y="154"/>
                      <a:pt x="183" y="207"/>
                      <a:pt x="126" y="215"/>
                    </a:cubicBezTo>
                    <a:cubicBezTo>
                      <a:pt x="69" y="224"/>
                      <a:pt x="16" y="184"/>
                      <a:pt x="8" y="127"/>
                    </a:cubicBezTo>
                    <a:cubicBezTo>
                      <a:pt x="0" y="69"/>
                      <a:pt x="40" y="16"/>
                      <a:pt x="97" y="8"/>
                    </a:cubicBezTo>
                    <a:cubicBezTo>
                      <a:pt x="154" y="0"/>
                      <a:pt x="207" y="40"/>
                      <a:pt x="215" y="97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Freeform 64"/>
              <p:cNvSpPr>
                <a:spLocks noEditPoints="1"/>
              </p:cNvSpPr>
              <p:nvPr/>
            </p:nvSpPr>
            <p:spPr bwMode="auto">
              <a:xfrm>
                <a:off x="4828459" y="3897482"/>
                <a:ext cx="20693" cy="139678"/>
              </a:xfrm>
              <a:custGeom>
                <a:avLst/>
                <a:gdLst>
                  <a:gd name="T0" fmla="*/ 0 w 15"/>
                  <a:gd name="T1" fmla="*/ 49 h 100"/>
                  <a:gd name="T2" fmla="*/ 0 w 15"/>
                  <a:gd name="T3" fmla="*/ 100 h 100"/>
                  <a:gd name="T4" fmla="*/ 6 w 15"/>
                  <a:gd name="T5" fmla="*/ 96 h 100"/>
                  <a:gd name="T6" fmla="*/ 13 w 15"/>
                  <a:gd name="T7" fmla="*/ 85 h 100"/>
                  <a:gd name="T8" fmla="*/ 14 w 15"/>
                  <a:gd name="T9" fmla="*/ 72 h 100"/>
                  <a:gd name="T10" fmla="*/ 8 w 15"/>
                  <a:gd name="T11" fmla="*/ 55 h 100"/>
                  <a:gd name="T12" fmla="*/ 0 w 15"/>
                  <a:gd name="T13" fmla="*/ 49 h 100"/>
                  <a:gd name="T14" fmla="*/ 1 w 15"/>
                  <a:gd name="T15" fmla="*/ 0 h 100"/>
                  <a:gd name="T16" fmla="*/ 0 w 15"/>
                  <a:gd name="T17" fmla="*/ 0 h 100"/>
                  <a:gd name="T18" fmla="*/ 0 w 15"/>
                  <a:gd name="T19" fmla="*/ 37 h 100"/>
                  <a:gd name="T20" fmla="*/ 6 w 15"/>
                  <a:gd name="T21" fmla="*/ 36 h 100"/>
                  <a:gd name="T22" fmla="*/ 1 w 15"/>
                  <a:gd name="T23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" h="100">
                    <a:moveTo>
                      <a:pt x="0" y="49"/>
                    </a:moveTo>
                    <a:cubicBezTo>
                      <a:pt x="0" y="100"/>
                      <a:pt x="0" y="100"/>
                      <a:pt x="0" y="100"/>
                    </a:cubicBezTo>
                    <a:cubicBezTo>
                      <a:pt x="2" y="99"/>
                      <a:pt x="4" y="97"/>
                      <a:pt x="6" y="96"/>
                    </a:cubicBezTo>
                    <a:cubicBezTo>
                      <a:pt x="9" y="93"/>
                      <a:pt x="11" y="89"/>
                      <a:pt x="13" y="85"/>
                    </a:cubicBezTo>
                    <a:cubicBezTo>
                      <a:pt x="15" y="81"/>
                      <a:pt x="15" y="77"/>
                      <a:pt x="14" y="72"/>
                    </a:cubicBezTo>
                    <a:cubicBezTo>
                      <a:pt x="13" y="65"/>
                      <a:pt x="11" y="59"/>
                      <a:pt x="8" y="55"/>
                    </a:cubicBezTo>
                    <a:cubicBezTo>
                      <a:pt x="5" y="53"/>
                      <a:pt x="3" y="51"/>
                      <a:pt x="0" y="49"/>
                    </a:cubicBezTo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9E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Freeform 65"/>
              <p:cNvSpPr>
                <a:spLocks noEditPoints="1"/>
              </p:cNvSpPr>
              <p:nvPr/>
            </p:nvSpPr>
            <p:spPr bwMode="auto">
              <a:xfrm>
                <a:off x="4285270" y="3726766"/>
                <a:ext cx="980844" cy="511115"/>
              </a:xfrm>
              <a:custGeom>
                <a:avLst/>
                <a:gdLst>
                  <a:gd name="T0" fmla="*/ 948 w 948"/>
                  <a:gd name="T1" fmla="*/ 367 h 494"/>
                  <a:gd name="T2" fmla="*/ 52 w 948"/>
                  <a:gd name="T3" fmla="*/ 494 h 494"/>
                  <a:gd name="T4" fmla="*/ 0 w 948"/>
                  <a:gd name="T5" fmla="*/ 127 h 494"/>
                  <a:gd name="T6" fmla="*/ 895 w 948"/>
                  <a:gd name="T7" fmla="*/ 0 h 494"/>
                  <a:gd name="T8" fmla="*/ 948 w 948"/>
                  <a:gd name="T9" fmla="*/ 367 h 494"/>
                  <a:gd name="T10" fmla="*/ 70 w 948"/>
                  <a:gd name="T11" fmla="*/ 468 h 494"/>
                  <a:gd name="T12" fmla="*/ 922 w 948"/>
                  <a:gd name="T13" fmla="*/ 348 h 494"/>
                  <a:gd name="T14" fmla="*/ 876 w 948"/>
                  <a:gd name="T15" fmla="*/ 26 h 494"/>
                  <a:gd name="T16" fmla="*/ 26 w 948"/>
                  <a:gd name="T17" fmla="*/ 146 h 494"/>
                  <a:gd name="T18" fmla="*/ 70 w 948"/>
                  <a:gd name="T19" fmla="*/ 468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48" h="494">
                    <a:moveTo>
                      <a:pt x="948" y="367"/>
                    </a:moveTo>
                    <a:lnTo>
                      <a:pt x="52" y="494"/>
                    </a:lnTo>
                    <a:lnTo>
                      <a:pt x="0" y="127"/>
                    </a:lnTo>
                    <a:lnTo>
                      <a:pt x="895" y="0"/>
                    </a:lnTo>
                    <a:lnTo>
                      <a:pt x="948" y="367"/>
                    </a:lnTo>
                    <a:close/>
                    <a:moveTo>
                      <a:pt x="70" y="468"/>
                    </a:moveTo>
                    <a:lnTo>
                      <a:pt x="922" y="348"/>
                    </a:lnTo>
                    <a:lnTo>
                      <a:pt x="876" y="26"/>
                    </a:lnTo>
                    <a:lnTo>
                      <a:pt x="26" y="146"/>
                    </a:lnTo>
                    <a:lnTo>
                      <a:pt x="70" y="468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Freeform 66"/>
              <p:cNvSpPr>
                <a:spLocks/>
              </p:cNvSpPr>
              <p:nvPr/>
            </p:nvSpPr>
            <p:spPr bwMode="auto">
              <a:xfrm>
                <a:off x="4297686" y="3850923"/>
                <a:ext cx="101395" cy="103465"/>
              </a:xfrm>
              <a:custGeom>
                <a:avLst/>
                <a:gdLst>
                  <a:gd name="T0" fmla="*/ 67 w 72"/>
                  <a:gd name="T1" fmla="*/ 0 h 74"/>
                  <a:gd name="T2" fmla="*/ 0 w 72"/>
                  <a:gd name="T3" fmla="*/ 9 h 74"/>
                  <a:gd name="T4" fmla="*/ 9 w 72"/>
                  <a:gd name="T5" fmla="*/ 74 h 74"/>
                  <a:gd name="T6" fmla="*/ 12 w 72"/>
                  <a:gd name="T7" fmla="*/ 74 h 74"/>
                  <a:gd name="T8" fmla="*/ 67 w 72"/>
                  <a:gd name="T9" fmla="*/ 1 h 74"/>
                  <a:gd name="T10" fmla="*/ 67 w 72"/>
                  <a:gd name="T11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74">
                    <a:moveTo>
                      <a:pt x="67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9" y="74"/>
                      <a:pt x="9" y="74"/>
                      <a:pt x="9" y="74"/>
                    </a:cubicBezTo>
                    <a:cubicBezTo>
                      <a:pt x="10" y="74"/>
                      <a:pt x="11" y="74"/>
                      <a:pt x="12" y="74"/>
                    </a:cubicBezTo>
                    <a:cubicBezTo>
                      <a:pt x="47" y="69"/>
                      <a:pt x="72" y="36"/>
                      <a:pt x="67" y="1"/>
                    </a:cubicBez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Freeform 67"/>
              <p:cNvSpPr>
                <a:spLocks/>
              </p:cNvSpPr>
              <p:nvPr/>
            </p:nvSpPr>
            <p:spPr bwMode="auto">
              <a:xfrm>
                <a:off x="4337002" y="4120965"/>
                <a:ext cx="103465" cy="100361"/>
              </a:xfrm>
              <a:custGeom>
                <a:avLst/>
                <a:gdLst>
                  <a:gd name="T0" fmla="*/ 0 w 74"/>
                  <a:gd name="T1" fmla="*/ 5 h 72"/>
                  <a:gd name="T2" fmla="*/ 9 w 74"/>
                  <a:gd name="T3" fmla="*/ 72 h 72"/>
                  <a:gd name="T4" fmla="*/ 74 w 74"/>
                  <a:gd name="T5" fmla="*/ 63 h 72"/>
                  <a:gd name="T6" fmla="*/ 74 w 74"/>
                  <a:gd name="T7" fmla="*/ 60 h 72"/>
                  <a:gd name="T8" fmla="*/ 1 w 74"/>
                  <a:gd name="T9" fmla="*/ 5 h 72"/>
                  <a:gd name="T10" fmla="*/ 0 w 74"/>
                  <a:gd name="T11" fmla="*/ 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72">
                    <a:moveTo>
                      <a:pt x="0" y="5"/>
                    </a:moveTo>
                    <a:cubicBezTo>
                      <a:pt x="9" y="72"/>
                      <a:pt x="9" y="72"/>
                      <a:pt x="9" y="72"/>
                    </a:cubicBezTo>
                    <a:cubicBezTo>
                      <a:pt x="74" y="63"/>
                      <a:pt x="74" y="63"/>
                      <a:pt x="74" y="63"/>
                    </a:cubicBezTo>
                    <a:cubicBezTo>
                      <a:pt x="74" y="62"/>
                      <a:pt x="74" y="61"/>
                      <a:pt x="74" y="60"/>
                    </a:cubicBezTo>
                    <a:cubicBezTo>
                      <a:pt x="69" y="25"/>
                      <a:pt x="36" y="0"/>
                      <a:pt x="1" y="5"/>
                    </a:cubicBez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Freeform 68"/>
              <p:cNvSpPr>
                <a:spLocks/>
              </p:cNvSpPr>
              <p:nvPr/>
            </p:nvSpPr>
            <p:spPr bwMode="auto">
              <a:xfrm>
                <a:off x="5151269" y="4006120"/>
                <a:ext cx="100361" cy="104500"/>
              </a:xfrm>
              <a:custGeom>
                <a:avLst/>
                <a:gdLst>
                  <a:gd name="T0" fmla="*/ 5 w 72"/>
                  <a:gd name="T1" fmla="*/ 75 h 75"/>
                  <a:gd name="T2" fmla="*/ 72 w 72"/>
                  <a:gd name="T3" fmla="*/ 65 h 75"/>
                  <a:gd name="T4" fmla="*/ 63 w 72"/>
                  <a:gd name="T5" fmla="*/ 0 h 75"/>
                  <a:gd name="T6" fmla="*/ 60 w 72"/>
                  <a:gd name="T7" fmla="*/ 1 h 75"/>
                  <a:gd name="T8" fmla="*/ 5 w 72"/>
                  <a:gd name="T9" fmla="*/ 74 h 75"/>
                  <a:gd name="T10" fmla="*/ 5 w 72"/>
                  <a:gd name="T11" fmla="*/ 7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75">
                    <a:moveTo>
                      <a:pt x="5" y="75"/>
                    </a:moveTo>
                    <a:cubicBezTo>
                      <a:pt x="72" y="65"/>
                      <a:pt x="72" y="65"/>
                      <a:pt x="72" y="65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62" y="0"/>
                      <a:pt x="61" y="0"/>
                      <a:pt x="60" y="1"/>
                    </a:cubicBezTo>
                    <a:cubicBezTo>
                      <a:pt x="25" y="6"/>
                      <a:pt x="0" y="38"/>
                      <a:pt x="5" y="74"/>
                    </a:cubicBezTo>
                    <a:lnTo>
                      <a:pt x="5" y="75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Freeform 69"/>
              <p:cNvSpPr>
                <a:spLocks/>
              </p:cNvSpPr>
              <p:nvPr/>
            </p:nvSpPr>
            <p:spPr bwMode="auto">
              <a:xfrm>
                <a:off x="5108848" y="3739181"/>
                <a:ext cx="103465" cy="100361"/>
              </a:xfrm>
              <a:custGeom>
                <a:avLst/>
                <a:gdLst>
                  <a:gd name="T0" fmla="*/ 74 w 74"/>
                  <a:gd name="T1" fmla="*/ 67 h 72"/>
                  <a:gd name="T2" fmla="*/ 65 w 74"/>
                  <a:gd name="T3" fmla="*/ 0 h 72"/>
                  <a:gd name="T4" fmla="*/ 0 w 74"/>
                  <a:gd name="T5" fmla="*/ 9 h 72"/>
                  <a:gd name="T6" fmla="*/ 0 w 74"/>
                  <a:gd name="T7" fmla="*/ 12 h 72"/>
                  <a:gd name="T8" fmla="*/ 73 w 74"/>
                  <a:gd name="T9" fmla="*/ 67 h 72"/>
                  <a:gd name="T10" fmla="*/ 74 w 74"/>
                  <a:gd name="T11" fmla="*/ 67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72">
                    <a:moveTo>
                      <a:pt x="74" y="67"/>
                    </a:moveTo>
                    <a:cubicBezTo>
                      <a:pt x="65" y="0"/>
                      <a:pt x="65" y="0"/>
                      <a:pt x="65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0"/>
                      <a:pt x="0" y="11"/>
                      <a:pt x="0" y="12"/>
                    </a:cubicBezTo>
                    <a:cubicBezTo>
                      <a:pt x="5" y="48"/>
                      <a:pt x="38" y="72"/>
                      <a:pt x="73" y="67"/>
                    </a:cubicBezTo>
                    <a:lnTo>
                      <a:pt x="74" y="6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Freeform 70"/>
              <p:cNvSpPr>
                <a:spLocks/>
              </p:cNvSpPr>
              <p:nvPr/>
            </p:nvSpPr>
            <p:spPr bwMode="auto">
              <a:xfrm>
                <a:off x="4360799" y="4075441"/>
                <a:ext cx="1059478" cy="646654"/>
              </a:xfrm>
              <a:custGeom>
                <a:avLst/>
                <a:gdLst>
                  <a:gd name="T0" fmla="*/ 694 w 759"/>
                  <a:gd name="T1" fmla="*/ 444 h 463"/>
                  <a:gd name="T2" fmla="*/ 667 w 759"/>
                  <a:gd name="T3" fmla="*/ 460 h 463"/>
                  <a:gd name="T4" fmla="*/ 19 w 759"/>
                  <a:gd name="T5" fmla="*/ 302 h 463"/>
                  <a:gd name="T6" fmla="*/ 3 w 759"/>
                  <a:gd name="T7" fmla="*/ 276 h 463"/>
                  <a:gd name="T8" fmla="*/ 65 w 759"/>
                  <a:gd name="T9" fmla="*/ 19 h 463"/>
                  <a:gd name="T10" fmla="*/ 92 w 759"/>
                  <a:gd name="T11" fmla="*/ 3 h 463"/>
                  <a:gd name="T12" fmla="*/ 740 w 759"/>
                  <a:gd name="T13" fmla="*/ 161 h 463"/>
                  <a:gd name="T14" fmla="*/ 756 w 759"/>
                  <a:gd name="T15" fmla="*/ 187 h 463"/>
                  <a:gd name="T16" fmla="*/ 694 w 759"/>
                  <a:gd name="T17" fmla="*/ 444 h 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9" h="463">
                    <a:moveTo>
                      <a:pt x="694" y="444"/>
                    </a:moveTo>
                    <a:cubicBezTo>
                      <a:pt x="691" y="456"/>
                      <a:pt x="679" y="463"/>
                      <a:pt x="667" y="460"/>
                    </a:cubicBezTo>
                    <a:cubicBezTo>
                      <a:pt x="19" y="302"/>
                      <a:pt x="19" y="302"/>
                      <a:pt x="19" y="302"/>
                    </a:cubicBezTo>
                    <a:cubicBezTo>
                      <a:pt x="7" y="299"/>
                      <a:pt x="0" y="287"/>
                      <a:pt x="3" y="276"/>
                    </a:cubicBezTo>
                    <a:cubicBezTo>
                      <a:pt x="65" y="19"/>
                      <a:pt x="65" y="19"/>
                      <a:pt x="65" y="19"/>
                    </a:cubicBezTo>
                    <a:cubicBezTo>
                      <a:pt x="68" y="7"/>
                      <a:pt x="80" y="0"/>
                      <a:pt x="92" y="3"/>
                    </a:cubicBezTo>
                    <a:cubicBezTo>
                      <a:pt x="740" y="161"/>
                      <a:pt x="740" y="161"/>
                      <a:pt x="740" y="161"/>
                    </a:cubicBezTo>
                    <a:cubicBezTo>
                      <a:pt x="752" y="163"/>
                      <a:pt x="759" y="175"/>
                      <a:pt x="756" y="187"/>
                    </a:cubicBezTo>
                    <a:cubicBezTo>
                      <a:pt x="694" y="444"/>
                      <a:pt x="694" y="444"/>
                      <a:pt x="694" y="444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Freeform 71"/>
              <p:cNvSpPr>
                <a:spLocks/>
              </p:cNvSpPr>
              <p:nvPr/>
            </p:nvSpPr>
            <p:spPr bwMode="auto">
              <a:xfrm>
                <a:off x="4729133" y="4237881"/>
                <a:ext cx="322810" cy="322810"/>
              </a:xfrm>
              <a:custGeom>
                <a:avLst/>
                <a:gdLst>
                  <a:gd name="T0" fmla="*/ 217 w 231"/>
                  <a:gd name="T1" fmla="*/ 140 h 231"/>
                  <a:gd name="T2" fmla="*/ 91 w 231"/>
                  <a:gd name="T3" fmla="*/ 217 h 231"/>
                  <a:gd name="T4" fmla="*/ 14 w 231"/>
                  <a:gd name="T5" fmla="*/ 91 h 231"/>
                  <a:gd name="T6" fmla="*/ 140 w 231"/>
                  <a:gd name="T7" fmla="*/ 14 h 231"/>
                  <a:gd name="T8" fmla="*/ 217 w 231"/>
                  <a:gd name="T9" fmla="*/ 140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1" h="231">
                    <a:moveTo>
                      <a:pt x="217" y="140"/>
                    </a:moveTo>
                    <a:cubicBezTo>
                      <a:pt x="203" y="196"/>
                      <a:pt x="147" y="231"/>
                      <a:pt x="91" y="217"/>
                    </a:cubicBezTo>
                    <a:cubicBezTo>
                      <a:pt x="35" y="203"/>
                      <a:pt x="0" y="147"/>
                      <a:pt x="14" y="91"/>
                    </a:cubicBezTo>
                    <a:cubicBezTo>
                      <a:pt x="27" y="34"/>
                      <a:pt x="84" y="0"/>
                      <a:pt x="140" y="14"/>
                    </a:cubicBezTo>
                    <a:cubicBezTo>
                      <a:pt x="196" y="27"/>
                      <a:pt x="231" y="84"/>
                      <a:pt x="217" y="140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Freeform 72"/>
              <p:cNvSpPr>
                <a:spLocks/>
              </p:cNvSpPr>
              <p:nvPr/>
            </p:nvSpPr>
            <p:spPr bwMode="auto">
              <a:xfrm>
                <a:off x="4839840" y="4302029"/>
                <a:ext cx="132435" cy="132435"/>
              </a:xfrm>
              <a:custGeom>
                <a:avLst/>
                <a:gdLst>
                  <a:gd name="T0" fmla="*/ 46 w 95"/>
                  <a:gd name="T1" fmla="*/ 0 h 95"/>
                  <a:gd name="T2" fmla="*/ 43 w 95"/>
                  <a:gd name="T3" fmla="*/ 14 h 95"/>
                  <a:gd name="T4" fmla="*/ 30 w 95"/>
                  <a:gd name="T5" fmla="*/ 13 h 95"/>
                  <a:gd name="T6" fmla="*/ 27 w 95"/>
                  <a:gd name="T7" fmla="*/ 13 h 95"/>
                  <a:gd name="T8" fmla="*/ 14 w 95"/>
                  <a:gd name="T9" fmla="*/ 16 h 95"/>
                  <a:gd name="T10" fmla="*/ 3 w 95"/>
                  <a:gd name="T11" fmla="*/ 23 h 95"/>
                  <a:gd name="T12" fmla="*/ 0 w 95"/>
                  <a:gd name="T13" fmla="*/ 28 h 95"/>
                  <a:gd name="T14" fmla="*/ 82 w 95"/>
                  <a:gd name="T15" fmla="*/ 95 h 95"/>
                  <a:gd name="T16" fmla="*/ 81 w 95"/>
                  <a:gd name="T17" fmla="*/ 83 h 95"/>
                  <a:gd name="T18" fmla="*/ 73 w 95"/>
                  <a:gd name="T19" fmla="*/ 71 h 95"/>
                  <a:gd name="T20" fmla="*/ 61 w 95"/>
                  <a:gd name="T21" fmla="*/ 62 h 95"/>
                  <a:gd name="T22" fmla="*/ 49 w 95"/>
                  <a:gd name="T23" fmla="*/ 55 h 95"/>
                  <a:gd name="T24" fmla="*/ 40 w 95"/>
                  <a:gd name="T25" fmla="*/ 49 h 95"/>
                  <a:gd name="T26" fmla="*/ 37 w 95"/>
                  <a:gd name="T27" fmla="*/ 42 h 95"/>
                  <a:gd name="T28" fmla="*/ 41 w 95"/>
                  <a:gd name="T29" fmla="*/ 38 h 95"/>
                  <a:gd name="T30" fmla="*/ 44 w 95"/>
                  <a:gd name="T31" fmla="*/ 38 h 95"/>
                  <a:gd name="T32" fmla="*/ 48 w 95"/>
                  <a:gd name="T33" fmla="*/ 39 h 95"/>
                  <a:gd name="T34" fmla="*/ 54 w 95"/>
                  <a:gd name="T35" fmla="*/ 41 h 95"/>
                  <a:gd name="T36" fmla="*/ 60 w 95"/>
                  <a:gd name="T37" fmla="*/ 46 h 95"/>
                  <a:gd name="T38" fmla="*/ 63 w 95"/>
                  <a:gd name="T39" fmla="*/ 52 h 95"/>
                  <a:gd name="T40" fmla="*/ 64 w 95"/>
                  <a:gd name="T41" fmla="*/ 59 h 95"/>
                  <a:gd name="T42" fmla="*/ 86 w 95"/>
                  <a:gd name="T43" fmla="*/ 65 h 95"/>
                  <a:gd name="T44" fmla="*/ 95 w 95"/>
                  <a:gd name="T45" fmla="*/ 29 h 95"/>
                  <a:gd name="T46" fmla="*/ 73 w 95"/>
                  <a:gd name="T47" fmla="*/ 23 h 95"/>
                  <a:gd name="T48" fmla="*/ 71 w 95"/>
                  <a:gd name="T49" fmla="*/ 30 h 95"/>
                  <a:gd name="T50" fmla="*/ 66 w 95"/>
                  <a:gd name="T51" fmla="*/ 25 h 95"/>
                  <a:gd name="T52" fmla="*/ 59 w 95"/>
                  <a:gd name="T53" fmla="*/ 21 h 95"/>
                  <a:gd name="T54" fmla="*/ 63 w 95"/>
                  <a:gd name="T55" fmla="*/ 4 h 95"/>
                  <a:gd name="T56" fmla="*/ 46 w 95"/>
                  <a:gd name="T57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95" h="95">
                    <a:moveTo>
                      <a:pt x="46" y="0"/>
                    </a:moveTo>
                    <a:cubicBezTo>
                      <a:pt x="43" y="14"/>
                      <a:pt x="43" y="14"/>
                      <a:pt x="43" y="14"/>
                    </a:cubicBezTo>
                    <a:cubicBezTo>
                      <a:pt x="38" y="13"/>
                      <a:pt x="34" y="13"/>
                      <a:pt x="30" y="13"/>
                    </a:cubicBezTo>
                    <a:cubicBezTo>
                      <a:pt x="29" y="13"/>
                      <a:pt x="28" y="13"/>
                      <a:pt x="27" y="13"/>
                    </a:cubicBezTo>
                    <a:cubicBezTo>
                      <a:pt x="22" y="13"/>
                      <a:pt x="18" y="14"/>
                      <a:pt x="14" y="16"/>
                    </a:cubicBezTo>
                    <a:cubicBezTo>
                      <a:pt x="10" y="18"/>
                      <a:pt x="6" y="20"/>
                      <a:pt x="3" y="23"/>
                    </a:cubicBezTo>
                    <a:cubicBezTo>
                      <a:pt x="2" y="25"/>
                      <a:pt x="1" y="26"/>
                      <a:pt x="0" y="28"/>
                    </a:cubicBezTo>
                    <a:cubicBezTo>
                      <a:pt x="82" y="95"/>
                      <a:pt x="82" y="95"/>
                      <a:pt x="82" y="95"/>
                    </a:cubicBezTo>
                    <a:cubicBezTo>
                      <a:pt x="82" y="91"/>
                      <a:pt x="82" y="87"/>
                      <a:pt x="81" y="83"/>
                    </a:cubicBezTo>
                    <a:cubicBezTo>
                      <a:pt x="79" y="78"/>
                      <a:pt x="76" y="74"/>
                      <a:pt x="73" y="71"/>
                    </a:cubicBezTo>
                    <a:cubicBezTo>
                      <a:pt x="70" y="67"/>
                      <a:pt x="66" y="64"/>
                      <a:pt x="61" y="62"/>
                    </a:cubicBezTo>
                    <a:cubicBezTo>
                      <a:pt x="57" y="59"/>
                      <a:pt x="53" y="57"/>
                      <a:pt x="49" y="55"/>
                    </a:cubicBezTo>
                    <a:cubicBezTo>
                      <a:pt x="45" y="53"/>
                      <a:pt x="42" y="51"/>
                      <a:pt x="40" y="49"/>
                    </a:cubicBezTo>
                    <a:cubicBezTo>
                      <a:pt x="37" y="47"/>
                      <a:pt x="36" y="45"/>
                      <a:pt x="37" y="42"/>
                    </a:cubicBezTo>
                    <a:cubicBezTo>
                      <a:pt x="37" y="40"/>
                      <a:pt x="39" y="39"/>
                      <a:pt x="41" y="38"/>
                    </a:cubicBezTo>
                    <a:cubicBezTo>
                      <a:pt x="42" y="38"/>
                      <a:pt x="43" y="38"/>
                      <a:pt x="44" y="38"/>
                    </a:cubicBezTo>
                    <a:cubicBezTo>
                      <a:pt x="45" y="38"/>
                      <a:pt x="47" y="38"/>
                      <a:pt x="48" y="39"/>
                    </a:cubicBezTo>
                    <a:cubicBezTo>
                      <a:pt x="50" y="39"/>
                      <a:pt x="52" y="40"/>
                      <a:pt x="54" y="41"/>
                    </a:cubicBezTo>
                    <a:cubicBezTo>
                      <a:pt x="56" y="43"/>
                      <a:pt x="58" y="44"/>
                      <a:pt x="60" y="46"/>
                    </a:cubicBezTo>
                    <a:cubicBezTo>
                      <a:pt x="61" y="48"/>
                      <a:pt x="62" y="50"/>
                      <a:pt x="63" y="52"/>
                    </a:cubicBezTo>
                    <a:cubicBezTo>
                      <a:pt x="64" y="55"/>
                      <a:pt x="64" y="57"/>
                      <a:pt x="64" y="59"/>
                    </a:cubicBezTo>
                    <a:cubicBezTo>
                      <a:pt x="86" y="65"/>
                      <a:pt x="86" y="65"/>
                      <a:pt x="86" y="65"/>
                    </a:cubicBezTo>
                    <a:cubicBezTo>
                      <a:pt x="95" y="29"/>
                      <a:pt x="95" y="29"/>
                      <a:pt x="95" y="29"/>
                    </a:cubicBezTo>
                    <a:cubicBezTo>
                      <a:pt x="73" y="23"/>
                      <a:pt x="73" y="23"/>
                      <a:pt x="73" y="23"/>
                    </a:cubicBezTo>
                    <a:cubicBezTo>
                      <a:pt x="71" y="30"/>
                      <a:pt x="71" y="30"/>
                      <a:pt x="71" y="30"/>
                    </a:cubicBezTo>
                    <a:cubicBezTo>
                      <a:pt x="70" y="28"/>
                      <a:pt x="68" y="27"/>
                      <a:pt x="66" y="25"/>
                    </a:cubicBezTo>
                    <a:cubicBezTo>
                      <a:pt x="64" y="24"/>
                      <a:pt x="62" y="22"/>
                      <a:pt x="59" y="21"/>
                    </a:cubicBezTo>
                    <a:cubicBezTo>
                      <a:pt x="63" y="4"/>
                      <a:pt x="63" y="4"/>
                      <a:pt x="63" y="4"/>
                    </a:cubicBezTo>
                    <a:cubicBezTo>
                      <a:pt x="46" y="0"/>
                      <a:pt x="46" y="0"/>
                      <a:pt x="46" y="0"/>
                    </a:cubicBezTo>
                  </a:path>
                </a:pathLst>
              </a:custGeom>
              <a:solidFill>
                <a:srgbClr val="9E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" name="Freeform 73"/>
              <p:cNvSpPr>
                <a:spLocks noEditPoints="1"/>
              </p:cNvSpPr>
              <p:nvPr/>
            </p:nvSpPr>
            <p:spPr bwMode="auto">
              <a:xfrm>
                <a:off x="4389769" y="4105446"/>
                <a:ext cx="1000503" cy="592853"/>
              </a:xfrm>
              <a:custGeom>
                <a:avLst/>
                <a:gdLst>
                  <a:gd name="T0" fmla="*/ 879 w 967"/>
                  <a:gd name="T1" fmla="*/ 573 h 573"/>
                  <a:gd name="T2" fmla="*/ 0 w 967"/>
                  <a:gd name="T3" fmla="*/ 359 h 573"/>
                  <a:gd name="T4" fmla="*/ 88 w 967"/>
                  <a:gd name="T5" fmla="*/ 0 h 573"/>
                  <a:gd name="T6" fmla="*/ 967 w 967"/>
                  <a:gd name="T7" fmla="*/ 214 h 573"/>
                  <a:gd name="T8" fmla="*/ 879 w 967"/>
                  <a:gd name="T9" fmla="*/ 573 h 573"/>
                  <a:gd name="T10" fmla="*/ 27 w 967"/>
                  <a:gd name="T11" fmla="*/ 343 h 573"/>
                  <a:gd name="T12" fmla="*/ 863 w 967"/>
                  <a:gd name="T13" fmla="*/ 546 h 573"/>
                  <a:gd name="T14" fmla="*/ 940 w 967"/>
                  <a:gd name="T15" fmla="*/ 231 h 573"/>
                  <a:gd name="T16" fmla="*/ 104 w 967"/>
                  <a:gd name="T17" fmla="*/ 27 h 573"/>
                  <a:gd name="T18" fmla="*/ 27 w 967"/>
                  <a:gd name="T19" fmla="*/ 343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7" h="573">
                    <a:moveTo>
                      <a:pt x="879" y="573"/>
                    </a:moveTo>
                    <a:lnTo>
                      <a:pt x="0" y="359"/>
                    </a:lnTo>
                    <a:lnTo>
                      <a:pt x="88" y="0"/>
                    </a:lnTo>
                    <a:lnTo>
                      <a:pt x="967" y="214"/>
                    </a:lnTo>
                    <a:lnTo>
                      <a:pt x="879" y="573"/>
                    </a:lnTo>
                    <a:close/>
                    <a:moveTo>
                      <a:pt x="27" y="343"/>
                    </a:moveTo>
                    <a:lnTo>
                      <a:pt x="863" y="546"/>
                    </a:lnTo>
                    <a:lnTo>
                      <a:pt x="940" y="231"/>
                    </a:lnTo>
                    <a:lnTo>
                      <a:pt x="104" y="27"/>
                    </a:lnTo>
                    <a:lnTo>
                      <a:pt x="27" y="343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Freeform 74"/>
              <p:cNvSpPr>
                <a:spLocks noEditPoints="1"/>
              </p:cNvSpPr>
              <p:nvPr/>
            </p:nvSpPr>
            <p:spPr bwMode="auto">
              <a:xfrm>
                <a:off x="4389769" y="4105446"/>
                <a:ext cx="1000503" cy="592853"/>
              </a:xfrm>
              <a:custGeom>
                <a:avLst/>
                <a:gdLst>
                  <a:gd name="T0" fmla="*/ 879 w 967"/>
                  <a:gd name="T1" fmla="*/ 573 h 573"/>
                  <a:gd name="T2" fmla="*/ 0 w 967"/>
                  <a:gd name="T3" fmla="*/ 359 h 573"/>
                  <a:gd name="T4" fmla="*/ 88 w 967"/>
                  <a:gd name="T5" fmla="*/ 0 h 573"/>
                  <a:gd name="T6" fmla="*/ 967 w 967"/>
                  <a:gd name="T7" fmla="*/ 214 h 573"/>
                  <a:gd name="T8" fmla="*/ 879 w 967"/>
                  <a:gd name="T9" fmla="*/ 573 h 573"/>
                  <a:gd name="T10" fmla="*/ 27 w 967"/>
                  <a:gd name="T11" fmla="*/ 343 h 573"/>
                  <a:gd name="T12" fmla="*/ 863 w 967"/>
                  <a:gd name="T13" fmla="*/ 546 h 573"/>
                  <a:gd name="T14" fmla="*/ 940 w 967"/>
                  <a:gd name="T15" fmla="*/ 231 h 573"/>
                  <a:gd name="T16" fmla="*/ 104 w 967"/>
                  <a:gd name="T17" fmla="*/ 27 h 573"/>
                  <a:gd name="T18" fmla="*/ 27 w 967"/>
                  <a:gd name="T19" fmla="*/ 343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7" h="573">
                    <a:moveTo>
                      <a:pt x="879" y="573"/>
                    </a:moveTo>
                    <a:lnTo>
                      <a:pt x="0" y="359"/>
                    </a:lnTo>
                    <a:lnTo>
                      <a:pt x="88" y="0"/>
                    </a:lnTo>
                    <a:lnTo>
                      <a:pt x="967" y="214"/>
                    </a:lnTo>
                    <a:lnTo>
                      <a:pt x="879" y="573"/>
                    </a:lnTo>
                    <a:moveTo>
                      <a:pt x="27" y="343"/>
                    </a:moveTo>
                    <a:lnTo>
                      <a:pt x="863" y="546"/>
                    </a:lnTo>
                    <a:lnTo>
                      <a:pt x="940" y="231"/>
                    </a:lnTo>
                    <a:lnTo>
                      <a:pt x="104" y="27"/>
                    </a:lnTo>
                    <a:lnTo>
                      <a:pt x="27" y="343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Freeform 75"/>
              <p:cNvSpPr>
                <a:spLocks/>
              </p:cNvSpPr>
              <p:nvPr/>
            </p:nvSpPr>
            <p:spPr bwMode="auto">
              <a:xfrm>
                <a:off x="4468402" y="4114758"/>
                <a:ext cx="114846" cy="102430"/>
              </a:xfrm>
              <a:custGeom>
                <a:avLst/>
                <a:gdLst>
                  <a:gd name="T0" fmla="*/ 82 w 82"/>
                  <a:gd name="T1" fmla="*/ 16 h 73"/>
                  <a:gd name="T2" fmla="*/ 16 w 82"/>
                  <a:gd name="T3" fmla="*/ 0 h 73"/>
                  <a:gd name="T4" fmla="*/ 0 w 82"/>
                  <a:gd name="T5" fmla="*/ 63 h 73"/>
                  <a:gd name="T6" fmla="*/ 3 w 82"/>
                  <a:gd name="T7" fmla="*/ 64 h 73"/>
                  <a:gd name="T8" fmla="*/ 81 w 82"/>
                  <a:gd name="T9" fmla="*/ 17 h 73"/>
                  <a:gd name="T10" fmla="*/ 82 w 82"/>
                  <a:gd name="T11" fmla="*/ 16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73">
                    <a:moveTo>
                      <a:pt x="82" y="16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1" y="64"/>
                      <a:pt x="2" y="64"/>
                      <a:pt x="3" y="64"/>
                    </a:cubicBezTo>
                    <a:cubicBezTo>
                      <a:pt x="38" y="73"/>
                      <a:pt x="73" y="52"/>
                      <a:pt x="81" y="17"/>
                    </a:cubicBezTo>
                    <a:lnTo>
                      <a:pt x="82" y="16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Freeform 76"/>
              <p:cNvSpPr>
                <a:spLocks/>
              </p:cNvSpPr>
              <p:nvPr/>
            </p:nvSpPr>
            <p:spPr bwMode="auto">
              <a:xfrm>
                <a:off x="4405289" y="4374454"/>
                <a:ext cx="103465" cy="113811"/>
              </a:xfrm>
              <a:custGeom>
                <a:avLst/>
                <a:gdLst>
                  <a:gd name="T0" fmla="*/ 17 w 74"/>
                  <a:gd name="T1" fmla="*/ 0 h 81"/>
                  <a:gd name="T2" fmla="*/ 0 w 74"/>
                  <a:gd name="T3" fmla="*/ 66 h 81"/>
                  <a:gd name="T4" fmla="*/ 64 w 74"/>
                  <a:gd name="T5" fmla="*/ 81 h 81"/>
                  <a:gd name="T6" fmla="*/ 65 w 74"/>
                  <a:gd name="T7" fmla="*/ 78 h 81"/>
                  <a:gd name="T8" fmla="*/ 18 w 74"/>
                  <a:gd name="T9" fmla="*/ 0 h 81"/>
                  <a:gd name="T10" fmla="*/ 17 w 74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81">
                    <a:moveTo>
                      <a:pt x="17" y="0"/>
                    </a:moveTo>
                    <a:cubicBezTo>
                      <a:pt x="0" y="66"/>
                      <a:pt x="0" y="66"/>
                      <a:pt x="0" y="66"/>
                    </a:cubicBezTo>
                    <a:cubicBezTo>
                      <a:pt x="64" y="81"/>
                      <a:pt x="64" y="81"/>
                      <a:pt x="64" y="81"/>
                    </a:cubicBezTo>
                    <a:cubicBezTo>
                      <a:pt x="64" y="80"/>
                      <a:pt x="65" y="79"/>
                      <a:pt x="65" y="78"/>
                    </a:cubicBezTo>
                    <a:cubicBezTo>
                      <a:pt x="74" y="43"/>
                      <a:pt x="52" y="8"/>
                      <a:pt x="18" y="0"/>
                    </a:cubicBez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Freeform 77"/>
              <p:cNvSpPr>
                <a:spLocks/>
              </p:cNvSpPr>
              <p:nvPr/>
            </p:nvSpPr>
            <p:spPr bwMode="auto">
              <a:xfrm>
                <a:off x="5198863" y="4582418"/>
                <a:ext cx="112777" cy="102430"/>
              </a:xfrm>
              <a:custGeom>
                <a:avLst/>
                <a:gdLst>
                  <a:gd name="T0" fmla="*/ 0 w 81"/>
                  <a:gd name="T1" fmla="*/ 57 h 73"/>
                  <a:gd name="T2" fmla="*/ 66 w 81"/>
                  <a:gd name="T3" fmla="*/ 73 h 73"/>
                  <a:gd name="T4" fmla="*/ 81 w 81"/>
                  <a:gd name="T5" fmla="*/ 10 h 73"/>
                  <a:gd name="T6" fmla="*/ 78 w 81"/>
                  <a:gd name="T7" fmla="*/ 9 h 73"/>
                  <a:gd name="T8" fmla="*/ 0 w 81"/>
                  <a:gd name="T9" fmla="*/ 56 h 73"/>
                  <a:gd name="T10" fmla="*/ 0 w 81"/>
                  <a:gd name="T11" fmla="*/ 5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1" h="73">
                    <a:moveTo>
                      <a:pt x="0" y="57"/>
                    </a:moveTo>
                    <a:cubicBezTo>
                      <a:pt x="66" y="73"/>
                      <a:pt x="66" y="73"/>
                      <a:pt x="66" y="73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0" y="9"/>
                      <a:pt x="79" y="9"/>
                      <a:pt x="78" y="9"/>
                    </a:cubicBezTo>
                    <a:cubicBezTo>
                      <a:pt x="43" y="0"/>
                      <a:pt x="8" y="22"/>
                      <a:pt x="0" y="56"/>
                    </a:cubicBez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Freeform 78"/>
              <p:cNvSpPr>
                <a:spLocks/>
              </p:cNvSpPr>
              <p:nvPr/>
            </p:nvSpPr>
            <p:spPr bwMode="auto">
              <a:xfrm>
                <a:off x="5272322" y="4311340"/>
                <a:ext cx="102430" cy="114846"/>
              </a:xfrm>
              <a:custGeom>
                <a:avLst/>
                <a:gdLst>
                  <a:gd name="T0" fmla="*/ 57 w 73"/>
                  <a:gd name="T1" fmla="*/ 82 h 82"/>
                  <a:gd name="T2" fmla="*/ 73 w 73"/>
                  <a:gd name="T3" fmla="*/ 16 h 82"/>
                  <a:gd name="T4" fmla="*/ 9 w 73"/>
                  <a:gd name="T5" fmla="*/ 0 h 82"/>
                  <a:gd name="T6" fmla="*/ 8 w 73"/>
                  <a:gd name="T7" fmla="*/ 3 h 82"/>
                  <a:gd name="T8" fmla="*/ 56 w 73"/>
                  <a:gd name="T9" fmla="*/ 81 h 82"/>
                  <a:gd name="T10" fmla="*/ 57 w 73"/>
                  <a:gd name="T11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82">
                    <a:moveTo>
                      <a:pt x="57" y="82"/>
                    </a:moveTo>
                    <a:cubicBezTo>
                      <a:pt x="73" y="16"/>
                      <a:pt x="73" y="16"/>
                      <a:pt x="73" y="16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1"/>
                      <a:pt x="9" y="2"/>
                      <a:pt x="8" y="3"/>
                    </a:cubicBezTo>
                    <a:cubicBezTo>
                      <a:pt x="0" y="38"/>
                      <a:pt x="21" y="73"/>
                      <a:pt x="56" y="81"/>
                    </a:cubicBezTo>
                    <a:lnTo>
                      <a:pt x="57" y="82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Freeform 79"/>
              <p:cNvSpPr>
                <a:spLocks/>
              </p:cNvSpPr>
              <p:nvPr/>
            </p:nvSpPr>
            <p:spPr bwMode="auto">
              <a:xfrm>
                <a:off x="4125934" y="3981289"/>
                <a:ext cx="1024300" cy="944632"/>
              </a:xfrm>
              <a:custGeom>
                <a:avLst/>
                <a:gdLst>
                  <a:gd name="T0" fmla="*/ 558 w 733"/>
                  <a:gd name="T1" fmla="*/ 666 h 677"/>
                  <a:gd name="T2" fmla="*/ 527 w 733"/>
                  <a:gd name="T3" fmla="*/ 669 h 677"/>
                  <a:gd name="T4" fmla="*/ 11 w 733"/>
                  <a:gd name="T5" fmla="*/ 247 h 677"/>
                  <a:gd name="T6" fmla="*/ 8 w 733"/>
                  <a:gd name="T7" fmla="*/ 216 h 677"/>
                  <a:gd name="T8" fmla="*/ 175 w 733"/>
                  <a:gd name="T9" fmla="*/ 11 h 677"/>
                  <a:gd name="T10" fmla="*/ 206 w 733"/>
                  <a:gd name="T11" fmla="*/ 8 h 677"/>
                  <a:gd name="T12" fmla="*/ 722 w 733"/>
                  <a:gd name="T13" fmla="*/ 431 h 677"/>
                  <a:gd name="T14" fmla="*/ 725 w 733"/>
                  <a:gd name="T15" fmla="*/ 462 h 677"/>
                  <a:gd name="T16" fmla="*/ 558 w 733"/>
                  <a:gd name="T17" fmla="*/ 666 h 6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33" h="677">
                    <a:moveTo>
                      <a:pt x="558" y="666"/>
                    </a:moveTo>
                    <a:cubicBezTo>
                      <a:pt x="550" y="676"/>
                      <a:pt x="536" y="677"/>
                      <a:pt x="527" y="669"/>
                    </a:cubicBezTo>
                    <a:cubicBezTo>
                      <a:pt x="11" y="247"/>
                      <a:pt x="11" y="247"/>
                      <a:pt x="11" y="247"/>
                    </a:cubicBezTo>
                    <a:cubicBezTo>
                      <a:pt x="1" y="239"/>
                      <a:pt x="0" y="225"/>
                      <a:pt x="8" y="216"/>
                    </a:cubicBezTo>
                    <a:cubicBezTo>
                      <a:pt x="175" y="11"/>
                      <a:pt x="175" y="11"/>
                      <a:pt x="175" y="11"/>
                    </a:cubicBezTo>
                    <a:cubicBezTo>
                      <a:pt x="183" y="2"/>
                      <a:pt x="197" y="0"/>
                      <a:pt x="206" y="8"/>
                    </a:cubicBezTo>
                    <a:cubicBezTo>
                      <a:pt x="722" y="431"/>
                      <a:pt x="722" y="431"/>
                      <a:pt x="722" y="431"/>
                    </a:cubicBezTo>
                    <a:cubicBezTo>
                      <a:pt x="732" y="439"/>
                      <a:pt x="733" y="453"/>
                      <a:pt x="725" y="462"/>
                    </a:cubicBezTo>
                    <a:cubicBezTo>
                      <a:pt x="558" y="666"/>
                      <a:pt x="558" y="666"/>
                      <a:pt x="558" y="666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Freeform 80"/>
              <p:cNvSpPr>
                <a:spLocks/>
              </p:cNvSpPr>
              <p:nvPr/>
            </p:nvSpPr>
            <p:spPr bwMode="auto">
              <a:xfrm>
                <a:off x="4473575" y="4289613"/>
                <a:ext cx="329017" cy="327983"/>
              </a:xfrm>
              <a:custGeom>
                <a:avLst/>
                <a:gdLst>
                  <a:gd name="T0" fmla="*/ 198 w 235"/>
                  <a:gd name="T1" fmla="*/ 184 h 235"/>
                  <a:gd name="T2" fmla="*/ 51 w 235"/>
                  <a:gd name="T3" fmla="*/ 199 h 235"/>
                  <a:gd name="T4" fmla="*/ 37 w 235"/>
                  <a:gd name="T5" fmla="*/ 52 h 235"/>
                  <a:gd name="T6" fmla="*/ 184 w 235"/>
                  <a:gd name="T7" fmla="*/ 37 h 235"/>
                  <a:gd name="T8" fmla="*/ 198 w 235"/>
                  <a:gd name="T9" fmla="*/ 184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5" h="235">
                    <a:moveTo>
                      <a:pt x="198" y="184"/>
                    </a:moveTo>
                    <a:cubicBezTo>
                      <a:pt x="162" y="229"/>
                      <a:pt x="96" y="235"/>
                      <a:pt x="51" y="199"/>
                    </a:cubicBezTo>
                    <a:cubicBezTo>
                      <a:pt x="6" y="162"/>
                      <a:pt x="0" y="96"/>
                      <a:pt x="37" y="52"/>
                    </a:cubicBezTo>
                    <a:cubicBezTo>
                      <a:pt x="73" y="7"/>
                      <a:pt x="139" y="0"/>
                      <a:pt x="184" y="37"/>
                    </a:cubicBezTo>
                    <a:cubicBezTo>
                      <a:pt x="228" y="74"/>
                      <a:pt x="235" y="139"/>
                      <a:pt x="198" y="184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Freeform 81"/>
              <p:cNvSpPr>
                <a:spLocks noEditPoints="1"/>
              </p:cNvSpPr>
              <p:nvPr/>
            </p:nvSpPr>
            <p:spPr bwMode="auto">
              <a:xfrm>
                <a:off x="4152835" y="4011293"/>
                <a:ext cx="966359" cy="889796"/>
              </a:xfrm>
              <a:custGeom>
                <a:avLst/>
                <a:gdLst>
                  <a:gd name="T0" fmla="*/ 699 w 934"/>
                  <a:gd name="T1" fmla="*/ 860 h 860"/>
                  <a:gd name="T2" fmla="*/ 0 w 934"/>
                  <a:gd name="T3" fmla="*/ 286 h 860"/>
                  <a:gd name="T4" fmla="*/ 235 w 934"/>
                  <a:gd name="T5" fmla="*/ 0 h 860"/>
                  <a:gd name="T6" fmla="*/ 934 w 934"/>
                  <a:gd name="T7" fmla="*/ 574 h 860"/>
                  <a:gd name="T8" fmla="*/ 699 w 934"/>
                  <a:gd name="T9" fmla="*/ 860 h 860"/>
                  <a:gd name="T10" fmla="*/ 31 w 934"/>
                  <a:gd name="T11" fmla="*/ 284 h 860"/>
                  <a:gd name="T12" fmla="*/ 696 w 934"/>
                  <a:gd name="T13" fmla="*/ 828 h 860"/>
                  <a:gd name="T14" fmla="*/ 903 w 934"/>
                  <a:gd name="T15" fmla="*/ 577 h 860"/>
                  <a:gd name="T16" fmla="*/ 238 w 934"/>
                  <a:gd name="T17" fmla="*/ 31 h 860"/>
                  <a:gd name="T18" fmla="*/ 31 w 934"/>
                  <a:gd name="T19" fmla="*/ 284 h 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4" h="860">
                    <a:moveTo>
                      <a:pt x="699" y="860"/>
                    </a:moveTo>
                    <a:lnTo>
                      <a:pt x="0" y="286"/>
                    </a:lnTo>
                    <a:lnTo>
                      <a:pt x="235" y="0"/>
                    </a:lnTo>
                    <a:lnTo>
                      <a:pt x="934" y="574"/>
                    </a:lnTo>
                    <a:lnTo>
                      <a:pt x="699" y="860"/>
                    </a:lnTo>
                    <a:close/>
                    <a:moveTo>
                      <a:pt x="31" y="284"/>
                    </a:moveTo>
                    <a:lnTo>
                      <a:pt x="696" y="828"/>
                    </a:lnTo>
                    <a:lnTo>
                      <a:pt x="903" y="577"/>
                    </a:lnTo>
                    <a:lnTo>
                      <a:pt x="238" y="31"/>
                    </a:lnTo>
                    <a:lnTo>
                      <a:pt x="31" y="284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Freeform 82"/>
              <p:cNvSpPr>
                <a:spLocks noEditPoints="1"/>
              </p:cNvSpPr>
              <p:nvPr/>
            </p:nvSpPr>
            <p:spPr bwMode="auto">
              <a:xfrm>
                <a:off x="4152835" y="4011293"/>
                <a:ext cx="966359" cy="889796"/>
              </a:xfrm>
              <a:custGeom>
                <a:avLst/>
                <a:gdLst>
                  <a:gd name="T0" fmla="*/ 699 w 934"/>
                  <a:gd name="T1" fmla="*/ 860 h 860"/>
                  <a:gd name="T2" fmla="*/ 0 w 934"/>
                  <a:gd name="T3" fmla="*/ 286 h 860"/>
                  <a:gd name="T4" fmla="*/ 235 w 934"/>
                  <a:gd name="T5" fmla="*/ 0 h 860"/>
                  <a:gd name="T6" fmla="*/ 934 w 934"/>
                  <a:gd name="T7" fmla="*/ 574 h 860"/>
                  <a:gd name="T8" fmla="*/ 699 w 934"/>
                  <a:gd name="T9" fmla="*/ 860 h 860"/>
                  <a:gd name="T10" fmla="*/ 31 w 934"/>
                  <a:gd name="T11" fmla="*/ 284 h 860"/>
                  <a:gd name="T12" fmla="*/ 696 w 934"/>
                  <a:gd name="T13" fmla="*/ 828 h 860"/>
                  <a:gd name="T14" fmla="*/ 903 w 934"/>
                  <a:gd name="T15" fmla="*/ 577 h 860"/>
                  <a:gd name="T16" fmla="*/ 238 w 934"/>
                  <a:gd name="T17" fmla="*/ 31 h 860"/>
                  <a:gd name="T18" fmla="*/ 31 w 934"/>
                  <a:gd name="T19" fmla="*/ 284 h 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4" h="860">
                    <a:moveTo>
                      <a:pt x="699" y="860"/>
                    </a:moveTo>
                    <a:lnTo>
                      <a:pt x="0" y="286"/>
                    </a:lnTo>
                    <a:lnTo>
                      <a:pt x="235" y="0"/>
                    </a:lnTo>
                    <a:lnTo>
                      <a:pt x="934" y="574"/>
                    </a:lnTo>
                    <a:lnTo>
                      <a:pt x="699" y="860"/>
                    </a:lnTo>
                    <a:moveTo>
                      <a:pt x="31" y="284"/>
                    </a:moveTo>
                    <a:lnTo>
                      <a:pt x="696" y="828"/>
                    </a:lnTo>
                    <a:lnTo>
                      <a:pt x="903" y="577"/>
                    </a:lnTo>
                    <a:lnTo>
                      <a:pt x="238" y="31"/>
                    </a:lnTo>
                    <a:lnTo>
                      <a:pt x="31" y="28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Freeform 83"/>
              <p:cNvSpPr>
                <a:spLocks/>
              </p:cNvSpPr>
              <p:nvPr/>
            </p:nvSpPr>
            <p:spPr bwMode="auto">
              <a:xfrm>
                <a:off x="4343210" y="4023709"/>
                <a:ext cx="130365" cy="106569"/>
              </a:xfrm>
              <a:custGeom>
                <a:avLst/>
                <a:gdLst>
                  <a:gd name="T0" fmla="*/ 94 w 94"/>
                  <a:gd name="T1" fmla="*/ 43 h 76"/>
                  <a:gd name="T2" fmla="*/ 41 w 94"/>
                  <a:gd name="T3" fmla="*/ 0 h 76"/>
                  <a:gd name="T4" fmla="*/ 0 w 94"/>
                  <a:gd name="T5" fmla="*/ 51 h 76"/>
                  <a:gd name="T6" fmla="*/ 2 w 94"/>
                  <a:gd name="T7" fmla="*/ 53 h 76"/>
                  <a:gd name="T8" fmla="*/ 93 w 94"/>
                  <a:gd name="T9" fmla="*/ 44 h 76"/>
                  <a:gd name="T10" fmla="*/ 94 w 94"/>
                  <a:gd name="T11" fmla="*/ 43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6">
                    <a:moveTo>
                      <a:pt x="94" y="43"/>
                    </a:moveTo>
                    <a:cubicBezTo>
                      <a:pt x="41" y="0"/>
                      <a:pt x="41" y="0"/>
                      <a:pt x="41" y="0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2"/>
                      <a:pt x="1" y="52"/>
                      <a:pt x="2" y="53"/>
                    </a:cubicBezTo>
                    <a:cubicBezTo>
                      <a:pt x="30" y="76"/>
                      <a:pt x="70" y="72"/>
                      <a:pt x="93" y="44"/>
                    </a:cubicBezTo>
                    <a:lnTo>
                      <a:pt x="94" y="43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Freeform 84"/>
              <p:cNvSpPr>
                <a:spLocks/>
              </p:cNvSpPr>
              <p:nvPr/>
            </p:nvSpPr>
            <p:spPr bwMode="auto">
              <a:xfrm>
                <a:off x="4172494" y="4232707"/>
                <a:ext cx="104500" cy="130365"/>
              </a:xfrm>
              <a:custGeom>
                <a:avLst/>
                <a:gdLst>
                  <a:gd name="T0" fmla="*/ 43 w 75"/>
                  <a:gd name="T1" fmla="*/ 0 h 94"/>
                  <a:gd name="T2" fmla="*/ 0 w 75"/>
                  <a:gd name="T3" fmla="*/ 52 h 94"/>
                  <a:gd name="T4" fmla="*/ 51 w 75"/>
                  <a:gd name="T5" fmla="*/ 94 h 94"/>
                  <a:gd name="T6" fmla="*/ 53 w 75"/>
                  <a:gd name="T7" fmla="*/ 91 h 94"/>
                  <a:gd name="T8" fmla="*/ 44 w 75"/>
                  <a:gd name="T9" fmla="*/ 0 h 94"/>
                  <a:gd name="T10" fmla="*/ 43 w 75"/>
                  <a:gd name="T11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43" y="0"/>
                    </a:moveTo>
                    <a:cubicBezTo>
                      <a:pt x="0" y="52"/>
                      <a:pt x="0" y="52"/>
                      <a:pt x="0" y="52"/>
                    </a:cubicBezTo>
                    <a:cubicBezTo>
                      <a:pt x="51" y="94"/>
                      <a:pt x="51" y="94"/>
                      <a:pt x="51" y="94"/>
                    </a:cubicBezTo>
                    <a:cubicBezTo>
                      <a:pt x="51" y="93"/>
                      <a:pt x="52" y="92"/>
                      <a:pt x="53" y="91"/>
                    </a:cubicBezTo>
                    <a:cubicBezTo>
                      <a:pt x="75" y="64"/>
                      <a:pt x="71" y="23"/>
                      <a:pt x="44" y="0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6" name="Freeform 85"/>
              <p:cNvSpPr>
                <a:spLocks/>
              </p:cNvSpPr>
              <p:nvPr/>
            </p:nvSpPr>
            <p:spPr bwMode="auto">
              <a:xfrm>
                <a:off x="4800524" y="4780035"/>
                <a:ext cx="131400" cy="105534"/>
              </a:xfrm>
              <a:custGeom>
                <a:avLst/>
                <a:gdLst>
                  <a:gd name="T0" fmla="*/ 0 w 94"/>
                  <a:gd name="T1" fmla="*/ 33 h 76"/>
                  <a:gd name="T2" fmla="*/ 53 w 94"/>
                  <a:gd name="T3" fmla="*/ 76 h 76"/>
                  <a:gd name="T4" fmla="*/ 94 w 94"/>
                  <a:gd name="T5" fmla="*/ 25 h 76"/>
                  <a:gd name="T6" fmla="*/ 92 w 94"/>
                  <a:gd name="T7" fmla="*/ 23 h 76"/>
                  <a:gd name="T8" fmla="*/ 1 w 94"/>
                  <a:gd name="T9" fmla="*/ 32 h 76"/>
                  <a:gd name="T10" fmla="*/ 0 w 94"/>
                  <a:gd name="T11" fmla="*/ 33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76">
                    <a:moveTo>
                      <a:pt x="0" y="33"/>
                    </a:moveTo>
                    <a:cubicBezTo>
                      <a:pt x="53" y="76"/>
                      <a:pt x="53" y="76"/>
                      <a:pt x="53" y="76"/>
                    </a:cubicBezTo>
                    <a:cubicBezTo>
                      <a:pt x="94" y="25"/>
                      <a:pt x="94" y="25"/>
                      <a:pt x="94" y="25"/>
                    </a:cubicBezTo>
                    <a:cubicBezTo>
                      <a:pt x="94" y="24"/>
                      <a:pt x="93" y="23"/>
                      <a:pt x="92" y="23"/>
                    </a:cubicBezTo>
                    <a:cubicBezTo>
                      <a:pt x="64" y="0"/>
                      <a:pt x="24" y="4"/>
                      <a:pt x="1" y="32"/>
                    </a:cubicBez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Freeform 86"/>
              <p:cNvSpPr>
                <a:spLocks/>
              </p:cNvSpPr>
              <p:nvPr/>
            </p:nvSpPr>
            <p:spPr bwMode="auto">
              <a:xfrm>
                <a:off x="4998141" y="4546205"/>
                <a:ext cx="104500" cy="131400"/>
              </a:xfrm>
              <a:custGeom>
                <a:avLst/>
                <a:gdLst>
                  <a:gd name="T0" fmla="*/ 32 w 75"/>
                  <a:gd name="T1" fmla="*/ 94 h 94"/>
                  <a:gd name="T2" fmla="*/ 75 w 75"/>
                  <a:gd name="T3" fmla="*/ 42 h 94"/>
                  <a:gd name="T4" fmla="*/ 24 w 75"/>
                  <a:gd name="T5" fmla="*/ 0 h 94"/>
                  <a:gd name="T6" fmla="*/ 22 w 75"/>
                  <a:gd name="T7" fmla="*/ 2 h 94"/>
                  <a:gd name="T8" fmla="*/ 31 w 75"/>
                  <a:gd name="T9" fmla="*/ 93 h 94"/>
                  <a:gd name="T10" fmla="*/ 32 w 75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94">
                    <a:moveTo>
                      <a:pt x="32" y="94"/>
                    </a:moveTo>
                    <a:cubicBezTo>
                      <a:pt x="75" y="42"/>
                      <a:pt x="75" y="42"/>
                      <a:pt x="75" y="42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1"/>
                      <a:pt x="23" y="2"/>
                      <a:pt x="22" y="2"/>
                    </a:cubicBezTo>
                    <a:cubicBezTo>
                      <a:pt x="0" y="30"/>
                      <a:pt x="4" y="71"/>
                      <a:pt x="31" y="93"/>
                    </a:cubicBezTo>
                    <a:lnTo>
                      <a:pt x="32" y="94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Freeform 87"/>
              <p:cNvSpPr>
                <a:spLocks/>
              </p:cNvSpPr>
              <p:nvPr/>
            </p:nvSpPr>
            <p:spPr bwMode="auto">
              <a:xfrm>
                <a:off x="2969200" y="3298422"/>
                <a:ext cx="561813" cy="1039820"/>
              </a:xfrm>
              <a:custGeom>
                <a:avLst/>
                <a:gdLst>
                  <a:gd name="T0" fmla="*/ 20 w 403"/>
                  <a:gd name="T1" fmla="*/ 40 h 745"/>
                  <a:gd name="T2" fmla="*/ 1 w 403"/>
                  <a:gd name="T3" fmla="*/ 65 h 745"/>
                  <a:gd name="T4" fmla="*/ 96 w 403"/>
                  <a:gd name="T5" fmla="*/ 725 h 745"/>
                  <a:gd name="T6" fmla="*/ 121 w 403"/>
                  <a:gd name="T7" fmla="*/ 744 h 745"/>
                  <a:gd name="T8" fmla="*/ 383 w 403"/>
                  <a:gd name="T9" fmla="*/ 706 h 745"/>
                  <a:gd name="T10" fmla="*/ 401 w 403"/>
                  <a:gd name="T11" fmla="*/ 681 h 745"/>
                  <a:gd name="T12" fmla="*/ 307 w 403"/>
                  <a:gd name="T13" fmla="*/ 21 h 745"/>
                  <a:gd name="T14" fmla="*/ 282 w 403"/>
                  <a:gd name="T15" fmla="*/ 2 h 745"/>
                  <a:gd name="T16" fmla="*/ 20 w 403"/>
                  <a:gd name="T17" fmla="*/ 40 h 7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03" h="745">
                    <a:moveTo>
                      <a:pt x="20" y="40"/>
                    </a:moveTo>
                    <a:cubicBezTo>
                      <a:pt x="8" y="41"/>
                      <a:pt x="0" y="53"/>
                      <a:pt x="1" y="65"/>
                    </a:cubicBezTo>
                    <a:cubicBezTo>
                      <a:pt x="96" y="725"/>
                      <a:pt x="96" y="725"/>
                      <a:pt x="96" y="725"/>
                    </a:cubicBezTo>
                    <a:cubicBezTo>
                      <a:pt x="98" y="737"/>
                      <a:pt x="109" y="745"/>
                      <a:pt x="121" y="744"/>
                    </a:cubicBezTo>
                    <a:cubicBezTo>
                      <a:pt x="383" y="706"/>
                      <a:pt x="383" y="706"/>
                      <a:pt x="383" y="706"/>
                    </a:cubicBezTo>
                    <a:cubicBezTo>
                      <a:pt x="395" y="704"/>
                      <a:pt x="403" y="693"/>
                      <a:pt x="401" y="681"/>
                    </a:cubicBezTo>
                    <a:cubicBezTo>
                      <a:pt x="307" y="21"/>
                      <a:pt x="307" y="21"/>
                      <a:pt x="307" y="21"/>
                    </a:cubicBezTo>
                    <a:cubicBezTo>
                      <a:pt x="305" y="9"/>
                      <a:pt x="294" y="0"/>
                      <a:pt x="282" y="2"/>
                    </a:cubicBezTo>
                    <a:cubicBezTo>
                      <a:pt x="20" y="40"/>
                      <a:pt x="20" y="40"/>
                      <a:pt x="20" y="40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Freeform 88"/>
              <p:cNvSpPr>
                <a:spLocks/>
              </p:cNvSpPr>
              <p:nvPr/>
            </p:nvSpPr>
            <p:spPr bwMode="auto">
              <a:xfrm>
                <a:off x="3094392" y="3662618"/>
                <a:ext cx="311429" cy="312463"/>
              </a:xfrm>
              <a:custGeom>
                <a:avLst/>
                <a:gdLst>
                  <a:gd name="T0" fmla="*/ 96 w 223"/>
                  <a:gd name="T1" fmla="*/ 8 h 224"/>
                  <a:gd name="T2" fmla="*/ 8 w 223"/>
                  <a:gd name="T3" fmla="*/ 127 h 224"/>
                  <a:gd name="T4" fmla="*/ 126 w 223"/>
                  <a:gd name="T5" fmla="*/ 215 h 224"/>
                  <a:gd name="T6" fmla="*/ 215 w 223"/>
                  <a:gd name="T7" fmla="*/ 97 h 224"/>
                  <a:gd name="T8" fmla="*/ 96 w 223"/>
                  <a:gd name="T9" fmla="*/ 8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3" h="224">
                    <a:moveTo>
                      <a:pt x="96" y="8"/>
                    </a:moveTo>
                    <a:cubicBezTo>
                      <a:pt x="39" y="17"/>
                      <a:pt x="0" y="70"/>
                      <a:pt x="8" y="127"/>
                    </a:cubicBezTo>
                    <a:cubicBezTo>
                      <a:pt x="16" y="184"/>
                      <a:pt x="69" y="224"/>
                      <a:pt x="126" y="215"/>
                    </a:cubicBezTo>
                    <a:cubicBezTo>
                      <a:pt x="183" y="207"/>
                      <a:pt x="223" y="154"/>
                      <a:pt x="215" y="97"/>
                    </a:cubicBezTo>
                    <a:cubicBezTo>
                      <a:pt x="207" y="40"/>
                      <a:pt x="154" y="0"/>
                      <a:pt x="96" y="8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Freeform 89"/>
              <p:cNvSpPr>
                <a:spLocks noEditPoints="1"/>
              </p:cNvSpPr>
              <p:nvPr/>
            </p:nvSpPr>
            <p:spPr bwMode="auto">
              <a:xfrm>
                <a:off x="3206134" y="3742285"/>
                <a:ext cx="111742" cy="27936"/>
              </a:xfrm>
              <a:custGeom>
                <a:avLst/>
                <a:gdLst>
                  <a:gd name="T0" fmla="*/ 11 w 80"/>
                  <a:gd name="T1" fmla="*/ 7 h 20"/>
                  <a:gd name="T2" fmla="*/ 4 w 80"/>
                  <a:gd name="T3" fmla="*/ 8 h 20"/>
                  <a:gd name="T4" fmla="*/ 0 w 80"/>
                  <a:gd name="T5" fmla="*/ 8 h 20"/>
                  <a:gd name="T6" fmla="*/ 27 w 80"/>
                  <a:gd name="T7" fmla="*/ 12 h 20"/>
                  <a:gd name="T8" fmla="*/ 22 w 80"/>
                  <a:gd name="T9" fmla="*/ 9 h 20"/>
                  <a:gd name="T10" fmla="*/ 11 w 80"/>
                  <a:gd name="T11" fmla="*/ 7 h 20"/>
                  <a:gd name="T12" fmla="*/ 77 w 80"/>
                  <a:gd name="T13" fmla="*/ 0 h 20"/>
                  <a:gd name="T14" fmla="*/ 41 w 80"/>
                  <a:gd name="T15" fmla="*/ 6 h 20"/>
                  <a:gd name="T16" fmla="*/ 42 w 80"/>
                  <a:gd name="T17" fmla="*/ 14 h 20"/>
                  <a:gd name="T18" fmla="*/ 80 w 80"/>
                  <a:gd name="T19" fmla="*/ 20 h 20"/>
                  <a:gd name="T20" fmla="*/ 80 w 80"/>
                  <a:gd name="T21" fmla="*/ 20 h 20"/>
                  <a:gd name="T22" fmla="*/ 77 w 80"/>
                  <a:gd name="T2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0" h="20">
                    <a:moveTo>
                      <a:pt x="11" y="7"/>
                    </a:moveTo>
                    <a:cubicBezTo>
                      <a:pt x="9" y="7"/>
                      <a:pt x="7" y="7"/>
                      <a:pt x="4" y="8"/>
                    </a:cubicBezTo>
                    <a:cubicBezTo>
                      <a:pt x="3" y="8"/>
                      <a:pt x="2" y="8"/>
                      <a:pt x="0" y="8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25" y="11"/>
                      <a:pt x="23" y="10"/>
                      <a:pt x="22" y="9"/>
                    </a:cubicBezTo>
                    <a:cubicBezTo>
                      <a:pt x="19" y="8"/>
                      <a:pt x="15" y="7"/>
                      <a:pt x="11" y="7"/>
                    </a:cubicBezTo>
                    <a:moveTo>
                      <a:pt x="77" y="0"/>
                    </a:moveTo>
                    <a:cubicBezTo>
                      <a:pt x="41" y="6"/>
                      <a:pt x="41" y="6"/>
                      <a:pt x="41" y="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77" y="0"/>
                      <a:pt x="77" y="0"/>
                      <a:pt x="77" y="0"/>
                    </a:cubicBezTo>
                  </a:path>
                </a:pathLst>
              </a:custGeom>
              <a:solidFill>
                <a:srgbClr val="9E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Freeform 90"/>
              <p:cNvSpPr>
                <a:spLocks noEditPoints="1"/>
              </p:cNvSpPr>
              <p:nvPr/>
            </p:nvSpPr>
            <p:spPr bwMode="auto">
              <a:xfrm>
                <a:off x="2990928" y="3328427"/>
                <a:ext cx="511115" cy="980844"/>
              </a:xfrm>
              <a:custGeom>
                <a:avLst/>
                <a:gdLst>
                  <a:gd name="T0" fmla="*/ 366 w 494"/>
                  <a:gd name="T1" fmla="*/ 0 h 948"/>
                  <a:gd name="T2" fmla="*/ 494 w 494"/>
                  <a:gd name="T3" fmla="*/ 895 h 948"/>
                  <a:gd name="T4" fmla="*/ 128 w 494"/>
                  <a:gd name="T5" fmla="*/ 948 h 948"/>
                  <a:gd name="T6" fmla="*/ 0 w 494"/>
                  <a:gd name="T7" fmla="*/ 53 h 948"/>
                  <a:gd name="T8" fmla="*/ 366 w 494"/>
                  <a:gd name="T9" fmla="*/ 0 h 948"/>
                  <a:gd name="T10" fmla="*/ 470 w 494"/>
                  <a:gd name="T11" fmla="*/ 876 h 948"/>
                  <a:gd name="T12" fmla="*/ 347 w 494"/>
                  <a:gd name="T13" fmla="*/ 26 h 948"/>
                  <a:gd name="T14" fmla="*/ 26 w 494"/>
                  <a:gd name="T15" fmla="*/ 72 h 948"/>
                  <a:gd name="T16" fmla="*/ 147 w 494"/>
                  <a:gd name="T17" fmla="*/ 922 h 948"/>
                  <a:gd name="T18" fmla="*/ 470 w 494"/>
                  <a:gd name="T19" fmla="*/ 876 h 9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4" h="948">
                    <a:moveTo>
                      <a:pt x="366" y="0"/>
                    </a:moveTo>
                    <a:lnTo>
                      <a:pt x="494" y="895"/>
                    </a:lnTo>
                    <a:lnTo>
                      <a:pt x="128" y="948"/>
                    </a:lnTo>
                    <a:lnTo>
                      <a:pt x="0" y="53"/>
                    </a:lnTo>
                    <a:lnTo>
                      <a:pt x="366" y="0"/>
                    </a:lnTo>
                    <a:close/>
                    <a:moveTo>
                      <a:pt x="470" y="876"/>
                    </a:moveTo>
                    <a:lnTo>
                      <a:pt x="347" y="26"/>
                    </a:lnTo>
                    <a:lnTo>
                      <a:pt x="26" y="72"/>
                    </a:lnTo>
                    <a:lnTo>
                      <a:pt x="147" y="922"/>
                    </a:lnTo>
                    <a:lnTo>
                      <a:pt x="470" y="876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Freeform 91"/>
              <p:cNvSpPr>
                <a:spLocks noEditPoints="1"/>
              </p:cNvSpPr>
              <p:nvPr/>
            </p:nvSpPr>
            <p:spPr bwMode="auto">
              <a:xfrm>
                <a:off x="2990928" y="3328427"/>
                <a:ext cx="511115" cy="980844"/>
              </a:xfrm>
              <a:custGeom>
                <a:avLst/>
                <a:gdLst>
                  <a:gd name="T0" fmla="*/ 366 w 494"/>
                  <a:gd name="T1" fmla="*/ 0 h 948"/>
                  <a:gd name="T2" fmla="*/ 494 w 494"/>
                  <a:gd name="T3" fmla="*/ 895 h 948"/>
                  <a:gd name="T4" fmla="*/ 128 w 494"/>
                  <a:gd name="T5" fmla="*/ 948 h 948"/>
                  <a:gd name="T6" fmla="*/ 0 w 494"/>
                  <a:gd name="T7" fmla="*/ 53 h 948"/>
                  <a:gd name="T8" fmla="*/ 366 w 494"/>
                  <a:gd name="T9" fmla="*/ 0 h 948"/>
                  <a:gd name="T10" fmla="*/ 470 w 494"/>
                  <a:gd name="T11" fmla="*/ 876 h 948"/>
                  <a:gd name="T12" fmla="*/ 347 w 494"/>
                  <a:gd name="T13" fmla="*/ 26 h 948"/>
                  <a:gd name="T14" fmla="*/ 26 w 494"/>
                  <a:gd name="T15" fmla="*/ 72 h 948"/>
                  <a:gd name="T16" fmla="*/ 147 w 494"/>
                  <a:gd name="T17" fmla="*/ 922 h 948"/>
                  <a:gd name="T18" fmla="*/ 470 w 494"/>
                  <a:gd name="T19" fmla="*/ 876 h 9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4" h="948">
                    <a:moveTo>
                      <a:pt x="366" y="0"/>
                    </a:moveTo>
                    <a:lnTo>
                      <a:pt x="494" y="895"/>
                    </a:lnTo>
                    <a:lnTo>
                      <a:pt x="128" y="948"/>
                    </a:lnTo>
                    <a:lnTo>
                      <a:pt x="0" y="53"/>
                    </a:lnTo>
                    <a:lnTo>
                      <a:pt x="366" y="0"/>
                    </a:lnTo>
                    <a:moveTo>
                      <a:pt x="470" y="876"/>
                    </a:moveTo>
                    <a:lnTo>
                      <a:pt x="347" y="26"/>
                    </a:lnTo>
                    <a:lnTo>
                      <a:pt x="26" y="72"/>
                    </a:lnTo>
                    <a:lnTo>
                      <a:pt x="147" y="922"/>
                    </a:lnTo>
                    <a:lnTo>
                      <a:pt x="470" y="87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Freeform 92"/>
              <p:cNvSpPr>
                <a:spLocks/>
              </p:cNvSpPr>
              <p:nvPr/>
            </p:nvSpPr>
            <p:spPr bwMode="auto">
              <a:xfrm>
                <a:off x="3396509" y="4150970"/>
                <a:ext cx="97257" cy="106569"/>
              </a:xfrm>
              <a:custGeom>
                <a:avLst/>
                <a:gdLst>
                  <a:gd name="T0" fmla="*/ 61 w 70"/>
                  <a:gd name="T1" fmla="*/ 0 h 76"/>
                  <a:gd name="T2" fmla="*/ 70 w 70"/>
                  <a:gd name="T3" fmla="*/ 67 h 76"/>
                  <a:gd name="T4" fmla="*/ 5 w 70"/>
                  <a:gd name="T5" fmla="*/ 76 h 76"/>
                  <a:gd name="T6" fmla="*/ 5 w 70"/>
                  <a:gd name="T7" fmla="*/ 73 h 76"/>
                  <a:gd name="T8" fmla="*/ 60 w 70"/>
                  <a:gd name="T9" fmla="*/ 0 h 76"/>
                  <a:gd name="T10" fmla="*/ 61 w 70"/>
                  <a:gd name="T11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0" h="76">
                    <a:moveTo>
                      <a:pt x="61" y="0"/>
                    </a:moveTo>
                    <a:cubicBezTo>
                      <a:pt x="70" y="67"/>
                      <a:pt x="70" y="67"/>
                      <a:pt x="70" y="67"/>
                    </a:cubicBezTo>
                    <a:cubicBezTo>
                      <a:pt x="5" y="76"/>
                      <a:pt x="5" y="76"/>
                      <a:pt x="5" y="76"/>
                    </a:cubicBezTo>
                    <a:cubicBezTo>
                      <a:pt x="5" y="75"/>
                      <a:pt x="5" y="74"/>
                      <a:pt x="5" y="73"/>
                    </a:cubicBezTo>
                    <a:cubicBezTo>
                      <a:pt x="0" y="38"/>
                      <a:pt x="24" y="5"/>
                      <a:pt x="60" y="0"/>
                    </a:cubicBezTo>
                    <a:cubicBezTo>
                      <a:pt x="61" y="0"/>
                      <a:pt x="61" y="0"/>
                      <a:pt x="61" y="0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4" name="Freeform 93"/>
              <p:cNvSpPr>
                <a:spLocks/>
              </p:cNvSpPr>
              <p:nvPr/>
            </p:nvSpPr>
            <p:spPr bwMode="auto">
              <a:xfrm>
                <a:off x="3123363" y="4195460"/>
                <a:ext cx="106569" cy="98292"/>
              </a:xfrm>
              <a:custGeom>
                <a:avLst/>
                <a:gdLst>
                  <a:gd name="T0" fmla="*/ 76 w 76"/>
                  <a:gd name="T1" fmla="*/ 61 h 70"/>
                  <a:gd name="T2" fmla="*/ 9 w 76"/>
                  <a:gd name="T3" fmla="*/ 70 h 70"/>
                  <a:gd name="T4" fmla="*/ 0 w 76"/>
                  <a:gd name="T5" fmla="*/ 6 h 70"/>
                  <a:gd name="T6" fmla="*/ 3 w 76"/>
                  <a:gd name="T7" fmla="*/ 5 h 70"/>
                  <a:gd name="T8" fmla="*/ 76 w 76"/>
                  <a:gd name="T9" fmla="*/ 60 h 70"/>
                  <a:gd name="T10" fmla="*/ 76 w 76"/>
                  <a:gd name="T11" fmla="*/ 6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6" h="70">
                    <a:moveTo>
                      <a:pt x="76" y="61"/>
                    </a:moveTo>
                    <a:cubicBezTo>
                      <a:pt x="9" y="70"/>
                      <a:pt x="9" y="70"/>
                      <a:pt x="9" y="7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5"/>
                      <a:pt x="2" y="5"/>
                      <a:pt x="3" y="5"/>
                    </a:cubicBezTo>
                    <a:cubicBezTo>
                      <a:pt x="38" y="0"/>
                      <a:pt x="71" y="24"/>
                      <a:pt x="76" y="60"/>
                    </a:cubicBezTo>
                    <a:lnTo>
                      <a:pt x="76" y="61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5" name="Freeform 94"/>
              <p:cNvSpPr>
                <a:spLocks/>
              </p:cNvSpPr>
              <p:nvPr/>
            </p:nvSpPr>
            <p:spPr bwMode="auto">
              <a:xfrm>
                <a:off x="3003344" y="3380159"/>
                <a:ext cx="98292" cy="106569"/>
              </a:xfrm>
              <a:custGeom>
                <a:avLst/>
                <a:gdLst>
                  <a:gd name="T0" fmla="*/ 9 w 70"/>
                  <a:gd name="T1" fmla="*/ 76 h 76"/>
                  <a:gd name="T2" fmla="*/ 0 w 70"/>
                  <a:gd name="T3" fmla="*/ 9 h 76"/>
                  <a:gd name="T4" fmla="*/ 65 w 70"/>
                  <a:gd name="T5" fmla="*/ 0 h 76"/>
                  <a:gd name="T6" fmla="*/ 65 w 70"/>
                  <a:gd name="T7" fmla="*/ 3 h 76"/>
                  <a:gd name="T8" fmla="*/ 10 w 70"/>
                  <a:gd name="T9" fmla="*/ 76 h 76"/>
                  <a:gd name="T10" fmla="*/ 9 w 70"/>
                  <a:gd name="T11" fmla="*/ 7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0" h="76">
                    <a:moveTo>
                      <a:pt x="9" y="76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65" y="0"/>
                      <a:pt x="65" y="0"/>
                      <a:pt x="65" y="0"/>
                    </a:cubicBezTo>
                    <a:cubicBezTo>
                      <a:pt x="65" y="1"/>
                      <a:pt x="65" y="2"/>
                      <a:pt x="65" y="3"/>
                    </a:cubicBezTo>
                    <a:cubicBezTo>
                      <a:pt x="70" y="38"/>
                      <a:pt x="46" y="71"/>
                      <a:pt x="10" y="76"/>
                    </a:cubicBezTo>
                    <a:lnTo>
                      <a:pt x="9" y="76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6" name="Freeform 95"/>
              <p:cNvSpPr>
                <a:spLocks/>
              </p:cNvSpPr>
              <p:nvPr/>
            </p:nvSpPr>
            <p:spPr bwMode="auto">
              <a:xfrm>
                <a:off x="3267178" y="3342912"/>
                <a:ext cx="107603" cy="99326"/>
              </a:xfrm>
              <a:custGeom>
                <a:avLst/>
                <a:gdLst>
                  <a:gd name="T0" fmla="*/ 0 w 77"/>
                  <a:gd name="T1" fmla="*/ 10 h 71"/>
                  <a:gd name="T2" fmla="*/ 67 w 77"/>
                  <a:gd name="T3" fmla="*/ 0 h 71"/>
                  <a:gd name="T4" fmla="*/ 77 w 77"/>
                  <a:gd name="T5" fmla="*/ 65 h 71"/>
                  <a:gd name="T6" fmla="*/ 73 w 77"/>
                  <a:gd name="T7" fmla="*/ 66 h 71"/>
                  <a:gd name="T8" fmla="*/ 0 w 77"/>
                  <a:gd name="T9" fmla="*/ 11 h 71"/>
                  <a:gd name="T10" fmla="*/ 0 w 77"/>
                  <a:gd name="T11" fmla="*/ 1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71">
                    <a:moveTo>
                      <a:pt x="0" y="10"/>
                    </a:moveTo>
                    <a:cubicBezTo>
                      <a:pt x="67" y="0"/>
                      <a:pt x="67" y="0"/>
                      <a:pt x="67" y="0"/>
                    </a:cubicBezTo>
                    <a:cubicBezTo>
                      <a:pt x="77" y="65"/>
                      <a:pt x="77" y="65"/>
                      <a:pt x="77" y="65"/>
                    </a:cubicBezTo>
                    <a:cubicBezTo>
                      <a:pt x="75" y="66"/>
                      <a:pt x="74" y="66"/>
                      <a:pt x="73" y="66"/>
                    </a:cubicBezTo>
                    <a:cubicBezTo>
                      <a:pt x="38" y="71"/>
                      <a:pt x="5" y="46"/>
                      <a:pt x="0" y="11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Freeform 96"/>
              <p:cNvSpPr>
                <a:spLocks/>
              </p:cNvSpPr>
              <p:nvPr/>
            </p:nvSpPr>
            <p:spPr bwMode="auto">
              <a:xfrm>
                <a:off x="2307026" y="3635717"/>
                <a:ext cx="1038785" cy="562847"/>
              </a:xfrm>
              <a:custGeom>
                <a:avLst/>
                <a:gdLst>
                  <a:gd name="T0" fmla="*/ 1 w 744"/>
                  <a:gd name="T1" fmla="*/ 282 h 403"/>
                  <a:gd name="T2" fmla="*/ 20 w 744"/>
                  <a:gd name="T3" fmla="*/ 307 h 403"/>
                  <a:gd name="T4" fmla="*/ 681 w 744"/>
                  <a:gd name="T5" fmla="*/ 401 h 403"/>
                  <a:gd name="T6" fmla="*/ 705 w 744"/>
                  <a:gd name="T7" fmla="*/ 382 h 403"/>
                  <a:gd name="T8" fmla="*/ 743 w 744"/>
                  <a:gd name="T9" fmla="*/ 121 h 403"/>
                  <a:gd name="T10" fmla="*/ 724 w 744"/>
                  <a:gd name="T11" fmla="*/ 96 h 403"/>
                  <a:gd name="T12" fmla="*/ 63 w 744"/>
                  <a:gd name="T13" fmla="*/ 2 h 403"/>
                  <a:gd name="T14" fmla="*/ 38 w 744"/>
                  <a:gd name="T15" fmla="*/ 21 h 403"/>
                  <a:gd name="T16" fmla="*/ 1 w 744"/>
                  <a:gd name="T17" fmla="*/ 282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4" h="403">
                    <a:moveTo>
                      <a:pt x="1" y="282"/>
                    </a:moveTo>
                    <a:cubicBezTo>
                      <a:pt x="0" y="294"/>
                      <a:pt x="8" y="306"/>
                      <a:pt x="20" y="307"/>
                    </a:cubicBezTo>
                    <a:cubicBezTo>
                      <a:pt x="681" y="401"/>
                      <a:pt x="681" y="401"/>
                      <a:pt x="681" y="401"/>
                    </a:cubicBezTo>
                    <a:cubicBezTo>
                      <a:pt x="693" y="403"/>
                      <a:pt x="704" y="394"/>
                      <a:pt x="705" y="382"/>
                    </a:cubicBezTo>
                    <a:cubicBezTo>
                      <a:pt x="743" y="121"/>
                      <a:pt x="743" y="121"/>
                      <a:pt x="743" y="121"/>
                    </a:cubicBezTo>
                    <a:cubicBezTo>
                      <a:pt x="744" y="109"/>
                      <a:pt x="736" y="97"/>
                      <a:pt x="724" y="96"/>
                    </a:cubicBezTo>
                    <a:cubicBezTo>
                      <a:pt x="63" y="2"/>
                      <a:pt x="63" y="2"/>
                      <a:pt x="63" y="2"/>
                    </a:cubicBezTo>
                    <a:cubicBezTo>
                      <a:pt x="51" y="0"/>
                      <a:pt x="40" y="9"/>
                      <a:pt x="38" y="21"/>
                    </a:cubicBezTo>
                    <a:cubicBezTo>
                      <a:pt x="1" y="282"/>
                      <a:pt x="1" y="282"/>
                      <a:pt x="1" y="282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8" name="Freeform 97"/>
              <p:cNvSpPr>
                <a:spLocks/>
              </p:cNvSpPr>
              <p:nvPr/>
            </p:nvSpPr>
            <p:spPr bwMode="auto">
              <a:xfrm>
                <a:off x="2670188" y="3761944"/>
                <a:ext cx="312463" cy="311429"/>
              </a:xfrm>
              <a:custGeom>
                <a:avLst/>
                <a:gdLst>
                  <a:gd name="T0" fmla="*/ 8 w 224"/>
                  <a:gd name="T1" fmla="*/ 97 h 223"/>
                  <a:gd name="T2" fmla="*/ 97 w 224"/>
                  <a:gd name="T3" fmla="*/ 215 h 223"/>
                  <a:gd name="T4" fmla="*/ 215 w 224"/>
                  <a:gd name="T5" fmla="*/ 126 h 223"/>
                  <a:gd name="T6" fmla="*/ 127 w 224"/>
                  <a:gd name="T7" fmla="*/ 8 h 223"/>
                  <a:gd name="T8" fmla="*/ 8 w 224"/>
                  <a:gd name="T9" fmla="*/ 97 h 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4" h="223">
                    <a:moveTo>
                      <a:pt x="8" y="97"/>
                    </a:moveTo>
                    <a:cubicBezTo>
                      <a:pt x="0" y="154"/>
                      <a:pt x="40" y="207"/>
                      <a:pt x="97" y="215"/>
                    </a:cubicBezTo>
                    <a:cubicBezTo>
                      <a:pt x="154" y="223"/>
                      <a:pt x="207" y="183"/>
                      <a:pt x="215" y="126"/>
                    </a:cubicBezTo>
                    <a:cubicBezTo>
                      <a:pt x="224" y="69"/>
                      <a:pt x="184" y="16"/>
                      <a:pt x="127" y="8"/>
                    </a:cubicBezTo>
                    <a:cubicBezTo>
                      <a:pt x="69" y="0"/>
                      <a:pt x="17" y="40"/>
                      <a:pt x="8" y="97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Freeform 98"/>
              <p:cNvSpPr>
                <a:spLocks noEditPoints="1"/>
              </p:cNvSpPr>
              <p:nvPr/>
            </p:nvSpPr>
            <p:spPr bwMode="auto">
              <a:xfrm>
                <a:off x="2335997" y="3665721"/>
                <a:ext cx="980844" cy="509046"/>
              </a:xfrm>
              <a:custGeom>
                <a:avLst/>
                <a:gdLst>
                  <a:gd name="T0" fmla="*/ 52 w 948"/>
                  <a:gd name="T1" fmla="*/ 0 h 492"/>
                  <a:gd name="T2" fmla="*/ 948 w 948"/>
                  <a:gd name="T3" fmla="*/ 126 h 492"/>
                  <a:gd name="T4" fmla="*/ 895 w 948"/>
                  <a:gd name="T5" fmla="*/ 492 h 492"/>
                  <a:gd name="T6" fmla="*/ 0 w 948"/>
                  <a:gd name="T7" fmla="*/ 365 h 492"/>
                  <a:gd name="T8" fmla="*/ 52 w 948"/>
                  <a:gd name="T9" fmla="*/ 0 h 492"/>
                  <a:gd name="T10" fmla="*/ 922 w 948"/>
                  <a:gd name="T11" fmla="*/ 145 h 492"/>
                  <a:gd name="T12" fmla="*/ 70 w 948"/>
                  <a:gd name="T13" fmla="*/ 25 h 492"/>
                  <a:gd name="T14" fmla="*/ 25 w 948"/>
                  <a:gd name="T15" fmla="*/ 346 h 492"/>
                  <a:gd name="T16" fmla="*/ 876 w 948"/>
                  <a:gd name="T17" fmla="*/ 468 h 492"/>
                  <a:gd name="T18" fmla="*/ 922 w 948"/>
                  <a:gd name="T19" fmla="*/ 145 h 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48" h="492">
                    <a:moveTo>
                      <a:pt x="52" y="0"/>
                    </a:moveTo>
                    <a:lnTo>
                      <a:pt x="948" y="126"/>
                    </a:lnTo>
                    <a:lnTo>
                      <a:pt x="895" y="492"/>
                    </a:lnTo>
                    <a:lnTo>
                      <a:pt x="0" y="365"/>
                    </a:lnTo>
                    <a:lnTo>
                      <a:pt x="52" y="0"/>
                    </a:lnTo>
                    <a:close/>
                    <a:moveTo>
                      <a:pt x="922" y="145"/>
                    </a:moveTo>
                    <a:lnTo>
                      <a:pt x="70" y="25"/>
                    </a:lnTo>
                    <a:lnTo>
                      <a:pt x="25" y="346"/>
                    </a:lnTo>
                    <a:lnTo>
                      <a:pt x="876" y="468"/>
                    </a:lnTo>
                    <a:lnTo>
                      <a:pt x="922" y="145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0" name="Freeform 99"/>
              <p:cNvSpPr>
                <a:spLocks/>
              </p:cNvSpPr>
              <p:nvPr/>
            </p:nvSpPr>
            <p:spPr bwMode="auto">
              <a:xfrm>
                <a:off x="3201996" y="3787809"/>
                <a:ext cx="101395" cy="105534"/>
              </a:xfrm>
              <a:custGeom>
                <a:avLst/>
                <a:gdLst>
                  <a:gd name="T0" fmla="*/ 6 w 73"/>
                  <a:gd name="T1" fmla="*/ 0 h 75"/>
                  <a:gd name="T2" fmla="*/ 73 w 73"/>
                  <a:gd name="T3" fmla="*/ 10 h 75"/>
                  <a:gd name="T4" fmla="*/ 63 w 73"/>
                  <a:gd name="T5" fmla="*/ 75 h 75"/>
                  <a:gd name="T6" fmla="*/ 60 w 73"/>
                  <a:gd name="T7" fmla="*/ 74 h 75"/>
                  <a:gd name="T8" fmla="*/ 5 w 73"/>
                  <a:gd name="T9" fmla="*/ 1 h 75"/>
                  <a:gd name="T10" fmla="*/ 6 w 73"/>
                  <a:gd name="T1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75">
                    <a:moveTo>
                      <a:pt x="6" y="0"/>
                    </a:moveTo>
                    <a:cubicBezTo>
                      <a:pt x="73" y="10"/>
                      <a:pt x="73" y="10"/>
                      <a:pt x="73" y="10"/>
                    </a:cubicBezTo>
                    <a:cubicBezTo>
                      <a:pt x="63" y="75"/>
                      <a:pt x="63" y="75"/>
                      <a:pt x="63" y="75"/>
                    </a:cubicBezTo>
                    <a:cubicBezTo>
                      <a:pt x="62" y="75"/>
                      <a:pt x="61" y="75"/>
                      <a:pt x="60" y="74"/>
                    </a:cubicBezTo>
                    <a:cubicBezTo>
                      <a:pt x="25" y="69"/>
                      <a:pt x="0" y="37"/>
                      <a:pt x="5" y="1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1" name="Freeform 100"/>
              <p:cNvSpPr>
                <a:spLocks/>
              </p:cNvSpPr>
              <p:nvPr/>
            </p:nvSpPr>
            <p:spPr bwMode="auto">
              <a:xfrm>
                <a:off x="3159575" y="4058887"/>
                <a:ext cx="105534" cy="100361"/>
              </a:xfrm>
              <a:custGeom>
                <a:avLst/>
                <a:gdLst>
                  <a:gd name="T0" fmla="*/ 75 w 75"/>
                  <a:gd name="T1" fmla="*/ 5 h 72"/>
                  <a:gd name="T2" fmla="*/ 65 w 75"/>
                  <a:gd name="T3" fmla="*/ 72 h 72"/>
                  <a:gd name="T4" fmla="*/ 0 w 75"/>
                  <a:gd name="T5" fmla="*/ 63 h 72"/>
                  <a:gd name="T6" fmla="*/ 1 w 75"/>
                  <a:gd name="T7" fmla="*/ 60 h 72"/>
                  <a:gd name="T8" fmla="*/ 74 w 75"/>
                  <a:gd name="T9" fmla="*/ 5 h 72"/>
                  <a:gd name="T10" fmla="*/ 75 w 75"/>
                  <a:gd name="T11" fmla="*/ 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72">
                    <a:moveTo>
                      <a:pt x="75" y="5"/>
                    </a:moveTo>
                    <a:cubicBezTo>
                      <a:pt x="65" y="72"/>
                      <a:pt x="65" y="72"/>
                      <a:pt x="65" y="72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0" y="62"/>
                      <a:pt x="0" y="61"/>
                      <a:pt x="1" y="60"/>
                    </a:cubicBezTo>
                    <a:cubicBezTo>
                      <a:pt x="6" y="24"/>
                      <a:pt x="38" y="0"/>
                      <a:pt x="74" y="5"/>
                    </a:cubicBezTo>
                    <a:lnTo>
                      <a:pt x="75" y="5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Freeform 101"/>
              <p:cNvSpPr>
                <a:spLocks/>
              </p:cNvSpPr>
              <p:nvPr/>
            </p:nvSpPr>
            <p:spPr bwMode="auto">
              <a:xfrm>
                <a:off x="2348412" y="3945076"/>
                <a:ext cx="101395" cy="102430"/>
              </a:xfrm>
              <a:custGeom>
                <a:avLst/>
                <a:gdLst>
                  <a:gd name="T0" fmla="*/ 67 w 72"/>
                  <a:gd name="T1" fmla="*/ 74 h 74"/>
                  <a:gd name="T2" fmla="*/ 0 w 72"/>
                  <a:gd name="T3" fmla="*/ 65 h 74"/>
                  <a:gd name="T4" fmla="*/ 9 w 72"/>
                  <a:gd name="T5" fmla="*/ 0 h 74"/>
                  <a:gd name="T6" fmla="*/ 12 w 72"/>
                  <a:gd name="T7" fmla="*/ 0 h 74"/>
                  <a:gd name="T8" fmla="*/ 67 w 72"/>
                  <a:gd name="T9" fmla="*/ 73 h 74"/>
                  <a:gd name="T10" fmla="*/ 67 w 72"/>
                  <a:gd name="T11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74">
                    <a:moveTo>
                      <a:pt x="67" y="74"/>
                    </a:moveTo>
                    <a:cubicBezTo>
                      <a:pt x="0" y="65"/>
                      <a:pt x="0" y="65"/>
                      <a:pt x="0" y="65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0" y="0"/>
                      <a:pt x="11" y="0"/>
                      <a:pt x="12" y="0"/>
                    </a:cubicBezTo>
                    <a:cubicBezTo>
                      <a:pt x="48" y="5"/>
                      <a:pt x="72" y="38"/>
                      <a:pt x="67" y="73"/>
                    </a:cubicBezTo>
                    <a:lnTo>
                      <a:pt x="67" y="74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Freeform 102"/>
              <p:cNvSpPr>
                <a:spLocks/>
              </p:cNvSpPr>
              <p:nvPr/>
            </p:nvSpPr>
            <p:spPr bwMode="auto">
              <a:xfrm>
                <a:off x="2387729" y="3678137"/>
                <a:ext cx="103465" cy="100361"/>
              </a:xfrm>
              <a:custGeom>
                <a:avLst/>
                <a:gdLst>
                  <a:gd name="T0" fmla="*/ 0 w 74"/>
                  <a:gd name="T1" fmla="*/ 67 h 72"/>
                  <a:gd name="T2" fmla="*/ 9 w 74"/>
                  <a:gd name="T3" fmla="*/ 0 h 72"/>
                  <a:gd name="T4" fmla="*/ 74 w 74"/>
                  <a:gd name="T5" fmla="*/ 9 h 72"/>
                  <a:gd name="T6" fmla="*/ 74 w 74"/>
                  <a:gd name="T7" fmla="*/ 12 h 72"/>
                  <a:gd name="T8" fmla="*/ 1 w 74"/>
                  <a:gd name="T9" fmla="*/ 67 h 72"/>
                  <a:gd name="T10" fmla="*/ 0 w 74"/>
                  <a:gd name="T11" fmla="*/ 67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72">
                    <a:moveTo>
                      <a:pt x="0" y="67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74" y="9"/>
                      <a:pt x="74" y="9"/>
                      <a:pt x="74" y="9"/>
                    </a:cubicBezTo>
                    <a:cubicBezTo>
                      <a:pt x="74" y="10"/>
                      <a:pt x="74" y="11"/>
                      <a:pt x="74" y="12"/>
                    </a:cubicBezTo>
                    <a:cubicBezTo>
                      <a:pt x="69" y="47"/>
                      <a:pt x="36" y="72"/>
                      <a:pt x="1" y="67"/>
                    </a:cubicBez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4" name="Freeform 103"/>
              <p:cNvSpPr>
                <a:spLocks/>
              </p:cNvSpPr>
              <p:nvPr/>
            </p:nvSpPr>
            <p:spPr bwMode="auto">
              <a:xfrm>
                <a:off x="2086647" y="4041298"/>
                <a:ext cx="1059478" cy="646654"/>
              </a:xfrm>
              <a:custGeom>
                <a:avLst/>
                <a:gdLst>
                  <a:gd name="T0" fmla="*/ 65 w 759"/>
                  <a:gd name="T1" fmla="*/ 444 h 463"/>
                  <a:gd name="T2" fmla="*/ 92 w 759"/>
                  <a:gd name="T3" fmla="*/ 460 h 463"/>
                  <a:gd name="T4" fmla="*/ 740 w 759"/>
                  <a:gd name="T5" fmla="*/ 302 h 463"/>
                  <a:gd name="T6" fmla="*/ 756 w 759"/>
                  <a:gd name="T7" fmla="*/ 276 h 463"/>
                  <a:gd name="T8" fmla="*/ 694 w 759"/>
                  <a:gd name="T9" fmla="*/ 19 h 463"/>
                  <a:gd name="T10" fmla="*/ 667 w 759"/>
                  <a:gd name="T11" fmla="*/ 3 h 463"/>
                  <a:gd name="T12" fmla="*/ 19 w 759"/>
                  <a:gd name="T13" fmla="*/ 161 h 463"/>
                  <a:gd name="T14" fmla="*/ 3 w 759"/>
                  <a:gd name="T15" fmla="*/ 187 h 463"/>
                  <a:gd name="T16" fmla="*/ 65 w 759"/>
                  <a:gd name="T17" fmla="*/ 444 h 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9" h="463">
                    <a:moveTo>
                      <a:pt x="65" y="444"/>
                    </a:moveTo>
                    <a:cubicBezTo>
                      <a:pt x="68" y="456"/>
                      <a:pt x="80" y="463"/>
                      <a:pt x="92" y="460"/>
                    </a:cubicBezTo>
                    <a:cubicBezTo>
                      <a:pt x="740" y="302"/>
                      <a:pt x="740" y="302"/>
                      <a:pt x="740" y="302"/>
                    </a:cubicBezTo>
                    <a:cubicBezTo>
                      <a:pt x="752" y="299"/>
                      <a:pt x="759" y="288"/>
                      <a:pt x="756" y="276"/>
                    </a:cubicBezTo>
                    <a:cubicBezTo>
                      <a:pt x="694" y="19"/>
                      <a:pt x="694" y="19"/>
                      <a:pt x="694" y="19"/>
                    </a:cubicBezTo>
                    <a:cubicBezTo>
                      <a:pt x="691" y="7"/>
                      <a:pt x="679" y="0"/>
                      <a:pt x="667" y="3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7" y="164"/>
                      <a:pt x="0" y="176"/>
                      <a:pt x="3" y="187"/>
                    </a:cubicBezTo>
                    <a:cubicBezTo>
                      <a:pt x="65" y="444"/>
                      <a:pt x="65" y="444"/>
                      <a:pt x="65" y="444"/>
                    </a:cubicBezTo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Freeform 104"/>
              <p:cNvSpPr>
                <a:spLocks/>
              </p:cNvSpPr>
              <p:nvPr/>
            </p:nvSpPr>
            <p:spPr bwMode="auto">
              <a:xfrm>
                <a:off x="2454981" y="4202703"/>
                <a:ext cx="322810" cy="322810"/>
              </a:xfrm>
              <a:custGeom>
                <a:avLst/>
                <a:gdLst>
                  <a:gd name="T0" fmla="*/ 14 w 231"/>
                  <a:gd name="T1" fmla="*/ 140 h 231"/>
                  <a:gd name="T2" fmla="*/ 140 w 231"/>
                  <a:gd name="T3" fmla="*/ 217 h 231"/>
                  <a:gd name="T4" fmla="*/ 217 w 231"/>
                  <a:gd name="T5" fmla="*/ 91 h 231"/>
                  <a:gd name="T6" fmla="*/ 91 w 231"/>
                  <a:gd name="T7" fmla="*/ 14 h 231"/>
                  <a:gd name="T8" fmla="*/ 14 w 231"/>
                  <a:gd name="T9" fmla="*/ 140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1" h="231">
                    <a:moveTo>
                      <a:pt x="14" y="140"/>
                    </a:moveTo>
                    <a:cubicBezTo>
                      <a:pt x="28" y="196"/>
                      <a:pt x="84" y="231"/>
                      <a:pt x="140" y="217"/>
                    </a:cubicBezTo>
                    <a:cubicBezTo>
                      <a:pt x="196" y="204"/>
                      <a:pt x="231" y="147"/>
                      <a:pt x="217" y="91"/>
                    </a:cubicBezTo>
                    <a:cubicBezTo>
                      <a:pt x="203" y="35"/>
                      <a:pt x="147" y="0"/>
                      <a:pt x="91" y="14"/>
                    </a:cubicBezTo>
                    <a:cubicBezTo>
                      <a:pt x="35" y="28"/>
                      <a:pt x="0" y="84"/>
                      <a:pt x="14" y="140"/>
                    </a:cubicBezTo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6" name="Freeform 105"/>
              <p:cNvSpPr>
                <a:spLocks/>
              </p:cNvSpPr>
              <p:nvPr/>
            </p:nvSpPr>
            <p:spPr bwMode="auto">
              <a:xfrm>
                <a:off x="2534649" y="4266851"/>
                <a:ext cx="160370" cy="188306"/>
              </a:xfrm>
              <a:custGeom>
                <a:avLst/>
                <a:gdLst>
                  <a:gd name="T0" fmla="*/ 49 w 115"/>
                  <a:gd name="T1" fmla="*/ 0 h 135"/>
                  <a:gd name="T2" fmla="*/ 32 w 115"/>
                  <a:gd name="T3" fmla="*/ 5 h 135"/>
                  <a:gd name="T4" fmla="*/ 36 w 115"/>
                  <a:gd name="T5" fmla="*/ 21 h 135"/>
                  <a:gd name="T6" fmla="*/ 29 w 115"/>
                  <a:gd name="T7" fmla="*/ 26 h 135"/>
                  <a:gd name="T8" fmla="*/ 24 w 115"/>
                  <a:gd name="T9" fmla="*/ 30 h 135"/>
                  <a:gd name="T10" fmla="*/ 22 w 115"/>
                  <a:gd name="T11" fmla="*/ 24 h 135"/>
                  <a:gd name="T12" fmla="*/ 0 w 115"/>
                  <a:gd name="T13" fmla="*/ 29 h 135"/>
                  <a:gd name="T14" fmla="*/ 9 w 115"/>
                  <a:gd name="T15" fmla="*/ 65 h 135"/>
                  <a:gd name="T16" fmla="*/ 31 w 115"/>
                  <a:gd name="T17" fmla="*/ 60 h 135"/>
                  <a:gd name="T18" fmla="*/ 32 w 115"/>
                  <a:gd name="T19" fmla="*/ 53 h 135"/>
                  <a:gd name="T20" fmla="*/ 35 w 115"/>
                  <a:gd name="T21" fmla="*/ 46 h 135"/>
                  <a:gd name="T22" fmla="*/ 41 w 115"/>
                  <a:gd name="T23" fmla="*/ 42 h 135"/>
                  <a:gd name="T24" fmla="*/ 47 w 115"/>
                  <a:gd name="T25" fmla="*/ 39 h 135"/>
                  <a:gd name="T26" fmla="*/ 51 w 115"/>
                  <a:gd name="T27" fmla="*/ 38 h 135"/>
                  <a:gd name="T28" fmla="*/ 54 w 115"/>
                  <a:gd name="T29" fmla="*/ 39 h 135"/>
                  <a:gd name="T30" fmla="*/ 58 w 115"/>
                  <a:gd name="T31" fmla="*/ 43 h 135"/>
                  <a:gd name="T32" fmla="*/ 55 w 115"/>
                  <a:gd name="T33" fmla="*/ 49 h 135"/>
                  <a:gd name="T34" fmla="*/ 46 w 115"/>
                  <a:gd name="T35" fmla="*/ 55 h 135"/>
                  <a:gd name="T36" fmla="*/ 34 w 115"/>
                  <a:gd name="T37" fmla="*/ 62 h 135"/>
                  <a:gd name="T38" fmla="*/ 22 w 115"/>
                  <a:gd name="T39" fmla="*/ 71 h 135"/>
                  <a:gd name="T40" fmla="*/ 14 w 115"/>
                  <a:gd name="T41" fmla="*/ 84 h 135"/>
                  <a:gd name="T42" fmla="*/ 14 w 115"/>
                  <a:gd name="T43" fmla="*/ 101 h 135"/>
                  <a:gd name="T44" fmla="*/ 20 w 115"/>
                  <a:gd name="T45" fmla="*/ 113 h 135"/>
                  <a:gd name="T46" fmla="*/ 31 w 115"/>
                  <a:gd name="T47" fmla="*/ 120 h 135"/>
                  <a:gd name="T48" fmla="*/ 45 w 115"/>
                  <a:gd name="T49" fmla="*/ 123 h 135"/>
                  <a:gd name="T50" fmla="*/ 46 w 115"/>
                  <a:gd name="T51" fmla="*/ 123 h 135"/>
                  <a:gd name="T52" fmla="*/ 60 w 115"/>
                  <a:gd name="T53" fmla="*/ 121 h 135"/>
                  <a:gd name="T54" fmla="*/ 63 w 115"/>
                  <a:gd name="T55" fmla="*/ 135 h 135"/>
                  <a:gd name="T56" fmla="*/ 81 w 115"/>
                  <a:gd name="T57" fmla="*/ 131 h 135"/>
                  <a:gd name="T58" fmla="*/ 77 w 115"/>
                  <a:gd name="T59" fmla="*/ 116 h 135"/>
                  <a:gd name="T60" fmla="*/ 91 w 115"/>
                  <a:gd name="T61" fmla="*/ 106 h 135"/>
                  <a:gd name="T62" fmla="*/ 92 w 115"/>
                  <a:gd name="T63" fmla="*/ 112 h 135"/>
                  <a:gd name="T64" fmla="*/ 115 w 115"/>
                  <a:gd name="T65" fmla="*/ 106 h 135"/>
                  <a:gd name="T66" fmla="*/ 106 w 115"/>
                  <a:gd name="T67" fmla="*/ 69 h 135"/>
                  <a:gd name="T68" fmla="*/ 83 w 115"/>
                  <a:gd name="T69" fmla="*/ 75 h 135"/>
                  <a:gd name="T70" fmla="*/ 79 w 115"/>
                  <a:gd name="T71" fmla="*/ 89 h 135"/>
                  <a:gd name="T72" fmla="*/ 67 w 115"/>
                  <a:gd name="T73" fmla="*/ 97 h 135"/>
                  <a:gd name="T74" fmla="*/ 62 w 115"/>
                  <a:gd name="T75" fmla="*/ 98 h 135"/>
                  <a:gd name="T76" fmla="*/ 59 w 115"/>
                  <a:gd name="T77" fmla="*/ 97 h 135"/>
                  <a:gd name="T78" fmla="*/ 55 w 115"/>
                  <a:gd name="T79" fmla="*/ 93 h 135"/>
                  <a:gd name="T80" fmla="*/ 58 w 115"/>
                  <a:gd name="T81" fmla="*/ 87 h 135"/>
                  <a:gd name="T82" fmla="*/ 67 w 115"/>
                  <a:gd name="T83" fmla="*/ 81 h 135"/>
                  <a:gd name="T84" fmla="*/ 79 w 115"/>
                  <a:gd name="T85" fmla="*/ 74 h 135"/>
                  <a:gd name="T86" fmla="*/ 91 w 115"/>
                  <a:gd name="T87" fmla="*/ 65 h 135"/>
                  <a:gd name="T88" fmla="*/ 98 w 115"/>
                  <a:gd name="T89" fmla="*/ 53 h 135"/>
                  <a:gd name="T90" fmla="*/ 98 w 115"/>
                  <a:gd name="T91" fmla="*/ 36 h 135"/>
                  <a:gd name="T92" fmla="*/ 92 w 115"/>
                  <a:gd name="T93" fmla="*/ 23 h 135"/>
                  <a:gd name="T94" fmla="*/ 81 w 115"/>
                  <a:gd name="T95" fmla="*/ 16 h 135"/>
                  <a:gd name="T96" fmla="*/ 68 w 115"/>
                  <a:gd name="T97" fmla="*/ 13 h 135"/>
                  <a:gd name="T98" fmla="*/ 65 w 115"/>
                  <a:gd name="T99" fmla="*/ 13 h 135"/>
                  <a:gd name="T100" fmla="*/ 52 w 115"/>
                  <a:gd name="T101" fmla="*/ 15 h 135"/>
                  <a:gd name="T102" fmla="*/ 49 w 115"/>
                  <a:gd name="T103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15" h="135">
                    <a:moveTo>
                      <a:pt x="49" y="0"/>
                    </a:moveTo>
                    <a:cubicBezTo>
                      <a:pt x="32" y="5"/>
                      <a:pt x="32" y="5"/>
                      <a:pt x="32" y="5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33" y="23"/>
                      <a:pt x="31" y="24"/>
                      <a:pt x="29" y="26"/>
                    </a:cubicBezTo>
                    <a:cubicBezTo>
                      <a:pt x="27" y="27"/>
                      <a:pt x="25" y="29"/>
                      <a:pt x="24" y="30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9" y="65"/>
                      <a:pt x="9" y="65"/>
                      <a:pt x="9" y="65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57"/>
                      <a:pt x="31" y="55"/>
                      <a:pt x="32" y="53"/>
                    </a:cubicBezTo>
                    <a:cubicBezTo>
                      <a:pt x="33" y="50"/>
                      <a:pt x="34" y="48"/>
                      <a:pt x="35" y="46"/>
                    </a:cubicBezTo>
                    <a:cubicBezTo>
                      <a:pt x="37" y="45"/>
                      <a:pt x="39" y="43"/>
                      <a:pt x="41" y="42"/>
                    </a:cubicBezTo>
                    <a:cubicBezTo>
                      <a:pt x="43" y="40"/>
                      <a:pt x="45" y="39"/>
                      <a:pt x="47" y="39"/>
                    </a:cubicBezTo>
                    <a:cubicBezTo>
                      <a:pt x="48" y="38"/>
                      <a:pt x="50" y="38"/>
                      <a:pt x="51" y="38"/>
                    </a:cubicBezTo>
                    <a:cubicBezTo>
                      <a:pt x="52" y="38"/>
                      <a:pt x="53" y="38"/>
                      <a:pt x="54" y="39"/>
                    </a:cubicBezTo>
                    <a:cubicBezTo>
                      <a:pt x="56" y="39"/>
                      <a:pt x="58" y="41"/>
                      <a:pt x="58" y="43"/>
                    </a:cubicBezTo>
                    <a:cubicBezTo>
                      <a:pt x="59" y="45"/>
                      <a:pt x="58" y="47"/>
                      <a:pt x="55" y="49"/>
                    </a:cubicBezTo>
                    <a:cubicBezTo>
                      <a:pt x="53" y="51"/>
                      <a:pt x="50" y="53"/>
                      <a:pt x="46" y="55"/>
                    </a:cubicBezTo>
                    <a:cubicBezTo>
                      <a:pt x="42" y="57"/>
                      <a:pt x="38" y="60"/>
                      <a:pt x="34" y="62"/>
                    </a:cubicBezTo>
                    <a:cubicBezTo>
                      <a:pt x="29" y="65"/>
                      <a:pt x="25" y="68"/>
                      <a:pt x="22" y="71"/>
                    </a:cubicBezTo>
                    <a:cubicBezTo>
                      <a:pt x="19" y="75"/>
                      <a:pt x="16" y="79"/>
                      <a:pt x="14" y="84"/>
                    </a:cubicBezTo>
                    <a:cubicBezTo>
                      <a:pt x="13" y="88"/>
                      <a:pt x="13" y="94"/>
                      <a:pt x="14" y="101"/>
                    </a:cubicBezTo>
                    <a:cubicBezTo>
                      <a:pt x="15" y="106"/>
                      <a:pt x="18" y="110"/>
                      <a:pt x="20" y="113"/>
                    </a:cubicBezTo>
                    <a:cubicBezTo>
                      <a:pt x="23" y="116"/>
                      <a:pt x="27" y="119"/>
                      <a:pt x="31" y="120"/>
                    </a:cubicBezTo>
                    <a:cubicBezTo>
                      <a:pt x="35" y="122"/>
                      <a:pt x="40" y="123"/>
                      <a:pt x="45" y="123"/>
                    </a:cubicBezTo>
                    <a:cubicBezTo>
                      <a:pt x="45" y="123"/>
                      <a:pt x="46" y="123"/>
                      <a:pt x="46" y="123"/>
                    </a:cubicBezTo>
                    <a:cubicBezTo>
                      <a:pt x="51" y="123"/>
                      <a:pt x="55" y="122"/>
                      <a:pt x="60" y="121"/>
                    </a:cubicBezTo>
                    <a:cubicBezTo>
                      <a:pt x="63" y="135"/>
                      <a:pt x="63" y="135"/>
                      <a:pt x="63" y="135"/>
                    </a:cubicBezTo>
                    <a:cubicBezTo>
                      <a:pt x="81" y="131"/>
                      <a:pt x="81" y="131"/>
                      <a:pt x="81" y="131"/>
                    </a:cubicBezTo>
                    <a:cubicBezTo>
                      <a:pt x="77" y="116"/>
                      <a:pt x="77" y="116"/>
                      <a:pt x="77" y="116"/>
                    </a:cubicBezTo>
                    <a:cubicBezTo>
                      <a:pt x="82" y="113"/>
                      <a:pt x="86" y="110"/>
                      <a:pt x="91" y="106"/>
                    </a:cubicBezTo>
                    <a:cubicBezTo>
                      <a:pt x="92" y="112"/>
                      <a:pt x="92" y="112"/>
                      <a:pt x="92" y="112"/>
                    </a:cubicBezTo>
                    <a:cubicBezTo>
                      <a:pt x="115" y="106"/>
                      <a:pt x="115" y="106"/>
                      <a:pt x="115" y="106"/>
                    </a:cubicBezTo>
                    <a:cubicBezTo>
                      <a:pt x="106" y="69"/>
                      <a:pt x="106" y="69"/>
                      <a:pt x="106" y="69"/>
                    </a:cubicBezTo>
                    <a:cubicBezTo>
                      <a:pt x="83" y="75"/>
                      <a:pt x="83" y="75"/>
                      <a:pt x="83" y="75"/>
                    </a:cubicBezTo>
                    <a:cubicBezTo>
                      <a:pt x="83" y="81"/>
                      <a:pt x="82" y="85"/>
                      <a:pt x="79" y="89"/>
                    </a:cubicBezTo>
                    <a:cubicBezTo>
                      <a:pt x="76" y="93"/>
                      <a:pt x="72" y="96"/>
                      <a:pt x="67" y="97"/>
                    </a:cubicBezTo>
                    <a:cubicBezTo>
                      <a:pt x="65" y="97"/>
                      <a:pt x="64" y="98"/>
                      <a:pt x="62" y="98"/>
                    </a:cubicBezTo>
                    <a:cubicBezTo>
                      <a:pt x="61" y="98"/>
                      <a:pt x="60" y="97"/>
                      <a:pt x="59" y="97"/>
                    </a:cubicBezTo>
                    <a:cubicBezTo>
                      <a:pt x="57" y="96"/>
                      <a:pt x="56" y="95"/>
                      <a:pt x="55" y="93"/>
                    </a:cubicBezTo>
                    <a:cubicBezTo>
                      <a:pt x="55" y="91"/>
                      <a:pt x="56" y="89"/>
                      <a:pt x="58" y="87"/>
                    </a:cubicBezTo>
                    <a:cubicBezTo>
                      <a:pt x="60" y="85"/>
                      <a:pt x="63" y="83"/>
                      <a:pt x="67" y="81"/>
                    </a:cubicBezTo>
                    <a:cubicBezTo>
                      <a:pt x="71" y="79"/>
                      <a:pt x="75" y="76"/>
                      <a:pt x="79" y="74"/>
                    </a:cubicBezTo>
                    <a:cubicBezTo>
                      <a:pt x="83" y="71"/>
                      <a:pt x="87" y="68"/>
                      <a:pt x="91" y="65"/>
                    </a:cubicBezTo>
                    <a:cubicBezTo>
                      <a:pt x="94" y="62"/>
                      <a:pt x="97" y="57"/>
                      <a:pt x="98" y="53"/>
                    </a:cubicBezTo>
                    <a:cubicBezTo>
                      <a:pt x="100" y="48"/>
                      <a:pt x="100" y="42"/>
                      <a:pt x="98" y="36"/>
                    </a:cubicBezTo>
                    <a:cubicBezTo>
                      <a:pt x="97" y="31"/>
                      <a:pt x="95" y="27"/>
                      <a:pt x="92" y="23"/>
                    </a:cubicBezTo>
                    <a:cubicBezTo>
                      <a:pt x="89" y="20"/>
                      <a:pt x="85" y="18"/>
                      <a:pt x="81" y="16"/>
                    </a:cubicBezTo>
                    <a:cubicBezTo>
                      <a:pt x="77" y="14"/>
                      <a:pt x="73" y="13"/>
                      <a:pt x="68" y="13"/>
                    </a:cubicBezTo>
                    <a:cubicBezTo>
                      <a:pt x="67" y="13"/>
                      <a:pt x="66" y="13"/>
                      <a:pt x="65" y="13"/>
                    </a:cubicBezTo>
                    <a:cubicBezTo>
                      <a:pt x="61" y="13"/>
                      <a:pt x="57" y="14"/>
                      <a:pt x="52" y="15"/>
                    </a:cubicBezTo>
                    <a:cubicBezTo>
                      <a:pt x="49" y="0"/>
                      <a:pt x="49" y="0"/>
                      <a:pt x="49" y="0"/>
                    </a:cubicBezTo>
                  </a:path>
                </a:pathLst>
              </a:custGeom>
              <a:solidFill>
                <a:srgbClr val="9E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Freeform 106"/>
              <p:cNvSpPr>
                <a:spLocks noEditPoints="1"/>
              </p:cNvSpPr>
              <p:nvPr/>
            </p:nvSpPr>
            <p:spPr bwMode="auto">
              <a:xfrm>
                <a:off x="2116652" y="4070268"/>
                <a:ext cx="1000503" cy="593887"/>
              </a:xfrm>
              <a:custGeom>
                <a:avLst/>
                <a:gdLst>
                  <a:gd name="T0" fmla="*/ 0 w 967"/>
                  <a:gd name="T1" fmla="*/ 215 h 574"/>
                  <a:gd name="T2" fmla="*/ 879 w 967"/>
                  <a:gd name="T3" fmla="*/ 0 h 574"/>
                  <a:gd name="T4" fmla="*/ 967 w 967"/>
                  <a:gd name="T5" fmla="*/ 359 h 574"/>
                  <a:gd name="T6" fmla="*/ 88 w 967"/>
                  <a:gd name="T7" fmla="*/ 574 h 574"/>
                  <a:gd name="T8" fmla="*/ 0 w 967"/>
                  <a:gd name="T9" fmla="*/ 215 h 574"/>
                  <a:gd name="T10" fmla="*/ 863 w 967"/>
                  <a:gd name="T11" fmla="*/ 27 h 574"/>
                  <a:gd name="T12" fmla="*/ 27 w 967"/>
                  <a:gd name="T13" fmla="*/ 231 h 574"/>
                  <a:gd name="T14" fmla="*/ 104 w 967"/>
                  <a:gd name="T15" fmla="*/ 547 h 574"/>
                  <a:gd name="T16" fmla="*/ 940 w 967"/>
                  <a:gd name="T17" fmla="*/ 343 h 574"/>
                  <a:gd name="T18" fmla="*/ 863 w 967"/>
                  <a:gd name="T19" fmla="*/ 27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7" h="574">
                    <a:moveTo>
                      <a:pt x="0" y="215"/>
                    </a:moveTo>
                    <a:lnTo>
                      <a:pt x="879" y="0"/>
                    </a:lnTo>
                    <a:lnTo>
                      <a:pt x="967" y="359"/>
                    </a:lnTo>
                    <a:lnTo>
                      <a:pt x="88" y="574"/>
                    </a:lnTo>
                    <a:lnTo>
                      <a:pt x="0" y="215"/>
                    </a:lnTo>
                    <a:close/>
                    <a:moveTo>
                      <a:pt x="863" y="27"/>
                    </a:moveTo>
                    <a:lnTo>
                      <a:pt x="27" y="231"/>
                    </a:lnTo>
                    <a:lnTo>
                      <a:pt x="104" y="547"/>
                    </a:lnTo>
                    <a:lnTo>
                      <a:pt x="940" y="343"/>
                    </a:lnTo>
                    <a:lnTo>
                      <a:pt x="863" y="2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8" name="Freeform 107"/>
              <p:cNvSpPr>
                <a:spLocks/>
              </p:cNvSpPr>
              <p:nvPr/>
            </p:nvSpPr>
            <p:spPr bwMode="auto">
              <a:xfrm>
                <a:off x="2923676" y="4079580"/>
                <a:ext cx="114846" cy="102430"/>
              </a:xfrm>
              <a:custGeom>
                <a:avLst/>
                <a:gdLst>
                  <a:gd name="T0" fmla="*/ 0 w 82"/>
                  <a:gd name="T1" fmla="*/ 16 h 73"/>
                  <a:gd name="T2" fmla="*/ 66 w 82"/>
                  <a:gd name="T3" fmla="*/ 0 h 73"/>
                  <a:gd name="T4" fmla="*/ 82 w 82"/>
                  <a:gd name="T5" fmla="*/ 64 h 73"/>
                  <a:gd name="T6" fmla="*/ 79 w 82"/>
                  <a:gd name="T7" fmla="*/ 65 h 73"/>
                  <a:gd name="T8" fmla="*/ 1 w 82"/>
                  <a:gd name="T9" fmla="*/ 17 h 73"/>
                  <a:gd name="T10" fmla="*/ 0 w 82"/>
                  <a:gd name="T11" fmla="*/ 16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73">
                    <a:moveTo>
                      <a:pt x="0" y="16"/>
                    </a:moveTo>
                    <a:cubicBezTo>
                      <a:pt x="66" y="0"/>
                      <a:pt x="66" y="0"/>
                      <a:pt x="66" y="0"/>
                    </a:cubicBezTo>
                    <a:cubicBezTo>
                      <a:pt x="82" y="64"/>
                      <a:pt x="82" y="64"/>
                      <a:pt x="82" y="64"/>
                    </a:cubicBezTo>
                    <a:cubicBezTo>
                      <a:pt x="81" y="64"/>
                      <a:pt x="80" y="64"/>
                      <a:pt x="79" y="65"/>
                    </a:cubicBezTo>
                    <a:cubicBezTo>
                      <a:pt x="44" y="73"/>
                      <a:pt x="9" y="52"/>
                      <a:pt x="1" y="17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9" name="Freeform 108"/>
              <p:cNvSpPr>
                <a:spLocks/>
              </p:cNvSpPr>
              <p:nvPr/>
            </p:nvSpPr>
            <p:spPr bwMode="auto">
              <a:xfrm>
                <a:off x="2998170" y="4339276"/>
                <a:ext cx="101395" cy="113811"/>
              </a:xfrm>
              <a:custGeom>
                <a:avLst/>
                <a:gdLst>
                  <a:gd name="T0" fmla="*/ 57 w 73"/>
                  <a:gd name="T1" fmla="*/ 0 h 81"/>
                  <a:gd name="T2" fmla="*/ 73 w 73"/>
                  <a:gd name="T3" fmla="*/ 66 h 81"/>
                  <a:gd name="T4" fmla="*/ 10 w 73"/>
                  <a:gd name="T5" fmla="*/ 81 h 81"/>
                  <a:gd name="T6" fmla="*/ 9 w 73"/>
                  <a:gd name="T7" fmla="*/ 78 h 81"/>
                  <a:gd name="T8" fmla="*/ 56 w 73"/>
                  <a:gd name="T9" fmla="*/ 0 h 81"/>
                  <a:gd name="T10" fmla="*/ 57 w 73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81">
                    <a:moveTo>
                      <a:pt x="57" y="0"/>
                    </a:moveTo>
                    <a:cubicBezTo>
                      <a:pt x="73" y="66"/>
                      <a:pt x="73" y="66"/>
                      <a:pt x="73" y="66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9" y="80"/>
                      <a:pt x="9" y="79"/>
                      <a:pt x="9" y="78"/>
                    </a:cubicBezTo>
                    <a:cubicBezTo>
                      <a:pt x="0" y="44"/>
                      <a:pt x="22" y="9"/>
                      <a:pt x="56" y="0"/>
                    </a:cubicBez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0" name="Freeform 109"/>
              <p:cNvSpPr>
                <a:spLocks/>
              </p:cNvSpPr>
              <p:nvPr/>
            </p:nvSpPr>
            <p:spPr bwMode="auto">
              <a:xfrm>
                <a:off x="2195285" y="4549309"/>
                <a:ext cx="112777" cy="101395"/>
              </a:xfrm>
              <a:custGeom>
                <a:avLst/>
                <a:gdLst>
                  <a:gd name="T0" fmla="*/ 81 w 81"/>
                  <a:gd name="T1" fmla="*/ 57 h 73"/>
                  <a:gd name="T2" fmla="*/ 15 w 81"/>
                  <a:gd name="T3" fmla="*/ 73 h 73"/>
                  <a:gd name="T4" fmla="*/ 0 w 81"/>
                  <a:gd name="T5" fmla="*/ 9 h 73"/>
                  <a:gd name="T6" fmla="*/ 3 w 81"/>
                  <a:gd name="T7" fmla="*/ 8 h 73"/>
                  <a:gd name="T8" fmla="*/ 81 w 81"/>
                  <a:gd name="T9" fmla="*/ 56 h 73"/>
                  <a:gd name="T10" fmla="*/ 81 w 81"/>
                  <a:gd name="T11" fmla="*/ 5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1" h="73">
                    <a:moveTo>
                      <a:pt x="81" y="57"/>
                    </a:moveTo>
                    <a:cubicBezTo>
                      <a:pt x="15" y="73"/>
                      <a:pt x="15" y="73"/>
                      <a:pt x="15" y="7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" y="9"/>
                      <a:pt x="2" y="8"/>
                      <a:pt x="3" y="8"/>
                    </a:cubicBezTo>
                    <a:cubicBezTo>
                      <a:pt x="38" y="0"/>
                      <a:pt x="73" y="21"/>
                      <a:pt x="81" y="56"/>
                    </a:cubicBezTo>
                    <a:lnTo>
                      <a:pt x="81" y="57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1" name="Freeform 110"/>
              <p:cNvSpPr>
                <a:spLocks/>
              </p:cNvSpPr>
              <p:nvPr/>
            </p:nvSpPr>
            <p:spPr bwMode="auto">
              <a:xfrm>
                <a:off x="2132172" y="4277197"/>
                <a:ext cx="102430" cy="113811"/>
              </a:xfrm>
              <a:custGeom>
                <a:avLst/>
                <a:gdLst>
                  <a:gd name="T0" fmla="*/ 16 w 73"/>
                  <a:gd name="T1" fmla="*/ 82 h 82"/>
                  <a:gd name="T2" fmla="*/ 0 w 73"/>
                  <a:gd name="T3" fmla="*/ 16 h 82"/>
                  <a:gd name="T4" fmla="*/ 64 w 73"/>
                  <a:gd name="T5" fmla="*/ 0 h 82"/>
                  <a:gd name="T6" fmla="*/ 65 w 73"/>
                  <a:gd name="T7" fmla="*/ 3 h 82"/>
                  <a:gd name="T8" fmla="*/ 17 w 73"/>
                  <a:gd name="T9" fmla="*/ 82 h 82"/>
                  <a:gd name="T10" fmla="*/ 16 w 73"/>
                  <a:gd name="T11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82">
                    <a:moveTo>
                      <a:pt x="16" y="82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1"/>
                      <a:pt x="64" y="2"/>
                      <a:pt x="65" y="3"/>
                    </a:cubicBezTo>
                    <a:cubicBezTo>
                      <a:pt x="73" y="38"/>
                      <a:pt x="52" y="73"/>
                      <a:pt x="17" y="82"/>
                    </a:cubicBezTo>
                    <a:lnTo>
                      <a:pt x="16" y="82"/>
                    </a:ln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2" name="Oval 111"/>
              <p:cNvSpPr>
                <a:spLocks noChangeArrowheads="1"/>
              </p:cNvSpPr>
              <p:nvPr/>
            </p:nvSpPr>
            <p:spPr bwMode="auto">
              <a:xfrm>
                <a:off x="4460125" y="3152537"/>
                <a:ext cx="296944" cy="295909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3" name="Oval 112"/>
              <p:cNvSpPr>
                <a:spLocks noChangeArrowheads="1"/>
              </p:cNvSpPr>
              <p:nvPr/>
            </p:nvSpPr>
            <p:spPr bwMode="auto">
              <a:xfrm>
                <a:off x="4492199" y="3183576"/>
                <a:ext cx="239004" cy="239004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4" name="Freeform 113"/>
              <p:cNvSpPr>
                <a:spLocks/>
              </p:cNvSpPr>
              <p:nvPr/>
            </p:nvSpPr>
            <p:spPr bwMode="auto">
              <a:xfrm>
                <a:off x="4559451" y="3228066"/>
                <a:ext cx="101395" cy="141747"/>
              </a:xfrm>
              <a:custGeom>
                <a:avLst/>
                <a:gdLst>
                  <a:gd name="T0" fmla="*/ 44 w 73"/>
                  <a:gd name="T1" fmla="*/ 0 h 101"/>
                  <a:gd name="T2" fmla="*/ 30 w 73"/>
                  <a:gd name="T3" fmla="*/ 0 h 101"/>
                  <a:gd name="T4" fmla="*/ 30 w 73"/>
                  <a:gd name="T5" fmla="*/ 11 h 101"/>
                  <a:gd name="T6" fmla="*/ 19 w 73"/>
                  <a:gd name="T7" fmla="*/ 12 h 101"/>
                  <a:gd name="T8" fmla="*/ 9 w 73"/>
                  <a:gd name="T9" fmla="*/ 17 h 101"/>
                  <a:gd name="T10" fmla="*/ 3 w 73"/>
                  <a:gd name="T11" fmla="*/ 24 h 101"/>
                  <a:gd name="T12" fmla="*/ 0 w 73"/>
                  <a:gd name="T13" fmla="*/ 34 h 101"/>
                  <a:gd name="T14" fmla="*/ 4 w 73"/>
                  <a:gd name="T15" fmla="*/ 47 h 101"/>
                  <a:gd name="T16" fmla="*/ 11 w 73"/>
                  <a:gd name="T17" fmla="*/ 54 h 101"/>
                  <a:gd name="T18" fmla="*/ 21 w 73"/>
                  <a:gd name="T19" fmla="*/ 59 h 101"/>
                  <a:gd name="T20" fmla="*/ 31 w 73"/>
                  <a:gd name="T21" fmla="*/ 61 h 101"/>
                  <a:gd name="T22" fmla="*/ 39 w 73"/>
                  <a:gd name="T23" fmla="*/ 64 h 101"/>
                  <a:gd name="T24" fmla="*/ 42 w 73"/>
                  <a:gd name="T25" fmla="*/ 69 h 101"/>
                  <a:gd name="T26" fmla="*/ 40 w 73"/>
                  <a:gd name="T27" fmla="*/ 72 h 101"/>
                  <a:gd name="T28" fmla="*/ 35 w 73"/>
                  <a:gd name="T29" fmla="*/ 73 h 101"/>
                  <a:gd name="T30" fmla="*/ 24 w 73"/>
                  <a:gd name="T31" fmla="*/ 70 h 101"/>
                  <a:gd name="T32" fmla="*/ 18 w 73"/>
                  <a:gd name="T33" fmla="*/ 60 h 101"/>
                  <a:gd name="T34" fmla="*/ 1 w 73"/>
                  <a:gd name="T35" fmla="*/ 60 h 101"/>
                  <a:gd name="T36" fmla="*/ 1 w 73"/>
                  <a:gd name="T37" fmla="*/ 89 h 101"/>
                  <a:gd name="T38" fmla="*/ 18 w 73"/>
                  <a:gd name="T39" fmla="*/ 89 h 101"/>
                  <a:gd name="T40" fmla="*/ 18 w 73"/>
                  <a:gd name="T41" fmla="*/ 84 h 101"/>
                  <a:gd name="T42" fmla="*/ 30 w 73"/>
                  <a:gd name="T43" fmla="*/ 89 h 101"/>
                  <a:gd name="T44" fmla="*/ 30 w 73"/>
                  <a:gd name="T45" fmla="*/ 101 h 101"/>
                  <a:gd name="T46" fmla="*/ 44 w 73"/>
                  <a:gd name="T47" fmla="*/ 101 h 101"/>
                  <a:gd name="T48" fmla="*/ 44 w 73"/>
                  <a:gd name="T49" fmla="*/ 90 h 101"/>
                  <a:gd name="T50" fmla="*/ 55 w 73"/>
                  <a:gd name="T51" fmla="*/ 88 h 101"/>
                  <a:gd name="T52" fmla="*/ 65 w 73"/>
                  <a:gd name="T53" fmla="*/ 84 h 101"/>
                  <a:gd name="T54" fmla="*/ 71 w 73"/>
                  <a:gd name="T55" fmla="*/ 77 h 101"/>
                  <a:gd name="T56" fmla="*/ 73 w 73"/>
                  <a:gd name="T57" fmla="*/ 67 h 101"/>
                  <a:gd name="T58" fmla="*/ 70 w 73"/>
                  <a:gd name="T59" fmla="*/ 54 h 101"/>
                  <a:gd name="T60" fmla="*/ 62 w 73"/>
                  <a:gd name="T61" fmla="*/ 46 h 101"/>
                  <a:gd name="T62" fmla="*/ 52 w 73"/>
                  <a:gd name="T63" fmla="*/ 42 h 101"/>
                  <a:gd name="T64" fmla="*/ 42 w 73"/>
                  <a:gd name="T65" fmla="*/ 39 h 101"/>
                  <a:gd name="T66" fmla="*/ 34 w 73"/>
                  <a:gd name="T67" fmla="*/ 36 h 101"/>
                  <a:gd name="T68" fmla="*/ 31 w 73"/>
                  <a:gd name="T69" fmla="*/ 32 h 101"/>
                  <a:gd name="T70" fmla="*/ 33 w 73"/>
                  <a:gd name="T71" fmla="*/ 29 h 101"/>
                  <a:gd name="T72" fmla="*/ 39 w 73"/>
                  <a:gd name="T73" fmla="*/ 27 h 101"/>
                  <a:gd name="T74" fmla="*/ 44 w 73"/>
                  <a:gd name="T75" fmla="*/ 28 h 101"/>
                  <a:gd name="T76" fmla="*/ 48 w 73"/>
                  <a:gd name="T77" fmla="*/ 31 h 101"/>
                  <a:gd name="T78" fmla="*/ 52 w 73"/>
                  <a:gd name="T79" fmla="*/ 35 h 101"/>
                  <a:gd name="T80" fmla="*/ 54 w 73"/>
                  <a:gd name="T81" fmla="*/ 40 h 101"/>
                  <a:gd name="T82" fmla="*/ 71 w 73"/>
                  <a:gd name="T83" fmla="*/ 40 h 101"/>
                  <a:gd name="T84" fmla="*/ 71 w 73"/>
                  <a:gd name="T85" fmla="*/ 12 h 101"/>
                  <a:gd name="T86" fmla="*/ 54 w 73"/>
                  <a:gd name="T87" fmla="*/ 12 h 101"/>
                  <a:gd name="T88" fmla="*/ 54 w 73"/>
                  <a:gd name="T89" fmla="*/ 17 h 101"/>
                  <a:gd name="T90" fmla="*/ 49 w 73"/>
                  <a:gd name="T91" fmla="*/ 15 h 101"/>
                  <a:gd name="T92" fmla="*/ 44 w 73"/>
                  <a:gd name="T93" fmla="*/ 12 h 101"/>
                  <a:gd name="T94" fmla="*/ 44 w 73"/>
                  <a:gd name="T9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101">
                    <a:moveTo>
                      <a:pt x="44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1"/>
                      <a:pt x="23" y="11"/>
                      <a:pt x="19" y="12"/>
                    </a:cubicBezTo>
                    <a:cubicBezTo>
                      <a:pt x="15" y="13"/>
                      <a:pt x="12" y="15"/>
                      <a:pt x="9" y="17"/>
                    </a:cubicBezTo>
                    <a:cubicBezTo>
                      <a:pt x="7" y="19"/>
                      <a:pt x="5" y="21"/>
                      <a:pt x="3" y="24"/>
                    </a:cubicBezTo>
                    <a:cubicBezTo>
                      <a:pt x="1" y="27"/>
                      <a:pt x="0" y="30"/>
                      <a:pt x="0" y="34"/>
                    </a:cubicBezTo>
                    <a:cubicBezTo>
                      <a:pt x="0" y="39"/>
                      <a:pt x="2" y="43"/>
                      <a:pt x="4" y="47"/>
                    </a:cubicBezTo>
                    <a:cubicBezTo>
                      <a:pt x="6" y="50"/>
                      <a:pt x="8" y="52"/>
                      <a:pt x="11" y="54"/>
                    </a:cubicBezTo>
                    <a:cubicBezTo>
                      <a:pt x="14" y="56"/>
                      <a:pt x="18" y="58"/>
                      <a:pt x="21" y="59"/>
                    </a:cubicBezTo>
                    <a:cubicBezTo>
                      <a:pt x="25" y="60"/>
                      <a:pt x="28" y="61"/>
                      <a:pt x="31" y="61"/>
                    </a:cubicBezTo>
                    <a:cubicBezTo>
                      <a:pt x="34" y="62"/>
                      <a:pt x="37" y="63"/>
                      <a:pt x="39" y="64"/>
                    </a:cubicBezTo>
                    <a:cubicBezTo>
                      <a:pt x="41" y="65"/>
                      <a:pt x="42" y="67"/>
                      <a:pt x="42" y="69"/>
                    </a:cubicBezTo>
                    <a:cubicBezTo>
                      <a:pt x="42" y="70"/>
                      <a:pt x="41" y="71"/>
                      <a:pt x="40" y="72"/>
                    </a:cubicBezTo>
                    <a:cubicBezTo>
                      <a:pt x="39" y="73"/>
                      <a:pt x="37" y="73"/>
                      <a:pt x="35" y="73"/>
                    </a:cubicBezTo>
                    <a:cubicBezTo>
                      <a:pt x="31" y="73"/>
                      <a:pt x="27" y="72"/>
                      <a:pt x="24" y="70"/>
                    </a:cubicBezTo>
                    <a:cubicBezTo>
                      <a:pt x="21" y="68"/>
                      <a:pt x="19" y="64"/>
                      <a:pt x="18" y="60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2" y="86"/>
                      <a:pt x="26" y="88"/>
                      <a:pt x="30" y="89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44" y="101"/>
                      <a:pt x="44" y="101"/>
                      <a:pt x="44" y="101"/>
                    </a:cubicBezTo>
                    <a:cubicBezTo>
                      <a:pt x="44" y="90"/>
                      <a:pt x="44" y="90"/>
                      <a:pt x="44" y="90"/>
                    </a:cubicBezTo>
                    <a:cubicBezTo>
                      <a:pt x="48" y="90"/>
                      <a:pt x="51" y="89"/>
                      <a:pt x="55" y="88"/>
                    </a:cubicBezTo>
                    <a:cubicBezTo>
                      <a:pt x="59" y="87"/>
                      <a:pt x="62" y="86"/>
                      <a:pt x="65" y="84"/>
                    </a:cubicBezTo>
                    <a:cubicBezTo>
                      <a:pt x="67" y="82"/>
                      <a:pt x="69" y="80"/>
                      <a:pt x="71" y="77"/>
                    </a:cubicBezTo>
                    <a:cubicBezTo>
                      <a:pt x="73" y="74"/>
                      <a:pt x="73" y="71"/>
                      <a:pt x="73" y="67"/>
                    </a:cubicBezTo>
                    <a:cubicBezTo>
                      <a:pt x="73" y="62"/>
                      <a:pt x="72" y="57"/>
                      <a:pt x="70" y="54"/>
                    </a:cubicBezTo>
                    <a:cubicBezTo>
                      <a:pt x="68" y="51"/>
                      <a:pt x="66" y="48"/>
                      <a:pt x="62" y="46"/>
                    </a:cubicBezTo>
                    <a:cubicBezTo>
                      <a:pt x="59" y="45"/>
                      <a:pt x="56" y="43"/>
                      <a:pt x="52" y="42"/>
                    </a:cubicBezTo>
                    <a:cubicBezTo>
                      <a:pt x="49" y="41"/>
                      <a:pt x="45" y="40"/>
                      <a:pt x="42" y="39"/>
                    </a:cubicBezTo>
                    <a:cubicBezTo>
                      <a:pt x="39" y="38"/>
                      <a:pt x="36" y="37"/>
                      <a:pt x="34" y="36"/>
                    </a:cubicBezTo>
                    <a:cubicBezTo>
                      <a:pt x="32" y="35"/>
                      <a:pt x="31" y="34"/>
                      <a:pt x="31" y="32"/>
                    </a:cubicBezTo>
                    <a:cubicBezTo>
                      <a:pt x="31" y="31"/>
                      <a:pt x="32" y="29"/>
                      <a:pt x="33" y="29"/>
                    </a:cubicBezTo>
                    <a:cubicBezTo>
                      <a:pt x="35" y="28"/>
                      <a:pt x="36" y="27"/>
                      <a:pt x="39" y="27"/>
                    </a:cubicBezTo>
                    <a:cubicBezTo>
                      <a:pt x="40" y="27"/>
                      <a:pt x="42" y="28"/>
                      <a:pt x="44" y="28"/>
                    </a:cubicBezTo>
                    <a:cubicBezTo>
                      <a:pt x="45" y="29"/>
                      <a:pt x="47" y="30"/>
                      <a:pt x="48" y="31"/>
                    </a:cubicBezTo>
                    <a:cubicBezTo>
                      <a:pt x="50" y="32"/>
                      <a:pt x="51" y="33"/>
                      <a:pt x="52" y="35"/>
                    </a:cubicBezTo>
                    <a:cubicBezTo>
                      <a:pt x="53" y="36"/>
                      <a:pt x="53" y="38"/>
                      <a:pt x="54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7"/>
                      <a:pt x="54" y="17"/>
                      <a:pt x="54" y="17"/>
                    </a:cubicBezTo>
                    <a:cubicBezTo>
                      <a:pt x="53" y="16"/>
                      <a:pt x="51" y="15"/>
                      <a:pt x="49" y="15"/>
                    </a:cubicBezTo>
                    <a:cubicBezTo>
                      <a:pt x="48" y="14"/>
                      <a:pt x="46" y="13"/>
                      <a:pt x="44" y="12"/>
                    </a:cubicBezTo>
                    <a:cubicBezTo>
                      <a:pt x="44" y="0"/>
                      <a:pt x="44" y="0"/>
                      <a:pt x="44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5" name="Oval 114"/>
              <p:cNvSpPr>
                <a:spLocks noChangeArrowheads="1"/>
              </p:cNvSpPr>
              <p:nvPr/>
            </p:nvSpPr>
            <p:spPr bwMode="auto">
              <a:xfrm>
                <a:off x="4161112" y="3384297"/>
                <a:ext cx="297978" cy="295909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6" name="Oval 115"/>
              <p:cNvSpPr>
                <a:spLocks noChangeArrowheads="1"/>
              </p:cNvSpPr>
              <p:nvPr/>
            </p:nvSpPr>
            <p:spPr bwMode="auto">
              <a:xfrm>
                <a:off x="4192152" y="3415337"/>
                <a:ext cx="240038" cy="239004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7" name="Freeform 116"/>
              <p:cNvSpPr>
                <a:spLocks/>
              </p:cNvSpPr>
              <p:nvPr/>
            </p:nvSpPr>
            <p:spPr bwMode="auto">
              <a:xfrm>
                <a:off x="4260438" y="3459827"/>
                <a:ext cx="101395" cy="141747"/>
              </a:xfrm>
              <a:custGeom>
                <a:avLst/>
                <a:gdLst>
                  <a:gd name="T0" fmla="*/ 43 w 73"/>
                  <a:gd name="T1" fmla="*/ 0 h 101"/>
                  <a:gd name="T2" fmla="*/ 30 w 73"/>
                  <a:gd name="T3" fmla="*/ 0 h 101"/>
                  <a:gd name="T4" fmla="*/ 30 w 73"/>
                  <a:gd name="T5" fmla="*/ 11 h 101"/>
                  <a:gd name="T6" fmla="*/ 19 w 73"/>
                  <a:gd name="T7" fmla="*/ 13 h 101"/>
                  <a:gd name="T8" fmla="*/ 9 w 73"/>
                  <a:gd name="T9" fmla="*/ 17 h 101"/>
                  <a:gd name="T10" fmla="*/ 3 w 73"/>
                  <a:gd name="T11" fmla="*/ 24 h 101"/>
                  <a:gd name="T12" fmla="*/ 0 w 73"/>
                  <a:gd name="T13" fmla="*/ 34 h 101"/>
                  <a:gd name="T14" fmla="*/ 3 w 73"/>
                  <a:gd name="T15" fmla="*/ 47 h 101"/>
                  <a:gd name="T16" fmla="*/ 11 w 73"/>
                  <a:gd name="T17" fmla="*/ 54 h 101"/>
                  <a:gd name="T18" fmla="*/ 21 w 73"/>
                  <a:gd name="T19" fmla="*/ 59 h 101"/>
                  <a:gd name="T20" fmla="*/ 31 w 73"/>
                  <a:gd name="T21" fmla="*/ 62 h 101"/>
                  <a:gd name="T22" fmla="*/ 39 w 73"/>
                  <a:gd name="T23" fmla="*/ 64 h 101"/>
                  <a:gd name="T24" fmla="*/ 42 w 73"/>
                  <a:gd name="T25" fmla="*/ 69 h 101"/>
                  <a:gd name="T26" fmla="*/ 40 w 73"/>
                  <a:gd name="T27" fmla="*/ 72 h 101"/>
                  <a:gd name="T28" fmla="*/ 34 w 73"/>
                  <a:gd name="T29" fmla="*/ 73 h 101"/>
                  <a:gd name="T30" fmla="*/ 24 w 73"/>
                  <a:gd name="T31" fmla="*/ 70 h 101"/>
                  <a:gd name="T32" fmla="*/ 18 w 73"/>
                  <a:gd name="T33" fmla="*/ 60 h 101"/>
                  <a:gd name="T34" fmla="*/ 1 w 73"/>
                  <a:gd name="T35" fmla="*/ 60 h 101"/>
                  <a:gd name="T36" fmla="*/ 1 w 73"/>
                  <a:gd name="T37" fmla="*/ 89 h 101"/>
                  <a:gd name="T38" fmla="*/ 18 w 73"/>
                  <a:gd name="T39" fmla="*/ 89 h 101"/>
                  <a:gd name="T40" fmla="*/ 18 w 73"/>
                  <a:gd name="T41" fmla="*/ 84 h 101"/>
                  <a:gd name="T42" fmla="*/ 30 w 73"/>
                  <a:gd name="T43" fmla="*/ 89 h 101"/>
                  <a:gd name="T44" fmla="*/ 30 w 73"/>
                  <a:gd name="T45" fmla="*/ 101 h 101"/>
                  <a:gd name="T46" fmla="*/ 43 w 73"/>
                  <a:gd name="T47" fmla="*/ 101 h 101"/>
                  <a:gd name="T48" fmla="*/ 43 w 73"/>
                  <a:gd name="T49" fmla="*/ 90 h 101"/>
                  <a:gd name="T50" fmla="*/ 55 w 73"/>
                  <a:gd name="T51" fmla="*/ 88 h 101"/>
                  <a:gd name="T52" fmla="*/ 64 w 73"/>
                  <a:gd name="T53" fmla="*/ 84 h 101"/>
                  <a:gd name="T54" fmla="*/ 71 w 73"/>
                  <a:gd name="T55" fmla="*/ 77 h 101"/>
                  <a:gd name="T56" fmla="*/ 73 w 73"/>
                  <a:gd name="T57" fmla="*/ 67 h 101"/>
                  <a:gd name="T58" fmla="*/ 70 w 73"/>
                  <a:gd name="T59" fmla="*/ 54 h 101"/>
                  <a:gd name="T60" fmla="*/ 62 w 73"/>
                  <a:gd name="T61" fmla="*/ 47 h 101"/>
                  <a:gd name="T62" fmla="*/ 52 w 73"/>
                  <a:gd name="T63" fmla="*/ 42 h 101"/>
                  <a:gd name="T64" fmla="*/ 42 w 73"/>
                  <a:gd name="T65" fmla="*/ 39 h 101"/>
                  <a:gd name="T66" fmla="*/ 34 w 73"/>
                  <a:gd name="T67" fmla="*/ 37 h 101"/>
                  <a:gd name="T68" fmla="*/ 31 w 73"/>
                  <a:gd name="T69" fmla="*/ 32 h 101"/>
                  <a:gd name="T70" fmla="*/ 33 w 73"/>
                  <a:gd name="T71" fmla="*/ 29 h 101"/>
                  <a:gd name="T72" fmla="*/ 38 w 73"/>
                  <a:gd name="T73" fmla="*/ 27 h 101"/>
                  <a:gd name="T74" fmla="*/ 43 w 73"/>
                  <a:gd name="T75" fmla="*/ 28 h 101"/>
                  <a:gd name="T76" fmla="*/ 48 w 73"/>
                  <a:gd name="T77" fmla="*/ 31 h 101"/>
                  <a:gd name="T78" fmla="*/ 52 w 73"/>
                  <a:gd name="T79" fmla="*/ 35 h 101"/>
                  <a:gd name="T80" fmla="*/ 54 w 73"/>
                  <a:gd name="T81" fmla="*/ 40 h 101"/>
                  <a:gd name="T82" fmla="*/ 71 w 73"/>
                  <a:gd name="T83" fmla="*/ 40 h 101"/>
                  <a:gd name="T84" fmla="*/ 71 w 73"/>
                  <a:gd name="T85" fmla="*/ 12 h 101"/>
                  <a:gd name="T86" fmla="*/ 54 w 73"/>
                  <a:gd name="T87" fmla="*/ 12 h 101"/>
                  <a:gd name="T88" fmla="*/ 54 w 73"/>
                  <a:gd name="T89" fmla="*/ 17 h 101"/>
                  <a:gd name="T90" fmla="*/ 49 w 73"/>
                  <a:gd name="T91" fmla="*/ 15 h 101"/>
                  <a:gd name="T92" fmla="*/ 43 w 73"/>
                  <a:gd name="T93" fmla="*/ 13 h 101"/>
                  <a:gd name="T94" fmla="*/ 43 w 73"/>
                  <a:gd name="T9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101">
                    <a:moveTo>
                      <a:pt x="43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1"/>
                      <a:pt x="22" y="11"/>
                      <a:pt x="19" y="13"/>
                    </a:cubicBezTo>
                    <a:cubicBezTo>
                      <a:pt x="15" y="14"/>
                      <a:pt x="12" y="15"/>
                      <a:pt x="9" y="17"/>
                    </a:cubicBezTo>
                    <a:cubicBezTo>
                      <a:pt x="7" y="19"/>
                      <a:pt x="4" y="21"/>
                      <a:pt x="3" y="24"/>
                    </a:cubicBezTo>
                    <a:cubicBezTo>
                      <a:pt x="1" y="27"/>
                      <a:pt x="0" y="31"/>
                      <a:pt x="0" y="34"/>
                    </a:cubicBezTo>
                    <a:cubicBezTo>
                      <a:pt x="0" y="39"/>
                      <a:pt x="1" y="44"/>
                      <a:pt x="3" y="47"/>
                    </a:cubicBezTo>
                    <a:cubicBezTo>
                      <a:pt x="5" y="50"/>
                      <a:pt x="8" y="52"/>
                      <a:pt x="11" y="54"/>
                    </a:cubicBezTo>
                    <a:cubicBezTo>
                      <a:pt x="14" y="56"/>
                      <a:pt x="17" y="58"/>
                      <a:pt x="21" y="59"/>
                    </a:cubicBezTo>
                    <a:cubicBezTo>
                      <a:pt x="25" y="60"/>
                      <a:pt x="28" y="61"/>
                      <a:pt x="31" y="62"/>
                    </a:cubicBezTo>
                    <a:cubicBezTo>
                      <a:pt x="34" y="62"/>
                      <a:pt x="37" y="63"/>
                      <a:pt x="39" y="64"/>
                    </a:cubicBezTo>
                    <a:cubicBezTo>
                      <a:pt x="41" y="65"/>
                      <a:pt x="42" y="67"/>
                      <a:pt x="42" y="69"/>
                    </a:cubicBezTo>
                    <a:cubicBezTo>
                      <a:pt x="42" y="70"/>
                      <a:pt x="41" y="71"/>
                      <a:pt x="40" y="72"/>
                    </a:cubicBezTo>
                    <a:cubicBezTo>
                      <a:pt x="39" y="73"/>
                      <a:pt x="37" y="73"/>
                      <a:pt x="34" y="73"/>
                    </a:cubicBezTo>
                    <a:cubicBezTo>
                      <a:pt x="31" y="73"/>
                      <a:pt x="27" y="72"/>
                      <a:pt x="24" y="70"/>
                    </a:cubicBezTo>
                    <a:cubicBezTo>
                      <a:pt x="21" y="68"/>
                      <a:pt x="19" y="64"/>
                      <a:pt x="18" y="60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2" y="86"/>
                      <a:pt x="26" y="88"/>
                      <a:pt x="30" y="89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43" y="101"/>
                      <a:pt x="43" y="101"/>
                      <a:pt x="43" y="101"/>
                    </a:cubicBezTo>
                    <a:cubicBezTo>
                      <a:pt x="43" y="90"/>
                      <a:pt x="43" y="90"/>
                      <a:pt x="43" y="90"/>
                    </a:cubicBezTo>
                    <a:cubicBezTo>
                      <a:pt x="47" y="90"/>
                      <a:pt x="51" y="89"/>
                      <a:pt x="55" y="88"/>
                    </a:cubicBezTo>
                    <a:cubicBezTo>
                      <a:pt x="58" y="87"/>
                      <a:pt x="62" y="86"/>
                      <a:pt x="64" y="84"/>
                    </a:cubicBezTo>
                    <a:cubicBezTo>
                      <a:pt x="67" y="82"/>
                      <a:pt x="69" y="80"/>
                      <a:pt x="71" y="77"/>
                    </a:cubicBezTo>
                    <a:cubicBezTo>
                      <a:pt x="72" y="74"/>
                      <a:pt x="73" y="71"/>
                      <a:pt x="73" y="67"/>
                    </a:cubicBezTo>
                    <a:cubicBezTo>
                      <a:pt x="73" y="62"/>
                      <a:pt x="72" y="58"/>
                      <a:pt x="70" y="54"/>
                    </a:cubicBezTo>
                    <a:cubicBezTo>
                      <a:pt x="68" y="51"/>
                      <a:pt x="65" y="49"/>
                      <a:pt x="62" y="47"/>
                    </a:cubicBezTo>
                    <a:cubicBezTo>
                      <a:pt x="59" y="45"/>
                      <a:pt x="56" y="43"/>
                      <a:pt x="52" y="42"/>
                    </a:cubicBezTo>
                    <a:cubicBezTo>
                      <a:pt x="48" y="41"/>
                      <a:pt x="45" y="40"/>
                      <a:pt x="42" y="39"/>
                    </a:cubicBezTo>
                    <a:cubicBezTo>
                      <a:pt x="39" y="38"/>
                      <a:pt x="36" y="38"/>
                      <a:pt x="34" y="37"/>
                    </a:cubicBezTo>
                    <a:cubicBezTo>
                      <a:pt x="32" y="36"/>
                      <a:pt x="31" y="34"/>
                      <a:pt x="31" y="32"/>
                    </a:cubicBezTo>
                    <a:cubicBezTo>
                      <a:pt x="31" y="31"/>
                      <a:pt x="32" y="30"/>
                      <a:pt x="33" y="29"/>
                    </a:cubicBezTo>
                    <a:cubicBezTo>
                      <a:pt x="34" y="28"/>
                      <a:pt x="36" y="27"/>
                      <a:pt x="38" y="27"/>
                    </a:cubicBezTo>
                    <a:cubicBezTo>
                      <a:pt x="40" y="27"/>
                      <a:pt x="42" y="28"/>
                      <a:pt x="43" y="28"/>
                    </a:cubicBezTo>
                    <a:cubicBezTo>
                      <a:pt x="45" y="29"/>
                      <a:pt x="47" y="30"/>
                      <a:pt x="48" y="31"/>
                    </a:cubicBezTo>
                    <a:cubicBezTo>
                      <a:pt x="49" y="32"/>
                      <a:pt x="51" y="33"/>
                      <a:pt x="52" y="35"/>
                    </a:cubicBezTo>
                    <a:cubicBezTo>
                      <a:pt x="53" y="36"/>
                      <a:pt x="53" y="38"/>
                      <a:pt x="54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7"/>
                      <a:pt x="54" y="17"/>
                      <a:pt x="54" y="17"/>
                    </a:cubicBezTo>
                    <a:cubicBezTo>
                      <a:pt x="52" y="16"/>
                      <a:pt x="51" y="15"/>
                      <a:pt x="49" y="15"/>
                    </a:cubicBezTo>
                    <a:cubicBezTo>
                      <a:pt x="48" y="14"/>
                      <a:pt x="46" y="13"/>
                      <a:pt x="43" y="13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8" name="Oval 117"/>
              <p:cNvSpPr>
                <a:spLocks noChangeArrowheads="1"/>
              </p:cNvSpPr>
              <p:nvPr/>
            </p:nvSpPr>
            <p:spPr bwMode="auto">
              <a:xfrm>
                <a:off x="4280097" y="2804896"/>
                <a:ext cx="296944" cy="297978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9" name="Oval 118"/>
              <p:cNvSpPr>
                <a:spLocks noChangeArrowheads="1"/>
              </p:cNvSpPr>
              <p:nvPr/>
            </p:nvSpPr>
            <p:spPr bwMode="auto">
              <a:xfrm>
                <a:off x="4311136" y="2835935"/>
                <a:ext cx="240038" cy="240038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0" name="Freeform 119"/>
              <p:cNvSpPr>
                <a:spLocks/>
              </p:cNvSpPr>
              <p:nvPr/>
            </p:nvSpPr>
            <p:spPr bwMode="auto">
              <a:xfrm>
                <a:off x="4379423" y="2880425"/>
                <a:ext cx="101395" cy="140712"/>
              </a:xfrm>
              <a:custGeom>
                <a:avLst/>
                <a:gdLst>
                  <a:gd name="T0" fmla="*/ 44 w 73"/>
                  <a:gd name="T1" fmla="*/ 0 h 101"/>
                  <a:gd name="T2" fmla="*/ 30 w 73"/>
                  <a:gd name="T3" fmla="*/ 0 h 101"/>
                  <a:gd name="T4" fmla="*/ 30 w 73"/>
                  <a:gd name="T5" fmla="*/ 11 h 101"/>
                  <a:gd name="T6" fmla="*/ 19 w 73"/>
                  <a:gd name="T7" fmla="*/ 13 h 101"/>
                  <a:gd name="T8" fmla="*/ 9 w 73"/>
                  <a:gd name="T9" fmla="*/ 17 h 101"/>
                  <a:gd name="T10" fmla="*/ 3 w 73"/>
                  <a:gd name="T11" fmla="*/ 25 h 101"/>
                  <a:gd name="T12" fmla="*/ 0 w 73"/>
                  <a:gd name="T13" fmla="*/ 34 h 101"/>
                  <a:gd name="T14" fmla="*/ 3 w 73"/>
                  <a:gd name="T15" fmla="*/ 47 h 101"/>
                  <a:gd name="T16" fmla="*/ 11 w 73"/>
                  <a:gd name="T17" fmla="*/ 55 h 101"/>
                  <a:gd name="T18" fmla="*/ 21 w 73"/>
                  <a:gd name="T19" fmla="*/ 59 h 101"/>
                  <a:gd name="T20" fmla="*/ 31 w 73"/>
                  <a:gd name="T21" fmla="*/ 62 h 101"/>
                  <a:gd name="T22" fmla="*/ 39 w 73"/>
                  <a:gd name="T23" fmla="*/ 65 h 101"/>
                  <a:gd name="T24" fmla="*/ 42 w 73"/>
                  <a:gd name="T25" fmla="*/ 69 h 101"/>
                  <a:gd name="T26" fmla="*/ 40 w 73"/>
                  <a:gd name="T27" fmla="*/ 72 h 101"/>
                  <a:gd name="T28" fmla="*/ 34 w 73"/>
                  <a:gd name="T29" fmla="*/ 74 h 101"/>
                  <a:gd name="T30" fmla="*/ 24 w 73"/>
                  <a:gd name="T31" fmla="*/ 70 h 101"/>
                  <a:gd name="T32" fmla="*/ 18 w 73"/>
                  <a:gd name="T33" fmla="*/ 60 h 101"/>
                  <a:gd name="T34" fmla="*/ 1 w 73"/>
                  <a:gd name="T35" fmla="*/ 60 h 101"/>
                  <a:gd name="T36" fmla="*/ 1 w 73"/>
                  <a:gd name="T37" fmla="*/ 89 h 101"/>
                  <a:gd name="T38" fmla="*/ 18 w 73"/>
                  <a:gd name="T39" fmla="*/ 89 h 101"/>
                  <a:gd name="T40" fmla="*/ 18 w 73"/>
                  <a:gd name="T41" fmla="*/ 84 h 101"/>
                  <a:gd name="T42" fmla="*/ 30 w 73"/>
                  <a:gd name="T43" fmla="*/ 89 h 101"/>
                  <a:gd name="T44" fmla="*/ 30 w 73"/>
                  <a:gd name="T45" fmla="*/ 101 h 101"/>
                  <a:gd name="T46" fmla="*/ 44 w 73"/>
                  <a:gd name="T47" fmla="*/ 101 h 101"/>
                  <a:gd name="T48" fmla="*/ 44 w 73"/>
                  <a:gd name="T49" fmla="*/ 90 h 101"/>
                  <a:gd name="T50" fmla="*/ 55 w 73"/>
                  <a:gd name="T51" fmla="*/ 89 h 101"/>
                  <a:gd name="T52" fmla="*/ 64 w 73"/>
                  <a:gd name="T53" fmla="*/ 84 h 101"/>
                  <a:gd name="T54" fmla="*/ 71 w 73"/>
                  <a:gd name="T55" fmla="*/ 77 h 101"/>
                  <a:gd name="T56" fmla="*/ 73 w 73"/>
                  <a:gd name="T57" fmla="*/ 67 h 101"/>
                  <a:gd name="T58" fmla="*/ 70 w 73"/>
                  <a:gd name="T59" fmla="*/ 54 h 101"/>
                  <a:gd name="T60" fmla="*/ 62 w 73"/>
                  <a:gd name="T61" fmla="*/ 47 h 101"/>
                  <a:gd name="T62" fmla="*/ 52 w 73"/>
                  <a:gd name="T63" fmla="*/ 42 h 101"/>
                  <a:gd name="T64" fmla="*/ 42 w 73"/>
                  <a:gd name="T65" fmla="*/ 39 h 101"/>
                  <a:gd name="T66" fmla="*/ 34 w 73"/>
                  <a:gd name="T67" fmla="*/ 37 h 101"/>
                  <a:gd name="T68" fmla="*/ 31 w 73"/>
                  <a:gd name="T69" fmla="*/ 32 h 101"/>
                  <a:gd name="T70" fmla="*/ 33 w 73"/>
                  <a:gd name="T71" fmla="*/ 29 h 101"/>
                  <a:gd name="T72" fmla="*/ 38 w 73"/>
                  <a:gd name="T73" fmla="*/ 28 h 101"/>
                  <a:gd name="T74" fmla="*/ 44 w 73"/>
                  <a:gd name="T75" fmla="*/ 29 h 101"/>
                  <a:gd name="T76" fmla="*/ 48 w 73"/>
                  <a:gd name="T77" fmla="*/ 31 h 101"/>
                  <a:gd name="T78" fmla="*/ 52 w 73"/>
                  <a:gd name="T79" fmla="*/ 35 h 101"/>
                  <a:gd name="T80" fmla="*/ 54 w 73"/>
                  <a:gd name="T81" fmla="*/ 40 h 101"/>
                  <a:gd name="T82" fmla="*/ 71 w 73"/>
                  <a:gd name="T83" fmla="*/ 40 h 101"/>
                  <a:gd name="T84" fmla="*/ 71 w 73"/>
                  <a:gd name="T85" fmla="*/ 12 h 101"/>
                  <a:gd name="T86" fmla="*/ 54 w 73"/>
                  <a:gd name="T87" fmla="*/ 12 h 101"/>
                  <a:gd name="T88" fmla="*/ 54 w 73"/>
                  <a:gd name="T89" fmla="*/ 17 h 101"/>
                  <a:gd name="T90" fmla="*/ 49 w 73"/>
                  <a:gd name="T91" fmla="*/ 15 h 101"/>
                  <a:gd name="T92" fmla="*/ 44 w 73"/>
                  <a:gd name="T93" fmla="*/ 13 h 101"/>
                  <a:gd name="T94" fmla="*/ 44 w 73"/>
                  <a:gd name="T9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101">
                    <a:moveTo>
                      <a:pt x="44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1"/>
                      <a:pt x="22" y="12"/>
                      <a:pt x="19" y="13"/>
                    </a:cubicBezTo>
                    <a:cubicBezTo>
                      <a:pt x="15" y="14"/>
                      <a:pt x="12" y="15"/>
                      <a:pt x="9" y="17"/>
                    </a:cubicBezTo>
                    <a:cubicBezTo>
                      <a:pt x="7" y="19"/>
                      <a:pt x="4" y="22"/>
                      <a:pt x="3" y="25"/>
                    </a:cubicBezTo>
                    <a:cubicBezTo>
                      <a:pt x="1" y="27"/>
                      <a:pt x="0" y="31"/>
                      <a:pt x="0" y="34"/>
                    </a:cubicBezTo>
                    <a:cubicBezTo>
                      <a:pt x="0" y="40"/>
                      <a:pt x="1" y="44"/>
                      <a:pt x="3" y="47"/>
                    </a:cubicBezTo>
                    <a:cubicBezTo>
                      <a:pt x="6" y="50"/>
                      <a:pt x="8" y="53"/>
                      <a:pt x="11" y="55"/>
                    </a:cubicBezTo>
                    <a:cubicBezTo>
                      <a:pt x="14" y="56"/>
                      <a:pt x="18" y="58"/>
                      <a:pt x="21" y="59"/>
                    </a:cubicBezTo>
                    <a:cubicBezTo>
                      <a:pt x="25" y="60"/>
                      <a:pt x="28" y="61"/>
                      <a:pt x="31" y="62"/>
                    </a:cubicBezTo>
                    <a:cubicBezTo>
                      <a:pt x="34" y="63"/>
                      <a:pt x="37" y="63"/>
                      <a:pt x="39" y="65"/>
                    </a:cubicBezTo>
                    <a:cubicBezTo>
                      <a:pt x="41" y="66"/>
                      <a:pt x="42" y="67"/>
                      <a:pt x="42" y="69"/>
                    </a:cubicBezTo>
                    <a:cubicBezTo>
                      <a:pt x="42" y="70"/>
                      <a:pt x="41" y="71"/>
                      <a:pt x="40" y="72"/>
                    </a:cubicBezTo>
                    <a:cubicBezTo>
                      <a:pt x="39" y="73"/>
                      <a:pt x="37" y="74"/>
                      <a:pt x="34" y="74"/>
                    </a:cubicBezTo>
                    <a:cubicBezTo>
                      <a:pt x="31" y="74"/>
                      <a:pt x="27" y="72"/>
                      <a:pt x="24" y="70"/>
                    </a:cubicBezTo>
                    <a:cubicBezTo>
                      <a:pt x="21" y="68"/>
                      <a:pt x="19" y="65"/>
                      <a:pt x="18" y="60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2" y="87"/>
                      <a:pt x="26" y="88"/>
                      <a:pt x="30" y="89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44" y="101"/>
                      <a:pt x="44" y="101"/>
                      <a:pt x="44" y="101"/>
                    </a:cubicBezTo>
                    <a:cubicBezTo>
                      <a:pt x="44" y="90"/>
                      <a:pt x="44" y="90"/>
                      <a:pt x="44" y="90"/>
                    </a:cubicBezTo>
                    <a:cubicBezTo>
                      <a:pt x="47" y="90"/>
                      <a:pt x="51" y="89"/>
                      <a:pt x="55" y="89"/>
                    </a:cubicBezTo>
                    <a:cubicBezTo>
                      <a:pt x="58" y="88"/>
                      <a:pt x="62" y="86"/>
                      <a:pt x="64" y="84"/>
                    </a:cubicBezTo>
                    <a:cubicBezTo>
                      <a:pt x="67" y="82"/>
                      <a:pt x="69" y="80"/>
                      <a:pt x="71" y="77"/>
                    </a:cubicBezTo>
                    <a:cubicBezTo>
                      <a:pt x="72" y="74"/>
                      <a:pt x="73" y="71"/>
                      <a:pt x="73" y="67"/>
                    </a:cubicBezTo>
                    <a:cubicBezTo>
                      <a:pt x="73" y="62"/>
                      <a:pt x="72" y="58"/>
                      <a:pt x="70" y="54"/>
                    </a:cubicBezTo>
                    <a:cubicBezTo>
                      <a:pt x="68" y="51"/>
                      <a:pt x="65" y="49"/>
                      <a:pt x="62" y="47"/>
                    </a:cubicBezTo>
                    <a:cubicBezTo>
                      <a:pt x="59" y="45"/>
                      <a:pt x="56" y="43"/>
                      <a:pt x="52" y="42"/>
                    </a:cubicBezTo>
                    <a:cubicBezTo>
                      <a:pt x="48" y="41"/>
                      <a:pt x="45" y="40"/>
                      <a:pt x="42" y="39"/>
                    </a:cubicBezTo>
                    <a:cubicBezTo>
                      <a:pt x="39" y="39"/>
                      <a:pt x="36" y="38"/>
                      <a:pt x="34" y="37"/>
                    </a:cubicBezTo>
                    <a:cubicBezTo>
                      <a:pt x="32" y="36"/>
                      <a:pt x="31" y="34"/>
                      <a:pt x="31" y="32"/>
                    </a:cubicBezTo>
                    <a:cubicBezTo>
                      <a:pt x="31" y="31"/>
                      <a:pt x="32" y="30"/>
                      <a:pt x="33" y="29"/>
                    </a:cubicBezTo>
                    <a:cubicBezTo>
                      <a:pt x="34" y="28"/>
                      <a:pt x="36" y="28"/>
                      <a:pt x="38" y="28"/>
                    </a:cubicBezTo>
                    <a:cubicBezTo>
                      <a:pt x="40" y="28"/>
                      <a:pt x="42" y="28"/>
                      <a:pt x="44" y="29"/>
                    </a:cubicBezTo>
                    <a:cubicBezTo>
                      <a:pt x="45" y="29"/>
                      <a:pt x="47" y="30"/>
                      <a:pt x="48" y="31"/>
                    </a:cubicBezTo>
                    <a:cubicBezTo>
                      <a:pt x="50" y="32"/>
                      <a:pt x="51" y="34"/>
                      <a:pt x="52" y="35"/>
                    </a:cubicBezTo>
                    <a:cubicBezTo>
                      <a:pt x="53" y="37"/>
                      <a:pt x="53" y="38"/>
                      <a:pt x="54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7"/>
                      <a:pt x="54" y="17"/>
                      <a:pt x="54" y="17"/>
                    </a:cubicBezTo>
                    <a:cubicBezTo>
                      <a:pt x="52" y="16"/>
                      <a:pt x="51" y="16"/>
                      <a:pt x="49" y="15"/>
                    </a:cubicBezTo>
                    <a:cubicBezTo>
                      <a:pt x="48" y="14"/>
                      <a:pt x="46" y="13"/>
                      <a:pt x="44" y="13"/>
                    </a:cubicBezTo>
                    <a:cubicBezTo>
                      <a:pt x="44" y="0"/>
                      <a:pt x="44" y="0"/>
                      <a:pt x="44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1" name="Oval 120"/>
              <p:cNvSpPr>
                <a:spLocks noChangeArrowheads="1"/>
              </p:cNvSpPr>
              <p:nvPr/>
            </p:nvSpPr>
            <p:spPr bwMode="auto">
              <a:xfrm>
                <a:off x="4636015" y="2823519"/>
                <a:ext cx="295909" cy="295909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2" name="Oval 121"/>
              <p:cNvSpPr>
                <a:spLocks noChangeArrowheads="1"/>
              </p:cNvSpPr>
              <p:nvPr/>
            </p:nvSpPr>
            <p:spPr bwMode="auto">
              <a:xfrm>
                <a:off x="4667054" y="2854559"/>
                <a:ext cx="237969" cy="240038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3" name="Freeform 122"/>
              <p:cNvSpPr>
                <a:spLocks/>
              </p:cNvSpPr>
              <p:nvPr/>
            </p:nvSpPr>
            <p:spPr bwMode="auto">
              <a:xfrm>
                <a:off x="4735341" y="2899049"/>
                <a:ext cx="101395" cy="140712"/>
              </a:xfrm>
              <a:custGeom>
                <a:avLst/>
                <a:gdLst>
                  <a:gd name="T0" fmla="*/ 43 w 73"/>
                  <a:gd name="T1" fmla="*/ 0 h 101"/>
                  <a:gd name="T2" fmla="*/ 30 w 73"/>
                  <a:gd name="T3" fmla="*/ 0 h 101"/>
                  <a:gd name="T4" fmla="*/ 30 w 73"/>
                  <a:gd name="T5" fmla="*/ 11 h 101"/>
                  <a:gd name="T6" fmla="*/ 18 w 73"/>
                  <a:gd name="T7" fmla="*/ 13 h 101"/>
                  <a:gd name="T8" fmla="*/ 9 w 73"/>
                  <a:gd name="T9" fmla="*/ 17 h 101"/>
                  <a:gd name="T10" fmla="*/ 2 w 73"/>
                  <a:gd name="T11" fmla="*/ 24 h 101"/>
                  <a:gd name="T12" fmla="*/ 0 w 73"/>
                  <a:gd name="T13" fmla="*/ 34 h 101"/>
                  <a:gd name="T14" fmla="*/ 3 w 73"/>
                  <a:gd name="T15" fmla="*/ 47 h 101"/>
                  <a:gd name="T16" fmla="*/ 11 w 73"/>
                  <a:gd name="T17" fmla="*/ 54 h 101"/>
                  <a:gd name="T18" fmla="*/ 21 w 73"/>
                  <a:gd name="T19" fmla="*/ 59 h 101"/>
                  <a:gd name="T20" fmla="*/ 31 w 73"/>
                  <a:gd name="T21" fmla="*/ 62 h 101"/>
                  <a:gd name="T22" fmla="*/ 38 w 73"/>
                  <a:gd name="T23" fmla="*/ 64 h 101"/>
                  <a:gd name="T24" fmla="*/ 42 w 73"/>
                  <a:gd name="T25" fmla="*/ 69 h 101"/>
                  <a:gd name="T26" fmla="*/ 40 w 73"/>
                  <a:gd name="T27" fmla="*/ 72 h 101"/>
                  <a:gd name="T28" fmla="*/ 34 w 73"/>
                  <a:gd name="T29" fmla="*/ 74 h 101"/>
                  <a:gd name="T30" fmla="*/ 24 w 73"/>
                  <a:gd name="T31" fmla="*/ 70 h 101"/>
                  <a:gd name="T32" fmla="*/ 18 w 73"/>
                  <a:gd name="T33" fmla="*/ 60 h 101"/>
                  <a:gd name="T34" fmla="*/ 1 w 73"/>
                  <a:gd name="T35" fmla="*/ 60 h 101"/>
                  <a:gd name="T36" fmla="*/ 1 w 73"/>
                  <a:gd name="T37" fmla="*/ 89 h 101"/>
                  <a:gd name="T38" fmla="*/ 18 w 73"/>
                  <a:gd name="T39" fmla="*/ 89 h 101"/>
                  <a:gd name="T40" fmla="*/ 18 w 73"/>
                  <a:gd name="T41" fmla="*/ 84 h 101"/>
                  <a:gd name="T42" fmla="*/ 30 w 73"/>
                  <a:gd name="T43" fmla="*/ 89 h 101"/>
                  <a:gd name="T44" fmla="*/ 30 w 73"/>
                  <a:gd name="T45" fmla="*/ 101 h 101"/>
                  <a:gd name="T46" fmla="*/ 43 w 73"/>
                  <a:gd name="T47" fmla="*/ 101 h 101"/>
                  <a:gd name="T48" fmla="*/ 43 w 73"/>
                  <a:gd name="T49" fmla="*/ 90 h 101"/>
                  <a:gd name="T50" fmla="*/ 55 w 73"/>
                  <a:gd name="T51" fmla="*/ 88 h 101"/>
                  <a:gd name="T52" fmla="*/ 64 w 73"/>
                  <a:gd name="T53" fmla="*/ 84 h 101"/>
                  <a:gd name="T54" fmla="*/ 71 w 73"/>
                  <a:gd name="T55" fmla="*/ 77 h 101"/>
                  <a:gd name="T56" fmla="*/ 73 w 73"/>
                  <a:gd name="T57" fmla="*/ 67 h 101"/>
                  <a:gd name="T58" fmla="*/ 70 w 73"/>
                  <a:gd name="T59" fmla="*/ 54 h 101"/>
                  <a:gd name="T60" fmla="*/ 62 w 73"/>
                  <a:gd name="T61" fmla="*/ 47 h 101"/>
                  <a:gd name="T62" fmla="*/ 52 w 73"/>
                  <a:gd name="T63" fmla="*/ 42 h 101"/>
                  <a:gd name="T64" fmla="*/ 42 w 73"/>
                  <a:gd name="T65" fmla="*/ 39 h 101"/>
                  <a:gd name="T66" fmla="*/ 34 w 73"/>
                  <a:gd name="T67" fmla="*/ 37 h 101"/>
                  <a:gd name="T68" fmla="*/ 31 w 73"/>
                  <a:gd name="T69" fmla="*/ 32 h 101"/>
                  <a:gd name="T70" fmla="*/ 33 w 73"/>
                  <a:gd name="T71" fmla="*/ 29 h 101"/>
                  <a:gd name="T72" fmla="*/ 38 w 73"/>
                  <a:gd name="T73" fmla="*/ 28 h 101"/>
                  <a:gd name="T74" fmla="*/ 43 w 73"/>
                  <a:gd name="T75" fmla="*/ 29 h 101"/>
                  <a:gd name="T76" fmla="*/ 48 w 73"/>
                  <a:gd name="T77" fmla="*/ 31 h 101"/>
                  <a:gd name="T78" fmla="*/ 51 w 73"/>
                  <a:gd name="T79" fmla="*/ 35 h 101"/>
                  <a:gd name="T80" fmla="*/ 53 w 73"/>
                  <a:gd name="T81" fmla="*/ 40 h 101"/>
                  <a:gd name="T82" fmla="*/ 71 w 73"/>
                  <a:gd name="T83" fmla="*/ 40 h 101"/>
                  <a:gd name="T84" fmla="*/ 71 w 73"/>
                  <a:gd name="T85" fmla="*/ 12 h 101"/>
                  <a:gd name="T86" fmla="*/ 53 w 73"/>
                  <a:gd name="T87" fmla="*/ 12 h 101"/>
                  <a:gd name="T88" fmla="*/ 53 w 73"/>
                  <a:gd name="T89" fmla="*/ 17 h 101"/>
                  <a:gd name="T90" fmla="*/ 49 w 73"/>
                  <a:gd name="T91" fmla="*/ 15 h 101"/>
                  <a:gd name="T92" fmla="*/ 43 w 73"/>
                  <a:gd name="T93" fmla="*/ 13 h 101"/>
                  <a:gd name="T94" fmla="*/ 43 w 73"/>
                  <a:gd name="T9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101">
                    <a:moveTo>
                      <a:pt x="43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1"/>
                      <a:pt x="22" y="12"/>
                      <a:pt x="18" y="13"/>
                    </a:cubicBezTo>
                    <a:cubicBezTo>
                      <a:pt x="15" y="14"/>
                      <a:pt x="12" y="15"/>
                      <a:pt x="9" y="17"/>
                    </a:cubicBezTo>
                    <a:cubicBezTo>
                      <a:pt x="6" y="19"/>
                      <a:pt x="4" y="22"/>
                      <a:pt x="2" y="24"/>
                    </a:cubicBezTo>
                    <a:cubicBezTo>
                      <a:pt x="1" y="27"/>
                      <a:pt x="0" y="31"/>
                      <a:pt x="0" y="34"/>
                    </a:cubicBezTo>
                    <a:cubicBezTo>
                      <a:pt x="0" y="40"/>
                      <a:pt x="1" y="44"/>
                      <a:pt x="3" y="47"/>
                    </a:cubicBezTo>
                    <a:cubicBezTo>
                      <a:pt x="5" y="50"/>
                      <a:pt x="8" y="53"/>
                      <a:pt x="11" y="54"/>
                    </a:cubicBezTo>
                    <a:cubicBezTo>
                      <a:pt x="14" y="56"/>
                      <a:pt x="17" y="58"/>
                      <a:pt x="21" y="59"/>
                    </a:cubicBezTo>
                    <a:cubicBezTo>
                      <a:pt x="24" y="60"/>
                      <a:pt x="28" y="61"/>
                      <a:pt x="31" y="62"/>
                    </a:cubicBezTo>
                    <a:cubicBezTo>
                      <a:pt x="34" y="63"/>
                      <a:pt x="36" y="63"/>
                      <a:pt x="38" y="64"/>
                    </a:cubicBezTo>
                    <a:cubicBezTo>
                      <a:pt x="40" y="66"/>
                      <a:pt x="42" y="67"/>
                      <a:pt x="42" y="69"/>
                    </a:cubicBezTo>
                    <a:cubicBezTo>
                      <a:pt x="42" y="70"/>
                      <a:pt x="41" y="71"/>
                      <a:pt x="40" y="72"/>
                    </a:cubicBezTo>
                    <a:cubicBezTo>
                      <a:pt x="39" y="73"/>
                      <a:pt x="37" y="74"/>
                      <a:pt x="34" y="74"/>
                    </a:cubicBezTo>
                    <a:cubicBezTo>
                      <a:pt x="30" y="74"/>
                      <a:pt x="27" y="72"/>
                      <a:pt x="24" y="70"/>
                    </a:cubicBezTo>
                    <a:cubicBezTo>
                      <a:pt x="21" y="68"/>
                      <a:pt x="19" y="65"/>
                      <a:pt x="18" y="60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22" y="87"/>
                      <a:pt x="26" y="88"/>
                      <a:pt x="30" y="89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43" y="101"/>
                      <a:pt x="43" y="101"/>
                      <a:pt x="43" y="101"/>
                    </a:cubicBezTo>
                    <a:cubicBezTo>
                      <a:pt x="43" y="90"/>
                      <a:pt x="43" y="90"/>
                      <a:pt x="43" y="90"/>
                    </a:cubicBezTo>
                    <a:cubicBezTo>
                      <a:pt x="47" y="90"/>
                      <a:pt x="51" y="89"/>
                      <a:pt x="55" y="88"/>
                    </a:cubicBezTo>
                    <a:cubicBezTo>
                      <a:pt x="58" y="88"/>
                      <a:pt x="61" y="86"/>
                      <a:pt x="64" y="84"/>
                    </a:cubicBezTo>
                    <a:cubicBezTo>
                      <a:pt x="67" y="82"/>
                      <a:pt x="69" y="80"/>
                      <a:pt x="71" y="77"/>
                    </a:cubicBezTo>
                    <a:cubicBezTo>
                      <a:pt x="72" y="74"/>
                      <a:pt x="73" y="71"/>
                      <a:pt x="73" y="67"/>
                    </a:cubicBezTo>
                    <a:cubicBezTo>
                      <a:pt x="73" y="62"/>
                      <a:pt x="72" y="58"/>
                      <a:pt x="70" y="54"/>
                    </a:cubicBezTo>
                    <a:cubicBezTo>
                      <a:pt x="68" y="51"/>
                      <a:pt x="65" y="49"/>
                      <a:pt x="62" y="47"/>
                    </a:cubicBezTo>
                    <a:cubicBezTo>
                      <a:pt x="59" y="45"/>
                      <a:pt x="55" y="43"/>
                      <a:pt x="52" y="42"/>
                    </a:cubicBezTo>
                    <a:cubicBezTo>
                      <a:pt x="48" y="41"/>
                      <a:pt x="45" y="40"/>
                      <a:pt x="42" y="39"/>
                    </a:cubicBezTo>
                    <a:cubicBezTo>
                      <a:pt x="39" y="39"/>
                      <a:pt x="36" y="38"/>
                      <a:pt x="34" y="37"/>
                    </a:cubicBezTo>
                    <a:cubicBezTo>
                      <a:pt x="32" y="36"/>
                      <a:pt x="31" y="34"/>
                      <a:pt x="31" y="32"/>
                    </a:cubicBezTo>
                    <a:cubicBezTo>
                      <a:pt x="31" y="31"/>
                      <a:pt x="31" y="30"/>
                      <a:pt x="33" y="29"/>
                    </a:cubicBezTo>
                    <a:cubicBezTo>
                      <a:pt x="34" y="28"/>
                      <a:pt x="36" y="28"/>
                      <a:pt x="38" y="28"/>
                    </a:cubicBezTo>
                    <a:cubicBezTo>
                      <a:pt x="40" y="28"/>
                      <a:pt x="41" y="28"/>
                      <a:pt x="43" y="29"/>
                    </a:cubicBezTo>
                    <a:cubicBezTo>
                      <a:pt x="45" y="29"/>
                      <a:pt x="46" y="30"/>
                      <a:pt x="48" y="31"/>
                    </a:cubicBezTo>
                    <a:cubicBezTo>
                      <a:pt x="49" y="32"/>
                      <a:pt x="50" y="34"/>
                      <a:pt x="51" y="35"/>
                    </a:cubicBezTo>
                    <a:cubicBezTo>
                      <a:pt x="52" y="37"/>
                      <a:pt x="53" y="38"/>
                      <a:pt x="53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53" y="12"/>
                      <a:pt x="53" y="12"/>
                      <a:pt x="53" y="12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2" y="16"/>
                      <a:pt x="51" y="16"/>
                      <a:pt x="49" y="15"/>
                    </a:cubicBezTo>
                    <a:cubicBezTo>
                      <a:pt x="47" y="14"/>
                      <a:pt x="45" y="13"/>
                      <a:pt x="43" y="13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4" name="Oval 123"/>
              <p:cNvSpPr>
                <a:spLocks noChangeArrowheads="1"/>
              </p:cNvSpPr>
              <p:nvPr/>
            </p:nvSpPr>
            <p:spPr bwMode="auto">
              <a:xfrm>
                <a:off x="2449808" y="2971474"/>
                <a:ext cx="330052" cy="331087"/>
              </a:xfrm>
              <a:prstGeom prst="ellipse">
                <a:avLst/>
              </a:pr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Oval 124"/>
              <p:cNvSpPr>
                <a:spLocks noChangeArrowheads="1"/>
              </p:cNvSpPr>
              <p:nvPr/>
            </p:nvSpPr>
            <p:spPr bwMode="auto">
              <a:xfrm>
                <a:off x="2478778" y="3000444"/>
                <a:ext cx="272112" cy="272112"/>
              </a:xfrm>
              <a:prstGeom prst="ellipse">
                <a:avLst/>
              </a:prstGeom>
              <a:solidFill>
                <a:srgbClr val="B49E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6" name="Oval 125"/>
              <p:cNvSpPr>
                <a:spLocks noChangeArrowheads="1"/>
              </p:cNvSpPr>
              <p:nvPr/>
            </p:nvSpPr>
            <p:spPr bwMode="auto">
              <a:xfrm>
                <a:off x="2478778" y="3000444"/>
                <a:ext cx="264869" cy="266939"/>
              </a:xfrm>
              <a:prstGeom prst="ellipse">
                <a:avLst/>
              </a:prstGeom>
              <a:solidFill>
                <a:srgbClr val="D1B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7" name="Freeform 126"/>
              <p:cNvSpPr>
                <a:spLocks/>
              </p:cNvSpPr>
              <p:nvPr/>
            </p:nvSpPr>
            <p:spPr bwMode="auto">
              <a:xfrm>
                <a:off x="2559480" y="3055280"/>
                <a:ext cx="112777" cy="157266"/>
              </a:xfrm>
              <a:custGeom>
                <a:avLst/>
                <a:gdLst>
                  <a:gd name="T0" fmla="*/ 48 w 81"/>
                  <a:gd name="T1" fmla="*/ 0 h 113"/>
                  <a:gd name="T2" fmla="*/ 33 w 81"/>
                  <a:gd name="T3" fmla="*/ 0 h 113"/>
                  <a:gd name="T4" fmla="*/ 33 w 81"/>
                  <a:gd name="T5" fmla="*/ 13 h 113"/>
                  <a:gd name="T6" fmla="*/ 21 w 81"/>
                  <a:gd name="T7" fmla="*/ 15 h 113"/>
                  <a:gd name="T8" fmla="*/ 10 w 81"/>
                  <a:gd name="T9" fmla="*/ 20 h 113"/>
                  <a:gd name="T10" fmla="*/ 3 w 81"/>
                  <a:gd name="T11" fmla="*/ 28 h 113"/>
                  <a:gd name="T12" fmla="*/ 0 w 81"/>
                  <a:gd name="T13" fmla="*/ 39 h 113"/>
                  <a:gd name="T14" fmla="*/ 4 w 81"/>
                  <a:gd name="T15" fmla="*/ 53 h 113"/>
                  <a:gd name="T16" fmla="*/ 12 w 81"/>
                  <a:gd name="T17" fmla="*/ 61 h 113"/>
                  <a:gd name="T18" fmla="*/ 23 w 81"/>
                  <a:gd name="T19" fmla="*/ 66 h 113"/>
                  <a:gd name="T20" fmla="*/ 35 w 81"/>
                  <a:gd name="T21" fmla="*/ 69 h 113"/>
                  <a:gd name="T22" fmla="*/ 43 w 81"/>
                  <a:gd name="T23" fmla="*/ 72 h 113"/>
                  <a:gd name="T24" fmla="*/ 47 w 81"/>
                  <a:gd name="T25" fmla="*/ 77 h 113"/>
                  <a:gd name="T26" fmla="*/ 44 w 81"/>
                  <a:gd name="T27" fmla="*/ 81 h 113"/>
                  <a:gd name="T28" fmla="*/ 38 w 81"/>
                  <a:gd name="T29" fmla="*/ 82 h 113"/>
                  <a:gd name="T30" fmla="*/ 27 w 81"/>
                  <a:gd name="T31" fmla="*/ 78 h 113"/>
                  <a:gd name="T32" fmla="*/ 20 w 81"/>
                  <a:gd name="T33" fmla="*/ 68 h 113"/>
                  <a:gd name="T34" fmla="*/ 1 w 81"/>
                  <a:gd name="T35" fmla="*/ 68 h 113"/>
                  <a:gd name="T36" fmla="*/ 1 w 81"/>
                  <a:gd name="T37" fmla="*/ 99 h 113"/>
                  <a:gd name="T38" fmla="*/ 20 w 81"/>
                  <a:gd name="T39" fmla="*/ 99 h 113"/>
                  <a:gd name="T40" fmla="*/ 20 w 81"/>
                  <a:gd name="T41" fmla="*/ 94 h 113"/>
                  <a:gd name="T42" fmla="*/ 33 w 81"/>
                  <a:gd name="T43" fmla="*/ 100 h 113"/>
                  <a:gd name="T44" fmla="*/ 33 w 81"/>
                  <a:gd name="T45" fmla="*/ 113 h 113"/>
                  <a:gd name="T46" fmla="*/ 48 w 81"/>
                  <a:gd name="T47" fmla="*/ 113 h 113"/>
                  <a:gd name="T48" fmla="*/ 48 w 81"/>
                  <a:gd name="T49" fmla="*/ 101 h 113"/>
                  <a:gd name="T50" fmla="*/ 61 w 81"/>
                  <a:gd name="T51" fmla="*/ 99 h 113"/>
                  <a:gd name="T52" fmla="*/ 72 w 81"/>
                  <a:gd name="T53" fmla="*/ 94 h 113"/>
                  <a:gd name="T54" fmla="*/ 79 w 81"/>
                  <a:gd name="T55" fmla="*/ 86 h 113"/>
                  <a:gd name="T56" fmla="*/ 81 w 81"/>
                  <a:gd name="T57" fmla="*/ 75 h 113"/>
                  <a:gd name="T58" fmla="*/ 78 w 81"/>
                  <a:gd name="T59" fmla="*/ 61 h 113"/>
                  <a:gd name="T60" fmla="*/ 69 w 81"/>
                  <a:gd name="T61" fmla="*/ 52 h 113"/>
                  <a:gd name="T62" fmla="*/ 58 w 81"/>
                  <a:gd name="T63" fmla="*/ 47 h 113"/>
                  <a:gd name="T64" fmla="*/ 47 w 81"/>
                  <a:gd name="T65" fmla="*/ 44 h 113"/>
                  <a:gd name="T66" fmla="*/ 38 w 81"/>
                  <a:gd name="T67" fmla="*/ 41 h 113"/>
                  <a:gd name="T68" fmla="*/ 34 w 81"/>
                  <a:gd name="T69" fmla="*/ 36 h 113"/>
                  <a:gd name="T70" fmla="*/ 37 w 81"/>
                  <a:gd name="T71" fmla="*/ 33 h 113"/>
                  <a:gd name="T72" fmla="*/ 43 w 81"/>
                  <a:gd name="T73" fmla="*/ 31 h 113"/>
                  <a:gd name="T74" fmla="*/ 48 w 81"/>
                  <a:gd name="T75" fmla="*/ 32 h 113"/>
                  <a:gd name="T76" fmla="*/ 54 w 81"/>
                  <a:gd name="T77" fmla="*/ 35 h 113"/>
                  <a:gd name="T78" fmla="*/ 57 w 81"/>
                  <a:gd name="T79" fmla="*/ 39 h 113"/>
                  <a:gd name="T80" fmla="*/ 60 w 81"/>
                  <a:gd name="T81" fmla="*/ 45 h 113"/>
                  <a:gd name="T82" fmla="*/ 79 w 81"/>
                  <a:gd name="T83" fmla="*/ 45 h 113"/>
                  <a:gd name="T84" fmla="*/ 79 w 81"/>
                  <a:gd name="T85" fmla="*/ 14 h 113"/>
                  <a:gd name="T86" fmla="*/ 60 w 81"/>
                  <a:gd name="T87" fmla="*/ 14 h 113"/>
                  <a:gd name="T88" fmla="*/ 60 w 81"/>
                  <a:gd name="T89" fmla="*/ 19 h 113"/>
                  <a:gd name="T90" fmla="*/ 55 w 81"/>
                  <a:gd name="T91" fmla="*/ 17 h 113"/>
                  <a:gd name="T92" fmla="*/ 48 w 81"/>
                  <a:gd name="T93" fmla="*/ 15 h 113"/>
                  <a:gd name="T94" fmla="*/ 48 w 81"/>
                  <a:gd name="T95" fmla="*/ 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81" h="113">
                    <a:moveTo>
                      <a:pt x="48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33" y="13"/>
                      <a:pt x="33" y="13"/>
                      <a:pt x="33" y="13"/>
                    </a:cubicBezTo>
                    <a:cubicBezTo>
                      <a:pt x="29" y="13"/>
                      <a:pt x="25" y="13"/>
                      <a:pt x="21" y="15"/>
                    </a:cubicBezTo>
                    <a:cubicBezTo>
                      <a:pt x="17" y="16"/>
                      <a:pt x="13" y="17"/>
                      <a:pt x="10" y="20"/>
                    </a:cubicBezTo>
                    <a:cubicBezTo>
                      <a:pt x="7" y="22"/>
                      <a:pt x="5" y="24"/>
                      <a:pt x="3" y="28"/>
                    </a:cubicBezTo>
                    <a:cubicBezTo>
                      <a:pt x="1" y="31"/>
                      <a:pt x="0" y="35"/>
                      <a:pt x="0" y="39"/>
                    </a:cubicBezTo>
                    <a:cubicBezTo>
                      <a:pt x="0" y="45"/>
                      <a:pt x="1" y="49"/>
                      <a:pt x="4" y="53"/>
                    </a:cubicBezTo>
                    <a:cubicBezTo>
                      <a:pt x="6" y="56"/>
                      <a:pt x="9" y="59"/>
                      <a:pt x="12" y="61"/>
                    </a:cubicBezTo>
                    <a:cubicBezTo>
                      <a:pt x="16" y="63"/>
                      <a:pt x="19" y="65"/>
                      <a:pt x="23" y="66"/>
                    </a:cubicBezTo>
                    <a:cubicBezTo>
                      <a:pt x="27" y="67"/>
                      <a:pt x="31" y="68"/>
                      <a:pt x="35" y="69"/>
                    </a:cubicBezTo>
                    <a:cubicBezTo>
                      <a:pt x="38" y="70"/>
                      <a:pt x="41" y="71"/>
                      <a:pt x="43" y="72"/>
                    </a:cubicBezTo>
                    <a:cubicBezTo>
                      <a:pt x="45" y="73"/>
                      <a:pt x="47" y="75"/>
                      <a:pt x="47" y="77"/>
                    </a:cubicBezTo>
                    <a:cubicBezTo>
                      <a:pt x="47" y="78"/>
                      <a:pt x="46" y="80"/>
                      <a:pt x="44" y="81"/>
                    </a:cubicBezTo>
                    <a:cubicBezTo>
                      <a:pt x="43" y="82"/>
                      <a:pt x="41" y="82"/>
                      <a:pt x="38" y="82"/>
                    </a:cubicBezTo>
                    <a:cubicBezTo>
                      <a:pt x="34" y="82"/>
                      <a:pt x="30" y="81"/>
                      <a:pt x="27" y="78"/>
                    </a:cubicBezTo>
                    <a:cubicBezTo>
                      <a:pt x="23" y="76"/>
                      <a:pt x="21" y="72"/>
                      <a:pt x="20" y="68"/>
                    </a:cubicBezTo>
                    <a:cubicBezTo>
                      <a:pt x="1" y="68"/>
                      <a:pt x="1" y="68"/>
                      <a:pt x="1" y="68"/>
                    </a:cubicBezTo>
                    <a:cubicBezTo>
                      <a:pt x="1" y="99"/>
                      <a:pt x="1" y="99"/>
                      <a:pt x="1" y="99"/>
                    </a:cubicBezTo>
                    <a:cubicBezTo>
                      <a:pt x="20" y="99"/>
                      <a:pt x="20" y="99"/>
                      <a:pt x="20" y="99"/>
                    </a:cubicBezTo>
                    <a:cubicBezTo>
                      <a:pt x="20" y="94"/>
                      <a:pt x="20" y="94"/>
                      <a:pt x="20" y="94"/>
                    </a:cubicBezTo>
                    <a:cubicBezTo>
                      <a:pt x="25" y="97"/>
                      <a:pt x="29" y="99"/>
                      <a:pt x="33" y="100"/>
                    </a:cubicBezTo>
                    <a:cubicBezTo>
                      <a:pt x="33" y="113"/>
                      <a:pt x="33" y="113"/>
                      <a:pt x="33" y="113"/>
                    </a:cubicBezTo>
                    <a:cubicBezTo>
                      <a:pt x="48" y="113"/>
                      <a:pt x="48" y="113"/>
                      <a:pt x="48" y="113"/>
                    </a:cubicBezTo>
                    <a:cubicBezTo>
                      <a:pt x="48" y="101"/>
                      <a:pt x="48" y="101"/>
                      <a:pt x="48" y="101"/>
                    </a:cubicBezTo>
                    <a:cubicBezTo>
                      <a:pt x="53" y="101"/>
                      <a:pt x="57" y="100"/>
                      <a:pt x="61" y="99"/>
                    </a:cubicBezTo>
                    <a:cubicBezTo>
                      <a:pt x="65" y="98"/>
                      <a:pt x="68" y="96"/>
                      <a:pt x="72" y="94"/>
                    </a:cubicBezTo>
                    <a:cubicBezTo>
                      <a:pt x="75" y="92"/>
                      <a:pt x="77" y="89"/>
                      <a:pt x="79" y="86"/>
                    </a:cubicBezTo>
                    <a:cubicBezTo>
                      <a:pt x="81" y="83"/>
                      <a:pt x="81" y="79"/>
                      <a:pt x="81" y="75"/>
                    </a:cubicBezTo>
                    <a:cubicBezTo>
                      <a:pt x="81" y="69"/>
                      <a:pt x="80" y="65"/>
                      <a:pt x="78" y="61"/>
                    </a:cubicBezTo>
                    <a:cubicBezTo>
                      <a:pt x="76" y="57"/>
                      <a:pt x="73" y="55"/>
                      <a:pt x="69" y="52"/>
                    </a:cubicBezTo>
                    <a:cubicBezTo>
                      <a:pt x="66" y="50"/>
                      <a:pt x="62" y="49"/>
                      <a:pt x="58" y="47"/>
                    </a:cubicBezTo>
                    <a:cubicBezTo>
                      <a:pt x="54" y="46"/>
                      <a:pt x="50" y="45"/>
                      <a:pt x="47" y="44"/>
                    </a:cubicBezTo>
                    <a:cubicBezTo>
                      <a:pt x="43" y="43"/>
                      <a:pt x="40" y="42"/>
                      <a:pt x="38" y="41"/>
                    </a:cubicBezTo>
                    <a:cubicBezTo>
                      <a:pt x="36" y="40"/>
                      <a:pt x="34" y="39"/>
                      <a:pt x="34" y="36"/>
                    </a:cubicBezTo>
                    <a:cubicBezTo>
                      <a:pt x="34" y="35"/>
                      <a:pt x="35" y="33"/>
                      <a:pt x="37" y="33"/>
                    </a:cubicBezTo>
                    <a:cubicBezTo>
                      <a:pt x="38" y="32"/>
                      <a:pt x="40" y="31"/>
                      <a:pt x="43" y="31"/>
                    </a:cubicBezTo>
                    <a:cubicBezTo>
                      <a:pt x="45" y="31"/>
                      <a:pt x="46" y="32"/>
                      <a:pt x="48" y="32"/>
                    </a:cubicBezTo>
                    <a:cubicBezTo>
                      <a:pt x="50" y="33"/>
                      <a:pt x="52" y="34"/>
                      <a:pt x="54" y="35"/>
                    </a:cubicBezTo>
                    <a:cubicBezTo>
                      <a:pt x="55" y="36"/>
                      <a:pt x="56" y="38"/>
                      <a:pt x="57" y="39"/>
                    </a:cubicBezTo>
                    <a:cubicBezTo>
                      <a:pt x="59" y="41"/>
                      <a:pt x="59" y="43"/>
                      <a:pt x="60" y="45"/>
                    </a:cubicBezTo>
                    <a:cubicBezTo>
                      <a:pt x="79" y="45"/>
                      <a:pt x="79" y="45"/>
                      <a:pt x="79" y="45"/>
                    </a:cubicBezTo>
                    <a:cubicBezTo>
                      <a:pt x="79" y="14"/>
                      <a:pt x="79" y="14"/>
                      <a:pt x="79" y="14"/>
                    </a:cubicBezTo>
                    <a:cubicBezTo>
                      <a:pt x="60" y="14"/>
                      <a:pt x="60" y="14"/>
                      <a:pt x="60" y="14"/>
                    </a:cubicBezTo>
                    <a:cubicBezTo>
                      <a:pt x="60" y="19"/>
                      <a:pt x="60" y="19"/>
                      <a:pt x="60" y="19"/>
                    </a:cubicBezTo>
                    <a:cubicBezTo>
                      <a:pt x="58" y="19"/>
                      <a:pt x="57" y="18"/>
                      <a:pt x="55" y="17"/>
                    </a:cubicBezTo>
                    <a:cubicBezTo>
                      <a:pt x="53" y="16"/>
                      <a:pt x="51" y="15"/>
                      <a:pt x="48" y="15"/>
                    </a:cubicBezTo>
                    <a:cubicBezTo>
                      <a:pt x="48" y="0"/>
                      <a:pt x="48" y="0"/>
                      <a:pt x="48" y="0"/>
                    </a:cubicBezTo>
                  </a:path>
                </a:pathLst>
              </a:custGeom>
              <a:solidFill>
                <a:srgbClr val="E8DA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8" name="Freeform 127"/>
              <p:cNvSpPr>
                <a:spLocks/>
              </p:cNvSpPr>
              <p:nvPr/>
            </p:nvSpPr>
            <p:spPr bwMode="auto">
              <a:xfrm>
                <a:off x="3485489" y="2268949"/>
                <a:ext cx="735634" cy="697351"/>
              </a:xfrm>
              <a:custGeom>
                <a:avLst/>
                <a:gdLst>
                  <a:gd name="T0" fmla="*/ 520 w 527"/>
                  <a:gd name="T1" fmla="*/ 187 h 499"/>
                  <a:gd name="T2" fmla="*/ 518 w 527"/>
                  <a:gd name="T3" fmla="*/ 214 h 499"/>
                  <a:gd name="T4" fmla="*/ 181 w 527"/>
                  <a:gd name="T5" fmla="*/ 492 h 499"/>
                  <a:gd name="T6" fmla="*/ 154 w 527"/>
                  <a:gd name="T7" fmla="*/ 489 h 499"/>
                  <a:gd name="T8" fmla="*/ 7 w 527"/>
                  <a:gd name="T9" fmla="*/ 311 h 499"/>
                  <a:gd name="T10" fmla="*/ 9 w 527"/>
                  <a:gd name="T11" fmla="*/ 284 h 499"/>
                  <a:gd name="T12" fmla="*/ 346 w 527"/>
                  <a:gd name="T13" fmla="*/ 6 h 499"/>
                  <a:gd name="T14" fmla="*/ 373 w 527"/>
                  <a:gd name="T15" fmla="*/ 9 h 499"/>
                  <a:gd name="T16" fmla="*/ 520 w 527"/>
                  <a:gd name="T17" fmla="*/ 187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7" h="499">
                    <a:moveTo>
                      <a:pt x="520" y="187"/>
                    </a:moveTo>
                    <a:cubicBezTo>
                      <a:pt x="527" y="195"/>
                      <a:pt x="526" y="207"/>
                      <a:pt x="518" y="214"/>
                    </a:cubicBezTo>
                    <a:cubicBezTo>
                      <a:pt x="181" y="492"/>
                      <a:pt x="181" y="492"/>
                      <a:pt x="181" y="492"/>
                    </a:cubicBezTo>
                    <a:cubicBezTo>
                      <a:pt x="173" y="499"/>
                      <a:pt x="161" y="498"/>
                      <a:pt x="154" y="489"/>
                    </a:cubicBezTo>
                    <a:cubicBezTo>
                      <a:pt x="7" y="311"/>
                      <a:pt x="7" y="311"/>
                      <a:pt x="7" y="311"/>
                    </a:cubicBezTo>
                    <a:cubicBezTo>
                      <a:pt x="0" y="303"/>
                      <a:pt x="1" y="291"/>
                      <a:pt x="9" y="284"/>
                    </a:cubicBezTo>
                    <a:cubicBezTo>
                      <a:pt x="346" y="6"/>
                      <a:pt x="346" y="6"/>
                      <a:pt x="346" y="6"/>
                    </a:cubicBezTo>
                    <a:cubicBezTo>
                      <a:pt x="354" y="0"/>
                      <a:pt x="367" y="1"/>
                      <a:pt x="373" y="9"/>
                    </a:cubicBezTo>
                    <a:cubicBezTo>
                      <a:pt x="520" y="187"/>
                      <a:pt x="520" y="187"/>
                      <a:pt x="520" y="187"/>
                    </a:cubicBezTo>
                  </a:path>
                </a:pathLst>
              </a:custGeom>
              <a:solidFill>
                <a:srgbClr val="E3C6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9" name="Freeform 128"/>
              <p:cNvSpPr>
                <a:spLocks/>
              </p:cNvSpPr>
              <p:nvPr/>
            </p:nvSpPr>
            <p:spPr bwMode="auto">
              <a:xfrm>
                <a:off x="3528944" y="2321716"/>
                <a:ext cx="572160" cy="497665"/>
              </a:xfrm>
              <a:custGeom>
                <a:avLst/>
                <a:gdLst>
                  <a:gd name="T0" fmla="*/ 553 w 553"/>
                  <a:gd name="T1" fmla="*/ 72 h 481"/>
                  <a:gd name="T2" fmla="*/ 59 w 553"/>
                  <a:gd name="T3" fmla="*/ 481 h 481"/>
                  <a:gd name="T4" fmla="*/ 0 w 553"/>
                  <a:gd name="T5" fmla="*/ 409 h 481"/>
                  <a:gd name="T6" fmla="*/ 494 w 553"/>
                  <a:gd name="T7" fmla="*/ 0 h 481"/>
                  <a:gd name="T8" fmla="*/ 553 w 553"/>
                  <a:gd name="T9" fmla="*/ 72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3" h="481">
                    <a:moveTo>
                      <a:pt x="553" y="72"/>
                    </a:moveTo>
                    <a:lnTo>
                      <a:pt x="59" y="481"/>
                    </a:lnTo>
                    <a:lnTo>
                      <a:pt x="0" y="409"/>
                    </a:lnTo>
                    <a:lnTo>
                      <a:pt x="494" y="0"/>
                    </a:lnTo>
                    <a:lnTo>
                      <a:pt x="553" y="72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0" name="Freeform 129"/>
              <p:cNvSpPr>
                <a:spLocks/>
              </p:cNvSpPr>
              <p:nvPr/>
            </p:nvSpPr>
            <p:spPr bwMode="auto">
              <a:xfrm>
                <a:off x="3789675" y="2555546"/>
                <a:ext cx="199687" cy="168648"/>
              </a:xfrm>
              <a:custGeom>
                <a:avLst/>
                <a:gdLst>
                  <a:gd name="T0" fmla="*/ 193 w 193"/>
                  <a:gd name="T1" fmla="*/ 9 h 163"/>
                  <a:gd name="T2" fmla="*/ 7 w 193"/>
                  <a:gd name="T3" fmla="*/ 163 h 163"/>
                  <a:gd name="T4" fmla="*/ 0 w 193"/>
                  <a:gd name="T5" fmla="*/ 154 h 163"/>
                  <a:gd name="T6" fmla="*/ 185 w 193"/>
                  <a:gd name="T7" fmla="*/ 0 h 163"/>
                  <a:gd name="T8" fmla="*/ 193 w 193"/>
                  <a:gd name="T9" fmla="*/ 9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163">
                    <a:moveTo>
                      <a:pt x="193" y="9"/>
                    </a:moveTo>
                    <a:lnTo>
                      <a:pt x="7" y="163"/>
                    </a:lnTo>
                    <a:lnTo>
                      <a:pt x="0" y="154"/>
                    </a:lnTo>
                    <a:lnTo>
                      <a:pt x="185" y="0"/>
                    </a:lnTo>
                    <a:lnTo>
                      <a:pt x="193" y="9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1" name="Freeform 130"/>
              <p:cNvSpPr>
                <a:spLocks/>
              </p:cNvSpPr>
              <p:nvPr/>
            </p:nvSpPr>
            <p:spPr bwMode="auto">
              <a:xfrm>
                <a:off x="3813471" y="2585551"/>
                <a:ext cx="199687" cy="167613"/>
              </a:xfrm>
              <a:custGeom>
                <a:avLst/>
                <a:gdLst>
                  <a:gd name="T0" fmla="*/ 193 w 193"/>
                  <a:gd name="T1" fmla="*/ 9 h 162"/>
                  <a:gd name="T2" fmla="*/ 8 w 193"/>
                  <a:gd name="T3" fmla="*/ 162 h 162"/>
                  <a:gd name="T4" fmla="*/ 0 w 193"/>
                  <a:gd name="T5" fmla="*/ 153 h 162"/>
                  <a:gd name="T6" fmla="*/ 186 w 193"/>
                  <a:gd name="T7" fmla="*/ 0 h 162"/>
                  <a:gd name="T8" fmla="*/ 193 w 193"/>
                  <a:gd name="T9" fmla="*/ 9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162">
                    <a:moveTo>
                      <a:pt x="193" y="9"/>
                    </a:moveTo>
                    <a:lnTo>
                      <a:pt x="8" y="162"/>
                    </a:lnTo>
                    <a:lnTo>
                      <a:pt x="0" y="153"/>
                    </a:lnTo>
                    <a:lnTo>
                      <a:pt x="186" y="0"/>
                    </a:lnTo>
                    <a:lnTo>
                      <a:pt x="193" y="9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2" name="Freeform 131"/>
              <p:cNvSpPr>
                <a:spLocks/>
              </p:cNvSpPr>
              <p:nvPr/>
            </p:nvSpPr>
            <p:spPr bwMode="auto">
              <a:xfrm>
                <a:off x="3838303" y="2615556"/>
                <a:ext cx="199687" cy="167613"/>
              </a:xfrm>
              <a:custGeom>
                <a:avLst/>
                <a:gdLst>
                  <a:gd name="T0" fmla="*/ 193 w 193"/>
                  <a:gd name="T1" fmla="*/ 9 h 162"/>
                  <a:gd name="T2" fmla="*/ 7 w 193"/>
                  <a:gd name="T3" fmla="*/ 162 h 162"/>
                  <a:gd name="T4" fmla="*/ 0 w 193"/>
                  <a:gd name="T5" fmla="*/ 154 h 162"/>
                  <a:gd name="T6" fmla="*/ 187 w 193"/>
                  <a:gd name="T7" fmla="*/ 0 h 162"/>
                  <a:gd name="T8" fmla="*/ 193 w 193"/>
                  <a:gd name="T9" fmla="*/ 9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162">
                    <a:moveTo>
                      <a:pt x="193" y="9"/>
                    </a:moveTo>
                    <a:lnTo>
                      <a:pt x="7" y="162"/>
                    </a:lnTo>
                    <a:lnTo>
                      <a:pt x="0" y="154"/>
                    </a:lnTo>
                    <a:lnTo>
                      <a:pt x="187" y="0"/>
                    </a:lnTo>
                    <a:lnTo>
                      <a:pt x="193" y="9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3" name="Freeform 132"/>
              <p:cNvSpPr>
                <a:spLocks/>
              </p:cNvSpPr>
              <p:nvPr/>
            </p:nvSpPr>
            <p:spPr bwMode="auto">
              <a:xfrm>
                <a:off x="3636547" y="2720055"/>
                <a:ext cx="204860" cy="204860"/>
              </a:xfrm>
              <a:custGeom>
                <a:avLst/>
                <a:gdLst>
                  <a:gd name="T0" fmla="*/ 109 w 198"/>
                  <a:gd name="T1" fmla="*/ 0 h 198"/>
                  <a:gd name="T2" fmla="*/ 0 w 198"/>
                  <a:gd name="T3" fmla="*/ 89 h 198"/>
                  <a:gd name="T4" fmla="*/ 90 w 198"/>
                  <a:gd name="T5" fmla="*/ 198 h 198"/>
                  <a:gd name="T6" fmla="*/ 198 w 198"/>
                  <a:gd name="T7" fmla="*/ 108 h 198"/>
                  <a:gd name="T8" fmla="*/ 109 w 198"/>
                  <a:gd name="T9" fmla="*/ 0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8" h="198">
                    <a:moveTo>
                      <a:pt x="109" y="0"/>
                    </a:moveTo>
                    <a:lnTo>
                      <a:pt x="0" y="89"/>
                    </a:lnTo>
                    <a:lnTo>
                      <a:pt x="90" y="198"/>
                    </a:lnTo>
                    <a:lnTo>
                      <a:pt x="198" y="10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rgbClr val="F9F4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4" name="Freeform 133"/>
              <p:cNvSpPr>
                <a:spLocks/>
              </p:cNvSpPr>
              <p:nvPr/>
            </p:nvSpPr>
            <p:spPr bwMode="auto">
              <a:xfrm>
                <a:off x="3636547" y="2720055"/>
                <a:ext cx="204860" cy="204860"/>
              </a:xfrm>
              <a:custGeom>
                <a:avLst/>
                <a:gdLst>
                  <a:gd name="T0" fmla="*/ 109 w 198"/>
                  <a:gd name="T1" fmla="*/ 0 h 198"/>
                  <a:gd name="T2" fmla="*/ 0 w 198"/>
                  <a:gd name="T3" fmla="*/ 89 h 198"/>
                  <a:gd name="T4" fmla="*/ 90 w 198"/>
                  <a:gd name="T5" fmla="*/ 198 h 198"/>
                  <a:gd name="T6" fmla="*/ 198 w 198"/>
                  <a:gd name="T7" fmla="*/ 108 h 198"/>
                  <a:gd name="T8" fmla="*/ 109 w 198"/>
                  <a:gd name="T9" fmla="*/ 0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8" h="198">
                    <a:moveTo>
                      <a:pt x="109" y="0"/>
                    </a:moveTo>
                    <a:lnTo>
                      <a:pt x="0" y="89"/>
                    </a:lnTo>
                    <a:lnTo>
                      <a:pt x="90" y="198"/>
                    </a:lnTo>
                    <a:lnTo>
                      <a:pt x="198" y="108"/>
                    </a:lnTo>
                    <a:lnTo>
                      <a:pt x="10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Freeform 134"/>
              <p:cNvSpPr>
                <a:spLocks/>
              </p:cNvSpPr>
              <p:nvPr/>
            </p:nvSpPr>
            <p:spPr bwMode="auto">
              <a:xfrm>
                <a:off x="3677933" y="2757302"/>
                <a:ext cx="143816" cy="146920"/>
              </a:xfrm>
              <a:custGeom>
                <a:avLst/>
                <a:gdLst>
                  <a:gd name="T0" fmla="*/ 62 w 103"/>
                  <a:gd name="T1" fmla="*/ 52 h 105"/>
                  <a:gd name="T2" fmla="*/ 57 w 103"/>
                  <a:gd name="T3" fmla="*/ 49 h 105"/>
                  <a:gd name="T4" fmla="*/ 54 w 103"/>
                  <a:gd name="T5" fmla="*/ 33 h 105"/>
                  <a:gd name="T6" fmla="*/ 48 w 103"/>
                  <a:gd name="T7" fmla="*/ 22 h 105"/>
                  <a:gd name="T8" fmla="*/ 17 w 103"/>
                  <a:gd name="T9" fmla="*/ 14 h 105"/>
                  <a:gd name="T10" fmla="*/ 19 w 103"/>
                  <a:gd name="T11" fmla="*/ 46 h 105"/>
                  <a:gd name="T12" fmla="*/ 29 w 103"/>
                  <a:gd name="T13" fmla="*/ 53 h 105"/>
                  <a:gd name="T14" fmla="*/ 44 w 103"/>
                  <a:gd name="T15" fmla="*/ 60 h 105"/>
                  <a:gd name="T16" fmla="*/ 46 w 103"/>
                  <a:gd name="T17" fmla="*/ 66 h 105"/>
                  <a:gd name="T18" fmla="*/ 37 w 103"/>
                  <a:gd name="T19" fmla="*/ 105 h 105"/>
                  <a:gd name="T20" fmla="*/ 70 w 103"/>
                  <a:gd name="T21" fmla="*/ 78 h 105"/>
                  <a:gd name="T22" fmla="*/ 103 w 103"/>
                  <a:gd name="T23" fmla="*/ 51 h 105"/>
                  <a:gd name="T24" fmla="*/ 62 w 103"/>
                  <a:gd name="T25" fmla="*/ 52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3" h="105">
                    <a:moveTo>
                      <a:pt x="62" y="52"/>
                    </a:moveTo>
                    <a:cubicBezTo>
                      <a:pt x="61" y="53"/>
                      <a:pt x="57" y="49"/>
                      <a:pt x="57" y="49"/>
                    </a:cubicBezTo>
                    <a:cubicBezTo>
                      <a:pt x="57" y="49"/>
                      <a:pt x="58" y="40"/>
                      <a:pt x="54" y="33"/>
                    </a:cubicBezTo>
                    <a:cubicBezTo>
                      <a:pt x="56" y="31"/>
                      <a:pt x="52" y="22"/>
                      <a:pt x="48" y="22"/>
                    </a:cubicBezTo>
                    <a:cubicBezTo>
                      <a:pt x="46" y="20"/>
                      <a:pt x="35" y="0"/>
                      <a:pt x="17" y="14"/>
                    </a:cubicBezTo>
                    <a:cubicBezTo>
                      <a:pt x="0" y="29"/>
                      <a:pt x="17" y="43"/>
                      <a:pt x="19" y="46"/>
                    </a:cubicBezTo>
                    <a:cubicBezTo>
                      <a:pt x="19" y="50"/>
                      <a:pt x="26" y="56"/>
                      <a:pt x="29" y="53"/>
                    </a:cubicBezTo>
                    <a:cubicBezTo>
                      <a:pt x="35" y="59"/>
                      <a:pt x="44" y="60"/>
                      <a:pt x="44" y="60"/>
                    </a:cubicBezTo>
                    <a:cubicBezTo>
                      <a:pt x="44" y="60"/>
                      <a:pt x="48" y="64"/>
                      <a:pt x="46" y="66"/>
                    </a:cubicBezTo>
                    <a:cubicBezTo>
                      <a:pt x="42" y="71"/>
                      <a:pt x="29" y="96"/>
                      <a:pt x="37" y="105"/>
                    </a:cubicBezTo>
                    <a:cubicBezTo>
                      <a:pt x="70" y="78"/>
                      <a:pt x="70" y="78"/>
                      <a:pt x="70" y="78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95" y="41"/>
                      <a:pt x="68" y="49"/>
                      <a:pt x="62" y="52"/>
                    </a:cubicBez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6" name="Freeform 135"/>
              <p:cNvSpPr>
                <a:spLocks/>
              </p:cNvSpPr>
              <p:nvPr/>
            </p:nvSpPr>
            <p:spPr bwMode="auto">
              <a:xfrm>
                <a:off x="4042128" y="2436562"/>
                <a:ext cx="86910" cy="86910"/>
              </a:xfrm>
              <a:custGeom>
                <a:avLst/>
                <a:gdLst>
                  <a:gd name="T0" fmla="*/ 84 w 84"/>
                  <a:gd name="T1" fmla="*/ 46 h 84"/>
                  <a:gd name="T2" fmla="*/ 38 w 84"/>
                  <a:gd name="T3" fmla="*/ 84 h 84"/>
                  <a:gd name="T4" fmla="*/ 0 w 84"/>
                  <a:gd name="T5" fmla="*/ 38 h 84"/>
                  <a:gd name="T6" fmla="*/ 46 w 84"/>
                  <a:gd name="T7" fmla="*/ 0 h 84"/>
                  <a:gd name="T8" fmla="*/ 84 w 84"/>
                  <a:gd name="T9" fmla="*/ 4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84">
                    <a:moveTo>
                      <a:pt x="84" y="46"/>
                    </a:moveTo>
                    <a:lnTo>
                      <a:pt x="38" y="84"/>
                    </a:lnTo>
                    <a:lnTo>
                      <a:pt x="0" y="38"/>
                    </a:lnTo>
                    <a:lnTo>
                      <a:pt x="46" y="0"/>
                    </a:lnTo>
                    <a:lnTo>
                      <a:pt x="84" y="46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7" name="Freeform 136"/>
              <p:cNvSpPr>
                <a:spLocks/>
              </p:cNvSpPr>
              <p:nvPr/>
            </p:nvSpPr>
            <p:spPr bwMode="auto">
              <a:xfrm>
                <a:off x="4096964" y="2501745"/>
                <a:ext cx="86910" cy="86910"/>
              </a:xfrm>
              <a:custGeom>
                <a:avLst/>
                <a:gdLst>
                  <a:gd name="T0" fmla="*/ 84 w 84"/>
                  <a:gd name="T1" fmla="*/ 46 h 84"/>
                  <a:gd name="T2" fmla="*/ 38 w 84"/>
                  <a:gd name="T3" fmla="*/ 84 h 84"/>
                  <a:gd name="T4" fmla="*/ 0 w 84"/>
                  <a:gd name="T5" fmla="*/ 38 h 84"/>
                  <a:gd name="T6" fmla="*/ 46 w 84"/>
                  <a:gd name="T7" fmla="*/ 0 h 84"/>
                  <a:gd name="T8" fmla="*/ 84 w 84"/>
                  <a:gd name="T9" fmla="*/ 4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84">
                    <a:moveTo>
                      <a:pt x="84" y="46"/>
                    </a:moveTo>
                    <a:lnTo>
                      <a:pt x="38" y="84"/>
                    </a:lnTo>
                    <a:lnTo>
                      <a:pt x="0" y="38"/>
                    </a:lnTo>
                    <a:lnTo>
                      <a:pt x="46" y="0"/>
                    </a:lnTo>
                    <a:lnTo>
                      <a:pt x="84" y="46"/>
                    </a:lnTo>
                    <a:close/>
                  </a:path>
                </a:pathLst>
              </a:custGeom>
              <a:solidFill>
                <a:srgbClr val="30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8" name="Freeform 137"/>
              <p:cNvSpPr>
                <a:spLocks/>
              </p:cNvSpPr>
              <p:nvPr/>
            </p:nvSpPr>
            <p:spPr bwMode="auto">
              <a:xfrm>
                <a:off x="3758635" y="2920776"/>
                <a:ext cx="510081" cy="511115"/>
              </a:xfrm>
              <a:custGeom>
                <a:avLst/>
                <a:gdLst>
                  <a:gd name="T0" fmla="*/ 365 w 365"/>
                  <a:gd name="T1" fmla="*/ 183 h 366"/>
                  <a:gd name="T2" fmla="*/ 317 w 365"/>
                  <a:gd name="T3" fmla="*/ 239 h 366"/>
                  <a:gd name="T4" fmla="*/ 312 w 365"/>
                  <a:gd name="T5" fmla="*/ 312 h 366"/>
                  <a:gd name="T6" fmla="*/ 238 w 365"/>
                  <a:gd name="T7" fmla="*/ 318 h 366"/>
                  <a:gd name="T8" fmla="*/ 182 w 365"/>
                  <a:gd name="T9" fmla="*/ 366 h 366"/>
                  <a:gd name="T10" fmla="*/ 127 w 365"/>
                  <a:gd name="T11" fmla="*/ 318 h 366"/>
                  <a:gd name="T12" fmla="*/ 53 w 365"/>
                  <a:gd name="T13" fmla="*/ 312 h 366"/>
                  <a:gd name="T14" fmla="*/ 48 w 365"/>
                  <a:gd name="T15" fmla="*/ 239 h 366"/>
                  <a:gd name="T16" fmla="*/ 0 w 365"/>
                  <a:gd name="T17" fmla="*/ 183 h 366"/>
                  <a:gd name="T18" fmla="*/ 48 w 365"/>
                  <a:gd name="T19" fmla="*/ 127 h 366"/>
                  <a:gd name="T20" fmla="*/ 53 w 365"/>
                  <a:gd name="T21" fmla="*/ 54 h 366"/>
                  <a:gd name="T22" fmla="*/ 127 w 365"/>
                  <a:gd name="T23" fmla="*/ 48 h 366"/>
                  <a:gd name="T24" fmla="*/ 182 w 365"/>
                  <a:gd name="T25" fmla="*/ 0 h 366"/>
                  <a:gd name="T26" fmla="*/ 238 w 365"/>
                  <a:gd name="T27" fmla="*/ 48 h 366"/>
                  <a:gd name="T28" fmla="*/ 312 w 365"/>
                  <a:gd name="T29" fmla="*/ 54 h 366"/>
                  <a:gd name="T30" fmla="*/ 317 w 365"/>
                  <a:gd name="T31" fmla="*/ 127 h 366"/>
                  <a:gd name="T32" fmla="*/ 365 w 365"/>
                  <a:gd name="T33" fmla="*/ 183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65" h="366">
                    <a:moveTo>
                      <a:pt x="365" y="183"/>
                    </a:moveTo>
                    <a:cubicBezTo>
                      <a:pt x="365" y="205"/>
                      <a:pt x="325" y="220"/>
                      <a:pt x="317" y="239"/>
                    </a:cubicBezTo>
                    <a:cubicBezTo>
                      <a:pt x="309" y="259"/>
                      <a:pt x="327" y="297"/>
                      <a:pt x="312" y="312"/>
                    </a:cubicBezTo>
                    <a:cubicBezTo>
                      <a:pt x="297" y="328"/>
                      <a:pt x="258" y="310"/>
                      <a:pt x="238" y="318"/>
                    </a:cubicBezTo>
                    <a:cubicBezTo>
                      <a:pt x="219" y="326"/>
                      <a:pt x="205" y="366"/>
                      <a:pt x="182" y="366"/>
                    </a:cubicBezTo>
                    <a:cubicBezTo>
                      <a:pt x="160" y="366"/>
                      <a:pt x="146" y="326"/>
                      <a:pt x="127" y="318"/>
                    </a:cubicBezTo>
                    <a:cubicBezTo>
                      <a:pt x="107" y="310"/>
                      <a:pt x="68" y="328"/>
                      <a:pt x="53" y="312"/>
                    </a:cubicBezTo>
                    <a:cubicBezTo>
                      <a:pt x="38" y="297"/>
                      <a:pt x="56" y="259"/>
                      <a:pt x="48" y="239"/>
                    </a:cubicBezTo>
                    <a:cubicBezTo>
                      <a:pt x="40" y="220"/>
                      <a:pt x="0" y="205"/>
                      <a:pt x="0" y="183"/>
                    </a:cubicBezTo>
                    <a:cubicBezTo>
                      <a:pt x="0" y="161"/>
                      <a:pt x="40" y="147"/>
                      <a:pt x="48" y="127"/>
                    </a:cubicBezTo>
                    <a:cubicBezTo>
                      <a:pt x="56" y="107"/>
                      <a:pt x="38" y="69"/>
                      <a:pt x="53" y="54"/>
                    </a:cubicBezTo>
                    <a:cubicBezTo>
                      <a:pt x="68" y="39"/>
                      <a:pt x="107" y="57"/>
                      <a:pt x="127" y="48"/>
                    </a:cubicBezTo>
                    <a:cubicBezTo>
                      <a:pt x="146" y="40"/>
                      <a:pt x="160" y="0"/>
                      <a:pt x="182" y="0"/>
                    </a:cubicBezTo>
                    <a:cubicBezTo>
                      <a:pt x="205" y="0"/>
                      <a:pt x="219" y="40"/>
                      <a:pt x="238" y="48"/>
                    </a:cubicBezTo>
                    <a:cubicBezTo>
                      <a:pt x="258" y="57"/>
                      <a:pt x="297" y="39"/>
                      <a:pt x="312" y="54"/>
                    </a:cubicBezTo>
                    <a:cubicBezTo>
                      <a:pt x="327" y="69"/>
                      <a:pt x="309" y="107"/>
                      <a:pt x="317" y="127"/>
                    </a:cubicBezTo>
                    <a:cubicBezTo>
                      <a:pt x="325" y="147"/>
                      <a:pt x="365" y="161"/>
                      <a:pt x="365" y="183"/>
                    </a:cubicBezTo>
                    <a:close/>
                  </a:path>
                </a:pathLst>
              </a:custGeom>
              <a:solidFill>
                <a:srgbClr val="3C5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9" name="Freeform 138"/>
              <p:cNvSpPr>
                <a:spLocks noEditPoints="1"/>
              </p:cNvSpPr>
              <p:nvPr/>
            </p:nvSpPr>
            <p:spPr bwMode="auto">
              <a:xfrm>
                <a:off x="3900381" y="3079077"/>
                <a:ext cx="227622" cy="196583"/>
              </a:xfrm>
              <a:custGeom>
                <a:avLst/>
                <a:gdLst>
                  <a:gd name="T0" fmla="*/ 3 w 163"/>
                  <a:gd name="T1" fmla="*/ 20 h 141"/>
                  <a:gd name="T2" fmla="*/ 22 w 163"/>
                  <a:gd name="T3" fmla="*/ 2 h 141"/>
                  <a:gd name="T4" fmla="*/ 51 w 163"/>
                  <a:gd name="T5" fmla="*/ 2 h 141"/>
                  <a:gd name="T6" fmla="*/ 70 w 163"/>
                  <a:gd name="T7" fmla="*/ 20 h 141"/>
                  <a:gd name="T8" fmla="*/ 70 w 163"/>
                  <a:gd name="T9" fmla="*/ 50 h 141"/>
                  <a:gd name="T10" fmla="*/ 51 w 163"/>
                  <a:gd name="T11" fmla="*/ 68 h 141"/>
                  <a:gd name="T12" fmla="*/ 22 w 163"/>
                  <a:gd name="T13" fmla="*/ 68 h 141"/>
                  <a:gd name="T14" fmla="*/ 3 w 163"/>
                  <a:gd name="T15" fmla="*/ 50 h 141"/>
                  <a:gd name="T16" fmla="*/ 118 w 163"/>
                  <a:gd name="T17" fmla="*/ 2 h 141"/>
                  <a:gd name="T18" fmla="*/ 44 w 163"/>
                  <a:gd name="T19" fmla="*/ 139 h 141"/>
                  <a:gd name="T20" fmla="*/ 118 w 163"/>
                  <a:gd name="T21" fmla="*/ 2 h 141"/>
                  <a:gd name="T22" fmla="*/ 29 w 163"/>
                  <a:gd name="T23" fmla="*/ 44 h 141"/>
                  <a:gd name="T24" fmla="*/ 32 w 163"/>
                  <a:gd name="T25" fmla="*/ 53 h 141"/>
                  <a:gd name="T26" fmla="*/ 40 w 163"/>
                  <a:gd name="T27" fmla="*/ 53 h 141"/>
                  <a:gd name="T28" fmla="*/ 43 w 163"/>
                  <a:gd name="T29" fmla="*/ 44 h 141"/>
                  <a:gd name="T30" fmla="*/ 42 w 163"/>
                  <a:gd name="T31" fmla="*/ 20 h 141"/>
                  <a:gd name="T32" fmla="*/ 30 w 163"/>
                  <a:gd name="T33" fmla="*/ 20 h 141"/>
                  <a:gd name="T34" fmla="*/ 90 w 163"/>
                  <a:gd name="T35" fmla="*/ 105 h 141"/>
                  <a:gd name="T36" fmla="*/ 101 w 163"/>
                  <a:gd name="T37" fmla="*/ 79 h 141"/>
                  <a:gd name="T38" fmla="*/ 127 w 163"/>
                  <a:gd name="T39" fmla="*/ 70 h 141"/>
                  <a:gd name="T40" fmla="*/ 153 w 163"/>
                  <a:gd name="T41" fmla="*/ 79 h 141"/>
                  <a:gd name="T42" fmla="*/ 163 w 163"/>
                  <a:gd name="T43" fmla="*/ 105 h 141"/>
                  <a:gd name="T44" fmla="*/ 153 w 163"/>
                  <a:gd name="T45" fmla="*/ 131 h 141"/>
                  <a:gd name="T46" fmla="*/ 127 w 163"/>
                  <a:gd name="T47" fmla="*/ 141 h 141"/>
                  <a:gd name="T48" fmla="*/ 101 w 163"/>
                  <a:gd name="T49" fmla="*/ 131 h 141"/>
                  <a:gd name="T50" fmla="*/ 90 w 163"/>
                  <a:gd name="T51" fmla="*/ 105 h 141"/>
                  <a:gd name="T52" fmla="*/ 119 w 163"/>
                  <a:gd name="T53" fmla="*/ 114 h 141"/>
                  <a:gd name="T54" fmla="*/ 123 w 163"/>
                  <a:gd name="T55" fmla="*/ 123 h 141"/>
                  <a:gd name="T56" fmla="*/ 130 w 163"/>
                  <a:gd name="T57" fmla="*/ 123 h 141"/>
                  <a:gd name="T58" fmla="*/ 134 w 163"/>
                  <a:gd name="T59" fmla="*/ 114 h 141"/>
                  <a:gd name="T60" fmla="*/ 133 w 163"/>
                  <a:gd name="T61" fmla="*/ 90 h 141"/>
                  <a:gd name="T62" fmla="*/ 121 w 163"/>
                  <a:gd name="T63" fmla="*/ 9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3" h="141">
                    <a:moveTo>
                      <a:pt x="0" y="35"/>
                    </a:moveTo>
                    <a:cubicBezTo>
                      <a:pt x="0" y="29"/>
                      <a:pt x="1" y="24"/>
                      <a:pt x="3" y="20"/>
                    </a:cubicBezTo>
                    <a:cubicBezTo>
                      <a:pt x="4" y="16"/>
                      <a:pt x="7" y="12"/>
                      <a:pt x="10" y="9"/>
                    </a:cubicBezTo>
                    <a:cubicBezTo>
                      <a:pt x="13" y="6"/>
                      <a:pt x="17" y="4"/>
                      <a:pt x="22" y="2"/>
                    </a:cubicBezTo>
                    <a:cubicBezTo>
                      <a:pt x="26" y="0"/>
                      <a:pt x="31" y="0"/>
                      <a:pt x="36" y="0"/>
                    </a:cubicBezTo>
                    <a:cubicBezTo>
                      <a:pt x="42" y="0"/>
                      <a:pt x="46" y="0"/>
                      <a:pt x="51" y="2"/>
                    </a:cubicBezTo>
                    <a:cubicBezTo>
                      <a:pt x="55" y="4"/>
                      <a:pt x="59" y="6"/>
                      <a:pt x="62" y="9"/>
                    </a:cubicBezTo>
                    <a:cubicBezTo>
                      <a:pt x="66" y="12"/>
                      <a:pt x="68" y="16"/>
                      <a:pt x="70" y="20"/>
                    </a:cubicBezTo>
                    <a:cubicBezTo>
                      <a:pt x="72" y="24"/>
                      <a:pt x="72" y="29"/>
                      <a:pt x="72" y="35"/>
                    </a:cubicBezTo>
                    <a:cubicBezTo>
                      <a:pt x="72" y="41"/>
                      <a:pt x="72" y="46"/>
                      <a:pt x="70" y="50"/>
                    </a:cubicBezTo>
                    <a:cubicBezTo>
                      <a:pt x="68" y="55"/>
                      <a:pt x="66" y="58"/>
                      <a:pt x="62" y="61"/>
                    </a:cubicBezTo>
                    <a:cubicBezTo>
                      <a:pt x="59" y="64"/>
                      <a:pt x="55" y="67"/>
                      <a:pt x="51" y="68"/>
                    </a:cubicBezTo>
                    <a:cubicBezTo>
                      <a:pt x="46" y="70"/>
                      <a:pt x="42" y="71"/>
                      <a:pt x="36" y="71"/>
                    </a:cubicBezTo>
                    <a:cubicBezTo>
                      <a:pt x="31" y="71"/>
                      <a:pt x="26" y="70"/>
                      <a:pt x="22" y="68"/>
                    </a:cubicBezTo>
                    <a:cubicBezTo>
                      <a:pt x="17" y="67"/>
                      <a:pt x="13" y="64"/>
                      <a:pt x="10" y="61"/>
                    </a:cubicBezTo>
                    <a:cubicBezTo>
                      <a:pt x="7" y="58"/>
                      <a:pt x="4" y="55"/>
                      <a:pt x="3" y="50"/>
                    </a:cubicBezTo>
                    <a:cubicBezTo>
                      <a:pt x="1" y="46"/>
                      <a:pt x="0" y="41"/>
                      <a:pt x="0" y="35"/>
                    </a:cubicBezTo>
                    <a:close/>
                    <a:moveTo>
                      <a:pt x="118" y="2"/>
                    </a:moveTo>
                    <a:cubicBezTo>
                      <a:pt x="145" y="2"/>
                      <a:pt x="145" y="2"/>
                      <a:pt x="145" y="2"/>
                    </a:cubicBezTo>
                    <a:cubicBezTo>
                      <a:pt x="44" y="139"/>
                      <a:pt x="44" y="139"/>
                      <a:pt x="44" y="139"/>
                    </a:cubicBezTo>
                    <a:cubicBezTo>
                      <a:pt x="18" y="139"/>
                      <a:pt x="18" y="139"/>
                      <a:pt x="18" y="139"/>
                    </a:cubicBezTo>
                    <a:lnTo>
                      <a:pt x="118" y="2"/>
                    </a:lnTo>
                    <a:close/>
                    <a:moveTo>
                      <a:pt x="29" y="35"/>
                    </a:moveTo>
                    <a:cubicBezTo>
                      <a:pt x="29" y="39"/>
                      <a:pt x="29" y="42"/>
                      <a:pt x="29" y="44"/>
                    </a:cubicBezTo>
                    <a:cubicBezTo>
                      <a:pt x="29" y="47"/>
                      <a:pt x="30" y="49"/>
                      <a:pt x="30" y="50"/>
                    </a:cubicBezTo>
                    <a:cubicBezTo>
                      <a:pt x="31" y="52"/>
                      <a:pt x="31" y="53"/>
                      <a:pt x="32" y="53"/>
                    </a:cubicBezTo>
                    <a:cubicBezTo>
                      <a:pt x="33" y="54"/>
                      <a:pt x="35" y="54"/>
                      <a:pt x="36" y="54"/>
                    </a:cubicBezTo>
                    <a:cubicBezTo>
                      <a:pt x="38" y="54"/>
                      <a:pt x="39" y="54"/>
                      <a:pt x="40" y="53"/>
                    </a:cubicBezTo>
                    <a:cubicBezTo>
                      <a:pt x="41" y="53"/>
                      <a:pt x="42" y="52"/>
                      <a:pt x="42" y="50"/>
                    </a:cubicBezTo>
                    <a:cubicBezTo>
                      <a:pt x="43" y="49"/>
                      <a:pt x="43" y="47"/>
                      <a:pt x="43" y="44"/>
                    </a:cubicBezTo>
                    <a:cubicBezTo>
                      <a:pt x="44" y="42"/>
                      <a:pt x="44" y="39"/>
                      <a:pt x="44" y="35"/>
                    </a:cubicBezTo>
                    <a:cubicBezTo>
                      <a:pt x="44" y="28"/>
                      <a:pt x="43" y="23"/>
                      <a:pt x="42" y="20"/>
                    </a:cubicBezTo>
                    <a:cubicBezTo>
                      <a:pt x="41" y="18"/>
                      <a:pt x="39" y="16"/>
                      <a:pt x="36" y="16"/>
                    </a:cubicBezTo>
                    <a:cubicBezTo>
                      <a:pt x="33" y="16"/>
                      <a:pt x="31" y="18"/>
                      <a:pt x="30" y="20"/>
                    </a:cubicBezTo>
                    <a:cubicBezTo>
                      <a:pt x="29" y="23"/>
                      <a:pt x="29" y="28"/>
                      <a:pt x="29" y="35"/>
                    </a:cubicBezTo>
                    <a:close/>
                    <a:moveTo>
                      <a:pt x="90" y="105"/>
                    </a:moveTo>
                    <a:cubicBezTo>
                      <a:pt x="90" y="99"/>
                      <a:pt x="91" y="94"/>
                      <a:pt x="93" y="90"/>
                    </a:cubicBezTo>
                    <a:cubicBezTo>
                      <a:pt x="95" y="86"/>
                      <a:pt x="97" y="82"/>
                      <a:pt x="101" y="79"/>
                    </a:cubicBezTo>
                    <a:cubicBezTo>
                      <a:pt x="104" y="76"/>
                      <a:pt x="108" y="74"/>
                      <a:pt x="112" y="72"/>
                    </a:cubicBezTo>
                    <a:cubicBezTo>
                      <a:pt x="116" y="70"/>
                      <a:pt x="121" y="70"/>
                      <a:pt x="127" y="70"/>
                    </a:cubicBezTo>
                    <a:cubicBezTo>
                      <a:pt x="132" y="70"/>
                      <a:pt x="137" y="70"/>
                      <a:pt x="141" y="72"/>
                    </a:cubicBezTo>
                    <a:cubicBezTo>
                      <a:pt x="146" y="74"/>
                      <a:pt x="150" y="76"/>
                      <a:pt x="153" y="79"/>
                    </a:cubicBezTo>
                    <a:cubicBezTo>
                      <a:pt x="156" y="82"/>
                      <a:pt x="158" y="86"/>
                      <a:pt x="160" y="90"/>
                    </a:cubicBezTo>
                    <a:cubicBezTo>
                      <a:pt x="162" y="94"/>
                      <a:pt x="163" y="99"/>
                      <a:pt x="163" y="105"/>
                    </a:cubicBezTo>
                    <a:cubicBezTo>
                      <a:pt x="163" y="111"/>
                      <a:pt x="162" y="116"/>
                      <a:pt x="160" y="120"/>
                    </a:cubicBezTo>
                    <a:cubicBezTo>
                      <a:pt x="158" y="125"/>
                      <a:pt x="156" y="128"/>
                      <a:pt x="153" y="131"/>
                    </a:cubicBezTo>
                    <a:cubicBezTo>
                      <a:pt x="150" y="134"/>
                      <a:pt x="146" y="137"/>
                      <a:pt x="141" y="138"/>
                    </a:cubicBezTo>
                    <a:cubicBezTo>
                      <a:pt x="137" y="140"/>
                      <a:pt x="132" y="141"/>
                      <a:pt x="127" y="141"/>
                    </a:cubicBezTo>
                    <a:cubicBezTo>
                      <a:pt x="121" y="141"/>
                      <a:pt x="116" y="140"/>
                      <a:pt x="112" y="138"/>
                    </a:cubicBezTo>
                    <a:cubicBezTo>
                      <a:pt x="108" y="137"/>
                      <a:pt x="104" y="134"/>
                      <a:pt x="101" y="131"/>
                    </a:cubicBezTo>
                    <a:cubicBezTo>
                      <a:pt x="97" y="128"/>
                      <a:pt x="95" y="125"/>
                      <a:pt x="93" y="120"/>
                    </a:cubicBezTo>
                    <a:cubicBezTo>
                      <a:pt x="91" y="116"/>
                      <a:pt x="90" y="111"/>
                      <a:pt x="90" y="105"/>
                    </a:cubicBezTo>
                    <a:close/>
                    <a:moveTo>
                      <a:pt x="119" y="105"/>
                    </a:moveTo>
                    <a:cubicBezTo>
                      <a:pt x="119" y="109"/>
                      <a:pt x="119" y="112"/>
                      <a:pt x="119" y="114"/>
                    </a:cubicBezTo>
                    <a:cubicBezTo>
                      <a:pt x="119" y="117"/>
                      <a:pt x="120" y="119"/>
                      <a:pt x="120" y="120"/>
                    </a:cubicBezTo>
                    <a:cubicBezTo>
                      <a:pt x="121" y="122"/>
                      <a:pt x="122" y="123"/>
                      <a:pt x="123" y="123"/>
                    </a:cubicBezTo>
                    <a:cubicBezTo>
                      <a:pt x="124" y="124"/>
                      <a:pt x="125" y="124"/>
                      <a:pt x="127" y="124"/>
                    </a:cubicBezTo>
                    <a:cubicBezTo>
                      <a:pt x="128" y="124"/>
                      <a:pt x="129" y="124"/>
                      <a:pt x="130" y="123"/>
                    </a:cubicBezTo>
                    <a:cubicBezTo>
                      <a:pt x="131" y="123"/>
                      <a:pt x="132" y="122"/>
                      <a:pt x="133" y="120"/>
                    </a:cubicBezTo>
                    <a:cubicBezTo>
                      <a:pt x="133" y="119"/>
                      <a:pt x="134" y="117"/>
                      <a:pt x="134" y="114"/>
                    </a:cubicBezTo>
                    <a:cubicBezTo>
                      <a:pt x="134" y="112"/>
                      <a:pt x="134" y="109"/>
                      <a:pt x="134" y="105"/>
                    </a:cubicBezTo>
                    <a:cubicBezTo>
                      <a:pt x="134" y="98"/>
                      <a:pt x="134" y="93"/>
                      <a:pt x="133" y="90"/>
                    </a:cubicBezTo>
                    <a:cubicBezTo>
                      <a:pt x="132" y="88"/>
                      <a:pt x="130" y="86"/>
                      <a:pt x="127" y="86"/>
                    </a:cubicBezTo>
                    <a:cubicBezTo>
                      <a:pt x="124" y="86"/>
                      <a:pt x="122" y="88"/>
                      <a:pt x="121" y="90"/>
                    </a:cubicBezTo>
                    <a:cubicBezTo>
                      <a:pt x="120" y="93"/>
                      <a:pt x="119" y="98"/>
                      <a:pt x="119" y="105"/>
                    </a:cubicBezTo>
                    <a:close/>
                  </a:path>
                </a:pathLst>
              </a:custGeom>
              <a:solidFill>
                <a:srgbClr val="5B84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0" name="Freeform 139"/>
              <p:cNvSpPr>
                <a:spLocks/>
              </p:cNvSpPr>
              <p:nvPr/>
            </p:nvSpPr>
            <p:spPr bwMode="auto">
              <a:xfrm>
                <a:off x="2969200" y="2617625"/>
                <a:ext cx="555605" cy="649758"/>
              </a:xfrm>
              <a:custGeom>
                <a:avLst/>
                <a:gdLst>
                  <a:gd name="T0" fmla="*/ 232 w 398"/>
                  <a:gd name="T1" fmla="*/ 75 h 465"/>
                  <a:gd name="T2" fmla="*/ 250 w 398"/>
                  <a:gd name="T3" fmla="*/ 4 h 465"/>
                  <a:gd name="T4" fmla="*/ 197 w 398"/>
                  <a:gd name="T5" fmla="*/ 28 h 465"/>
                  <a:gd name="T6" fmla="*/ 172 w 398"/>
                  <a:gd name="T7" fmla="*/ 25 h 465"/>
                  <a:gd name="T8" fmla="*/ 141 w 398"/>
                  <a:gd name="T9" fmla="*/ 22 h 465"/>
                  <a:gd name="T10" fmla="*/ 93 w 398"/>
                  <a:gd name="T11" fmla="*/ 45 h 465"/>
                  <a:gd name="T12" fmla="*/ 70 w 398"/>
                  <a:gd name="T13" fmla="*/ 43 h 465"/>
                  <a:gd name="T14" fmla="*/ 24 w 398"/>
                  <a:gd name="T15" fmla="*/ 50 h 465"/>
                  <a:gd name="T16" fmla="*/ 65 w 398"/>
                  <a:gd name="T17" fmla="*/ 107 h 465"/>
                  <a:gd name="T18" fmla="*/ 5 w 398"/>
                  <a:gd name="T19" fmla="*/ 282 h 465"/>
                  <a:gd name="T20" fmla="*/ 216 w 398"/>
                  <a:gd name="T21" fmla="*/ 438 h 465"/>
                  <a:gd name="T22" fmla="*/ 358 w 398"/>
                  <a:gd name="T23" fmla="*/ 218 h 465"/>
                  <a:gd name="T24" fmla="*/ 232 w 398"/>
                  <a:gd name="T25" fmla="*/ 75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8" h="465">
                    <a:moveTo>
                      <a:pt x="232" y="75"/>
                    </a:moveTo>
                    <a:cubicBezTo>
                      <a:pt x="232" y="75"/>
                      <a:pt x="284" y="9"/>
                      <a:pt x="250" y="4"/>
                    </a:cubicBezTo>
                    <a:cubicBezTo>
                      <a:pt x="216" y="0"/>
                      <a:pt x="214" y="25"/>
                      <a:pt x="197" y="28"/>
                    </a:cubicBezTo>
                    <a:cubicBezTo>
                      <a:pt x="188" y="30"/>
                      <a:pt x="181" y="27"/>
                      <a:pt x="172" y="25"/>
                    </a:cubicBezTo>
                    <a:cubicBezTo>
                      <a:pt x="163" y="22"/>
                      <a:pt x="153" y="19"/>
                      <a:pt x="141" y="22"/>
                    </a:cubicBezTo>
                    <a:cubicBezTo>
                      <a:pt x="109" y="28"/>
                      <a:pt x="108" y="44"/>
                      <a:pt x="93" y="45"/>
                    </a:cubicBezTo>
                    <a:cubicBezTo>
                      <a:pt x="85" y="45"/>
                      <a:pt x="78" y="44"/>
                      <a:pt x="70" y="43"/>
                    </a:cubicBezTo>
                    <a:cubicBezTo>
                      <a:pt x="55" y="41"/>
                      <a:pt x="39" y="39"/>
                      <a:pt x="24" y="50"/>
                    </a:cubicBezTo>
                    <a:cubicBezTo>
                      <a:pt x="1" y="67"/>
                      <a:pt x="65" y="107"/>
                      <a:pt x="65" y="107"/>
                    </a:cubicBezTo>
                    <a:cubicBezTo>
                      <a:pt x="65" y="107"/>
                      <a:pt x="0" y="183"/>
                      <a:pt x="5" y="282"/>
                    </a:cubicBezTo>
                    <a:cubicBezTo>
                      <a:pt x="10" y="381"/>
                      <a:pt x="66" y="465"/>
                      <a:pt x="216" y="438"/>
                    </a:cubicBezTo>
                    <a:cubicBezTo>
                      <a:pt x="366" y="410"/>
                      <a:pt x="398" y="324"/>
                      <a:pt x="358" y="218"/>
                    </a:cubicBezTo>
                    <a:cubicBezTo>
                      <a:pt x="318" y="112"/>
                      <a:pt x="232" y="75"/>
                      <a:pt x="232" y="75"/>
                    </a:cubicBezTo>
                  </a:path>
                </a:pathLst>
              </a:custGeom>
              <a:solidFill>
                <a:srgbClr val="4E77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1" name="Freeform 140"/>
              <p:cNvSpPr>
                <a:spLocks/>
              </p:cNvSpPr>
              <p:nvPr/>
            </p:nvSpPr>
            <p:spPr bwMode="auto">
              <a:xfrm>
                <a:off x="3133709" y="2848351"/>
                <a:ext cx="199687" cy="256592"/>
              </a:xfrm>
              <a:custGeom>
                <a:avLst/>
                <a:gdLst>
                  <a:gd name="T0" fmla="*/ 67 w 143"/>
                  <a:gd name="T1" fmla="*/ 0 h 184"/>
                  <a:gd name="T2" fmla="*/ 43 w 143"/>
                  <a:gd name="T3" fmla="*/ 4 h 184"/>
                  <a:gd name="T4" fmla="*/ 47 w 143"/>
                  <a:gd name="T5" fmla="*/ 24 h 184"/>
                  <a:gd name="T6" fmla="*/ 27 w 143"/>
                  <a:gd name="T7" fmla="*/ 30 h 184"/>
                  <a:gd name="T8" fmla="*/ 12 w 143"/>
                  <a:gd name="T9" fmla="*/ 42 h 184"/>
                  <a:gd name="T10" fmla="*/ 2 w 143"/>
                  <a:gd name="T11" fmla="*/ 57 h 184"/>
                  <a:gd name="T12" fmla="*/ 1 w 143"/>
                  <a:gd name="T13" fmla="*/ 75 h 184"/>
                  <a:gd name="T14" fmla="*/ 11 w 143"/>
                  <a:gd name="T15" fmla="*/ 96 h 184"/>
                  <a:gd name="T16" fmla="*/ 27 w 143"/>
                  <a:gd name="T17" fmla="*/ 107 h 184"/>
                  <a:gd name="T18" fmla="*/ 46 w 143"/>
                  <a:gd name="T19" fmla="*/ 112 h 184"/>
                  <a:gd name="T20" fmla="*/ 65 w 143"/>
                  <a:gd name="T21" fmla="*/ 113 h 184"/>
                  <a:gd name="T22" fmla="*/ 79 w 143"/>
                  <a:gd name="T23" fmla="*/ 116 h 184"/>
                  <a:gd name="T24" fmla="*/ 86 w 143"/>
                  <a:gd name="T25" fmla="*/ 123 h 184"/>
                  <a:gd name="T26" fmla="*/ 84 w 143"/>
                  <a:gd name="T27" fmla="*/ 129 h 184"/>
                  <a:gd name="T28" fmla="*/ 74 w 143"/>
                  <a:gd name="T29" fmla="*/ 134 h 184"/>
                  <a:gd name="T30" fmla="*/ 69 w 143"/>
                  <a:gd name="T31" fmla="*/ 134 h 184"/>
                  <a:gd name="T32" fmla="*/ 55 w 143"/>
                  <a:gd name="T33" fmla="*/ 131 h 184"/>
                  <a:gd name="T34" fmla="*/ 41 w 143"/>
                  <a:gd name="T35" fmla="*/ 115 h 184"/>
                  <a:gd name="T36" fmla="*/ 11 w 143"/>
                  <a:gd name="T37" fmla="*/ 121 h 184"/>
                  <a:gd name="T38" fmla="*/ 20 w 143"/>
                  <a:gd name="T39" fmla="*/ 172 h 184"/>
                  <a:gd name="T40" fmla="*/ 51 w 143"/>
                  <a:gd name="T41" fmla="*/ 166 h 184"/>
                  <a:gd name="T42" fmla="*/ 49 w 143"/>
                  <a:gd name="T43" fmla="*/ 158 h 184"/>
                  <a:gd name="T44" fmla="*/ 72 w 143"/>
                  <a:gd name="T45" fmla="*/ 163 h 184"/>
                  <a:gd name="T46" fmla="*/ 76 w 143"/>
                  <a:gd name="T47" fmla="*/ 184 h 184"/>
                  <a:gd name="T48" fmla="*/ 99 w 143"/>
                  <a:gd name="T49" fmla="*/ 179 h 184"/>
                  <a:gd name="T50" fmla="*/ 96 w 143"/>
                  <a:gd name="T51" fmla="*/ 160 h 184"/>
                  <a:gd name="T52" fmla="*/ 116 w 143"/>
                  <a:gd name="T53" fmla="*/ 153 h 184"/>
                  <a:gd name="T54" fmla="*/ 131 w 143"/>
                  <a:gd name="T55" fmla="*/ 143 h 184"/>
                  <a:gd name="T56" fmla="*/ 140 w 143"/>
                  <a:gd name="T57" fmla="*/ 128 h 184"/>
                  <a:gd name="T58" fmla="*/ 141 w 143"/>
                  <a:gd name="T59" fmla="*/ 109 h 184"/>
                  <a:gd name="T60" fmla="*/ 132 w 143"/>
                  <a:gd name="T61" fmla="*/ 88 h 184"/>
                  <a:gd name="T62" fmla="*/ 115 w 143"/>
                  <a:gd name="T63" fmla="*/ 77 h 184"/>
                  <a:gd name="T64" fmla="*/ 96 w 143"/>
                  <a:gd name="T65" fmla="*/ 72 h 184"/>
                  <a:gd name="T66" fmla="*/ 77 w 143"/>
                  <a:gd name="T67" fmla="*/ 71 h 184"/>
                  <a:gd name="T68" fmla="*/ 62 w 143"/>
                  <a:gd name="T69" fmla="*/ 68 h 184"/>
                  <a:gd name="T70" fmla="*/ 55 w 143"/>
                  <a:gd name="T71" fmla="*/ 62 h 184"/>
                  <a:gd name="T72" fmla="*/ 57 w 143"/>
                  <a:gd name="T73" fmla="*/ 55 h 184"/>
                  <a:gd name="T74" fmla="*/ 67 w 143"/>
                  <a:gd name="T75" fmla="*/ 51 h 184"/>
                  <a:gd name="T76" fmla="*/ 71 w 143"/>
                  <a:gd name="T77" fmla="*/ 50 h 184"/>
                  <a:gd name="T78" fmla="*/ 76 w 143"/>
                  <a:gd name="T79" fmla="*/ 51 h 184"/>
                  <a:gd name="T80" fmla="*/ 85 w 143"/>
                  <a:gd name="T81" fmla="*/ 54 h 184"/>
                  <a:gd name="T82" fmla="*/ 93 w 143"/>
                  <a:gd name="T83" fmla="*/ 60 h 184"/>
                  <a:gd name="T84" fmla="*/ 98 w 143"/>
                  <a:gd name="T85" fmla="*/ 68 h 184"/>
                  <a:gd name="T86" fmla="*/ 128 w 143"/>
                  <a:gd name="T87" fmla="*/ 62 h 184"/>
                  <a:gd name="T88" fmla="*/ 119 w 143"/>
                  <a:gd name="T89" fmla="*/ 13 h 184"/>
                  <a:gd name="T90" fmla="*/ 89 w 143"/>
                  <a:gd name="T91" fmla="*/ 18 h 184"/>
                  <a:gd name="T92" fmla="*/ 90 w 143"/>
                  <a:gd name="T93" fmla="*/ 27 h 184"/>
                  <a:gd name="T94" fmla="*/ 82 w 143"/>
                  <a:gd name="T95" fmla="*/ 24 h 184"/>
                  <a:gd name="T96" fmla="*/ 71 w 143"/>
                  <a:gd name="T97" fmla="*/ 22 h 184"/>
                  <a:gd name="T98" fmla="*/ 67 w 143"/>
                  <a:gd name="T99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43" h="184">
                    <a:moveTo>
                      <a:pt x="67" y="0"/>
                    </a:moveTo>
                    <a:cubicBezTo>
                      <a:pt x="43" y="4"/>
                      <a:pt x="43" y="4"/>
                      <a:pt x="43" y="4"/>
                    </a:cubicBezTo>
                    <a:cubicBezTo>
                      <a:pt x="47" y="24"/>
                      <a:pt x="47" y="24"/>
                      <a:pt x="47" y="24"/>
                    </a:cubicBezTo>
                    <a:cubicBezTo>
                      <a:pt x="40" y="25"/>
                      <a:pt x="33" y="27"/>
                      <a:pt x="27" y="30"/>
                    </a:cubicBezTo>
                    <a:cubicBezTo>
                      <a:pt x="21" y="34"/>
                      <a:pt x="16" y="37"/>
                      <a:pt x="12" y="42"/>
                    </a:cubicBezTo>
                    <a:cubicBezTo>
                      <a:pt x="7" y="46"/>
                      <a:pt x="4" y="51"/>
                      <a:pt x="2" y="57"/>
                    </a:cubicBezTo>
                    <a:cubicBezTo>
                      <a:pt x="0" y="62"/>
                      <a:pt x="0" y="69"/>
                      <a:pt x="1" y="75"/>
                    </a:cubicBezTo>
                    <a:cubicBezTo>
                      <a:pt x="3" y="84"/>
                      <a:pt x="6" y="91"/>
                      <a:pt x="11" y="96"/>
                    </a:cubicBezTo>
                    <a:cubicBezTo>
                      <a:pt x="16" y="101"/>
                      <a:pt x="21" y="105"/>
                      <a:pt x="27" y="107"/>
                    </a:cubicBezTo>
                    <a:cubicBezTo>
                      <a:pt x="33" y="110"/>
                      <a:pt x="39" y="111"/>
                      <a:pt x="46" y="112"/>
                    </a:cubicBezTo>
                    <a:cubicBezTo>
                      <a:pt x="53" y="112"/>
                      <a:pt x="59" y="113"/>
                      <a:pt x="65" y="113"/>
                    </a:cubicBezTo>
                    <a:cubicBezTo>
                      <a:pt x="70" y="114"/>
                      <a:pt x="75" y="115"/>
                      <a:pt x="79" y="116"/>
                    </a:cubicBezTo>
                    <a:cubicBezTo>
                      <a:pt x="83" y="117"/>
                      <a:pt x="86" y="120"/>
                      <a:pt x="86" y="123"/>
                    </a:cubicBezTo>
                    <a:cubicBezTo>
                      <a:pt x="87" y="125"/>
                      <a:pt x="86" y="127"/>
                      <a:pt x="84" y="129"/>
                    </a:cubicBezTo>
                    <a:cubicBezTo>
                      <a:pt x="82" y="131"/>
                      <a:pt x="79" y="133"/>
                      <a:pt x="74" y="134"/>
                    </a:cubicBezTo>
                    <a:cubicBezTo>
                      <a:pt x="72" y="134"/>
                      <a:pt x="71" y="134"/>
                      <a:pt x="69" y="134"/>
                    </a:cubicBezTo>
                    <a:cubicBezTo>
                      <a:pt x="64" y="134"/>
                      <a:pt x="59" y="133"/>
                      <a:pt x="55" y="131"/>
                    </a:cubicBezTo>
                    <a:cubicBezTo>
                      <a:pt x="49" y="128"/>
                      <a:pt x="44" y="122"/>
                      <a:pt x="41" y="115"/>
                    </a:cubicBezTo>
                    <a:cubicBezTo>
                      <a:pt x="11" y="121"/>
                      <a:pt x="11" y="121"/>
                      <a:pt x="11" y="121"/>
                    </a:cubicBezTo>
                    <a:cubicBezTo>
                      <a:pt x="20" y="172"/>
                      <a:pt x="20" y="172"/>
                      <a:pt x="20" y="172"/>
                    </a:cubicBezTo>
                    <a:cubicBezTo>
                      <a:pt x="51" y="166"/>
                      <a:pt x="51" y="166"/>
                      <a:pt x="51" y="166"/>
                    </a:cubicBezTo>
                    <a:cubicBezTo>
                      <a:pt x="49" y="158"/>
                      <a:pt x="49" y="158"/>
                      <a:pt x="49" y="158"/>
                    </a:cubicBezTo>
                    <a:cubicBezTo>
                      <a:pt x="57" y="161"/>
                      <a:pt x="65" y="162"/>
                      <a:pt x="72" y="163"/>
                    </a:cubicBezTo>
                    <a:cubicBezTo>
                      <a:pt x="76" y="184"/>
                      <a:pt x="76" y="184"/>
                      <a:pt x="76" y="184"/>
                    </a:cubicBezTo>
                    <a:cubicBezTo>
                      <a:pt x="99" y="179"/>
                      <a:pt x="99" y="179"/>
                      <a:pt x="99" y="179"/>
                    </a:cubicBezTo>
                    <a:cubicBezTo>
                      <a:pt x="96" y="160"/>
                      <a:pt x="96" y="160"/>
                      <a:pt x="96" y="160"/>
                    </a:cubicBezTo>
                    <a:cubicBezTo>
                      <a:pt x="103" y="158"/>
                      <a:pt x="109" y="156"/>
                      <a:pt x="116" y="153"/>
                    </a:cubicBezTo>
                    <a:cubicBezTo>
                      <a:pt x="122" y="151"/>
                      <a:pt x="127" y="147"/>
                      <a:pt x="131" y="143"/>
                    </a:cubicBezTo>
                    <a:cubicBezTo>
                      <a:pt x="135" y="139"/>
                      <a:pt x="138" y="134"/>
                      <a:pt x="140" y="128"/>
                    </a:cubicBezTo>
                    <a:cubicBezTo>
                      <a:pt x="142" y="123"/>
                      <a:pt x="143" y="116"/>
                      <a:pt x="141" y="109"/>
                    </a:cubicBezTo>
                    <a:cubicBezTo>
                      <a:pt x="140" y="100"/>
                      <a:pt x="136" y="93"/>
                      <a:pt x="132" y="88"/>
                    </a:cubicBezTo>
                    <a:cubicBezTo>
                      <a:pt x="127" y="83"/>
                      <a:pt x="121" y="79"/>
                      <a:pt x="115" y="77"/>
                    </a:cubicBezTo>
                    <a:cubicBezTo>
                      <a:pt x="109" y="74"/>
                      <a:pt x="103" y="73"/>
                      <a:pt x="96" y="72"/>
                    </a:cubicBezTo>
                    <a:cubicBezTo>
                      <a:pt x="89" y="72"/>
                      <a:pt x="83" y="71"/>
                      <a:pt x="77" y="71"/>
                    </a:cubicBezTo>
                    <a:cubicBezTo>
                      <a:pt x="71" y="70"/>
                      <a:pt x="66" y="69"/>
                      <a:pt x="62" y="68"/>
                    </a:cubicBezTo>
                    <a:cubicBezTo>
                      <a:pt x="58" y="67"/>
                      <a:pt x="55" y="65"/>
                      <a:pt x="55" y="62"/>
                    </a:cubicBezTo>
                    <a:cubicBezTo>
                      <a:pt x="54" y="59"/>
                      <a:pt x="55" y="56"/>
                      <a:pt x="57" y="55"/>
                    </a:cubicBezTo>
                    <a:cubicBezTo>
                      <a:pt x="60" y="53"/>
                      <a:pt x="63" y="51"/>
                      <a:pt x="67" y="51"/>
                    </a:cubicBezTo>
                    <a:cubicBezTo>
                      <a:pt x="68" y="50"/>
                      <a:pt x="70" y="50"/>
                      <a:pt x="71" y="50"/>
                    </a:cubicBezTo>
                    <a:cubicBezTo>
                      <a:pt x="73" y="50"/>
                      <a:pt x="74" y="50"/>
                      <a:pt x="76" y="51"/>
                    </a:cubicBezTo>
                    <a:cubicBezTo>
                      <a:pt x="79" y="51"/>
                      <a:pt x="82" y="52"/>
                      <a:pt x="85" y="54"/>
                    </a:cubicBezTo>
                    <a:cubicBezTo>
                      <a:pt x="88" y="55"/>
                      <a:pt x="90" y="57"/>
                      <a:pt x="93" y="60"/>
                    </a:cubicBezTo>
                    <a:cubicBezTo>
                      <a:pt x="95" y="62"/>
                      <a:pt x="97" y="65"/>
                      <a:pt x="98" y="68"/>
                    </a:cubicBezTo>
                    <a:cubicBezTo>
                      <a:pt x="128" y="62"/>
                      <a:pt x="128" y="62"/>
                      <a:pt x="128" y="6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89" y="18"/>
                      <a:pt x="89" y="18"/>
                      <a:pt x="89" y="18"/>
                    </a:cubicBezTo>
                    <a:cubicBezTo>
                      <a:pt x="90" y="27"/>
                      <a:pt x="90" y="27"/>
                      <a:pt x="90" y="27"/>
                    </a:cubicBezTo>
                    <a:cubicBezTo>
                      <a:pt x="88" y="26"/>
                      <a:pt x="85" y="25"/>
                      <a:pt x="82" y="24"/>
                    </a:cubicBezTo>
                    <a:cubicBezTo>
                      <a:pt x="78" y="23"/>
                      <a:pt x="75" y="23"/>
                      <a:pt x="71" y="22"/>
                    </a:cubicBezTo>
                    <a:cubicBezTo>
                      <a:pt x="67" y="0"/>
                      <a:pt x="67" y="0"/>
                      <a:pt x="67" y="0"/>
                    </a:cubicBezTo>
                  </a:path>
                </a:pathLst>
              </a:custGeom>
              <a:solidFill>
                <a:srgbClr val="A7BB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2" name="Freeform 141"/>
              <p:cNvSpPr>
                <a:spLocks/>
              </p:cNvSpPr>
              <p:nvPr/>
            </p:nvSpPr>
            <p:spPr bwMode="auto">
              <a:xfrm>
                <a:off x="3043694" y="2705570"/>
                <a:ext cx="265904" cy="77599"/>
              </a:xfrm>
              <a:custGeom>
                <a:avLst/>
                <a:gdLst>
                  <a:gd name="T0" fmla="*/ 89 w 190"/>
                  <a:gd name="T1" fmla="*/ 44 h 55"/>
                  <a:gd name="T2" fmla="*/ 12 w 190"/>
                  <a:gd name="T3" fmla="*/ 55 h 55"/>
                  <a:gd name="T4" fmla="*/ 0 w 190"/>
                  <a:gd name="T5" fmla="*/ 45 h 55"/>
                  <a:gd name="T6" fmla="*/ 10 w 190"/>
                  <a:gd name="T7" fmla="*/ 33 h 55"/>
                  <a:gd name="T8" fmla="*/ 175 w 190"/>
                  <a:gd name="T9" fmla="*/ 2 h 55"/>
                  <a:gd name="T10" fmla="*/ 188 w 190"/>
                  <a:gd name="T11" fmla="*/ 9 h 55"/>
                  <a:gd name="T12" fmla="*/ 181 w 190"/>
                  <a:gd name="T13" fmla="*/ 22 h 55"/>
                  <a:gd name="T14" fmla="*/ 89 w 190"/>
                  <a:gd name="T15" fmla="*/ 4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0" h="55">
                    <a:moveTo>
                      <a:pt x="89" y="44"/>
                    </a:moveTo>
                    <a:cubicBezTo>
                      <a:pt x="66" y="49"/>
                      <a:pt x="40" y="52"/>
                      <a:pt x="12" y="55"/>
                    </a:cubicBezTo>
                    <a:cubicBezTo>
                      <a:pt x="6" y="55"/>
                      <a:pt x="1" y="51"/>
                      <a:pt x="0" y="45"/>
                    </a:cubicBezTo>
                    <a:cubicBezTo>
                      <a:pt x="0" y="39"/>
                      <a:pt x="4" y="34"/>
                      <a:pt x="10" y="33"/>
                    </a:cubicBezTo>
                    <a:cubicBezTo>
                      <a:pt x="98" y="26"/>
                      <a:pt x="174" y="2"/>
                      <a:pt x="175" y="2"/>
                    </a:cubicBezTo>
                    <a:cubicBezTo>
                      <a:pt x="181" y="0"/>
                      <a:pt x="186" y="3"/>
                      <a:pt x="188" y="9"/>
                    </a:cubicBezTo>
                    <a:cubicBezTo>
                      <a:pt x="190" y="14"/>
                      <a:pt x="187" y="20"/>
                      <a:pt x="181" y="22"/>
                    </a:cubicBezTo>
                    <a:cubicBezTo>
                      <a:pt x="179" y="23"/>
                      <a:pt x="142" y="35"/>
                      <a:pt x="89" y="44"/>
                    </a:cubicBezTo>
                    <a:close/>
                  </a:path>
                </a:pathLst>
              </a:custGeom>
              <a:solidFill>
                <a:srgbClr val="2F52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9" name="Freeform 148"/>
              <p:cNvSpPr>
                <a:spLocks/>
              </p:cNvSpPr>
              <p:nvPr/>
            </p:nvSpPr>
            <p:spPr bwMode="auto">
              <a:xfrm>
                <a:off x="4328725" y="2440700"/>
                <a:ext cx="207964" cy="191410"/>
              </a:xfrm>
              <a:custGeom>
                <a:avLst/>
                <a:gdLst>
                  <a:gd name="T0" fmla="*/ 74 w 149"/>
                  <a:gd name="T1" fmla="*/ 0 h 137"/>
                  <a:gd name="T2" fmla="*/ 67 w 149"/>
                  <a:gd name="T3" fmla="*/ 5 h 137"/>
                  <a:gd name="T4" fmla="*/ 56 w 149"/>
                  <a:gd name="T5" fmla="*/ 28 h 137"/>
                  <a:gd name="T6" fmla="*/ 35 w 149"/>
                  <a:gd name="T7" fmla="*/ 44 h 137"/>
                  <a:gd name="T8" fmla="*/ 10 w 149"/>
                  <a:gd name="T9" fmla="*/ 47 h 137"/>
                  <a:gd name="T10" fmla="*/ 5 w 149"/>
                  <a:gd name="T11" fmla="*/ 60 h 137"/>
                  <a:gd name="T12" fmla="*/ 24 w 149"/>
                  <a:gd name="T13" fmla="*/ 78 h 137"/>
                  <a:gd name="T14" fmla="*/ 32 w 149"/>
                  <a:gd name="T15" fmla="*/ 103 h 137"/>
                  <a:gd name="T16" fmla="*/ 28 w 149"/>
                  <a:gd name="T17" fmla="*/ 128 h 137"/>
                  <a:gd name="T18" fmla="*/ 33 w 149"/>
                  <a:gd name="T19" fmla="*/ 137 h 137"/>
                  <a:gd name="T20" fmla="*/ 38 w 149"/>
                  <a:gd name="T21" fmla="*/ 136 h 137"/>
                  <a:gd name="T22" fmla="*/ 61 w 149"/>
                  <a:gd name="T23" fmla="*/ 124 h 137"/>
                  <a:gd name="T24" fmla="*/ 74 w 149"/>
                  <a:gd name="T25" fmla="*/ 121 h 137"/>
                  <a:gd name="T26" fmla="*/ 87 w 149"/>
                  <a:gd name="T27" fmla="*/ 124 h 137"/>
                  <a:gd name="T28" fmla="*/ 110 w 149"/>
                  <a:gd name="T29" fmla="*/ 136 h 137"/>
                  <a:gd name="T30" fmla="*/ 115 w 149"/>
                  <a:gd name="T31" fmla="*/ 137 h 137"/>
                  <a:gd name="T32" fmla="*/ 121 w 149"/>
                  <a:gd name="T33" fmla="*/ 128 h 137"/>
                  <a:gd name="T34" fmla="*/ 116 w 149"/>
                  <a:gd name="T35" fmla="*/ 103 h 137"/>
                  <a:gd name="T36" fmla="*/ 125 w 149"/>
                  <a:gd name="T37" fmla="*/ 78 h 137"/>
                  <a:gd name="T38" fmla="*/ 143 w 149"/>
                  <a:gd name="T39" fmla="*/ 60 h 137"/>
                  <a:gd name="T40" fmla="*/ 139 w 149"/>
                  <a:gd name="T41" fmla="*/ 47 h 137"/>
                  <a:gd name="T42" fmla="*/ 113 w 149"/>
                  <a:gd name="T43" fmla="*/ 44 h 137"/>
                  <a:gd name="T44" fmla="*/ 92 w 149"/>
                  <a:gd name="T45" fmla="*/ 28 h 137"/>
                  <a:gd name="T46" fmla="*/ 81 w 149"/>
                  <a:gd name="T47" fmla="*/ 5 h 137"/>
                  <a:gd name="T48" fmla="*/ 74 w 149"/>
                  <a:gd name="T49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9" h="137">
                    <a:moveTo>
                      <a:pt x="74" y="0"/>
                    </a:moveTo>
                    <a:cubicBezTo>
                      <a:pt x="72" y="0"/>
                      <a:pt x="69" y="1"/>
                      <a:pt x="67" y="5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53" y="35"/>
                      <a:pt x="43" y="42"/>
                      <a:pt x="35" y="44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1" y="48"/>
                      <a:pt x="0" y="54"/>
                      <a:pt x="5" y="60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30" y="83"/>
                      <a:pt x="33" y="95"/>
                      <a:pt x="32" y="103"/>
                    </a:cubicBezTo>
                    <a:cubicBezTo>
                      <a:pt x="28" y="128"/>
                      <a:pt x="28" y="128"/>
                      <a:pt x="28" y="128"/>
                    </a:cubicBezTo>
                    <a:cubicBezTo>
                      <a:pt x="27" y="134"/>
                      <a:pt x="29" y="137"/>
                      <a:pt x="33" y="137"/>
                    </a:cubicBezTo>
                    <a:cubicBezTo>
                      <a:pt x="35" y="137"/>
                      <a:pt x="36" y="137"/>
                      <a:pt x="38" y="136"/>
                    </a:cubicBezTo>
                    <a:cubicBezTo>
                      <a:pt x="61" y="124"/>
                      <a:pt x="61" y="124"/>
                      <a:pt x="61" y="124"/>
                    </a:cubicBezTo>
                    <a:cubicBezTo>
                      <a:pt x="64" y="122"/>
                      <a:pt x="69" y="121"/>
                      <a:pt x="74" y="121"/>
                    </a:cubicBezTo>
                    <a:cubicBezTo>
                      <a:pt x="79" y="121"/>
                      <a:pt x="84" y="122"/>
                      <a:pt x="87" y="124"/>
                    </a:cubicBezTo>
                    <a:cubicBezTo>
                      <a:pt x="110" y="136"/>
                      <a:pt x="110" y="136"/>
                      <a:pt x="110" y="136"/>
                    </a:cubicBezTo>
                    <a:cubicBezTo>
                      <a:pt x="112" y="137"/>
                      <a:pt x="114" y="137"/>
                      <a:pt x="115" y="137"/>
                    </a:cubicBezTo>
                    <a:cubicBezTo>
                      <a:pt x="119" y="137"/>
                      <a:pt x="122" y="134"/>
                      <a:pt x="121" y="128"/>
                    </a:cubicBezTo>
                    <a:cubicBezTo>
                      <a:pt x="116" y="103"/>
                      <a:pt x="116" y="103"/>
                      <a:pt x="116" y="103"/>
                    </a:cubicBezTo>
                    <a:cubicBezTo>
                      <a:pt x="115" y="95"/>
                      <a:pt x="119" y="83"/>
                      <a:pt x="125" y="78"/>
                    </a:cubicBezTo>
                    <a:cubicBezTo>
                      <a:pt x="143" y="60"/>
                      <a:pt x="143" y="60"/>
                      <a:pt x="143" y="60"/>
                    </a:cubicBezTo>
                    <a:cubicBezTo>
                      <a:pt x="149" y="54"/>
                      <a:pt x="147" y="48"/>
                      <a:pt x="139" y="47"/>
                    </a:cubicBezTo>
                    <a:cubicBezTo>
                      <a:pt x="113" y="44"/>
                      <a:pt x="113" y="44"/>
                      <a:pt x="113" y="44"/>
                    </a:cubicBezTo>
                    <a:cubicBezTo>
                      <a:pt x="105" y="42"/>
                      <a:pt x="96" y="35"/>
                      <a:pt x="92" y="28"/>
                    </a:cubicBezTo>
                    <a:cubicBezTo>
                      <a:pt x="81" y="5"/>
                      <a:pt x="81" y="5"/>
                      <a:pt x="81" y="5"/>
                    </a:cubicBezTo>
                    <a:cubicBezTo>
                      <a:pt x="79" y="1"/>
                      <a:pt x="76" y="0"/>
                      <a:pt x="7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0" name="Freeform 149"/>
              <p:cNvSpPr>
                <a:spLocks/>
              </p:cNvSpPr>
              <p:nvPr/>
            </p:nvSpPr>
            <p:spPr bwMode="auto">
              <a:xfrm>
                <a:off x="3443068" y="3131844"/>
                <a:ext cx="208999" cy="191410"/>
              </a:xfrm>
              <a:custGeom>
                <a:avLst/>
                <a:gdLst>
                  <a:gd name="T0" fmla="*/ 74 w 149"/>
                  <a:gd name="T1" fmla="*/ 0 h 137"/>
                  <a:gd name="T2" fmla="*/ 68 w 149"/>
                  <a:gd name="T3" fmla="*/ 6 h 137"/>
                  <a:gd name="T4" fmla="*/ 57 w 149"/>
                  <a:gd name="T5" fmla="*/ 28 h 137"/>
                  <a:gd name="T6" fmla="*/ 35 w 149"/>
                  <a:gd name="T7" fmla="*/ 44 h 137"/>
                  <a:gd name="T8" fmla="*/ 10 w 149"/>
                  <a:gd name="T9" fmla="*/ 48 h 137"/>
                  <a:gd name="T10" fmla="*/ 6 w 149"/>
                  <a:gd name="T11" fmla="*/ 60 h 137"/>
                  <a:gd name="T12" fmla="*/ 24 w 149"/>
                  <a:gd name="T13" fmla="*/ 78 h 137"/>
                  <a:gd name="T14" fmla="*/ 32 w 149"/>
                  <a:gd name="T15" fmla="*/ 103 h 137"/>
                  <a:gd name="T16" fmla="*/ 28 w 149"/>
                  <a:gd name="T17" fmla="*/ 128 h 137"/>
                  <a:gd name="T18" fmla="*/ 33 w 149"/>
                  <a:gd name="T19" fmla="*/ 137 h 137"/>
                  <a:gd name="T20" fmla="*/ 39 w 149"/>
                  <a:gd name="T21" fmla="*/ 136 h 137"/>
                  <a:gd name="T22" fmla="*/ 61 w 149"/>
                  <a:gd name="T23" fmla="*/ 124 h 137"/>
                  <a:gd name="T24" fmla="*/ 74 w 149"/>
                  <a:gd name="T25" fmla="*/ 121 h 137"/>
                  <a:gd name="T26" fmla="*/ 88 w 149"/>
                  <a:gd name="T27" fmla="*/ 124 h 137"/>
                  <a:gd name="T28" fmla="*/ 110 w 149"/>
                  <a:gd name="T29" fmla="*/ 136 h 137"/>
                  <a:gd name="T30" fmla="*/ 116 w 149"/>
                  <a:gd name="T31" fmla="*/ 137 h 137"/>
                  <a:gd name="T32" fmla="*/ 121 w 149"/>
                  <a:gd name="T33" fmla="*/ 128 h 137"/>
                  <a:gd name="T34" fmla="*/ 117 w 149"/>
                  <a:gd name="T35" fmla="*/ 103 h 137"/>
                  <a:gd name="T36" fmla="*/ 125 w 149"/>
                  <a:gd name="T37" fmla="*/ 78 h 137"/>
                  <a:gd name="T38" fmla="*/ 143 w 149"/>
                  <a:gd name="T39" fmla="*/ 60 h 137"/>
                  <a:gd name="T40" fmla="*/ 139 w 149"/>
                  <a:gd name="T41" fmla="*/ 48 h 137"/>
                  <a:gd name="T42" fmla="*/ 114 w 149"/>
                  <a:gd name="T43" fmla="*/ 44 h 137"/>
                  <a:gd name="T44" fmla="*/ 92 w 149"/>
                  <a:gd name="T45" fmla="*/ 28 h 137"/>
                  <a:gd name="T46" fmla="*/ 81 w 149"/>
                  <a:gd name="T47" fmla="*/ 6 h 137"/>
                  <a:gd name="T48" fmla="*/ 74 w 149"/>
                  <a:gd name="T49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9" h="137">
                    <a:moveTo>
                      <a:pt x="74" y="0"/>
                    </a:moveTo>
                    <a:cubicBezTo>
                      <a:pt x="72" y="0"/>
                      <a:pt x="70" y="2"/>
                      <a:pt x="68" y="6"/>
                    </a:cubicBezTo>
                    <a:cubicBezTo>
                      <a:pt x="57" y="28"/>
                      <a:pt x="57" y="28"/>
                      <a:pt x="57" y="28"/>
                    </a:cubicBezTo>
                    <a:cubicBezTo>
                      <a:pt x="53" y="36"/>
                      <a:pt x="43" y="43"/>
                      <a:pt x="35" y="44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2" y="49"/>
                      <a:pt x="0" y="54"/>
                      <a:pt x="6" y="60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30" y="84"/>
                      <a:pt x="34" y="95"/>
                      <a:pt x="32" y="103"/>
                    </a:cubicBezTo>
                    <a:cubicBezTo>
                      <a:pt x="28" y="128"/>
                      <a:pt x="28" y="128"/>
                      <a:pt x="28" y="128"/>
                    </a:cubicBezTo>
                    <a:cubicBezTo>
                      <a:pt x="27" y="134"/>
                      <a:pt x="29" y="137"/>
                      <a:pt x="33" y="137"/>
                    </a:cubicBezTo>
                    <a:cubicBezTo>
                      <a:pt x="35" y="137"/>
                      <a:pt x="37" y="137"/>
                      <a:pt x="39" y="136"/>
                    </a:cubicBezTo>
                    <a:cubicBezTo>
                      <a:pt x="61" y="124"/>
                      <a:pt x="61" y="124"/>
                      <a:pt x="61" y="124"/>
                    </a:cubicBezTo>
                    <a:cubicBezTo>
                      <a:pt x="65" y="122"/>
                      <a:pt x="70" y="121"/>
                      <a:pt x="74" y="121"/>
                    </a:cubicBezTo>
                    <a:cubicBezTo>
                      <a:pt x="79" y="121"/>
                      <a:pt x="84" y="122"/>
                      <a:pt x="88" y="124"/>
                    </a:cubicBezTo>
                    <a:cubicBezTo>
                      <a:pt x="110" y="136"/>
                      <a:pt x="110" y="136"/>
                      <a:pt x="110" y="136"/>
                    </a:cubicBezTo>
                    <a:cubicBezTo>
                      <a:pt x="112" y="137"/>
                      <a:pt x="114" y="137"/>
                      <a:pt x="116" y="137"/>
                    </a:cubicBezTo>
                    <a:cubicBezTo>
                      <a:pt x="120" y="137"/>
                      <a:pt x="122" y="134"/>
                      <a:pt x="121" y="128"/>
                    </a:cubicBezTo>
                    <a:cubicBezTo>
                      <a:pt x="117" y="103"/>
                      <a:pt x="117" y="103"/>
                      <a:pt x="117" y="103"/>
                    </a:cubicBezTo>
                    <a:cubicBezTo>
                      <a:pt x="115" y="95"/>
                      <a:pt x="119" y="84"/>
                      <a:pt x="125" y="78"/>
                    </a:cubicBezTo>
                    <a:cubicBezTo>
                      <a:pt x="143" y="60"/>
                      <a:pt x="143" y="60"/>
                      <a:pt x="143" y="60"/>
                    </a:cubicBezTo>
                    <a:cubicBezTo>
                      <a:pt x="149" y="54"/>
                      <a:pt x="147" y="49"/>
                      <a:pt x="139" y="48"/>
                    </a:cubicBezTo>
                    <a:cubicBezTo>
                      <a:pt x="114" y="44"/>
                      <a:pt x="114" y="44"/>
                      <a:pt x="114" y="44"/>
                    </a:cubicBezTo>
                    <a:cubicBezTo>
                      <a:pt x="106" y="43"/>
                      <a:pt x="96" y="36"/>
                      <a:pt x="92" y="28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79" y="2"/>
                      <a:pt x="77" y="0"/>
                      <a:pt x="7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1" name="Freeform 150"/>
              <p:cNvSpPr>
                <a:spLocks/>
              </p:cNvSpPr>
              <p:nvPr/>
            </p:nvSpPr>
            <p:spPr bwMode="auto">
              <a:xfrm>
                <a:off x="2013187" y="3947145"/>
                <a:ext cx="208999" cy="192444"/>
              </a:xfrm>
              <a:custGeom>
                <a:avLst/>
                <a:gdLst>
                  <a:gd name="T0" fmla="*/ 74 w 149"/>
                  <a:gd name="T1" fmla="*/ 0 h 138"/>
                  <a:gd name="T2" fmla="*/ 68 w 149"/>
                  <a:gd name="T3" fmla="*/ 6 h 138"/>
                  <a:gd name="T4" fmla="*/ 56 w 149"/>
                  <a:gd name="T5" fmla="*/ 29 h 138"/>
                  <a:gd name="T6" fmla="*/ 35 w 149"/>
                  <a:gd name="T7" fmla="*/ 44 h 138"/>
                  <a:gd name="T8" fmla="*/ 10 w 149"/>
                  <a:gd name="T9" fmla="*/ 48 h 138"/>
                  <a:gd name="T10" fmla="*/ 6 w 149"/>
                  <a:gd name="T11" fmla="*/ 61 h 138"/>
                  <a:gd name="T12" fmla="*/ 24 w 149"/>
                  <a:gd name="T13" fmla="*/ 78 h 138"/>
                  <a:gd name="T14" fmla="*/ 32 w 149"/>
                  <a:gd name="T15" fmla="*/ 104 h 138"/>
                  <a:gd name="T16" fmla="*/ 28 w 149"/>
                  <a:gd name="T17" fmla="*/ 129 h 138"/>
                  <a:gd name="T18" fmla="*/ 33 w 149"/>
                  <a:gd name="T19" fmla="*/ 138 h 138"/>
                  <a:gd name="T20" fmla="*/ 38 w 149"/>
                  <a:gd name="T21" fmla="*/ 136 h 138"/>
                  <a:gd name="T22" fmla="*/ 61 w 149"/>
                  <a:gd name="T23" fmla="*/ 125 h 138"/>
                  <a:gd name="T24" fmla="*/ 74 w 149"/>
                  <a:gd name="T25" fmla="*/ 122 h 138"/>
                  <a:gd name="T26" fmla="*/ 88 w 149"/>
                  <a:gd name="T27" fmla="*/ 125 h 138"/>
                  <a:gd name="T28" fmla="*/ 110 w 149"/>
                  <a:gd name="T29" fmla="*/ 136 h 138"/>
                  <a:gd name="T30" fmla="*/ 115 w 149"/>
                  <a:gd name="T31" fmla="*/ 138 h 138"/>
                  <a:gd name="T32" fmla="*/ 121 w 149"/>
                  <a:gd name="T33" fmla="*/ 129 h 138"/>
                  <a:gd name="T34" fmla="*/ 116 w 149"/>
                  <a:gd name="T35" fmla="*/ 104 h 138"/>
                  <a:gd name="T36" fmla="*/ 125 w 149"/>
                  <a:gd name="T37" fmla="*/ 78 h 138"/>
                  <a:gd name="T38" fmla="*/ 143 w 149"/>
                  <a:gd name="T39" fmla="*/ 61 h 138"/>
                  <a:gd name="T40" fmla="*/ 139 w 149"/>
                  <a:gd name="T41" fmla="*/ 48 h 138"/>
                  <a:gd name="T42" fmla="*/ 114 w 149"/>
                  <a:gd name="T43" fmla="*/ 44 h 138"/>
                  <a:gd name="T44" fmla="*/ 92 w 149"/>
                  <a:gd name="T45" fmla="*/ 29 h 138"/>
                  <a:gd name="T46" fmla="*/ 81 w 149"/>
                  <a:gd name="T47" fmla="*/ 6 h 138"/>
                  <a:gd name="T48" fmla="*/ 74 w 149"/>
                  <a:gd name="T49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9" h="138">
                    <a:moveTo>
                      <a:pt x="74" y="0"/>
                    </a:moveTo>
                    <a:cubicBezTo>
                      <a:pt x="72" y="0"/>
                      <a:pt x="69" y="2"/>
                      <a:pt x="68" y="6"/>
                    </a:cubicBezTo>
                    <a:cubicBezTo>
                      <a:pt x="56" y="29"/>
                      <a:pt x="56" y="29"/>
                      <a:pt x="56" y="29"/>
                    </a:cubicBezTo>
                    <a:cubicBezTo>
                      <a:pt x="53" y="36"/>
                      <a:pt x="43" y="43"/>
                      <a:pt x="35" y="44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2" y="49"/>
                      <a:pt x="0" y="55"/>
                      <a:pt x="6" y="61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30" y="84"/>
                      <a:pt x="33" y="95"/>
                      <a:pt x="32" y="104"/>
                    </a:cubicBezTo>
                    <a:cubicBezTo>
                      <a:pt x="28" y="129"/>
                      <a:pt x="28" y="129"/>
                      <a:pt x="28" y="129"/>
                    </a:cubicBezTo>
                    <a:cubicBezTo>
                      <a:pt x="27" y="134"/>
                      <a:pt x="29" y="138"/>
                      <a:pt x="33" y="138"/>
                    </a:cubicBezTo>
                    <a:cubicBezTo>
                      <a:pt x="35" y="138"/>
                      <a:pt x="36" y="137"/>
                      <a:pt x="38" y="136"/>
                    </a:cubicBezTo>
                    <a:cubicBezTo>
                      <a:pt x="61" y="125"/>
                      <a:pt x="61" y="125"/>
                      <a:pt x="61" y="125"/>
                    </a:cubicBezTo>
                    <a:cubicBezTo>
                      <a:pt x="65" y="123"/>
                      <a:pt x="69" y="122"/>
                      <a:pt x="74" y="122"/>
                    </a:cubicBezTo>
                    <a:cubicBezTo>
                      <a:pt x="79" y="122"/>
                      <a:pt x="84" y="123"/>
                      <a:pt x="88" y="125"/>
                    </a:cubicBezTo>
                    <a:cubicBezTo>
                      <a:pt x="110" y="136"/>
                      <a:pt x="110" y="136"/>
                      <a:pt x="110" y="136"/>
                    </a:cubicBezTo>
                    <a:cubicBezTo>
                      <a:pt x="112" y="137"/>
                      <a:pt x="114" y="138"/>
                      <a:pt x="115" y="138"/>
                    </a:cubicBezTo>
                    <a:cubicBezTo>
                      <a:pt x="119" y="138"/>
                      <a:pt x="122" y="134"/>
                      <a:pt x="121" y="129"/>
                    </a:cubicBezTo>
                    <a:cubicBezTo>
                      <a:pt x="116" y="104"/>
                      <a:pt x="116" y="104"/>
                      <a:pt x="116" y="104"/>
                    </a:cubicBezTo>
                    <a:cubicBezTo>
                      <a:pt x="115" y="95"/>
                      <a:pt x="119" y="84"/>
                      <a:pt x="125" y="78"/>
                    </a:cubicBezTo>
                    <a:cubicBezTo>
                      <a:pt x="143" y="61"/>
                      <a:pt x="143" y="61"/>
                      <a:pt x="143" y="61"/>
                    </a:cubicBezTo>
                    <a:cubicBezTo>
                      <a:pt x="149" y="55"/>
                      <a:pt x="147" y="49"/>
                      <a:pt x="139" y="48"/>
                    </a:cubicBezTo>
                    <a:cubicBezTo>
                      <a:pt x="114" y="44"/>
                      <a:pt x="114" y="44"/>
                      <a:pt x="114" y="44"/>
                    </a:cubicBezTo>
                    <a:cubicBezTo>
                      <a:pt x="105" y="43"/>
                      <a:pt x="96" y="36"/>
                      <a:pt x="92" y="29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79" y="2"/>
                      <a:pt x="77" y="0"/>
                      <a:pt x="7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2" name="Freeform 151"/>
              <p:cNvSpPr>
                <a:spLocks/>
              </p:cNvSpPr>
              <p:nvPr/>
            </p:nvSpPr>
            <p:spPr bwMode="auto">
              <a:xfrm>
                <a:off x="5270253" y="3272556"/>
                <a:ext cx="207964" cy="193479"/>
              </a:xfrm>
              <a:custGeom>
                <a:avLst/>
                <a:gdLst>
                  <a:gd name="T0" fmla="*/ 75 w 149"/>
                  <a:gd name="T1" fmla="*/ 0 h 138"/>
                  <a:gd name="T2" fmla="*/ 68 w 149"/>
                  <a:gd name="T3" fmla="*/ 6 h 138"/>
                  <a:gd name="T4" fmla="*/ 57 w 149"/>
                  <a:gd name="T5" fmla="*/ 28 h 138"/>
                  <a:gd name="T6" fmla="*/ 36 w 149"/>
                  <a:gd name="T7" fmla="*/ 44 h 138"/>
                  <a:gd name="T8" fmla="*/ 10 w 149"/>
                  <a:gd name="T9" fmla="*/ 48 h 138"/>
                  <a:gd name="T10" fmla="*/ 6 w 149"/>
                  <a:gd name="T11" fmla="*/ 60 h 138"/>
                  <a:gd name="T12" fmla="*/ 24 w 149"/>
                  <a:gd name="T13" fmla="*/ 78 h 138"/>
                  <a:gd name="T14" fmla="*/ 33 w 149"/>
                  <a:gd name="T15" fmla="*/ 103 h 138"/>
                  <a:gd name="T16" fmla="*/ 28 w 149"/>
                  <a:gd name="T17" fmla="*/ 128 h 138"/>
                  <a:gd name="T18" fmla="*/ 34 w 149"/>
                  <a:gd name="T19" fmla="*/ 138 h 138"/>
                  <a:gd name="T20" fmla="*/ 39 w 149"/>
                  <a:gd name="T21" fmla="*/ 136 h 138"/>
                  <a:gd name="T22" fmla="*/ 62 w 149"/>
                  <a:gd name="T23" fmla="*/ 124 h 138"/>
                  <a:gd name="T24" fmla="*/ 75 w 149"/>
                  <a:gd name="T25" fmla="*/ 121 h 138"/>
                  <a:gd name="T26" fmla="*/ 88 w 149"/>
                  <a:gd name="T27" fmla="*/ 124 h 138"/>
                  <a:gd name="T28" fmla="*/ 111 w 149"/>
                  <a:gd name="T29" fmla="*/ 136 h 138"/>
                  <a:gd name="T30" fmla="*/ 116 w 149"/>
                  <a:gd name="T31" fmla="*/ 138 h 138"/>
                  <a:gd name="T32" fmla="*/ 121 w 149"/>
                  <a:gd name="T33" fmla="*/ 128 h 138"/>
                  <a:gd name="T34" fmla="*/ 117 w 149"/>
                  <a:gd name="T35" fmla="*/ 103 h 138"/>
                  <a:gd name="T36" fmla="*/ 125 w 149"/>
                  <a:gd name="T37" fmla="*/ 78 h 138"/>
                  <a:gd name="T38" fmla="*/ 143 w 149"/>
                  <a:gd name="T39" fmla="*/ 60 h 138"/>
                  <a:gd name="T40" fmla="*/ 139 w 149"/>
                  <a:gd name="T41" fmla="*/ 48 h 138"/>
                  <a:gd name="T42" fmla="*/ 114 w 149"/>
                  <a:gd name="T43" fmla="*/ 44 h 138"/>
                  <a:gd name="T44" fmla="*/ 93 w 149"/>
                  <a:gd name="T45" fmla="*/ 28 h 138"/>
                  <a:gd name="T46" fmla="*/ 82 w 149"/>
                  <a:gd name="T47" fmla="*/ 6 h 138"/>
                  <a:gd name="T48" fmla="*/ 75 w 149"/>
                  <a:gd name="T49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9" h="138">
                    <a:moveTo>
                      <a:pt x="75" y="0"/>
                    </a:moveTo>
                    <a:cubicBezTo>
                      <a:pt x="73" y="0"/>
                      <a:pt x="70" y="2"/>
                      <a:pt x="68" y="6"/>
                    </a:cubicBezTo>
                    <a:cubicBezTo>
                      <a:pt x="57" y="28"/>
                      <a:pt x="57" y="28"/>
                      <a:pt x="57" y="28"/>
                    </a:cubicBezTo>
                    <a:cubicBezTo>
                      <a:pt x="53" y="36"/>
                      <a:pt x="44" y="43"/>
                      <a:pt x="36" y="44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2" y="49"/>
                      <a:pt x="0" y="54"/>
                      <a:pt x="6" y="60"/>
                    </a:cubicBezTo>
                    <a:cubicBezTo>
                      <a:pt x="24" y="78"/>
                      <a:pt x="24" y="78"/>
                      <a:pt x="24" y="78"/>
                    </a:cubicBezTo>
                    <a:cubicBezTo>
                      <a:pt x="30" y="84"/>
                      <a:pt x="34" y="95"/>
                      <a:pt x="33" y="103"/>
                    </a:cubicBezTo>
                    <a:cubicBezTo>
                      <a:pt x="28" y="128"/>
                      <a:pt x="28" y="128"/>
                      <a:pt x="28" y="128"/>
                    </a:cubicBezTo>
                    <a:cubicBezTo>
                      <a:pt x="27" y="134"/>
                      <a:pt x="30" y="138"/>
                      <a:pt x="34" y="138"/>
                    </a:cubicBezTo>
                    <a:cubicBezTo>
                      <a:pt x="35" y="138"/>
                      <a:pt x="37" y="137"/>
                      <a:pt x="39" y="136"/>
                    </a:cubicBezTo>
                    <a:cubicBezTo>
                      <a:pt x="62" y="124"/>
                      <a:pt x="62" y="124"/>
                      <a:pt x="62" y="124"/>
                    </a:cubicBezTo>
                    <a:cubicBezTo>
                      <a:pt x="65" y="122"/>
                      <a:pt x="70" y="121"/>
                      <a:pt x="75" y="121"/>
                    </a:cubicBezTo>
                    <a:cubicBezTo>
                      <a:pt x="80" y="121"/>
                      <a:pt x="85" y="122"/>
                      <a:pt x="88" y="124"/>
                    </a:cubicBezTo>
                    <a:cubicBezTo>
                      <a:pt x="111" y="136"/>
                      <a:pt x="111" y="136"/>
                      <a:pt x="111" y="136"/>
                    </a:cubicBezTo>
                    <a:cubicBezTo>
                      <a:pt x="113" y="137"/>
                      <a:pt x="114" y="138"/>
                      <a:pt x="116" y="138"/>
                    </a:cubicBezTo>
                    <a:cubicBezTo>
                      <a:pt x="120" y="138"/>
                      <a:pt x="122" y="134"/>
                      <a:pt x="121" y="128"/>
                    </a:cubicBezTo>
                    <a:cubicBezTo>
                      <a:pt x="117" y="103"/>
                      <a:pt x="117" y="103"/>
                      <a:pt x="117" y="103"/>
                    </a:cubicBezTo>
                    <a:cubicBezTo>
                      <a:pt x="116" y="95"/>
                      <a:pt x="119" y="84"/>
                      <a:pt x="125" y="78"/>
                    </a:cubicBezTo>
                    <a:cubicBezTo>
                      <a:pt x="143" y="60"/>
                      <a:pt x="143" y="60"/>
                      <a:pt x="143" y="60"/>
                    </a:cubicBezTo>
                    <a:cubicBezTo>
                      <a:pt x="149" y="54"/>
                      <a:pt x="148" y="49"/>
                      <a:pt x="139" y="48"/>
                    </a:cubicBezTo>
                    <a:cubicBezTo>
                      <a:pt x="114" y="44"/>
                      <a:pt x="114" y="44"/>
                      <a:pt x="114" y="44"/>
                    </a:cubicBezTo>
                    <a:cubicBezTo>
                      <a:pt x="106" y="43"/>
                      <a:pt x="96" y="36"/>
                      <a:pt x="93" y="28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0" y="2"/>
                      <a:pt x="77" y="0"/>
                      <a:pt x="75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3" name="Freeform 152"/>
              <p:cNvSpPr>
                <a:spLocks/>
              </p:cNvSpPr>
              <p:nvPr/>
            </p:nvSpPr>
            <p:spPr bwMode="auto">
              <a:xfrm>
                <a:off x="4208706" y="2643491"/>
                <a:ext cx="121054" cy="111742"/>
              </a:xfrm>
              <a:custGeom>
                <a:avLst/>
                <a:gdLst>
                  <a:gd name="T0" fmla="*/ 43 w 87"/>
                  <a:gd name="T1" fmla="*/ 0 h 80"/>
                  <a:gd name="T2" fmla="*/ 39 w 87"/>
                  <a:gd name="T3" fmla="*/ 3 h 80"/>
                  <a:gd name="T4" fmla="*/ 33 w 87"/>
                  <a:gd name="T5" fmla="*/ 17 h 80"/>
                  <a:gd name="T6" fmla="*/ 20 w 87"/>
                  <a:gd name="T7" fmla="*/ 26 h 80"/>
                  <a:gd name="T8" fmla="*/ 6 w 87"/>
                  <a:gd name="T9" fmla="*/ 28 h 80"/>
                  <a:gd name="T10" fmla="*/ 3 w 87"/>
                  <a:gd name="T11" fmla="*/ 35 h 80"/>
                  <a:gd name="T12" fmla="*/ 14 w 87"/>
                  <a:gd name="T13" fmla="*/ 46 h 80"/>
                  <a:gd name="T14" fmla="*/ 19 w 87"/>
                  <a:gd name="T15" fmla="*/ 60 h 80"/>
                  <a:gd name="T16" fmla="*/ 16 w 87"/>
                  <a:gd name="T17" fmla="*/ 75 h 80"/>
                  <a:gd name="T18" fmla="*/ 19 w 87"/>
                  <a:gd name="T19" fmla="*/ 80 h 80"/>
                  <a:gd name="T20" fmla="*/ 22 w 87"/>
                  <a:gd name="T21" fmla="*/ 79 h 80"/>
                  <a:gd name="T22" fmla="*/ 35 w 87"/>
                  <a:gd name="T23" fmla="*/ 72 h 80"/>
                  <a:gd name="T24" fmla="*/ 43 w 87"/>
                  <a:gd name="T25" fmla="*/ 71 h 80"/>
                  <a:gd name="T26" fmla="*/ 51 w 87"/>
                  <a:gd name="T27" fmla="*/ 72 h 80"/>
                  <a:gd name="T28" fmla="*/ 64 w 87"/>
                  <a:gd name="T29" fmla="*/ 79 h 80"/>
                  <a:gd name="T30" fmla="*/ 67 w 87"/>
                  <a:gd name="T31" fmla="*/ 80 h 80"/>
                  <a:gd name="T32" fmla="*/ 70 w 87"/>
                  <a:gd name="T33" fmla="*/ 75 h 80"/>
                  <a:gd name="T34" fmla="*/ 68 w 87"/>
                  <a:gd name="T35" fmla="*/ 60 h 80"/>
                  <a:gd name="T36" fmla="*/ 73 w 87"/>
                  <a:gd name="T37" fmla="*/ 46 h 80"/>
                  <a:gd name="T38" fmla="*/ 83 w 87"/>
                  <a:gd name="T39" fmla="*/ 35 h 80"/>
                  <a:gd name="T40" fmla="*/ 81 w 87"/>
                  <a:gd name="T41" fmla="*/ 28 h 80"/>
                  <a:gd name="T42" fmla="*/ 66 w 87"/>
                  <a:gd name="T43" fmla="*/ 26 h 80"/>
                  <a:gd name="T44" fmla="*/ 54 w 87"/>
                  <a:gd name="T45" fmla="*/ 17 h 80"/>
                  <a:gd name="T46" fmla="*/ 47 w 87"/>
                  <a:gd name="T47" fmla="*/ 3 h 80"/>
                  <a:gd name="T48" fmla="*/ 43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3" y="0"/>
                    </a:moveTo>
                    <a:cubicBezTo>
                      <a:pt x="42" y="0"/>
                      <a:pt x="40" y="1"/>
                      <a:pt x="39" y="3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21"/>
                      <a:pt x="25" y="25"/>
                      <a:pt x="20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9"/>
                      <a:pt x="0" y="32"/>
                      <a:pt x="3" y="35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7" y="49"/>
                      <a:pt x="19" y="56"/>
                      <a:pt x="19" y="60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8"/>
                      <a:pt x="17" y="80"/>
                      <a:pt x="19" y="80"/>
                    </a:cubicBezTo>
                    <a:cubicBezTo>
                      <a:pt x="20" y="80"/>
                      <a:pt x="21" y="80"/>
                      <a:pt x="22" y="79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8" y="71"/>
                      <a:pt x="40" y="71"/>
                      <a:pt x="43" y="71"/>
                    </a:cubicBezTo>
                    <a:cubicBezTo>
                      <a:pt x="46" y="71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5" y="80"/>
                      <a:pt x="66" y="80"/>
                      <a:pt x="67" y="80"/>
                    </a:cubicBezTo>
                    <a:cubicBezTo>
                      <a:pt x="70" y="80"/>
                      <a:pt x="71" y="78"/>
                      <a:pt x="70" y="75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6"/>
                      <a:pt x="69" y="49"/>
                      <a:pt x="73" y="46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7" y="32"/>
                      <a:pt x="86" y="29"/>
                      <a:pt x="81" y="28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1" y="25"/>
                      <a:pt x="56" y="21"/>
                      <a:pt x="54" y="17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5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4" name="Freeform 153"/>
              <p:cNvSpPr>
                <a:spLocks/>
              </p:cNvSpPr>
              <p:nvPr/>
            </p:nvSpPr>
            <p:spPr bwMode="auto">
              <a:xfrm>
                <a:off x="2763306" y="2774891"/>
                <a:ext cx="122088" cy="111742"/>
              </a:xfrm>
              <a:custGeom>
                <a:avLst/>
                <a:gdLst>
                  <a:gd name="T0" fmla="*/ 43 w 87"/>
                  <a:gd name="T1" fmla="*/ 0 h 80"/>
                  <a:gd name="T2" fmla="*/ 39 w 87"/>
                  <a:gd name="T3" fmla="*/ 4 h 80"/>
                  <a:gd name="T4" fmla="*/ 33 w 87"/>
                  <a:gd name="T5" fmla="*/ 17 h 80"/>
                  <a:gd name="T6" fmla="*/ 20 w 87"/>
                  <a:gd name="T7" fmla="*/ 26 h 80"/>
                  <a:gd name="T8" fmla="*/ 6 w 87"/>
                  <a:gd name="T9" fmla="*/ 28 h 80"/>
                  <a:gd name="T10" fmla="*/ 3 w 87"/>
                  <a:gd name="T11" fmla="*/ 35 h 80"/>
                  <a:gd name="T12" fmla="*/ 14 w 87"/>
                  <a:gd name="T13" fmla="*/ 46 h 80"/>
                  <a:gd name="T14" fmla="*/ 19 w 87"/>
                  <a:gd name="T15" fmla="*/ 60 h 80"/>
                  <a:gd name="T16" fmla="*/ 16 w 87"/>
                  <a:gd name="T17" fmla="*/ 75 h 80"/>
                  <a:gd name="T18" fmla="*/ 19 w 87"/>
                  <a:gd name="T19" fmla="*/ 80 h 80"/>
                  <a:gd name="T20" fmla="*/ 22 w 87"/>
                  <a:gd name="T21" fmla="*/ 80 h 80"/>
                  <a:gd name="T22" fmla="*/ 36 w 87"/>
                  <a:gd name="T23" fmla="*/ 73 h 80"/>
                  <a:gd name="T24" fmla="*/ 43 w 87"/>
                  <a:gd name="T25" fmla="*/ 71 h 80"/>
                  <a:gd name="T26" fmla="*/ 51 w 87"/>
                  <a:gd name="T27" fmla="*/ 73 h 80"/>
                  <a:gd name="T28" fmla="*/ 64 w 87"/>
                  <a:gd name="T29" fmla="*/ 80 h 80"/>
                  <a:gd name="T30" fmla="*/ 67 w 87"/>
                  <a:gd name="T31" fmla="*/ 80 h 80"/>
                  <a:gd name="T32" fmla="*/ 70 w 87"/>
                  <a:gd name="T33" fmla="*/ 75 h 80"/>
                  <a:gd name="T34" fmla="*/ 68 w 87"/>
                  <a:gd name="T35" fmla="*/ 60 h 80"/>
                  <a:gd name="T36" fmla="*/ 73 w 87"/>
                  <a:gd name="T37" fmla="*/ 46 h 80"/>
                  <a:gd name="T38" fmla="*/ 83 w 87"/>
                  <a:gd name="T39" fmla="*/ 35 h 80"/>
                  <a:gd name="T40" fmla="*/ 81 w 87"/>
                  <a:gd name="T41" fmla="*/ 28 h 80"/>
                  <a:gd name="T42" fmla="*/ 66 w 87"/>
                  <a:gd name="T43" fmla="*/ 26 h 80"/>
                  <a:gd name="T44" fmla="*/ 54 w 87"/>
                  <a:gd name="T45" fmla="*/ 17 h 80"/>
                  <a:gd name="T46" fmla="*/ 47 w 87"/>
                  <a:gd name="T47" fmla="*/ 4 h 80"/>
                  <a:gd name="T48" fmla="*/ 43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3" y="0"/>
                    </a:moveTo>
                    <a:cubicBezTo>
                      <a:pt x="42" y="0"/>
                      <a:pt x="40" y="1"/>
                      <a:pt x="39" y="4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21"/>
                      <a:pt x="25" y="25"/>
                      <a:pt x="20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9"/>
                      <a:pt x="0" y="32"/>
                      <a:pt x="3" y="35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7" y="49"/>
                      <a:pt x="20" y="56"/>
                      <a:pt x="19" y="60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8"/>
                      <a:pt x="17" y="80"/>
                      <a:pt x="19" y="80"/>
                    </a:cubicBezTo>
                    <a:cubicBezTo>
                      <a:pt x="20" y="80"/>
                      <a:pt x="21" y="80"/>
                      <a:pt x="22" y="80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8" y="72"/>
                      <a:pt x="40" y="71"/>
                      <a:pt x="43" y="71"/>
                    </a:cubicBezTo>
                    <a:cubicBezTo>
                      <a:pt x="46" y="71"/>
                      <a:pt x="49" y="72"/>
                      <a:pt x="51" y="73"/>
                    </a:cubicBezTo>
                    <a:cubicBezTo>
                      <a:pt x="64" y="80"/>
                      <a:pt x="64" y="80"/>
                      <a:pt x="64" y="80"/>
                    </a:cubicBezTo>
                    <a:cubicBezTo>
                      <a:pt x="65" y="80"/>
                      <a:pt x="66" y="80"/>
                      <a:pt x="67" y="80"/>
                    </a:cubicBezTo>
                    <a:cubicBezTo>
                      <a:pt x="70" y="80"/>
                      <a:pt x="71" y="78"/>
                      <a:pt x="70" y="75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6"/>
                      <a:pt x="69" y="49"/>
                      <a:pt x="73" y="46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7" y="32"/>
                      <a:pt x="86" y="29"/>
                      <a:pt x="81" y="28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1" y="25"/>
                      <a:pt x="56" y="21"/>
                      <a:pt x="54" y="17"/>
                    </a:cubicBezTo>
                    <a:cubicBezTo>
                      <a:pt x="47" y="4"/>
                      <a:pt x="47" y="4"/>
                      <a:pt x="47" y="4"/>
                    </a:cubicBezTo>
                    <a:cubicBezTo>
                      <a:pt x="46" y="1"/>
                      <a:pt x="45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5" name="Freeform 154"/>
              <p:cNvSpPr>
                <a:spLocks/>
              </p:cNvSpPr>
              <p:nvPr/>
            </p:nvSpPr>
            <p:spPr bwMode="auto">
              <a:xfrm>
                <a:off x="2288403" y="3418441"/>
                <a:ext cx="120019" cy="111742"/>
              </a:xfrm>
              <a:custGeom>
                <a:avLst/>
                <a:gdLst>
                  <a:gd name="T0" fmla="*/ 43 w 86"/>
                  <a:gd name="T1" fmla="*/ 0 h 80"/>
                  <a:gd name="T2" fmla="*/ 39 w 86"/>
                  <a:gd name="T3" fmla="*/ 3 h 80"/>
                  <a:gd name="T4" fmla="*/ 33 w 86"/>
                  <a:gd name="T5" fmla="*/ 16 h 80"/>
                  <a:gd name="T6" fmla="*/ 20 w 86"/>
                  <a:gd name="T7" fmla="*/ 25 h 80"/>
                  <a:gd name="T8" fmla="*/ 5 w 86"/>
                  <a:gd name="T9" fmla="*/ 27 h 80"/>
                  <a:gd name="T10" fmla="*/ 3 w 86"/>
                  <a:gd name="T11" fmla="*/ 35 h 80"/>
                  <a:gd name="T12" fmla="*/ 14 w 86"/>
                  <a:gd name="T13" fmla="*/ 45 h 80"/>
                  <a:gd name="T14" fmla="*/ 18 w 86"/>
                  <a:gd name="T15" fmla="*/ 60 h 80"/>
                  <a:gd name="T16" fmla="*/ 16 w 86"/>
                  <a:gd name="T17" fmla="*/ 74 h 80"/>
                  <a:gd name="T18" fmla="*/ 19 w 86"/>
                  <a:gd name="T19" fmla="*/ 80 h 80"/>
                  <a:gd name="T20" fmla="*/ 22 w 86"/>
                  <a:gd name="T21" fmla="*/ 79 h 80"/>
                  <a:gd name="T22" fmla="*/ 35 w 86"/>
                  <a:gd name="T23" fmla="*/ 72 h 80"/>
                  <a:gd name="T24" fmla="*/ 43 w 86"/>
                  <a:gd name="T25" fmla="*/ 70 h 80"/>
                  <a:gd name="T26" fmla="*/ 51 w 86"/>
                  <a:gd name="T27" fmla="*/ 72 h 80"/>
                  <a:gd name="T28" fmla="*/ 64 w 86"/>
                  <a:gd name="T29" fmla="*/ 79 h 80"/>
                  <a:gd name="T30" fmla="*/ 67 w 86"/>
                  <a:gd name="T31" fmla="*/ 80 h 80"/>
                  <a:gd name="T32" fmla="*/ 70 w 86"/>
                  <a:gd name="T33" fmla="*/ 74 h 80"/>
                  <a:gd name="T34" fmla="*/ 68 w 86"/>
                  <a:gd name="T35" fmla="*/ 60 h 80"/>
                  <a:gd name="T36" fmla="*/ 72 w 86"/>
                  <a:gd name="T37" fmla="*/ 45 h 80"/>
                  <a:gd name="T38" fmla="*/ 83 w 86"/>
                  <a:gd name="T39" fmla="*/ 35 h 80"/>
                  <a:gd name="T40" fmla="*/ 81 w 86"/>
                  <a:gd name="T41" fmla="*/ 27 h 80"/>
                  <a:gd name="T42" fmla="*/ 66 w 86"/>
                  <a:gd name="T43" fmla="*/ 25 h 80"/>
                  <a:gd name="T44" fmla="*/ 53 w 86"/>
                  <a:gd name="T45" fmla="*/ 16 h 80"/>
                  <a:gd name="T46" fmla="*/ 47 w 86"/>
                  <a:gd name="T47" fmla="*/ 3 h 80"/>
                  <a:gd name="T48" fmla="*/ 43 w 86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6" h="80">
                    <a:moveTo>
                      <a:pt x="43" y="0"/>
                    </a:moveTo>
                    <a:cubicBezTo>
                      <a:pt x="42" y="0"/>
                      <a:pt x="40" y="1"/>
                      <a:pt x="39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0"/>
                      <a:pt x="25" y="24"/>
                      <a:pt x="20" y="25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8"/>
                      <a:pt x="0" y="31"/>
                      <a:pt x="3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7" y="48"/>
                      <a:pt x="19" y="55"/>
                      <a:pt x="18" y="60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8"/>
                      <a:pt x="17" y="80"/>
                      <a:pt x="19" y="80"/>
                    </a:cubicBezTo>
                    <a:cubicBezTo>
                      <a:pt x="20" y="80"/>
                      <a:pt x="21" y="79"/>
                      <a:pt x="22" y="79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7" y="71"/>
                      <a:pt x="40" y="70"/>
                      <a:pt x="43" y="70"/>
                    </a:cubicBezTo>
                    <a:cubicBezTo>
                      <a:pt x="46" y="70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5" y="79"/>
                      <a:pt x="66" y="80"/>
                      <a:pt x="67" y="80"/>
                    </a:cubicBezTo>
                    <a:cubicBezTo>
                      <a:pt x="69" y="80"/>
                      <a:pt x="71" y="78"/>
                      <a:pt x="70" y="74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5"/>
                      <a:pt x="69" y="48"/>
                      <a:pt x="72" y="45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6" y="31"/>
                      <a:pt x="85" y="28"/>
                      <a:pt x="81" y="27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61" y="24"/>
                      <a:pt x="56" y="20"/>
                      <a:pt x="53" y="1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4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6" name="Freeform 155"/>
              <p:cNvSpPr>
                <a:spLocks/>
              </p:cNvSpPr>
              <p:nvPr/>
            </p:nvSpPr>
            <p:spPr bwMode="auto">
              <a:xfrm>
                <a:off x="2274953" y="3180472"/>
                <a:ext cx="121054" cy="111742"/>
              </a:xfrm>
              <a:custGeom>
                <a:avLst/>
                <a:gdLst>
                  <a:gd name="T0" fmla="*/ 44 w 87"/>
                  <a:gd name="T1" fmla="*/ 0 h 80"/>
                  <a:gd name="T2" fmla="*/ 40 w 87"/>
                  <a:gd name="T3" fmla="*/ 3 h 80"/>
                  <a:gd name="T4" fmla="*/ 33 w 87"/>
                  <a:gd name="T5" fmla="*/ 16 h 80"/>
                  <a:gd name="T6" fmla="*/ 21 w 87"/>
                  <a:gd name="T7" fmla="*/ 25 h 80"/>
                  <a:gd name="T8" fmla="*/ 6 w 87"/>
                  <a:gd name="T9" fmla="*/ 28 h 80"/>
                  <a:gd name="T10" fmla="*/ 4 w 87"/>
                  <a:gd name="T11" fmla="*/ 35 h 80"/>
                  <a:gd name="T12" fmla="*/ 14 w 87"/>
                  <a:gd name="T13" fmla="*/ 45 h 80"/>
                  <a:gd name="T14" fmla="*/ 19 w 87"/>
                  <a:gd name="T15" fmla="*/ 60 h 80"/>
                  <a:gd name="T16" fmla="*/ 17 w 87"/>
                  <a:gd name="T17" fmla="*/ 75 h 80"/>
                  <a:gd name="T18" fmla="*/ 20 w 87"/>
                  <a:gd name="T19" fmla="*/ 80 h 80"/>
                  <a:gd name="T20" fmla="*/ 23 w 87"/>
                  <a:gd name="T21" fmla="*/ 79 h 80"/>
                  <a:gd name="T22" fmla="*/ 36 w 87"/>
                  <a:gd name="T23" fmla="*/ 72 h 80"/>
                  <a:gd name="T24" fmla="*/ 44 w 87"/>
                  <a:gd name="T25" fmla="*/ 71 h 80"/>
                  <a:gd name="T26" fmla="*/ 52 w 87"/>
                  <a:gd name="T27" fmla="*/ 72 h 80"/>
                  <a:gd name="T28" fmla="*/ 65 w 87"/>
                  <a:gd name="T29" fmla="*/ 79 h 80"/>
                  <a:gd name="T30" fmla="*/ 68 w 87"/>
                  <a:gd name="T31" fmla="*/ 80 h 80"/>
                  <a:gd name="T32" fmla="*/ 71 w 87"/>
                  <a:gd name="T33" fmla="*/ 75 h 80"/>
                  <a:gd name="T34" fmla="*/ 68 w 87"/>
                  <a:gd name="T35" fmla="*/ 60 h 80"/>
                  <a:gd name="T36" fmla="*/ 73 w 87"/>
                  <a:gd name="T37" fmla="*/ 45 h 80"/>
                  <a:gd name="T38" fmla="*/ 84 w 87"/>
                  <a:gd name="T39" fmla="*/ 35 h 80"/>
                  <a:gd name="T40" fmla="*/ 81 w 87"/>
                  <a:gd name="T41" fmla="*/ 28 h 80"/>
                  <a:gd name="T42" fmla="*/ 67 w 87"/>
                  <a:gd name="T43" fmla="*/ 25 h 80"/>
                  <a:gd name="T44" fmla="*/ 54 w 87"/>
                  <a:gd name="T45" fmla="*/ 16 h 80"/>
                  <a:gd name="T46" fmla="*/ 48 w 87"/>
                  <a:gd name="T47" fmla="*/ 3 h 80"/>
                  <a:gd name="T48" fmla="*/ 44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4" y="0"/>
                    </a:moveTo>
                    <a:cubicBezTo>
                      <a:pt x="42" y="0"/>
                      <a:pt x="41" y="1"/>
                      <a:pt x="40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1"/>
                      <a:pt x="26" y="25"/>
                      <a:pt x="21" y="25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8"/>
                      <a:pt x="0" y="32"/>
                      <a:pt x="4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8" y="49"/>
                      <a:pt x="20" y="55"/>
                      <a:pt x="19" y="60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8"/>
                      <a:pt x="17" y="80"/>
                      <a:pt x="20" y="80"/>
                    </a:cubicBezTo>
                    <a:cubicBezTo>
                      <a:pt x="21" y="80"/>
                      <a:pt x="22" y="80"/>
                      <a:pt x="23" y="79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38" y="71"/>
                      <a:pt x="41" y="71"/>
                      <a:pt x="44" y="71"/>
                    </a:cubicBezTo>
                    <a:cubicBezTo>
                      <a:pt x="47" y="71"/>
                      <a:pt x="49" y="71"/>
                      <a:pt x="52" y="72"/>
                    </a:cubicBezTo>
                    <a:cubicBezTo>
                      <a:pt x="65" y="79"/>
                      <a:pt x="65" y="79"/>
                      <a:pt x="65" y="79"/>
                    </a:cubicBezTo>
                    <a:cubicBezTo>
                      <a:pt x="66" y="80"/>
                      <a:pt x="67" y="80"/>
                      <a:pt x="68" y="80"/>
                    </a:cubicBezTo>
                    <a:cubicBezTo>
                      <a:pt x="70" y="80"/>
                      <a:pt x="72" y="78"/>
                      <a:pt x="71" y="75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8" y="55"/>
                      <a:pt x="70" y="49"/>
                      <a:pt x="73" y="45"/>
                    </a:cubicBezTo>
                    <a:cubicBezTo>
                      <a:pt x="84" y="35"/>
                      <a:pt x="84" y="35"/>
                      <a:pt x="84" y="35"/>
                    </a:cubicBezTo>
                    <a:cubicBezTo>
                      <a:pt x="87" y="32"/>
                      <a:pt x="86" y="28"/>
                      <a:pt x="81" y="28"/>
                    </a:cubicBezTo>
                    <a:cubicBezTo>
                      <a:pt x="67" y="25"/>
                      <a:pt x="67" y="25"/>
                      <a:pt x="67" y="25"/>
                    </a:cubicBezTo>
                    <a:cubicBezTo>
                      <a:pt x="62" y="25"/>
                      <a:pt x="56" y="21"/>
                      <a:pt x="54" y="16"/>
                    </a:cubicBezTo>
                    <a:cubicBezTo>
                      <a:pt x="48" y="3"/>
                      <a:pt x="48" y="3"/>
                      <a:pt x="48" y="3"/>
                    </a:cubicBezTo>
                    <a:cubicBezTo>
                      <a:pt x="47" y="1"/>
                      <a:pt x="45" y="0"/>
                      <a:pt x="4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7" name="Freeform 156"/>
              <p:cNvSpPr>
                <a:spLocks/>
              </p:cNvSpPr>
              <p:nvPr/>
            </p:nvSpPr>
            <p:spPr bwMode="auto">
              <a:xfrm>
                <a:off x="3428583" y="2445874"/>
                <a:ext cx="121054" cy="111742"/>
              </a:xfrm>
              <a:custGeom>
                <a:avLst/>
                <a:gdLst>
                  <a:gd name="T0" fmla="*/ 43 w 87"/>
                  <a:gd name="T1" fmla="*/ 0 h 80"/>
                  <a:gd name="T2" fmla="*/ 40 w 87"/>
                  <a:gd name="T3" fmla="*/ 3 h 80"/>
                  <a:gd name="T4" fmla="*/ 33 w 87"/>
                  <a:gd name="T5" fmla="*/ 16 h 80"/>
                  <a:gd name="T6" fmla="*/ 21 w 87"/>
                  <a:gd name="T7" fmla="*/ 26 h 80"/>
                  <a:gd name="T8" fmla="*/ 6 w 87"/>
                  <a:gd name="T9" fmla="*/ 28 h 80"/>
                  <a:gd name="T10" fmla="*/ 4 w 87"/>
                  <a:gd name="T11" fmla="*/ 35 h 80"/>
                  <a:gd name="T12" fmla="*/ 14 w 87"/>
                  <a:gd name="T13" fmla="*/ 45 h 80"/>
                  <a:gd name="T14" fmla="*/ 19 w 87"/>
                  <a:gd name="T15" fmla="*/ 60 h 80"/>
                  <a:gd name="T16" fmla="*/ 16 w 87"/>
                  <a:gd name="T17" fmla="*/ 75 h 80"/>
                  <a:gd name="T18" fmla="*/ 20 w 87"/>
                  <a:gd name="T19" fmla="*/ 80 h 80"/>
                  <a:gd name="T20" fmla="*/ 23 w 87"/>
                  <a:gd name="T21" fmla="*/ 79 h 80"/>
                  <a:gd name="T22" fmla="*/ 36 w 87"/>
                  <a:gd name="T23" fmla="*/ 72 h 80"/>
                  <a:gd name="T24" fmla="*/ 43 w 87"/>
                  <a:gd name="T25" fmla="*/ 71 h 80"/>
                  <a:gd name="T26" fmla="*/ 51 w 87"/>
                  <a:gd name="T27" fmla="*/ 72 h 80"/>
                  <a:gd name="T28" fmla="*/ 64 w 87"/>
                  <a:gd name="T29" fmla="*/ 79 h 80"/>
                  <a:gd name="T30" fmla="*/ 67 w 87"/>
                  <a:gd name="T31" fmla="*/ 80 h 80"/>
                  <a:gd name="T32" fmla="*/ 71 w 87"/>
                  <a:gd name="T33" fmla="*/ 75 h 80"/>
                  <a:gd name="T34" fmla="*/ 68 w 87"/>
                  <a:gd name="T35" fmla="*/ 60 h 80"/>
                  <a:gd name="T36" fmla="*/ 73 w 87"/>
                  <a:gd name="T37" fmla="*/ 45 h 80"/>
                  <a:gd name="T38" fmla="*/ 83 w 87"/>
                  <a:gd name="T39" fmla="*/ 35 h 80"/>
                  <a:gd name="T40" fmla="*/ 81 w 87"/>
                  <a:gd name="T41" fmla="*/ 28 h 80"/>
                  <a:gd name="T42" fmla="*/ 66 w 87"/>
                  <a:gd name="T43" fmla="*/ 26 h 80"/>
                  <a:gd name="T44" fmla="*/ 54 w 87"/>
                  <a:gd name="T45" fmla="*/ 16 h 80"/>
                  <a:gd name="T46" fmla="*/ 47 w 87"/>
                  <a:gd name="T47" fmla="*/ 3 h 80"/>
                  <a:gd name="T48" fmla="*/ 43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3" y="0"/>
                    </a:moveTo>
                    <a:cubicBezTo>
                      <a:pt x="42" y="0"/>
                      <a:pt x="41" y="1"/>
                      <a:pt x="40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1"/>
                      <a:pt x="25" y="25"/>
                      <a:pt x="21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8"/>
                      <a:pt x="0" y="32"/>
                      <a:pt x="4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8" y="49"/>
                      <a:pt x="20" y="55"/>
                      <a:pt x="19" y="60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8"/>
                      <a:pt x="17" y="80"/>
                      <a:pt x="20" y="80"/>
                    </a:cubicBezTo>
                    <a:cubicBezTo>
                      <a:pt x="20" y="80"/>
                      <a:pt x="21" y="80"/>
                      <a:pt x="23" y="79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38" y="71"/>
                      <a:pt x="41" y="71"/>
                      <a:pt x="43" y="71"/>
                    </a:cubicBezTo>
                    <a:cubicBezTo>
                      <a:pt x="46" y="71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5" y="80"/>
                      <a:pt x="67" y="80"/>
                      <a:pt x="67" y="80"/>
                    </a:cubicBezTo>
                    <a:cubicBezTo>
                      <a:pt x="70" y="80"/>
                      <a:pt x="71" y="78"/>
                      <a:pt x="71" y="75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5"/>
                      <a:pt x="69" y="49"/>
                      <a:pt x="73" y="45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7" y="32"/>
                      <a:pt x="86" y="28"/>
                      <a:pt x="81" y="28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2" y="25"/>
                      <a:pt x="56" y="21"/>
                      <a:pt x="54" y="1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5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8" name="Freeform 157"/>
              <p:cNvSpPr>
                <a:spLocks/>
              </p:cNvSpPr>
              <p:nvPr/>
            </p:nvSpPr>
            <p:spPr bwMode="auto">
              <a:xfrm>
                <a:off x="4788108" y="3172195"/>
                <a:ext cx="121054" cy="111742"/>
              </a:xfrm>
              <a:custGeom>
                <a:avLst/>
                <a:gdLst>
                  <a:gd name="T0" fmla="*/ 44 w 87"/>
                  <a:gd name="T1" fmla="*/ 0 h 80"/>
                  <a:gd name="T2" fmla="*/ 40 w 87"/>
                  <a:gd name="T3" fmla="*/ 3 h 80"/>
                  <a:gd name="T4" fmla="*/ 33 w 87"/>
                  <a:gd name="T5" fmla="*/ 16 h 80"/>
                  <a:gd name="T6" fmla="*/ 21 w 87"/>
                  <a:gd name="T7" fmla="*/ 25 h 80"/>
                  <a:gd name="T8" fmla="*/ 6 w 87"/>
                  <a:gd name="T9" fmla="*/ 27 h 80"/>
                  <a:gd name="T10" fmla="*/ 4 w 87"/>
                  <a:gd name="T11" fmla="*/ 35 h 80"/>
                  <a:gd name="T12" fmla="*/ 14 w 87"/>
                  <a:gd name="T13" fmla="*/ 45 h 80"/>
                  <a:gd name="T14" fmla="*/ 19 w 87"/>
                  <a:gd name="T15" fmla="*/ 60 h 80"/>
                  <a:gd name="T16" fmla="*/ 17 w 87"/>
                  <a:gd name="T17" fmla="*/ 74 h 80"/>
                  <a:gd name="T18" fmla="*/ 20 w 87"/>
                  <a:gd name="T19" fmla="*/ 80 h 80"/>
                  <a:gd name="T20" fmla="*/ 23 w 87"/>
                  <a:gd name="T21" fmla="*/ 79 h 80"/>
                  <a:gd name="T22" fmla="*/ 36 w 87"/>
                  <a:gd name="T23" fmla="*/ 72 h 80"/>
                  <a:gd name="T24" fmla="*/ 44 w 87"/>
                  <a:gd name="T25" fmla="*/ 70 h 80"/>
                  <a:gd name="T26" fmla="*/ 51 w 87"/>
                  <a:gd name="T27" fmla="*/ 72 h 80"/>
                  <a:gd name="T28" fmla="*/ 64 w 87"/>
                  <a:gd name="T29" fmla="*/ 79 h 80"/>
                  <a:gd name="T30" fmla="*/ 68 w 87"/>
                  <a:gd name="T31" fmla="*/ 80 h 80"/>
                  <a:gd name="T32" fmla="*/ 71 w 87"/>
                  <a:gd name="T33" fmla="*/ 74 h 80"/>
                  <a:gd name="T34" fmla="*/ 68 w 87"/>
                  <a:gd name="T35" fmla="*/ 60 h 80"/>
                  <a:gd name="T36" fmla="*/ 73 w 87"/>
                  <a:gd name="T37" fmla="*/ 45 h 80"/>
                  <a:gd name="T38" fmla="*/ 84 w 87"/>
                  <a:gd name="T39" fmla="*/ 35 h 80"/>
                  <a:gd name="T40" fmla="*/ 81 w 87"/>
                  <a:gd name="T41" fmla="*/ 27 h 80"/>
                  <a:gd name="T42" fmla="*/ 67 w 87"/>
                  <a:gd name="T43" fmla="*/ 25 h 80"/>
                  <a:gd name="T44" fmla="*/ 54 w 87"/>
                  <a:gd name="T45" fmla="*/ 16 h 80"/>
                  <a:gd name="T46" fmla="*/ 47 w 87"/>
                  <a:gd name="T47" fmla="*/ 3 h 80"/>
                  <a:gd name="T48" fmla="*/ 44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4" y="0"/>
                    </a:moveTo>
                    <a:cubicBezTo>
                      <a:pt x="42" y="0"/>
                      <a:pt x="41" y="1"/>
                      <a:pt x="40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0"/>
                      <a:pt x="25" y="25"/>
                      <a:pt x="21" y="25"/>
                    </a:cubicBezTo>
                    <a:cubicBezTo>
                      <a:pt x="6" y="27"/>
                      <a:pt x="6" y="27"/>
                      <a:pt x="6" y="27"/>
                    </a:cubicBezTo>
                    <a:cubicBezTo>
                      <a:pt x="1" y="28"/>
                      <a:pt x="0" y="31"/>
                      <a:pt x="4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8" y="48"/>
                      <a:pt x="20" y="55"/>
                      <a:pt x="19" y="60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6" y="78"/>
                      <a:pt x="17" y="80"/>
                      <a:pt x="20" y="80"/>
                    </a:cubicBezTo>
                    <a:cubicBezTo>
                      <a:pt x="21" y="80"/>
                      <a:pt x="22" y="80"/>
                      <a:pt x="23" y="79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38" y="71"/>
                      <a:pt x="41" y="70"/>
                      <a:pt x="44" y="70"/>
                    </a:cubicBezTo>
                    <a:cubicBezTo>
                      <a:pt x="46" y="70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6" y="80"/>
                      <a:pt x="67" y="80"/>
                      <a:pt x="68" y="80"/>
                    </a:cubicBezTo>
                    <a:cubicBezTo>
                      <a:pt x="70" y="80"/>
                      <a:pt x="71" y="78"/>
                      <a:pt x="71" y="74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5"/>
                      <a:pt x="70" y="48"/>
                      <a:pt x="73" y="45"/>
                    </a:cubicBezTo>
                    <a:cubicBezTo>
                      <a:pt x="84" y="35"/>
                      <a:pt x="84" y="35"/>
                      <a:pt x="84" y="35"/>
                    </a:cubicBezTo>
                    <a:cubicBezTo>
                      <a:pt x="87" y="31"/>
                      <a:pt x="86" y="28"/>
                      <a:pt x="81" y="27"/>
                    </a:cubicBezTo>
                    <a:cubicBezTo>
                      <a:pt x="67" y="25"/>
                      <a:pt x="67" y="25"/>
                      <a:pt x="67" y="25"/>
                    </a:cubicBezTo>
                    <a:cubicBezTo>
                      <a:pt x="62" y="25"/>
                      <a:pt x="56" y="20"/>
                      <a:pt x="54" y="1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5" y="0"/>
                      <a:pt x="44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9" name="Freeform 158"/>
              <p:cNvSpPr>
                <a:spLocks/>
              </p:cNvSpPr>
              <p:nvPr/>
            </p:nvSpPr>
            <p:spPr bwMode="auto">
              <a:xfrm>
                <a:off x="5231971" y="3530183"/>
                <a:ext cx="122088" cy="111742"/>
              </a:xfrm>
              <a:custGeom>
                <a:avLst/>
                <a:gdLst>
                  <a:gd name="T0" fmla="*/ 43 w 87"/>
                  <a:gd name="T1" fmla="*/ 0 h 80"/>
                  <a:gd name="T2" fmla="*/ 39 w 87"/>
                  <a:gd name="T3" fmla="*/ 3 h 80"/>
                  <a:gd name="T4" fmla="*/ 33 w 87"/>
                  <a:gd name="T5" fmla="*/ 16 h 80"/>
                  <a:gd name="T6" fmla="*/ 20 w 87"/>
                  <a:gd name="T7" fmla="*/ 25 h 80"/>
                  <a:gd name="T8" fmla="*/ 6 w 87"/>
                  <a:gd name="T9" fmla="*/ 27 h 80"/>
                  <a:gd name="T10" fmla="*/ 3 w 87"/>
                  <a:gd name="T11" fmla="*/ 35 h 80"/>
                  <a:gd name="T12" fmla="*/ 14 w 87"/>
                  <a:gd name="T13" fmla="*/ 45 h 80"/>
                  <a:gd name="T14" fmla="*/ 19 w 87"/>
                  <a:gd name="T15" fmla="*/ 60 h 80"/>
                  <a:gd name="T16" fmla="*/ 16 w 87"/>
                  <a:gd name="T17" fmla="*/ 74 h 80"/>
                  <a:gd name="T18" fmla="*/ 19 w 87"/>
                  <a:gd name="T19" fmla="*/ 80 h 80"/>
                  <a:gd name="T20" fmla="*/ 22 w 87"/>
                  <a:gd name="T21" fmla="*/ 79 h 80"/>
                  <a:gd name="T22" fmla="*/ 35 w 87"/>
                  <a:gd name="T23" fmla="*/ 72 h 80"/>
                  <a:gd name="T24" fmla="*/ 43 w 87"/>
                  <a:gd name="T25" fmla="*/ 70 h 80"/>
                  <a:gd name="T26" fmla="*/ 51 w 87"/>
                  <a:gd name="T27" fmla="*/ 72 h 80"/>
                  <a:gd name="T28" fmla="*/ 64 w 87"/>
                  <a:gd name="T29" fmla="*/ 79 h 80"/>
                  <a:gd name="T30" fmla="*/ 67 w 87"/>
                  <a:gd name="T31" fmla="*/ 80 h 80"/>
                  <a:gd name="T32" fmla="*/ 70 w 87"/>
                  <a:gd name="T33" fmla="*/ 74 h 80"/>
                  <a:gd name="T34" fmla="*/ 68 w 87"/>
                  <a:gd name="T35" fmla="*/ 60 h 80"/>
                  <a:gd name="T36" fmla="*/ 73 w 87"/>
                  <a:gd name="T37" fmla="*/ 45 h 80"/>
                  <a:gd name="T38" fmla="*/ 83 w 87"/>
                  <a:gd name="T39" fmla="*/ 35 h 80"/>
                  <a:gd name="T40" fmla="*/ 81 w 87"/>
                  <a:gd name="T41" fmla="*/ 27 h 80"/>
                  <a:gd name="T42" fmla="*/ 66 w 87"/>
                  <a:gd name="T43" fmla="*/ 25 h 80"/>
                  <a:gd name="T44" fmla="*/ 54 w 87"/>
                  <a:gd name="T45" fmla="*/ 16 h 80"/>
                  <a:gd name="T46" fmla="*/ 47 w 87"/>
                  <a:gd name="T47" fmla="*/ 3 h 80"/>
                  <a:gd name="T48" fmla="*/ 43 w 87"/>
                  <a:gd name="T4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7" h="80">
                    <a:moveTo>
                      <a:pt x="43" y="0"/>
                    </a:moveTo>
                    <a:cubicBezTo>
                      <a:pt x="42" y="0"/>
                      <a:pt x="40" y="1"/>
                      <a:pt x="39" y="3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1" y="20"/>
                      <a:pt x="25" y="25"/>
                      <a:pt x="20" y="25"/>
                    </a:cubicBezTo>
                    <a:cubicBezTo>
                      <a:pt x="6" y="27"/>
                      <a:pt x="6" y="27"/>
                      <a:pt x="6" y="27"/>
                    </a:cubicBezTo>
                    <a:cubicBezTo>
                      <a:pt x="1" y="28"/>
                      <a:pt x="0" y="31"/>
                      <a:pt x="3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7" y="48"/>
                      <a:pt x="19" y="55"/>
                      <a:pt x="19" y="60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8"/>
                      <a:pt x="17" y="80"/>
                      <a:pt x="19" y="80"/>
                    </a:cubicBezTo>
                    <a:cubicBezTo>
                      <a:pt x="20" y="80"/>
                      <a:pt x="21" y="80"/>
                      <a:pt x="22" y="79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8" y="71"/>
                      <a:pt x="40" y="70"/>
                      <a:pt x="43" y="70"/>
                    </a:cubicBezTo>
                    <a:cubicBezTo>
                      <a:pt x="46" y="70"/>
                      <a:pt x="49" y="71"/>
                      <a:pt x="51" y="72"/>
                    </a:cubicBezTo>
                    <a:cubicBezTo>
                      <a:pt x="64" y="79"/>
                      <a:pt x="64" y="79"/>
                      <a:pt x="64" y="79"/>
                    </a:cubicBezTo>
                    <a:cubicBezTo>
                      <a:pt x="65" y="80"/>
                      <a:pt x="66" y="80"/>
                      <a:pt x="67" y="80"/>
                    </a:cubicBezTo>
                    <a:cubicBezTo>
                      <a:pt x="70" y="80"/>
                      <a:pt x="71" y="78"/>
                      <a:pt x="70" y="74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7" y="55"/>
                      <a:pt x="69" y="48"/>
                      <a:pt x="73" y="45"/>
                    </a:cubicBezTo>
                    <a:cubicBezTo>
                      <a:pt x="83" y="35"/>
                      <a:pt x="83" y="35"/>
                      <a:pt x="83" y="35"/>
                    </a:cubicBezTo>
                    <a:cubicBezTo>
                      <a:pt x="87" y="31"/>
                      <a:pt x="86" y="28"/>
                      <a:pt x="81" y="27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61" y="25"/>
                      <a:pt x="56" y="20"/>
                      <a:pt x="54" y="1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1"/>
                      <a:pt x="45" y="0"/>
                      <a:pt x="43" y="0"/>
                    </a:cubicBezTo>
                  </a:path>
                </a:pathLst>
              </a:custGeom>
              <a:solidFill>
                <a:srgbClr val="F9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36" name="Group 435"/>
            <p:cNvGrpSpPr/>
            <p:nvPr/>
          </p:nvGrpSpPr>
          <p:grpSpPr>
            <a:xfrm>
              <a:off x="2974519" y="2313347"/>
              <a:ext cx="2552945" cy="2606411"/>
              <a:chOff x="1066800" y="917575"/>
              <a:chExt cx="909638" cy="928688"/>
            </a:xfrm>
          </p:grpSpPr>
          <p:sp>
            <p:nvSpPr>
              <p:cNvPr id="437" name="Rectangle 6"/>
              <p:cNvSpPr>
                <a:spLocks noChangeArrowheads="1"/>
              </p:cNvSpPr>
              <p:nvPr/>
            </p:nvSpPr>
            <p:spPr bwMode="auto">
              <a:xfrm>
                <a:off x="1370013" y="995363"/>
                <a:ext cx="17463" cy="65088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8" name="Rectangle 7"/>
              <p:cNvSpPr>
                <a:spLocks noChangeArrowheads="1"/>
              </p:cNvSpPr>
              <p:nvPr/>
            </p:nvSpPr>
            <p:spPr bwMode="auto">
              <a:xfrm>
                <a:off x="1457325" y="935038"/>
                <a:ext cx="20638" cy="80963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9" name="Rectangle 8"/>
              <p:cNvSpPr>
                <a:spLocks noChangeArrowheads="1"/>
              </p:cNvSpPr>
              <p:nvPr/>
            </p:nvSpPr>
            <p:spPr bwMode="auto">
              <a:xfrm>
                <a:off x="1098550" y="1747838"/>
                <a:ext cx="846138" cy="60325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0" name="Rectangle 9"/>
              <p:cNvSpPr>
                <a:spLocks noChangeArrowheads="1"/>
              </p:cNvSpPr>
              <p:nvPr/>
            </p:nvSpPr>
            <p:spPr bwMode="auto">
              <a:xfrm>
                <a:off x="1082675" y="1766888"/>
                <a:ext cx="877888" cy="60325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1" name="Rectangle 10"/>
              <p:cNvSpPr>
                <a:spLocks noChangeArrowheads="1"/>
              </p:cNvSpPr>
              <p:nvPr/>
            </p:nvSpPr>
            <p:spPr bwMode="auto">
              <a:xfrm>
                <a:off x="1066800" y="1785938"/>
                <a:ext cx="909638" cy="60325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2" name="Freeform 11"/>
              <p:cNvSpPr>
                <a:spLocks/>
              </p:cNvSpPr>
              <p:nvPr/>
            </p:nvSpPr>
            <p:spPr bwMode="auto">
              <a:xfrm>
                <a:off x="1233488" y="920750"/>
                <a:ext cx="376238" cy="276225"/>
              </a:xfrm>
              <a:custGeom>
                <a:avLst/>
                <a:gdLst>
                  <a:gd name="T0" fmla="*/ 0 w 947"/>
                  <a:gd name="T1" fmla="*/ 692 h 692"/>
                  <a:gd name="T2" fmla="*/ 0 w 947"/>
                  <a:gd name="T3" fmla="*/ 481 h 692"/>
                  <a:gd name="T4" fmla="*/ 947 w 947"/>
                  <a:gd name="T5" fmla="*/ 0 h 692"/>
                  <a:gd name="T6" fmla="*/ 934 w 947"/>
                  <a:gd name="T7" fmla="*/ 264 h 692"/>
                  <a:gd name="T8" fmla="*/ 0 w 947"/>
                  <a:gd name="T9" fmla="*/ 692 h 6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7" h="692">
                    <a:moveTo>
                      <a:pt x="0" y="692"/>
                    </a:moveTo>
                    <a:lnTo>
                      <a:pt x="0" y="481"/>
                    </a:lnTo>
                    <a:lnTo>
                      <a:pt x="947" y="0"/>
                    </a:lnTo>
                    <a:lnTo>
                      <a:pt x="934" y="264"/>
                    </a:lnTo>
                    <a:lnTo>
                      <a:pt x="0" y="69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3" name="Freeform 12"/>
              <p:cNvSpPr>
                <a:spLocks/>
              </p:cNvSpPr>
              <p:nvPr/>
            </p:nvSpPr>
            <p:spPr bwMode="auto">
              <a:xfrm>
                <a:off x="1603375" y="917575"/>
                <a:ext cx="249238" cy="284163"/>
              </a:xfrm>
              <a:custGeom>
                <a:avLst/>
                <a:gdLst>
                  <a:gd name="T0" fmla="*/ 626 w 626"/>
                  <a:gd name="T1" fmla="*/ 718 h 718"/>
                  <a:gd name="T2" fmla="*/ 626 w 626"/>
                  <a:gd name="T3" fmla="*/ 506 h 718"/>
                  <a:gd name="T4" fmla="*/ 6 w 626"/>
                  <a:gd name="T5" fmla="*/ 0 h 718"/>
                  <a:gd name="T6" fmla="*/ 0 w 626"/>
                  <a:gd name="T7" fmla="*/ 274 h 718"/>
                  <a:gd name="T8" fmla="*/ 626 w 626"/>
                  <a:gd name="T9" fmla="*/ 718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6" h="718">
                    <a:moveTo>
                      <a:pt x="626" y="718"/>
                    </a:moveTo>
                    <a:lnTo>
                      <a:pt x="626" y="506"/>
                    </a:lnTo>
                    <a:lnTo>
                      <a:pt x="6" y="0"/>
                    </a:lnTo>
                    <a:lnTo>
                      <a:pt x="0" y="274"/>
                    </a:lnTo>
                    <a:lnTo>
                      <a:pt x="626" y="718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4" name="Freeform 13"/>
              <p:cNvSpPr>
                <a:spLocks/>
              </p:cNvSpPr>
              <p:nvPr/>
            </p:nvSpPr>
            <p:spPr bwMode="auto">
              <a:xfrm>
                <a:off x="1123950" y="977900"/>
                <a:ext cx="519113" cy="811213"/>
              </a:xfrm>
              <a:custGeom>
                <a:avLst/>
                <a:gdLst>
                  <a:gd name="T0" fmla="*/ 0 w 1304"/>
                  <a:gd name="T1" fmla="*/ 582 h 2044"/>
                  <a:gd name="T2" fmla="*/ 1304 w 1304"/>
                  <a:gd name="T3" fmla="*/ 0 h 2044"/>
                  <a:gd name="T4" fmla="*/ 1304 w 1304"/>
                  <a:gd name="T5" fmla="*/ 2044 h 2044"/>
                  <a:gd name="T6" fmla="*/ 0 w 1304"/>
                  <a:gd name="T7" fmla="*/ 2044 h 2044"/>
                  <a:gd name="T8" fmla="*/ 0 w 1304"/>
                  <a:gd name="T9" fmla="*/ 582 h 20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4" h="2044">
                    <a:moveTo>
                      <a:pt x="0" y="582"/>
                    </a:moveTo>
                    <a:lnTo>
                      <a:pt x="1304" y="0"/>
                    </a:lnTo>
                    <a:lnTo>
                      <a:pt x="1304" y="2044"/>
                    </a:lnTo>
                    <a:lnTo>
                      <a:pt x="0" y="2044"/>
                    </a:lnTo>
                    <a:lnTo>
                      <a:pt x="0" y="58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5" name="Freeform 14"/>
              <p:cNvSpPr>
                <a:spLocks/>
              </p:cNvSpPr>
              <p:nvPr/>
            </p:nvSpPr>
            <p:spPr bwMode="auto">
              <a:xfrm>
                <a:off x="1643063" y="977900"/>
                <a:ext cx="265113" cy="811213"/>
              </a:xfrm>
              <a:custGeom>
                <a:avLst/>
                <a:gdLst>
                  <a:gd name="T0" fmla="*/ 670 w 670"/>
                  <a:gd name="T1" fmla="*/ 582 h 2044"/>
                  <a:gd name="T2" fmla="*/ 509 w 670"/>
                  <a:gd name="T3" fmla="*/ 486 h 2044"/>
                  <a:gd name="T4" fmla="*/ 477 w 670"/>
                  <a:gd name="T5" fmla="*/ 378 h 2044"/>
                  <a:gd name="T6" fmla="*/ 0 w 670"/>
                  <a:gd name="T7" fmla="*/ 0 h 2044"/>
                  <a:gd name="T8" fmla="*/ 0 w 670"/>
                  <a:gd name="T9" fmla="*/ 2044 h 2044"/>
                  <a:gd name="T10" fmla="*/ 670 w 670"/>
                  <a:gd name="T11" fmla="*/ 2044 h 2044"/>
                  <a:gd name="T12" fmla="*/ 670 w 670"/>
                  <a:gd name="T13" fmla="*/ 582 h 20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70" h="2044">
                    <a:moveTo>
                      <a:pt x="670" y="582"/>
                    </a:moveTo>
                    <a:lnTo>
                      <a:pt x="509" y="486"/>
                    </a:lnTo>
                    <a:lnTo>
                      <a:pt x="477" y="378"/>
                    </a:lnTo>
                    <a:lnTo>
                      <a:pt x="0" y="0"/>
                    </a:lnTo>
                    <a:lnTo>
                      <a:pt x="0" y="2044"/>
                    </a:lnTo>
                    <a:lnTo>
                      <a:pt x="670" y="2044"/>
                    </a:lnTo>
                    <a:lnTo>
                      <a:pt x="670" y="58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46" name="Freeform 15"/>
              <p:cNvSpPr>
                <a:spLocks noEditPoints="1"/>
              </p:cNvSpPr>
              <p:nvPr/>
            </p:nvSpPr>
            <p:spPr bwMode="auto">
              <a:xfrm>
                <a:off x="1157288" y="1073150"/>
                <a:ext cx="433388" cy="677863"/>
              </a:xfrm>
              <a:custGeom>
                <a:avLst/>
                <a:gdLst>
                  <a:gd name="T0" fmla="*/ 0 w 1089"/>
                  <a:gd name="T1" fmla="*/ 1589 h 1709"/>
                  <a:gd name="T2" fmla="*/ 238 w 1089"/>
                  <a:gd name="T3" fmla="*/ 1573 h 1709"/>
                  <a:gd name="T4" fmla="*/ 238 w 1089"/>
                  <a:gd name="T5" fmla="*/ 1697 h 1709"/>
                  <a:gd name="T6" fmla="*/ 0 w 1089"/>
                  <a:gd name="T7" fmla="*/ 1709 h 1709"/>
                  <a:gd name="T8" fmla="*/ 0 w 1089"/>
                  <a:gd name="T9" fmla="*/ 1589 h 1709"/>
                  <a:gd name="T10" fmla="*/ 296 w 1089"/>
                  <a:gd name="T11" fmla="*/ 1568 h 1709"/>
                  <a:gd name="T12" fmla="*/ 626 w 1089"/>
                  <a:gd name="T13" fmla="*/ 1546 h 1709"/>
                  <a:gd name="T14" fmla="*/ 626 w 1089"/>
                  <a:gd name="T15" fmla="*/ 1678 h 1709"/>
                  <a:gd name="T16" fmla="*/ 296 w 1089"/>
                  <a:gd name="T17" fmla="*/ 1694 h 1709"/>
                  <a:gd name="T18" fmla="*/ 296 w 1089"/>
                  <a:gd name="T19" fmla="*/ 1568 h 1709"/>
                  <a:gd name="T20" fmla="*/ 684 w 1089"/>
                  <a:gd name="T21" fmla="*/ 1542 h 1709"/>
                  <a:gd name="T22" fmla="*/ 1089 w 1089"/>
                  <a:gd name="T23" fmla="*/ 1515 h 1709"/>
                  <a:gd name="T24" fmla="*/ 1089 w 1089"/>
                  <a:gd name="T25" fmla="*/ 1655 h 1709"/>
                  <a:gd name="T26" fmla="*/ 684 w 1089"/>
                  <a:gd name="T27" fmla="*/ 1675 h 1709"/>
                  <a:gd name="T28" fmla="*/ 684 w 1089"/>
                  <a:gd name="T29" fmla="*/ 1542 h 1709"/>
                  <a:gd name="T30" fmla="*/ 0 w 1089"/>
                  <a:gd name="T31" fmla="*/ 441 h 1709"/>
                  <a:gd name="T32" fmla="*/ 1089 w 1089"/>
                  <a:gd name="T33" fmla="*/ 0 h 1709"/>
                  <a:gd name="T34" fmla="*/ 1089 w 1089"/>
                  <a:gd name="T35" fmla="*/ 142 h 1709"/>
                  <a:gd name="T36" fmla="*/ 0 w 1089"/>
                  <a:gd name="T37" fmla="*/ 583 h 1709"/>
                  <a:gd name="T38" fmla="*/ 0 w 1089"/>
                  <a:gd name="T39" fmla="*/ 441 h 1709"/>
                  <a:gd name="T40" fmla="*/ 0 w 1089"/>
                  <a:gd name="T41" fmla="*/ 748 h 1709"/>
                  <a:gd name="T42" fmla="*/ 1089 w 1089"/>
                  <a:gd name="T43" fmla="*/ 394 h 1709"/>
                  <a:gd name="T44" fmla="*/ 1089 w 1089"/>
                  <a:gd name="T45" fmla="*/ 535 h 1709"/>
                  <a:gd name="T46" fmla="*/ 0 w 1089"/>
                  <a:gd name="T47" fmla="*/ 889 h 1709"/>
                  <a:gd name="T48" fmla="*/ 0 w 1089"/>
                  <a:gd name="T49" fmla="*/ 748 h 1709"/>
                  <a:gd name="T50" fmla="*/ 0 w 1089"/>
                  <a:gd name="T51" fmla="*/ 1036 h 1709"/>
                  <a:gd name="T52" fmla="*/ 1089 w 1089"/>
                  <a:gd name="T53" fmla="*/ 771 h 1709"/>
                  <a:gd name="T54" fmla="*/ 1089 w 1089"/>
                  <a:gd name="T55" fmla="*/ 911 h 1709"/>
                  <a:gd name="T56" fmla="*/ 0 w 1089"/>
                  <a:gd name="T57" fmla="*/ 1178 h 1709"/>
                  <a:gd name="T58" fmla="*/ 0 w 1089"/>
                  <a:gd name="T59" fmla="*/ 1036 h 1709"/>
                  <a:gd name="T60" fmla="*/ 0 w 1089"/>
                  <a:gd name="T61" fmla="*/ 1317 h 1709"/>
                  <a:gd name="T62" fmla="*/ 1089 w 1089"/>
                  <a:gd name="T63" fmla="*/ 1147 h 1709"/>
                  <a:gd name="T64" fmla="*/ 1089 w 1089"/>
                  <a:gd name="T65" fmla="*/ 1288 h 1709"/>
                  <a:gd name="T66" fmla="*/ 0 w 1089"/>
                  <a:gd name="T67" fmla="*/ 1457 h 1709"/>
                  <a:gd name="T68" fmla="*/ 0 w 1089"/>
                  <a:gd name="T69" fmla="*/ 1317 h 1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89" h="1709">
                    <a:moveTo>
                      <a:pt x="0" y="1589"/>
                    </a:moveTo>
                    <a:lnTo>
                      <a:pt x="238" y="1573"/>
                    </a:lnTo>
                    <a:lnTo>
                      <a:pt x="238" y="1697"/>
                    </a:lnTo>
                    <a:lnTo>
                      <a:pt x="0" y="1709"/>
                    </a:lnTo>
                    <a:lnTo>
                      <a:pt x="0" y="1589"/>
                    </a:lnTo>
                    <a:close/>
                    <a:moveTo>
                      <a:pt x="296" y="1568"/>
                    </a:moveTo>
                    <a:lnTo>
                      <a:pt x="626" y="1546"/>
                    </a:lnTo>
                    <a:lnTo>
                      <a:pt x="626" y="1678"/>
                    </a:lnTo>
                    <a:lnTo>
                      <a:pt x="296" y="1694"/>
                    </a:lnTo>
                    <a:lnTo>
                      <a:pt x="296" y="1568"/>
                    </a:lnTo>
                    <a:close/>
                    <a:moveTo>
                      <a:pt x="684" y="1542"/>
                    </a:moveTo>
                    <a:lnTo>
                      <a:pt x="1089" y="1515"/>
                    </a:lnTo>
                    <a:lnTo>
                      <a:pt x="1089" y="1655"/>
                    </a:lnTo>
                    <a:lnTo>
                      <a:pt x="684" y="1675"/>
                    </a:lnTo>
                    <a:lnTo>
                      <a:pt x="684" y="1542"/>
                    </a:lnTo>
                    <a:close/>
                    <a:moveTo>
                      <a:pt x="0" y="441"/>
                    </a:moveTo>
                    <a:lnTo>
                      <a:pt x="1089" y="0"/>
                    </a:lnTo>
                    <a:lnTo>
                      <a:pt x="1089" y="142"/>
                    </a:lnTo>
                    <a:lnTo>
                      <a:pt x="0" y="583"/>
                    </a:lnTo>
                    <a:lnTo>
                      <a:pt x="0" y="441"/>
                    </a:lnTo>
                    <a:close/>
                    <a:moveTo>
                      <a:pt x="0" y="748"/>
                    </a:moveTo>
                    <a:lnTo>
                      <a:pt x="1089" y="394"/>
                    </a:lnTo>
                    <a:lnTo>
                      <a:pt x="1089" y="535"/>
                    </a:lnTo>
                    <a:lnTo>
                      <a:pt x="0" y="889"/>
                    </a:lnTo>
                    <a:lnTo>
                      <a:pt x="0" y="748"/>
                    </a:lnTo>
                    <a:close/>
                    <a:moveTo>
                      <a:pt x="0" y="1036"/>
                    </a:moveTo>
                    <a:lnTo>
                      <a:pt x="1089" y="771"/>
                    </a:lnTo>
                    <a:lnTo>
                      <a:pt x="1089" y="911"/>
                    </a:lnTo>
                    <a:lnTo>
                      <a:pt x="0" y="1178"/>
                    </a:lnTo>
                    <a:lnTo>
                      <a:pt x="0" y="1036"/>
                    </a:lnTo>
                    <a:close/>
                    <a:moveTo>
                      <a:pt x="0" y="1317"/>
                    </a:moveTo>
                    <a:lnTo>
                      <a:pt x="1089" y="1147"/>
                    </a:lnTo>
                    <a:lnTo>
                      <a:pt x="1089" y="1288"/>
                    </a:lnTo>
                    <a:lnTo>
                      <a:pt x="0" y="1457"/>
                    </a:lnTo>
                    <a:lnTo>
                      <a:pt x="0" y="1317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44</a:t>
            </a:fld>
            <a:endParaRPr lang="en-US"/>
          </a:p>
        </p:txBody>
      </p:sp>
      <p:sp>
        <p:nvSpPr>
          <p:cNvPr id="142" name="Rectangle 141"/>
          <p:cNvSpPr/>
          <p:nvPr>
            <p:custDataLst>
              <p:tags r:id="rId1"/>
            </p:custDataLst>
          </p:nvPr>
        </p:nvSpPr>
        <p:spPr>
          <a:xfrm>
            <a:off x="1969641" y="544343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Cost </a:t>
            </a:r>
            <a:r>
              <a:rPr lang="en-US" sz="3600" b="1" spc="-150" dirty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of </a:t>
            </a:r>
            <a:r>
              <a:rPr lang="en-US" sz="36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Doors and Windows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4" name="Picture 143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  <p:sp>
        <p:nvSpPr>
          <p:cNvPr id="140" name="Text Placeholder 3"/>
          <p:cNvSpPr txBox="1">
            <a:spLocks/>
          </p:cNvSpPr>
          <p:nvPr/>
        </p:nvSpPr>
        <p:spPr>
          <a:xfrm>
            <a:off x="700335" y="3593745"/>
            <a:ext cx="3194427" cy="1015663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6600" kern="0">
                <a:solidFill>
                  <a:schemeClr val="tx1">
                    <a:lumMod val="75000"/>
                    <a:lumOff val="25000"/>
                  </a:schemeClr>
                </a:solidFill>
                <a:latin typeface="Dense" panose="02000000000000000000" pitchFamily="50" charset="0"/>
                <a:ea typeface="Open Sans" panose="020B0606030504020204" pitchFamily="34" charset="0"/>
                <a:cs typeface="Lato Light" panose="020F0402020204030203" pitchFamily="34" charset="0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9pPr>
          </a:lstStyle>
          <a:p>
            <a:pPr algn="l"/>
            <a:r>
              <a:rPr lang="en-US" sz="4400" b="1" spc="-150" dirty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5,09,200 </a:t>
            </a:r>
            <a:r>
              <a:rPr lang="en-US" sz="32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PKR</a:t>
            </a:r>
            <a:endParaRPr lang="en-US" sz="3200" b="1" dirty="0">
              <a:solidFill>
                <a:schemeClr val="bg1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1" name="Title 1"/>
          <p:cNvSpPr txBox="1">
            <a:spLocks/>
          </p:cNvSpPr>
          <p:nvPr/>
        </p:nvSpPr>
        <p:spPr>
          <a:xfrm>
            <a:off x="700335" y="3386972"/>
            <a:ext cx="1140345" cy="413547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itchFamily="-109" charset="0"/>
                <a:sym typeface="Calibri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pPr algn="l"/>
            <a:r>
              <a:rPr lang="en-US" sz="2800" dirty="0" smtClean="0">
                <a:solidFill>
                  <a:schemeClr val="bg1"/>
                </a:solidFill>
                <a:latin typeface="Montserrat SemiBold" panose="000007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Total Cost</a:t>
            </a:r>
            <a:endParaRPr lang="en-US" sz="2800" dirty="0">
              <a:solidFill>
                <a:schemeClr val="bg1"/>
              </a:solidFill>
              <a:latin typeface="Montserrat SemiBold" panose="000007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38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ny-engineers.com/hubfs/brickmasonry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30491" y="0"/>
            <a:ext cx="1527393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Isosceles Triangle 83"/>
          <p:cNvSpPr/>
          <p:nvPr/>
        </p:nvSpPr>
        <p:spPr>
          <a:xfrm rot="5400000" flipH="1">
            <a:off x="4102579" y="-1382277"/>
            <a:ext cx="1216948" cy="9422103"/>
          </a:xfrm>
          <a:custGeom>
            <a:avLst/>
            <a:gdLst/>
            <a:ahLst/>
            <a:cxnLst/>
            <a:rect l="l" t="t" r="r" b="b"/>
            <a:pathLst>
              <a:path w="914401" h="7066578">
                <a:moveTo>
                  <a:pt x="914401" y="266705"/>
                </a:moveTo>
                <a:lnTo>
                  <a:pt x="914401" y="1751636"/>
                </a:lnTo>
                <a:lnTo>
                  <a:pt x="914401" y="5581647"/>
                </a:lnTo>
                <a:lnTo>
                  <a:pt x="914401" y="7066578"/>
                </a:lnTo>
                <a:lnTo>
                  <a:pt x="0" y="7066578"/>
                </a:lnTo>
                <a:lnTo>
                  <a:pt x="0" y="5581647"/>
                </a:lnTo>
                <a:lnTo>
                  <a:pt x="0" y="1484931"/>
                </a:lnTo>
                <a:lnTo>
                  <a:pt x="0" y="0"/>
                </a:lnTo>
                <a:lnTo>
                  <a:pt x="2" y="0"/>
                </a:lnTo>
                <a:lnTo>
                  <a:pt x="2" y="640556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84"/>
          <p:cNvSpPr/>
          <p:nvPr/>
        </p:nvSpPr>
        <p:spPr>
          <a:xfrm>
            <a:off x="1594927" y="-71021"/>
            <a:ext cx="10119741" cy="6858000"/>
          </a:xfrm>
          <a:custGeom>
            <a:avLst/>
            <a:gdLst/>
            <a:ahLst/>
            <a:cxnLst/>
            <a:rect l="l" t="t" r="r" b="b"/>
            <a:pathLst>
              <a:path w="7589806" h="5153025">
                <a:moveTo>
                  <a:pt x="0" y="0"/>
                </a:moveTo>
                <a:lnTo>
                  <a:pt x="5445248" y="6791"/>
                </a:lnTo>
                <a:lnTo>
                  <a:pt x="7589806" y="5153025"/>
                </a:lnTo>
                <a:lnTo>
                  <a:pt x="2117881" y="5153025"/>
                </a:lnTo>
                <a:close/>
              </a:path>
            </a:pathLst>
          </a:custGeom>
          <a:solidFill>
            <a:schemeClr val="accent1">
              <a:alpha val="7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83"/>
          <p:cNvSpPr/>
          <p:nvPr/>
        </p:nvSpPr>
        <p:spPr>
          <a:xfrm rot="16200000">
            <a:off x="6872474" y="-1382277"/>
            <a:ext cx="1216948" cy="9422103"/>
          </a:xfrm>
          <a:custGeom>
            <a:avLst/>
            <a:gdLst/>
            <a:ahLst/>
            <a:cxnLst/>
            <a:rect l="l" t="t" r="r" b="b"/>
            <a:pathLst>
              <a:path w="914401" h="7066578">
                <a:moveTo>
                  <a:pt x="914401" y="266705"/>
                </a:moveTo>
                <a:lnTo>
                  <a:pt x="914401" y="1751636"/>
                </a:lnTo>
                <a:lnTo>
                  <a:pt x="914401" y="5581647"/>
                </a:lnTo>
                <a:lnTo>
                  <a:pt x="914401" y="7066578"/>
                </a:lnTo>
                <a:lnTo>
                  <a:pt x="0" y="7066578"/>
                </a:lnTo>
                <a:lnTo>
                  <a:pt x="0" y="5581647"/>
                </a:lnTo>
                <a:lnTo>
                  <a:pt x="0" y="1484931"/>
                </a:lnTo>
                <a:lnTo>
                  <a:pt x="0" y="0"/>
                </a:lnTo>
                <a:lnTo>
                  <a:pt x="2" y="0"/>
                </a:lnTo>
                <a:lnTo>
                  <a:pt x="2" y="6405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156285" y="2964612"/>
            <a:ext cx="5754554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Open Sans" panose="020B0606030504020204" pitchFamily="34" charset="0"/>
                <a:cs typeface="Lato" panose="020F0502020204030203" pitchFamily="34" charset="0"/>
              </a:rPr>
              <a:t>D.P.C </a:t>
            </a:r>
            <a:r>
              <a:rPr lang="en-US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Open Sans" panose="020B0606030504020204" pitchFamily="34" charset="0"/>
                <a:cs typeface="Lato" panose="020F0502020204030203" pitchFamily="34" charset="0"/>
              </a:rPr>
              <a:t>Estimate</a:t>
            </a:r>
            <a:endParaRPr 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ea typeface="Open Sans" panose="020B0606030504020204" pitchFamily="34" charset="0"/>
              <a:cs typeface="Lato" panose="020F0502020204030203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45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2" y="301234"/>
            <a:ext cx="834528" cy="63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805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2041568" y="1822056"/>
            <a:ext cx="4634888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84C225"/>
              </a:buClr>
              <a:defRPr/>
            </a:pPr>
            <a:r>
              <a:rPr lang="en-US" sz="2000" b="1" noProof="1" smtClean="0">
                <a:solidFill>
                  <a:srgbClr val="8DCE02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Estimate for D.P.C:</a:t>
            </a:r>
          </a:p>
          <a:p>
            <a:pPr marL="285750" indent="-285750">
              <a:lnSpc>
                <a:spcPct val="150000"/>
              </a:lnSpc>
              <a:buClr>
                <a:srgbClr val="84C225"/>
              </a:buClr>
              <a:buFont typeface="Arial" panose="020B0604020202020204" pitchFamily="34" charset="0"/>
              <a:buChar char="•"/>
              <a:defRPr/>
            </a:pP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Area </a:t>
            </a:r>
            <a:r>
              <a:rPr lang="en-US" noProof="1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= </a:t>
            </a:r>
            <a:r>
              <a:rPr lang="en-US" noProof="1" smtClean="0">
                <a:solidFill>
                  <a:schemeClr val="bg1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Lato Light" panose="020F0402020204030203" pitchFamily="34" charset="0"/>
              </a:rPr>
              <a:t>11.83 sq ft</a:t>
            </a:r>
            <a:endParaRPr lang="en-US" noProof="1">
              <a:solidFill>
                <a:schemeClr val="bg1"/>
              </a:solidFill>
              <a:latin typeface="Montserrat" panose="00000500000000000000" pitchFamily="2" charset="0"/>
              <a:ea typeface="Roboto Light" panose="02000000000000000000" pitchFamily="2" charset="0"/>
              <a:cs typeface="Lato Light" panose="020F0402020204030203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46</a:t>
            </a:fld>
            <a:endParaRPr lang="en-US"/>
          </a:p>
        </p:txBody>
      </p:sp>
      <p:sp>
        <p:nvSpPr>
          <p:cNvPr id="24" name="Rectangle 23"/>
          <p:cNvSpPr/>
          <p:nvPr>
            <p:custDataLst>
              <p:tags r:id="rId1"/>
            </p:custDataLst>
          </p:nvPr>
        </p:nvSpPr>
        <p:spPr>
          <a:xfrm>
            <a:off x="1976011" y="549299"/>
            <a:ext cx="5371276" cy="5944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Source Sans Pro" panose="020B0503030403020204" pitchFamily="34" charset="0"/>
                <a:cs typeface="Lato" panose="020F0502020204030203" pitchFamily="34" charset="0"/>
              </a:rPr>
              <a:t>D.P.C</a:t>
            </a:r>
            <a:endParaRPr lang="en-US" sz="3600" b="1" spc="-150" dirty="0">
              <a:solidFill>
                <a:schemeClr val="bg1"/>
              </a:solidFill>
              <a:latin typeface="Montserrat" panose="00000500000000000000" pitchFamily="2" charset="0"/>
              <a:ea typeface="Source Sans Pro" panose="020B0503030403020204" pitchFamily="34" charset="0"/>
              <a:cs typeface="Lato" panose="020F0502020204030203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33165" y="408373"/>
            <a:ext cx="1216241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81" y="549299"/>
            <a:ext cx="834528" cy="632548"/>
          </a:xfrm>
          <a:prstGeom prst="rect">
            <a:avLst/>
          </a:prstGeom>
        </p:spPr>
      </p:pic>
      <p:sp>
        <p:nvSpPr>
          <p:cNvPr id="12" name="Text Placeholder 3"/>
          <p:cNvSpPr txBox="1">
            <a:spLocks/>
          </p:cNvSpPr>
          <p:nvPr/>
        </p:nvSpPr>
        <p:spPr>
          <a:xfrm>
            <a:off x="2041568" y="4300841"/>
            <a:ext cx="3194427" cy="1015663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6600" kern="0">
                <a:solidFill>
                  <a:schemeClr val="tx1">
                    <a:lumMod val="75000"/>
                    <a:lumOff val="25000"/>
                  </a:schemeClr>
                </a:solidFill>
                <a:latin typeface="Dense" panose="02000000000000000000" pitchFamily="50" charset="0"/>
                <a:ea typeface="Open Sans" panose="020B0606030504020204" pitchFamily="34" charset="0"/>
                <a:cs typeface="Lato Light" panose="020F0402020204030203" pitchFamily="34" charset="0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charset="0"/>
                <a:ea typeface="ヒラギノ角ゴ ProN W3" charset="0"/>
                <a:cs typeface="ヒラギノ角ゴ ProN W3" charset="0"/>
              </a:defRPr>
            </a:lvl9pPr>
          </a:lstStyle>
          <a:p>
            <a:pPr algn="l"/>
            <a:r>
              <a:rPr lang="en-US" sz="44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60,462 </a:t>
            </a:r>
            <a:r>
              <a:rPr lang="en-US" sz="3200" b="1" spc="-150" dirty="0" smtClean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PKR</a:t>
            </a:r>
            <a:endParaRPr lang="en-US" sz="3200" b="1" dirty="0">
              <a:solidFill>
                <a:schemeClr val="bg1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2041568" y="4094068"/>
            <a:ext cx="1140345" cy="413547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itchFamily="-109" charset="0"/>
                <a:sym typeface="Calibri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pPr algn="l"/>
            <a:r>
              <a:rPr lang="en-US" sz="2800" dirty="0" smtClean="0">
                <a:solidFill>
                  <a:schemeClr val="bg1"/>
                </a:solidFill>
                <a:latin typeface="Montserrat SemiBold" panose="000007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Total Cost</a:t>
            </a:r>
            <a:endParaRPr lang="en-US" sz="2800" dirty="0">
              <a:solidFill>
                <a:schemeClr val="bg1"/>
              </a:solidFill>
              <a:latin typeface="Montserrat SemiBold" panose="000007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3" r="4663"/>
          <a:stretch>
            <a:fillRect/>
          </a:stretch>
        </p:blipFill>
        <p:spPr>
          <a:xfrm>
            <a:off x="7731889" y="0"/>
            <a:ext cx="4266494" cy="6268720"/>
          </a:xfrm>
        </p:spPr>
      </p:pic>
    </p:spTree>
    <p:extLst>
      <p:ext uri="{BB962C8B-B14F-4D97-AF65-F5344CB8AC3E}">
        <p14:creationId xmlns:p14="http://schemas.microsoft.com/office/powerpoint/2010/main" val="2769311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9" b="1049"/>
          <a:stretch>
            <a:fillRect/>
          </a:stretch>
        </p:blipFill>
        <p:spPr/>
      </p:pic>
      <p:sp>
        <p:nvSpPr>
          <p:cNvPr id="36" name="Rectangle 35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tx1">
              <a:lumMod val="95000"/>
              <a:lumOff val="5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0" dirty="0">
              <a:solidFill>
                <a:srgbClr val="8DCE02"/>
              </a:solidFill>
              <a:latin typeface="Playfair Display" panose="00000500000000000000" pitchFamily="2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47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755653" y="111255"/>
            <a:ext cx="53710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Summary Of Estimation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2" y="301234"/>
            <a:ext cx="834528" cy="63254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554983"/>
              </p:ext>
            </p:extLst>
          </p:nvPr>
        </p:nvGraphicFramePr>
        <p:xfrm>
          <a:off x="1573303" y="807285"/>
          <a:ext cx="9564149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7315">
                  <a:extLst>
                    <a:ext uri="{9D8B030D-6E8A-4147-A177-3AD203B41FA5}">
                      <a16:colId xmlns:a16="http://schemas.microsoft.com/office/drawing/2014/main" val="667294314"/>
                    </a:ext>
                  </a:extLst>
                </a:gridCol>
                <a:gridCol w="2655797">
                  <a:extLst>
                    <a:ext uri="{9D8B030D-6E8A-4147-A177-3AD203B41FA5}">
                      <a16:colId xmlns:a16="http://schemas.microsoft.com/office/drawing/2014/main" val="2695959532"/>
                    </a:ext>
                  </a:extLst>
                </a:gridCol>
                <a:gridCol w="1304144">
                  <a:extLst>
                    <a:ext uri="{9D8B030D-6E8A-4147-A177-3AD203B41FA5}">
                      <a16:colId xmlns:a16="http://schemas.microsoft.com/office/drawing/2014/main" val="278844157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386726878"/>
                    </a:ext>
                  </a:extLst>
                </a:gridCol>
                <a:gridCol w="1439056">
                  <a:extLst>
                    <a:ext uri="{9D8B030D-6E8A-4147-A177-3AD203B41FA5}">
                      <a16:colId xmlns:a16="http://schemas.microsoft.com/office/drawing/2014/main" val="344345984"/>
                    </a:ext>
                  </a:extLst>
                </a:gridCol>
                <a:gridCol w="1017130">
                  <a:extLst>
                    <a:ext uri="{9D8B030D-6E8A-4147-A177-3AD203B41FA5}">
                      <a16:colId xmlns:a16="http://schemas.microsoft.com/office/drawing/2014/main" val="2238189432"/>
                    </a:ext>
                  </a:extLst>
                </a:gridCol>
                <a:gridCol w="1366307">
                  <a:extLst>
                    <a:ext uri="{9D8B030D-6E8A-4147-A177-3AD203B41FA5}">
                      <a16:colId xmlns:a16="http://schemas.microsoft.com/office/drawing/2014/main" val="123143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Sr</a:t>
                      </a:r>
                      <a:r>
                        <a:rPr lang="en-US" dirty="0" smtClean="0"/>
                        <a:t> No.</a:t>
                      </a: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Name Of Item</a:t>
                      </a: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Quantity</a:t>
                      </a: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Unit</a:t>
                      </a: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Rate</a:t>
                      </a: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Per</a:t>
                      </a: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Amount In Rupees</a:t>
                      </a: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28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solidFill>
                            <a:schemeClr val="bg1"/>
                          </a:solidFill>
                        </a:rPr>
                        <a:t>Excavation</a:t>
                      </a:r>
                    </a:p>
                  </a:txBody>
                  <a:tcPr anchor="ctr"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935.516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Cft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7,623.55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1000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cft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7,128.02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1486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Concrete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915.34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Cft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22,977.75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100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cft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2,10,324.54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198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Pacca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Brick Work In Foundation And Plinth in:</a:t>
                      </a:r>
                      <a:r>
                        <a:rPr 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en-US" sz="1050" baseline="0" dirty="0" smtClean="0">
                          <a:solidFill>
                            <a:schemeClr val="bg1"/>
                          </a:solidFill>
                        </a:rPr>
                        <a:t>(Cement, Sand mortar (1:4))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1065.228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Cft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27,027.5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100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cft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2,87,904.5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326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Pain Exterior Coat 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1520.21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Sq</a:t>
                      </a:r>
                      <a:r>
                        <a:rPr 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aseline="0" dirty="0" err="1" smtClean="0">
                          <a:solidFill>
                            <a:schemeClr val="bg1"/>
                          </a:solidFill>
                        </a:rPr>
                        <a:t>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960.85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100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cft</a:t>
                      </a:r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14,606.94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941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Pain Exterior Coat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1520.21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Sq</a:t>
                      </a:r>
                      <a:r>
                        <a:rPr 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aseline="0" dirty="0" err="1" smtClean="0">
                          <a:solidFill>
                            <a:schemeClr val="bg1"/>
                          </a:solidFill>
                        </a:rPr>
                        <a:t>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1,957.4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100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cft</a:t>
                      </a:r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29,756.6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226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Pacca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Brick Work In Ground Floor:</a:t>
                      </a:r>
                      <a:endParaRPr lang="en-US" baseline="0" dirty="0" smtClean="0">
                        <a:solidFill>
                          <a:schemeClr val="bg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aseline="0" dirty="0" smtClean="0">
                          <a:solidFill>
                            <a:schemeClr val="bg1"/>
                          </a:solidFill>
                        </a:rPr>
                        <a:t>(Cement, Sand mortar (1:4))</a:t>
                      </a:r>
                      <a:endParaRPr lang="en-US" sz="105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1402.532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Cft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23,707.6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100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cft</a:t>
                      </a:r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3,32,506.7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03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Pain Interior Coat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3249.21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Sq</a:t>
                      </a:r>
                      <a:r>
                        <a:rPr 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aseline="0" dirty="0" err="1" smtClean="0">
                          <a:solidFill>
                            <a:schemeClr val="bg1"/>
                          </a:solidFill>
                        </a:rPr>
                        <a:t>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446.15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100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cft</a:t>
                      </a:r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1,990.5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680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Pain Interior Coat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3249.21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Sq</a:t>
                      </a:r>
                      <a:r>
                        <a:rPr 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aseline="0" dirty="0" err="1" smtClean="0">
                          <a:solidFill>
                            <a:schemeClr val="bg1"/>
                          </a:solidFill>
                        </a:rPr>
                        <a:t>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865.5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100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cft</a:t>
                      </a:r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28,121.9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414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Wood Work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119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Sq</a:t>
                      </a:r>
                      <a:r>
                        <a:rPr 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aseline="0" dirty="0" err="1" smtClean="0">
                          <a:solidFill>
                            <a:schemeClr val="bg1"/>
                          </a:solidFill>
                        </a:rPr>
                        <a:t>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3,774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Sq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ft</a:t>
                      </a:r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4,49,106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87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Glasswork + Aluminum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115.83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Sq</a:t>
                      </a:r>
                      <a:r>
                        <a:rPr 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aseline="0" dirty="0" err="1" smtClean="0">
                          <a:solidFill>
                            <a:schemeClr val="bg1"/>
                          </a:solidFill>
                        </a:rPr>
                        <a:t>ft</a:t>
                      </a:r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477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Sq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55,250.9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34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Plaster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4356.69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Sq</a:t>
                      </a:r>
                      <a:r>
                        <a:rPr 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aseline="0" dirty="0" err="1" smtClean="0">
                          <a:solidFill>
                            <a:schemeClr val="bg1"/>
                          </a:solidFill>
                        </a:rPr>
                        <a:t>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solidFill>
                            <a:schemeClr val="bg1"/>
                          </a:solidFill>
                        </a:rPr>
                        <a:t>21,53.8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100 </a:t>
                      </a:r>
                      <a:r>
                        <a:rPr lang="en-US" err="1" smtClean="0">
                          <a:solidFill>
                            <a:schemeClr val="bg1"/>
                          </a:solidFill>
                        </a:rPr>
                        <a:t>Sq</a:t>
                      </a:r>
                      <a:r>
                        <a:rPr lang="en-US" smtClean="0">
                          <a:solidFill>
                            <a:schemeClr val="bg1"/>
                          </a:solidFill>
                        </a:rPr>
                        <a:t> 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93,834.4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098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9685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9" b="1049"/>
          <a:stretch>
            <a:fillRect/>
          </a:stretch>
        </p:blipFill>
        <p:spPr/>
      </p:pic>
      <p:sp>
        <p:nvSpPr>
          <p:cNvPr id="36" name="Rectangle 35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tx1">
              <a:lumMod val="95000"/>
              <a:lumOff val="5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0" dirty="0">
              <a:solidFill>
                <a:srgbClr val="8DCE02"/>
              </a:solidFill>
              <a:latin typeface="Playfair Display" panose="00000500000000000000" pitchFamily="2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48</a:t>
            </a:fld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2" y="301234"/>
            <a:ext cx="834528" cy="63254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248383"/>
              </p:ext>
            </p:extLst>
          </p:nvPr>
        </p:nvGraphicFramePr>
        <p:xfrm>
          <a:off x="1380226" y="751549"/>
          <a:ext cx="9909207" cy="5514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3631">
                  <a:extLst>
                    <a:ext uri="{9D8B030D-6E8A-4147-A177-3AD203B41FA5}">
                      <a16:colId xmlns:a16="http://schemas.microsoft.com/office/drawing/2014/main" val="667294314"/>
                    </a:ext>
                  </a:extLst>
                </a:gridCol>
                <a:gridCol w="3286664">
                  <a:extLst>
                    <a:ext uri="{9D8B030D-6E8A-4147-A177-3AD203B41FA5}">
                      <a16:colId xmlns:a16="http://schemas.microsoft.com/office/drawing/2014/main" val="2695959532"/>
                    </a:ext>
                  </a:extLst>
                </a:gridCol>
                <a:gridCol w="1173192">
                  <a:extLst>
                    <a:ext uri="{9D8B030D-6E8A-4147-A177-3AD203B41FA5}">
                      <a16:colId xmlns:a16="http://schemas.microsoft.com/office/drawing/2014/main" val="2788441576"/>
                    </a:ext>
                  </a:extLst>
                </a:gridCol>
                <a:gridCol w="695318">
                  <a:extLst>
                    <a:ext uri="{9D8B030D-6E8A-4147-A177-3AD203B41FA5}">
                      <a16:colId xmlns:a16="http://schemas.microsoft.com/office/drawing/2014/main" val="1386726878"/>
                    </a:ext>
                  </a:extLst>
                </a:gridCol>
                <a:gridCol w="1490975">
                  <a:extLst>
                    <a:ext uri="{9D8B030D-6E8A-4147-A177-3AD203B41FA5}">
                      <a16:colId xmlns:a16="http://schemas.microsoft.com/office/drawing/2014/main" val="344345984"/>
                    </a:ext>
                  </a:extLst>
                </a:gridCol>
                <a:gridCol w="1053826">
                  <a:extLst>
                    <a:ext uri="{9D8B030D-6E8A-4147-A177-3AD203B41FA5}">
                      <a16:colId xmlns:a16="http://schemas.microsoft.com/office/drawing/2014/main" val="2238189432"/>
                    </a:ext>
                  </a:extLst>
                </a:gridCol>
                <a:gridCol w="1415601">
                  <a:extLst>
                    <a:ext uri="{9D8B030D-6E8A-4147-A177-3AD203B41FA5}">
                      <a16:colId xmlns:a16="http://schemas.microsoft.com/office/drawing/2014/main" val="123143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Sr</a:t>
                      </a:r>
                      <a:r>
                        <a:rPr lang="en-US" dirty="0" smtClean="0"/>
                        <a:t> No.</a:t>
                      </a: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Name Of Item</a:t>
                      </a: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Quantity</a:t>
                      </a: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Unit</a:t>
                      </a: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Rate</a:t>
                      </a: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Per</a:t>
                      </a: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Amount In Rupees</a:t>
                      </a: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28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Steel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4828.1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Lb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8090.45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Cwt = 112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lb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3,00,907.67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1486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Marble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903.072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9226.45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100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sq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83,321.4865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198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Tiles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283.2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Sq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4971.35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100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sq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14,078.86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326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D.P.C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11.83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Sq</a:t>
                      </a:r>
                      <a:r>
                        <a:rPr 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aseline="0" dirty="0" err="1" smtClean="0">
                          <a:solidFill>
                            <a:schemeClr val="bg1"/>
                          </a:solidFill>
                        </a:rPr>
                        <a:t>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5112.35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Sq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ft</a:t>
                      </a:r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60,462.059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941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Backfilling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149.712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Cft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7623.55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1000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cft</a:t>
                      </a:r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1,141.34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226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Skirting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78.56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Sq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12287.25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100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sq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ft</a:t>
                      </a:r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9,657.04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03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Pacca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Brick Work In Roof:</a:t>
                      </a:r>
                      <a:endParaRPr lang="en-US" baseline="0" dirty="0" smtClean="0">
                        <a:solidFill>
                          <a:schemeClr val="bg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aseline="0" dirty="0" smtClean="0">
                          <a:solidFill>
                            <a:schemeClr val="bg1"/>
                          </a:solidFill>
                        </a:rPr>
                        <a:t>(Cement, Sand mortar (1:4))</a:t>
                      </a:r>
                      <a:endParaRPr lang="en-US" sz="105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36.63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Cft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24667.05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100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cft</a:t>
                      </a:r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9,035.241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680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Main Gate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48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Sq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1251.95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Sq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ft</a:t>
                      </a:r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60,093.6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414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Two Coats of Bitumen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903.1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Sq</a:t>
                      </a:r>
                      <a:r>
                        <a:rPr 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aseline="0" dirty="0" err="1" smtClean="0">
                          <a:solidFill>
                            <a:schemeClr val="bg1"/>
                          </a:solidFill>
                        </a:rPr>
                        <a:t>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2137.7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100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Sq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ft</a:t>
                      </a:r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19,304.63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87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Two Layers of Polythene</a:t>
                      </a:r>
                      <a:r>
                        <a:rPr lang="en-US" baseline="0" dirty="0" smtClean="0">
                          <a:solidFill>
                            <a:schemeClr val="bg1"/>
                          </a:solidFill>
                        </a:rPr>
                        <a:t> Sheet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903.1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Sq</a:t>
                      </a:r>
                      <a:r>
                        <a:rPr 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aseline="0" dirty="0" err="1" smtClean="0">
                          <a:solidFill>
                            <a:schemeClr val="bg1"/>
                          </a:solidFill>
                        </a:rPr>
                        <a:t>ft</a:t>
                      </a:r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10865.9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100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Sq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98,125.2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34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Well Compacted Earth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2108.8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Cft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3516.5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1000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cft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7,415.525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764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6” Sand Filling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490.53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Cft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2103.15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100 </a:t>
                      </a: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cft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10,316.5817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0195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755653" y="111255"/>
            <a:ext cx="53710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Summary Of Estimation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394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9" b="1049"/>
          <a:stretch>
            <a:fillRect/>
          </a:stretch>
        </p:blipFill>
        <p:spPr/>
      </p:pic>
      <p:sp>
        <p:nvSpPr>
          <p:cNvPr id="36" name="Rectangle 35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tx1">
              <a:lumMod val="95000"/>
              <a:lumOff val="5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0" dirty="0">
              <a:solidFill>
                <a:srgbClr val="8DCE02"/>
              </a:solidFill>
              <a:latin typeface="Playfair Display" panose="00000500000000000000" pitchFamily="2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998F-EBA5-4829-909A-1F92AEA0CC58}" type="slidenum">
              <a:rPr lang="en-US" smtClean="0"/>
              <a:t>49</a:t>
            </a:fld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2" y="301234"/>
            <a:ext cx="834528" cy="63254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343459"/>
              </p:ext>
            </p:extLst>
          </p:nvPr>
        </p:nvGraphicFramePr>
        <p:xfrm>
          <a:off x="2880360" y="1790267"/>
          <a:ext cx="7513320" cy="3973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8603">
                  <a:extLst>
                    <a:ext uri="{9D8B030D-6E8A-4147-A177-3AD203B41FA5}">
                      <a16:colId xmlns:a16="http://schemas.microsoft.com/office/drawing/2014/main" val="667294314"/>
                    </a:ext>
                  </a:extLst>
                </a:gridCol>
                <a:gridCol w="3994717">
                  <a:extLst>
                    <a:ext uri="{9D8B030D-6E8A-4147-A177-3AD203B41FA5}">
                      <a16:colId xmlns:a16="http://schemas.microsoft.com/office/drawing/2014/main" val="2695959532"/>
                    </a:ext>
                  </a:extLst>
                </a:gridCol>
              </a:tblGrid>
              <a:tr h="794699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 BOQ</a:t>
                      </a:r>
                      <a:endParaRPr lang="en-US" b="1" dirty="0">
                        <a:solidFill>
                          <a:schemeClr val="bg1"/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21,84,386.157</a:t>
                      </a:r>
                      <a:endParaRPr lang="en-US" b="1" dirty="0">
                        <a:solidFill>
                          <a:schemeClr val="bg1"/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82120"/>
                  </a:ext>
                </a:extLst>
              </a:tr>
              <a:tr h="794699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Over Head Cost</a:t>
                      </a:r>
                      <a:endParaRPr lang="en-US" b="1" dirty="0">
                        <a:solidFill>
                          <a:schemeClr val="bg1"/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</a:rPr>
                        <a:t>3,27,657.9235</a:t>
                      </a:r>
                      <a:endParaRPr lang="en-US" b="1" dirty="0">
                        <a:solidFill>
                          <a:schemeClr val="bg1"/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1486842"/>
                  </a:ext>
                </a:extLst>
              </a:tr>
              <a:tr h="794699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Contingencies</a:t>
                      </a:r>
                      <a:endParaRPr lang="en-US" b="1" dirty="0">
                        <a:solidFill>
                          <a:schemeClr val="bg1"/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43,687.72</a:t>
                      </a:r>
                      <a:endParaRPr lang="en-US" b="1" dirty="0">
                        <a:solidFill>
                          <a:schemeClr val="bg1"/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198890"/>
                  </a:ext>
                </a:extLst>
              </a:tr>
              <a:tr h="794699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Taxes</a:t>
                      </a:r>
                      <a:endParaRPr lang="en-US" b="1" dirty="0">
                        <a:solidFill>
                          <a:schemeClr val="bg1"/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3,05,814.062</a:t>
                      </a:r>
                      <a:endParaRPr lang="en-US" b="1" dirty="0">
                        <a:solidFill>
                          <a:schemeClr val="bg1"/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326002"/>
                  </a:ext>
                </a:extLst>
              </a:tr>
              <a:tr h="79469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Net Total 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>
                    <a:solidFill>
                      <a:srgbClr val="8DCE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28,61,545.866 rupees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>
                    <a:solidFill>
                      <a:srgbClr val="8DCE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94143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755653" y="403641"/>
            <a:ext cx="53710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Summary Of Estimation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437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>
            <a:fillRect/>
          </a:stretch>
        </p:blipFill>
        <p:spPr/>
      </p:pic>
      <p:sp>
        <p:nvSpPr>
          <p:cNvPr id="8" name="Rectangle 84"/>
          <p:cNvSpPr/>
          <p:nvPr/>
        </p:nvSpPr>
        <p:spPr>
          <a:xfrm>
            <a:off x="0" y="3072784"/>
            <a:ext cx="12192000" cy="3773273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396608" y="2383029"/>
            <a:ext cx="1429251" cy="1390795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83"/>
          <p:cNvSpPr/>
          <p:nvPr/>
        </p:nvSpPr>
        <p:spPr>
          <a:xfrm rot="16200000">
            <a:off x="5958013" y="-1109275"/>
            <a:ext cx="1390794" cy="8375404"/>
          </a:xfrm>
          <a:custGeom>
            <a:avLst/>
            <a:gdLst/>
            <a:ahLst/>
            <a:cxnLst/>
            <a:rect l="l" t="t" r="r" b="b"/>
            <a:pathLst>
              <a:path w="914401" h="5581647">
                <a:moveTo>
                  <a:pt x="914401" y="0"/>
                </a:moveTo>
                <a:lnTo>
                  <a:pt x="914401" y="240741"/>
                </a:lnTo>
                <a:lnTo>
                  <a:pt x="914401" y="240741"/>
                </a:lnTo>
                <a:lnTo>
                  <a:pt x="914401" y="5581647"/>
                </a:lnTo>
                <a:lnTo>
                  <a:pt x="0" y="5581647"/>
                </a:lnTo>
                <a:lnTo>
                  <a:pt x="0" y="209547"/>
                </a:lnTo>
                <a:lnTo>
                  <a:pt x="715422" y="2095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6AD24FB-F972-40B0-9F44-8BF1B48BEC9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212353" y="2565463"/>
            <a:ext cx="7239748" cy="92736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spc="-150" dirty="0" smtClean="0">
                <a:solidFill>
                  <a:schemeClr val="bg1"/>
                </a:solidFill>
                <a:latin typeface="Montserrat" panose="00000500000000000000" pitchFamily="2" charset="0"/>
                <a:ea typeface="Roboto" panose="02000000000000000000" pitchFamily="2" charset="0"/>
                <a:cs typeface="Lato" panose="020F0502020204030203" pitchFamily="34" charset="0"/>
              </a:rPr>
              <a:t>THANK YOU !!!</a:t>
            </a:r>
            <a:endParaRPr lang="en-US" sz="4000" b="1" spc="-150" dirty="0">
              <a:solidFill>
                <a:schemeClr val="bg1"/>
              </a:solidFill>
              <a:latin typeface="Montserrat" panose="00000500000000000000" pitchFamily="2" charset="0"/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2BD1998F-EBA5-4829-909A-1F92AEA0CC58}" type="slidenum">
              <a:rPr lang="en-US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pPr algn="ctr"/>
              <a:t>50</a:t>
            </a:fld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1589" y="5648799"/>
            <a:ext cx="9142412" cy="1209201"/>
            <a:chOff x="685800" y="2700871"/>
            <a:chExt cx="7683500" cy="983892"/>
          </a:xfrm>
          <a:solidFill>
            <a:schemeClr val="accent1">
              <a:alpha val="76000"/>
            </a:schemeClr>
          </a:solidFill>
        </p:grpSpPr>
        <p:sp>
          <p:nvSpPr>
            <p:cNvPr id="59" name="Freeform 58"/>
            <p:cNvSpPr>
              <a:spLocks/>
            </p:cNvSpPr>
            <p:nvPr/>
          </p:nvSpPr>
          <p:spPr bwMode="auto">
            <a:xfrm>
              <a:off x="4648200" y="2700871"/>
              <a:ext cx="3721100" cy="962025"/>
            </a:xfrm>
            <a:custGeom>
              <a:avLst/>
              <a:gdLst>
                <a:gd name="T0" fmla="*/ 2285 w 2344"/>
                <a:gd name="T1" fmla="*/ 502 h 606"/>
                <a:gd name="T2" fmla="*/ 2271 w 2344"/>
                <a:gd name="T3" fmla="*/ 405 h 606"/>
                <a:gd name="T4" fmla="*/ 2226 w 2344"/>
                <a:gd name="T5" fmla="*/ 384 h 606"/>
                <a:gd name="T6" fmla="*/ 2118 w 2344"/>
                <a:gd name="T7" fmla="*/ 396 h 606"/>
                <a:gd name="T8" fmla="*/ 2094 w 2344"/>
                <a:gd name="T9" fmla="*/ 436 h 606"/>
                <a:gd name="T10" fmla="*/ 2071 w 2344"/>
                <a:gd name="T11" fmla="*/ 502 h 606"/>
                <a:gd name="T12" fmla="*/ 2059 w 2344"/>
                <a:gd name="T13" fmla="*/ 455 h 606"/>
                <a:gd name="T14" fmla="*/ 2042 w 2344"/>
                <a:gd name="T15" fmla="*/ 490 h 606"/>
                <a:gd name="T16" fmla="*/ 2000 w 2344"/>
                <a:gd name="T17" fmla="*/ 490 h 606"/>
                <a:gd name="T18" fmla="*/ 1918 w 2344"/>
                <a:gd name="T19" fmla="*/ 368 h 606"/>
                <a:gd name="T20" fmla="*/ 1774 w 2344"/>
                <a:gd name="T21" fmla="*/ 361 h 606"/>
                <a:gd name="T22" fmla="*/ 1668 w 2344"/>
                <a:gd name="T23" fmla="*/ 349 h 606"/>
                <a:gd name="T24" fmla="*/ 1574 w 2344"/>
                <a:gd name="T25" fmla="*/ 356 h 606"/>
                <a:gd name="T26" fmla="*/ 1526 w 2344"/>
                <a:gd name="T27" fmla="*/ 384 h 606"/>
                <a:gd name="T28" fmla="*/ 1371 w 2344"/>
                <a:gd name="T29" fmla="*/ 431 h 606"/>
                <a:gd name="T30" fmla="*/ 1253 w 2344"/>
                <a:gd name="T31" fmla="*/ 313 h 606"/>
                <a:gd name="T32" fmla="*/ 1253 w 2344"/>
                <a:gd name="T33" fmla="*/ 104 h 606"/>
                <a:gd name="T34" fmla="*/ 1100 w 2344"/>
                <a:gd name="T35" fmla="*/ 115 h 606"/>
                <a:gd name="T36" fmla="*/ 1100 w 2344"/>
                <a:gd name="T37" fmla="*/ 361 h 606"/>
                <a:gd name="T38" fmla="*/ 1017 w 2344"/>
                <a:gd name="T39" fmla="*/ 443 h 606"/>
                <a:gd name="T40" fmla="*/ 850 w 2344"/>
                <a:gd name="T41" fmla="*/ 337 h 606"/>
                <a:gd name="T42" fmla="*/ 744 w 2344"/>
                <a:gd name="T43" fmla="*/ 302 h 606"/>
                <a:gd name="T44" fmla="*/ 744 w 2344"/>
                <a:gd name="T45" fmla="*/ 490 h 606"/>
                <a:gd name="T46" fmla="*/ 650 w 2344"/>
                <a:gd name="T47" fmla="*/ 502 h 606"/>
                <a:gd name="T48" fmla="*/ 636 w 2344"/>
                <a:gd name="T49" fmla="*/ 525 h 606"/>
                <a:gd name="T50" fmla="*/ 603 w 2344"/>
                <a:gd name="T51" fmla="*/ 408 h 606"/>
                <a:gd name="T52" fmla="*/ 542 w 2344"/>
                <a:gd name="T53" fmla="*/ 361 h 606"/>
                <a:gd name="T54" fmla="*/ 494 w 2344"/>
                <a:gd name="T55" fmla="*/ 419 h 606"/>
                <a:gd name="T56" fmla="*/ 483 w 2344"/>
                <a:gd name="T57" fmla="*/ 535 h 606"/>
                <a:gd name="T58" fmla="*/ 459 w 2344"/>
                <a:gd name="T59" fmla="*/ 525 h 606"/>
                <a:gd name="T60" fmla="*/ 355 w 2344"/>
                <a:gd name="T61" fmla="*/ 514 h 606"/>
                <a:gd name="T62" fmla="*/ 341 w 2344"/>
                <a:gd name="T63" fmla="*/ 490 h 606"/>
                <a:gd name="T64" fmla="*/ 318 w 2344"/>
                <a:gd name="T65" fmla="*/ 467 h 606"/>
                <a:gd name="T66" fmla="*/ 318 w 2344"/>
                <a:gd name="T67" fmla="*/ 269 h 606"/>
                <a:gd name="T68" fmla="*/ 247 w 2344"/>
                <a:gd name="T69" fmla="*/ 92 h 606"/>
                <a:gd name="T70" fmla="*/ 223 w 2344"/>
                <a:gd name="T71" fmla="*/ 0 h 606"/>
                <a:gd name="T72" fmla="*/ 223 w 2344"/>
                <a:gd name="T73" fmla="*/ 80 h 606"/>
                <a:gd name="T74" fmla="*/ 162 w 2344"/>
                <a:gd name="T75" fmla="*/ 92 h 606"/>
                <a:gd name="T76" fmla="*/ 162 w 2344"/>
                <a:gd name="T77" fmla="*/ 12 h 606"/>
                <a:gd name="T78" fmla="*/ 150 w 2344"/>
                <a:gd name="T79" fmla="*/ 68 h 606"/>
                <a:gd name="T80" fmla="*/ 56 w 2344"/>
                <a:gd name="T81" fmla="*/ 104 h 606"/>
                <a:gd name="T82" fmla="*/ 56 w 2344"/>
                <a:gd name="T83" fmla="*/ 349 h 606"/>
                <a:gd name="T84" fmla="*/ 56 w 2344"/>
                <a:gd name="T85" fmla="*/ 471 h 606"/>
                <a:gd name="T86" fmla="*/ 4 w 2344"/>
                <a:gd name="T87" fmla="*/ 490 h 606"/>
                <a:gd name="T88" fmla="*/ 127 w 2344"/>
                <a:gd name="T89" fmla="*/ 606 h 606"/>
                <a:gd name="T90" fmla="*/ 271 w 2344"/>
                <a:gd name="T91" fmla="*/ 606 h 606"/>
                <a:gd name="T92" fmla="*/ 412 w 2344"/>
                <a:gd name="T93" fmla="*/ 606 h 606"/>
                <a:gd name="T94" fmla="*/ 565 w 2344"/>
                <a:gd name="T95" fmla="*/ 606 h 606"/>
                <a:gd name="T96" fmla="*/ 709 w 2344"/>
                <a:gd name="T97" fmla="*/ 606 h 606"/>
                <a:gd name="T98" fmla="*/ 850 w 2344"/>
                <a:gd name="T99" fmla="*/ 606 h 606"/>
                <a:gd name="T100" fmla="*/ 994 w 2344"/>
                <a:gd name="T101" fmla="*/ 606 h 606"/>
                <a:gd name="T102" fmla="*/ 1135 w 2344"/>
                <a:gd name="T103" fmla="*/ 606 h 606"/>
                <a:gd name="T104" fmla="*/ 1277 w 2344"/>
                <a:gd name="T105" fmla="*/ 606 h 606"/>
                <a:gd name="T106" fmla="*/ 1432 w 2344"/>
                <a:gd name="T107" fmla="*/ 606 h 606"/>
                <a:gd name="T108" fmla="*/ 1574 w 2344"/>
                <a:gd name="T109" fmla="*/ 606 h 606"/>
                <a:gd name="T110" fmla="*/ 1715 w 2344"/>
                <a:gd name="T111" fmla="*/ 606 h 606"/>
                <a:gd name="T112" fmla="*/ 1859 w 2344"/>
                <a:gd name="T113" fmla="*/ 606 h 606"/>
                <a:gd name="T114" fmla="*/ 2000 w 2344"/>
                <a:gd name="T115" fmla="*/ 606 h 606"/>
                <a:gd name="T116" fmla="*/ 2141 w 2344"/>
                <a:gd name="T117" fmla="*/ 606 h 606"/>
                <a:gd name="T118" fmla="*/ 2297 w 2344"/>
                <a:gd name="T119" fmla="*/ 606 h 6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344" h="606">
                  <a:moveTo>
                    <a:pt x="2344" y="514"/>
                  </a:moveTo>
                  <a:lnTo>
                    <a:pt x="2344" y="514"/>
                  </a:lnTo>
                  <a:lnTo>
                    <a:pt x="2332" y="514"/>
                  </a:lnTo>
                  <a:lnTo>
                    <a:pt x="2332" y="514"/>
                  </a:lnTo>
                  <a:lnTo>
                    <a:pt x="2320" y="514"/>
                  </a:lnTo>
                  <a:lnTo>
                    <a:pt x="2320" y="514"/>
                  </a:lnTo>
                  <a:lnTo>
                    <a:pt x="2309" y="514"/>
                  </a:lnTo>
                  <a:lnTo>
                    <a:pt x="2309" y="514"/>
                  </a:lnTo>
                  <a:lnTo>
                    <a:pt x="2302" y="514"/>
                  </a:lnTo>
                  <a:lnTo>
                    <a:pt x="2297" y="514"/>
                  </a:lnTo>
                  <a:lnTo>
                    <a:pt x="2297" y="514"/>
                  </a:lnTo>
                  <a:lnTo>
                    <a:pt x="2297" y="507"/>
                  </a:lnTo>
                  <a:lnTo>
                    <a:pt x="2297" y="502"/>
                  </a:lnTo>
                  <a:lnTo>
                    <a:pt x="2297" y="502"/>
                  </a:lnTo>
                  <a:lnTo>
                    <a:pt x="2290" y="502"/>
                  </a:lnTo>
                  <a:lnTo>
                    <a:pt x="2285" y="502"/>
                  </a:lnTo>
                  <a:lnTo>
                    <a:pt x="2285" y="502"/>
                  </a:lnTo>
                  <a:lnTo>
                    <a:pt x="2285" y="490"/>
                  </a:lnTo>
                  <a:lnTo>
                    <a:pt x="2285" y="490"/>
                  </a:lnTo>
                  <a:lnTo>
                    <a:pt x="2285" y="443"/>
                  </a:lnTo>
                  <a:lnTo>
                    <a:pt x="2285" y="443"/>
                  </a:lnTo>
                  <a:lnTo>
                    <a:pt x="2285" y="431"/>
                  </a:lnTo>
                  <a:lnTo>
                    <a:pt x="2285" y="431"/>
                  </a:lnTo>
                  <a:lnTo>
                    <a:pt x="2285" y="419"/>
                  </a:lnTo>
                  <a:lnTo>
                    <a:pt x="2285" y="419"/>
                  </a:lnTo>
                  <a:lnTo>
                    <a:pt x="2285" y="412"/>
                  </a:lnTo>
                  <a:lnTo>
                    <a:pt x="2285" y="408"/>
                  </a:lnTo>
                  <a:lnTo>
                    <a:pt x="2285" y="408"/>
                  </a:lnTo>
                  <a:lnTo>
                    <a:pt x="2278" y="408"/>
                  </a:lnTo>
                  <a:lnTo>
                    <a:pt x="2273" y="408"/>
                  </a:lnTo>
                  <a:lnTo>
                    <a:pt x="2273" y="408"/>
                  </a:lnTo>
                  <a:lnTo>
                    <a:pt x="2271" y="405"/>
                  </a:lnTo>
                  <a:lnTo>
                    <a:pt x="2273" y="403"/>
                  </a:lnTo>
                  <a:lnTo>
                    <a:pt x="2273" y="396"/>
                  </a:lnTo>
                  <a:lnTo>
                    <a:pt x="2273" y="396"/>
                  </a:lnTo>
                  <a:lnTo>
                    <a:pt x="2266" y="396"/>
                  </a:lnTo>
                  <a:lnTo>
                    <a:pt x="2262" y="396"/>
                  </a:lnTo>
                  <a:lnTo>
                    <a:pt x="2262" y="396"/>
                  </a:lnTo>
                  <a:lnTo>
                    <a:pt x="2262" y="391"/>
                  </a:lnTo>
                  <a:lnTo>
                    <a:pt x="2262" y="384"/>
                  </a:lnTo>
                  <a:lnTo>
                    <a:pt x="2262" y="384"/>
                  </a:lnTo>
                  <a:lnTo>
                    <a:pt x="2254" y="384"/>
                  </a:lnTo>
                  <a:lnTo>
                    <a:pt x="2250" y="384"/>
                  </a:lnTo>
                  <a:lnTo>
                    <a:pt x="2250" y="384"/>
                  </a:lnTo>
                  <a:lnTo>
                    <a:pt x="2238" y="384"/>
                  </a:lnTo>
                  <a:lnTo>
                    <a:pt x="2238" y="384"/>
                  </a:lnTo>
                  <a:lnTo>
                    <a:pt x="2226" y="384"/>
                  </a:lnTo>
                  <a:lnTo>
                    <a:pt x="2226" y="384"/>
                  </a:lnTo>
                  <a:lnTo>
                    <a:pt x="2214" y="384"/>
                  </a:lnTo>
                  <a:lnTo>
                    <a:pt x="2214" y="384"/>
                  </a:lnTo>
                  <a:lnTo>
                    <a:pt x="2188" y="384"/>
                  </a:lnTo>
                  <a:lnTo>
                    <a:pt x="2188" y="384"/>
                  </a:lnTo>
                  <a:lnTo>
                    <a:pt x="2165" y="384"/>
                  </a:lnTo>
                  <a:lnTo>
                    <a:pt x="2165" y="384"/>
                  </a:lnTo>
                  <a:lnTo>
                    <a:pt x="2141" y="384"/>
                  </a:lnTo>
                  <a:lnTo>
                    <a:pt x="2141" y="384"/>
                  </a:lnTo>
                  <a:lnTo>
                    <a:pt x="2130" y="384"/>
                  </a:lnTo>
                  <a:lnTo>
                    <a:pt x="2130" y="384"/>
                  </a:lnTo>
                  <a:lnTo>
                    <a:pt x="2125" y="384"/>
                  </a:lnTo>
                  <a:lnTo>
                    <a:pt x="2118" y="384"/>
                  </a:lnTo>
                  <a:lnTo>
                    <a:pt x="2118" y="384"/>
                  </a:lnTo>
                  <a:lnTo>
                    <a:pt x="2118" y="391"/>
                  </a:lnTo>
                  <a:lnTo>
                    <a:pt x="2118" y="396"/>
                  </a:lnTo>
                  <a:lnTo>
                    <a:pt x="2118" y="396"/>
                  </a:lnTo>
                  <a:lnTo>
                    <a:pt x="2113" y="396"/>
                  </a:lnTo>
                  <a:lnTo>
                    <a:pt x="2106" y="396"/>
                  </a:lnTo>
                  <a:lnTo>
                    <a:pt x="2106" y="396"/>
                  </a:lnTo>
                  <a:lnTo>
                    <a:pt x="2106" y="408"/>
                  </a:lnTo>
                  <a:lnTo>
                    <a:pt x="2106" y="408"/>
                  </a:lnTo>
                  <a:lnTo>
                    <a:pt x="2106" y="415"/>
                  </a:lnTo>
                  <a:lnTo>
                    <a:pt x="2106" y="419"/>
                  </a:lnTo>
                  <a:lnTo>
                    <a:pt x="2106" y="419"/>
                  </a:lnTo>
                  <a:lnTo>
                    <a:pt x="2106" y="427"/>
                  </a:lnTo>
                  <a:lnTo>
                    <a:pt x="2106" y="431"/>
                  </a:lnTo>
                  <a:lnTo>
                    <a:pt x="2106" y="431"/>
                  </a:lnTo>
                  <a:lnTo>
                    <a:pt x="2101" y="431"/>
                  </a:lnTo>
                  <a:lnTo>
                    <a:pt x="2094" y="431"/>
                  </a:lnTo>
                  <a:lnTo>
                    <a:pt x="2094" y="431"/>
                  </a:lnTo>
                  <a:lnTo>
                    <a:pt x="2094" y="434"/>
                  </a:lnTo>
                  <a:lnTo>
                    <a:pt x="2094" y="436"/>
                  </a:lnTo>
                  <a:lnTo>
                    <a:pt x="2094" y="443"/>
                  </a:lnTo>
                  <a:lnTo>
                    <a:pt x="2094" y="443"/>
                  </a:lnTo>
                  <a:lnTo>
                    <a:pt x="2090" y="443"/>
                  </a:lnTo>
                  <a:lnTo>
                    <a:pt x="2082" y="443"/>
                  </a:lnTo>
                  <a:lnTo>
                    <a:pt x="2082" y="443"/>
                  </a:lnTo>
                  <a:lnTo>
                    <a:pt x="2082" y="448"/>
                  </a:lnTo>
                  <a:lnTo>
                    <a:pt x="2082" y="455"/>
                  </a:lnTo>
                  <a:lnTo>
                    <a:pt x="2082" y="455"/>
                  </a:lnTo>
                  <a:lnTo>
                    <a:pt x="2082" y="467"/>
                  </a:lnTo>
                  <a:lnTo>
                    <a:pt x="2082" y="467"/>
                  </a:lnTo>
                  <a:lnTo>
                    <a:pt x="2082" y="478"/>
                  </a:lnTo>
                  <a:lnTo>
                    <a:pt x="2082" y="478"/>
                  </a:lnTo>
                  <a:lnTo>
                    <a:pt x="2082" y="502"/>
                  </a:lnTo>
                  <a:lnTo>
                    <a:pt x="2082" y="502"/>
                  </a:lnTo>
                  <a:lnTo>
                    <a:pt x="2071" y="502"/>
                  </a:lnTo>
                  <a:lnTo>
                    <a:pt x="2071" y="502"/>
                  </a:lnTo>
                  <a:lnTo>
                    <a:pt x="2071" y="490"/>
                  </a:lnTo>
                  <a:lnTo>
                    <a:pt x="2071" y="490"/>
                  </a:lnTo>
                  <a:lnTo>
                    <a:pt x="2071" y="478"/>
                  </a:lnTo>
                  <a:lnTo>
                    <a:pt x="2071" y="478"/>
                  </a:lnTo>
                  <a:lnTo>
                    <a:pt x="2071" y="467"/>
                  </a:lnTo>
                  <a:lnTo>
                    <a:pt x="2071" y="467"/>
                  </a:lnTo>
                  <a:lnTo>
                    <a:pt x="2071" y="455"/>
                  </a:lnTo>
                  <a:lnTo>
                    <a:pt x="2071" y="455"/>
                  </a:lnTo>
                  <a:lnTo>
                    <a:pt x="2071" y="448"/>
                  </a:lnTo>
                  <a:lnTo>
                    <a:pt x="2071" y="443"/>
                  </a:lnTo>
                  <a:lnTo>
                    <a:pt x="2071" y="443"/>
                  </a:lnTo>
                  <a:lnTo>
                    <a:pt x="2059" y="443"/>
                  </a:lnTo>
                  <a:lnTo>
                    <a:pt x="2059" y="443"/>
                  </a:lnTo>
                  <a:lnTo>
                    <a:pt x="2059" y="448"/>
                  </a:lnTo>
                  <a:lnTo>
                    <a:pt x="2059" y="455"/>
                  </a:lnTo>
                  <a:lnTo>
                    <a:pt x="2059" y="455"/>
                  </a:lnTo>
                  <a:lnTo>
                    <a:pt x="2059" y="478"/>
                  </a:lnTo>
                  <a:lnTo>
                    <a:pt x="2059" y="478"/>
                  </a:lnTo>
                  <a:lnTo>
                    <a:pt x="2059" y="525"/>
                  </a:lnTo>
                  <a:lnTo>
                    <a:pt x="2059" y="525"/>
                  </a:lnTo>
                  <a:lnTo>
                    <a:pt x="2054" y="525"/>
                  </a:lnTo>
                  <a:lnTo>
                    <a:pt x="2047" y="525"/>
                  </a:lnTo>
                  <a:lnTo>
                    <a:pt x="2047" y="525"/>
                  </a:lnTo>
                  <a:lnTo>
                    <a:pt x="2047" y="518"/>
                  </a:lnTo>
                  <a:lnTo>
                    <a:pt x="2047" y="514"/>
                  </a:lnTo>
                  <a:lnTo>
                    <a:pt x="2047" y="514"/>
                  </a:lnTo>
                  <a:lnTo>
                    <a:pt x="2047" y="502"/>
                  </a:lnTo>
                  <a:lnTo>
                    <a:pt x="2047" y="502"/>
                  </a:lnTo>
                  <a:lnTo>
                    <a:pt x="2047" y="495"/>
                  </a:lnTo>
                  <a:lnTo>
                    <a:pt x="2047" y="490"/>
                  </a:lnTo>
                  <a:lnTo>
                    <a:pt x="2047" y="490"/>
                  </a:lnTo>
                  <a:lnTo>
                    <a:pt x="2042" y="490"/>
                  </a:lnTo>
                  <a:lnTo>
                    <a:pt x="2035" y="490"/>
                  </a:lnTo>
                  <a:lnTo>
                    <a:pt x="2035" y="490"/>
                  </a:lnTo>
                  <a:lnTo>
                    <a:pt x="2035" y="483"/>
                  </a:lnTo>
                  <a:lnTo>
                    <a:pt x="2035" y="478"/>
                  </a:lnTo>
                  <a:lnTo>
                    <a:pt x="2035" y="478"/>
                  </a:lnTo>
                  <a:lnTo>
                    <a:pt x="2031" y="478"/>
                  </a:lnTo>
                  <a:lnTo>
                    <a:pt x="2024" y="478"/>
                  </a:lnTo>
                  <a:lnTo>
                    <a:pt x="2024" y="478"/>
                  </a:lnTo>
                  <a:lnTo>
                    <a:pt x="2012" y="478"/>
                  </a:lnTo>
                  <a:lnTo>
                    <a:pt x="2012" y="478"/>
                  </a:lnTo>
                  <a:lnTo>
                    <a:pt x="2005" y="478"/>
                  </a:lnTo>
                  <a:lnTo>
                    <a:pt x="2000" y="478"/>
                  </a:lnTo>
                  <a:lnTo>
                    <a:pt x="2000" y="478"/>
                  </a:lnTo>
                  <a:lnTo>
                    <a:pt x="2000" y="483"/>
                  </a:lnTo>
                  <a:lnTo>
                    <a:pt x="2000" y="490"/>
                  </a:lnTo>
                  <a:lnTo>
                    <a:pt x="2000" y="490"/>
                  </a:lnTo>
                  <a:lnTo>
                    <a:pt x="1998" y="490"/>
                  </a:lnTo>
                  <a:lnTo>
                    <a:pt x="1995" y="490"/>
                  </a:lnTo>
                  <a:lnTo>
                    <a:pt x="1988" y="490"/>
                  </a:lnTo>
                  <a:lnTo>
                    <a:pt x="1988" y="490"/>
                  </a:lnTo>
                  <a:lnTo>
                    <a:pt x="1988" y="396"/>
                  </a:lnTo>
                  <a:lnTo>
                    <a:pt x="1988" y="396"/>
                  </a:lnTo>
                  <a:lnTo>
                    <a:pt x="1988" y="372"/>
                  </a:lnTo>
                  <a:lnTo>
                    <a:pt x="1988" y="372"/>
                  </a:lnTo>
                  <a:lnTo>
                    <a:pt x="1941" y="372"/>
                  </a:lnTo>
                  <a:lnTo>
                    <a:pt x="1941" y="372"/>
                  </a:lnTo>
                  <a:lnTo>
                    <a:pt x="1929" y="372"/>
                  </a:lnTo>
                  <a:lnTo>
                    <a:pt x="1929" y="372"/>
                  </a:lnTo>
                  <a:lnTo>
                    <a:pt x="1922" y="372"/>
                  </a:lnTo>
                  <a:lnTo>
                    <a:pt x="1918" y="372"/>
                  </a:lnTo>
                  <a:lnTo>
                    <a:pt x="1918" y="372"/>
                  </a:lnTo>
                  <a:lnTo>
                    <a:pt x="1918" y="368"/>
                  </a:lnTo>
                  <a:lnTo>
                    <a:pt x="1918" y="361"/>
                  </a:lnTo>
                  <a:lnTo>
                    <a:pt x="1918" y="361"/>
                  </a:lnTo>
                  <a:lnTo>
                    <a:pt x="1906" y="361"/>
                  </a:lnTo>
                  <a:lnTo>
                    <a:pt x="1906" y="361"/>
                  </a:lnTo>
                  <a:lnTo>
                    <a:pt x="1894" y="361"/>
                  </a:lnTo>
                  <a:lnTo>
                    <a:pt x="1894" y="361"/>
                  </a:lnTo>
                  <a:lnTo>
                    <a:pt x="1847" y="361"/>
                  </a:lnTo>
                  <a:lnTo>
                    <a:pt x="1847" y="361"/>
                  </a:lnTo>
                  <a:lnTo>
                    <a:pt x="1823" y="361"/>
                  </a:lnTo>
                  <a:lnTo>
                    <a:pt x="1823" y="361"/>
                  </a:lnTo>
                  <a:lnTo>
                    <a:pt x="1812" y="361"/>
                  </a:lnTo>
                  <a:lnTo>
                    <a:pt x="1812" y="361"/>
                  </a:lnTo>
                  <a:lnTo>
                    <a:pt x="1786" y="361"/>
                  </a:lnTo>
                  <a:lnTo>
                    <a:pt x="1786" y="361"/>
                  </a:lnTo>
                  <a:lnTo>
                    <a:pt x="1774" y="361"/>
                  </a:lnTo>
                  <a:lnTo>
                    <a:pt x="1774" y="361"/>
                  </a:lnTo>
                  <a:lnTo>
                    <a:pt x="1750" y="361"/>
                  </a:lnTo>
                  <a:lnTo>
                    <a:pt x="1750" y="361"/>
                  </a:lnTo>
                  <a:lnTo>
                    <a:pt x="1738" y="361"/>
                  </a:lnTo>
                  <a:lnTo>
                    <a:pt x="1738" y="361"/>
                  </a:lnTo>
                  <a:lnTo>
                    <a:pt x="1715" y="361"/>
                  </a:lnTo>
                  <a:lnTo>
                    <a:pt x="1715" y="361"/>
                  </a:lnTo>
                  <a:lnTo>
                    <a:pt x="1691" y="361"/>
                  </a:lnTo>
                  <a:lnTo>
                    <a:pt x="1691" y="361"/>
                  </a:lnTo>
                  <a:lnTo>
                    <a:pt x="1680" y="361"/>
                  </a:lnTo>
                  <a:lnTo>
                    <a:pt x="1680" y="361"/>
                  </a:lnTo>
                  <a:lnTo>
                    <a:pt x="1675" y="361"/>
                  </a:lnTo>
                  <a:lnTo>
                    <a:pt x="1668" y="361"/>
                  </a:lnTo>
                  <a:lnTo>
                    <a:pt x="1668" y="361"/>
                  </a:lnTo>
                  <a:lnTo>
                    <a:pt x="1668" y="356"/>
                  </a:lnTo>
                  <a:lnTo>
                    <a:pt x="1668" y="349"/>
                  </a:lnTo>
                  <a:lnTo>
                    <a:pt x="1668" y="349"/>
                  </a:lnTo>
                  <a:lnTo>
                    <a:pt x="1663" y="349"/>
                  </a:lnTo>
                  <a:lnTo>
                    <a:pt x="1656" y="349"/>
                  </a:lnTo>
                  <a:lnTo>
                    <a:pt x="1656" y="349"/>
                  </a:lnTo>
                  <a:lnTo>
                    <a:pt x="1644" y="349"/>
                  </a:lnTo>
                  <a:lnTo>
                    <a:pt x="1644" y="349"/>
                  </a:lnTo>
                  <a:lnTo>
                    <a:pt x="1632" y="349"/>
                  </a:lnTo>
                  <a:lnTo>
                    <a:pt x="1632" y="349"/>
                  </a:lnTo>
                  <a:lnTo>
                    <a:pt x="1609" y="349"/>
                  </a:lnTo>
                  <a:lnTo>
                    <a:pt x="1609" y="349"/>
                  </a:lnTo>
                  <a:lnTo>
                    <a:pt x="1585" y="349"/>
                  </a:lnTo>
                  <a:lnTo>
                    <a:pt x="1585" y="349"/>
                  </a:lnTo>
                  <a:lnTo>
                    <a:pt x="1578" y="349"/>
                  </a:lnTo>
                  <a:lnTo>
                    <a:pt x="1574" y="349"/>
                  </a:lnTo>
                  <a:lnTo>
                    <a:pt x="1574" y="349"/>
                  </a:lnTo>
                  <a:lnTo>
                    <a:pt x="1574" y="351"/>
                  </a:lnTo>
                  <a:lnTo>
                    <a:pt x="1574" y="356"/>
                  </a:lnTo>
                  <a:lnTo>
                    <a:pt x="1574" y="361"/>
                  </a:lnTo>
                  <a:lnTo>
                    <a:pt x="1574" y="361"/>
                  </a:lnTo>
                  <a:lnTo>
                    <a:pt x="1574" y="363"/>
                  </a:lnTo>
                  <a:lnTo>
                    <a:pt x="1574" y="368"/>
                  </a:lnTo>
                  <a:lnTo>
                    <a:pt x="1574" y="370"/>
                  </a:lnTo>
                  <a:lnTo>
                    <a:pt x="1574" y="372"/>
                  </a:lnTo>
                  <a:lnTo>
                    <a:pt x="1574" y="372"/>
                  </a:lnTo>
                  <a:lnTo>
                    <a:pt x="1562" y="372"/>
                  </a:lnTo>
                  <a:lnTo>
                    <a:pt x="1562" y="372"/>
                  </a:lnTo>
                  <a:lnTo>
                    <a:pt x="1550" y="372"/>
                  </a:lnTo>
                  <a:lnTo>
                    <a:pt x="1550" y="372"/>
                  </a:lnTo>
                  <a:lnTo>
                    <a:pt x="1526" y="372"/>
                  </a:lnTo>
                  <a:lnTo>
                    <a:pt x="1526" y="372"/>
                  </a:lnTo>
                  <a:lnTo>
                    <a:pt x="1526" y="379"/>
                  </a:lnTo>
                  <a:lnTo>
                    <a:pt x="1526" y="382"/>
                  </a:lnTo>
                  <a:lnTo>
                    <a:pt x="1526" y="384"/>
                  </a:lnTo>
                  <a:lnTo>
                    <a:pt x="1526" y="384"/>
                  </a:lnTo>
                  <a:lnTo>
                    <a:pt x="1519" y="384"/>
                  </a:lnTo>
                  <a:lnTo>
                    <a:pt x="1515" y="384"/>
                  </a:lnTo>
                  <a:lnTo>
                    <a:pt x="1515" y="384"/>
                  </a:lnTo>
                  <a:lnTo>
                    <a:pt x="1503" y="384"/>
                  </a:lnTo>
                  <a:lnTo>
                    <a:pt x="1503" y="384"/>
                  </a:lnTo>
                  <a:lnTo>
                    <a:pt x="1491" y="384"/>
                  </a:lnTo>
                  <a:lnTo>
                    <a:pt x="1491" y="384"/>
                  </a:lnTo>
                  <a:lnTo>
                    <a:pt x="1468" y="384"/>
                  </a:lnTo>
                  <a:lnTo>
                    <a:pt x="1468" y="384"/>
                  </a:lnTo>
                  <a:lnTo>
                    <a:pt x="1420" y="384"/>
                  </a:lnTo>
                  <a:lnTo>
                    <a:pt x="1420" y="384"/>
                  </a:lnTo>
                  <a:lnTo>
                    <a:pt x="1420" y="431"/>
                  </a:lnTo>
                  <a:lnTo>
                    <a:pt x="1420" y="431"/>
                  </a:lnTo>
                  <a:lnTo>
                    <a:pt x="1371" y="431"/>
                  </a:lnTo>
                  <a:lnTo>
                    <a:pt x="1371" y="431"/>
                  </a:lnTo>
                  <a:lnTo>
                    <a:pt x="1324" y="431"/>
                  </a:lnTo>
                  <a:lnTo>
                    <a:pt x="1324" y="431"/>
                  </a:lnTo>
                  <a:lnTo>
                    <a:pt x="1312" y="431"/>
                  </a:lnTo>
                  <a:lnTo>
                    <a:pt x="1312" y="431"/>
                  </a:lnTo>
                  <a:lnTo>
                    <a:pt x="1288" y="431"/>
                  </a:lnTo>
                  <a:lnTo>
                    <a:pt x="1288" y="431"/>
                  </a:lnTo>
                  <a:lnTo>
                    <a:pt x="1277" y="431"/>
                  </a:lnTo>
                  <a:lnTo>
                    <a:pt x="1277" y="431"/>
                  </a:lnTo>
                  <a:lnTo>
                    <a:pt x="1253" y="431"/>
                  </a:lnTo>
                  <a:lnTo>
                    <a:pt x="1253" y="431"/>
                  </a:lnTo>
                  <a:lnTo>
                    <a:pt x="1253" y="384"/>
                  </a:lnTo>
                  <a:lnTo>
                    <a:pt x="1253" y="384"/>
                  </a:lnTo>
                  <a:lnTo>
                    <a:pt x="1253" y="337"/>
                  </a:lnTo>
                  <a:lnTo>
                    <a:pt x="1253" y="337"/>
                  </a:lnTo>
                  <a:lnTo>
                    <a:pt x="1253" y="313"/>
                  </a:lnTo>
                  <a:lnTo>
                    <a:pt x="1253" y="313"/>
                  </a:lnTo>
                  <a:lnTo>
                    <a:pt x="1253" y="292"/>
                  </a:lnTo>
                  <a:lnTo>
                    <a:pt x="1253" y="292"/>
                  </a:lnTo>
                  <a:lnTo>
                    <a:pt x="1253" y="280"/>
                  </a:lnTo>
                  <a:lnTo>
                    <a:pt x="1253" y="280"/>
                  </a:lnTo>
                  <a:lnTo>
                    <a:pt x="1253" y="257"/>
                  </a:lnTo>
                  <a:lnTo>
                    <a:pt x="1253" y="257"/>
                  </a:lnTo>
                  <a:lnTo>
                    <a:pt x="1253" y="233"/>
                  </a:lnTo>
                  <a:lnTo>
                    <a:pt x="1253" y="233"/>
                  </a:lnTo>
                  <a:lnTo>
                    <a:pt x="1253" y="186"/>
                  </a:lnTo>
                  <a:lnTo>
                    <a:pt x="1253" y="186"/>
                  </a:lnTo>
                  <a:lnTo>
                    <a:pt x="1253" y="174"/>
                  </a:lnTo>
                  <a:lnTo>
                    <a:pt x="1253" y="174"/>
                  </a:lnTo>
                  <a:lnTo>
                    <a:pt x="1253" y="151"/>
                  </a:lnTo>
                  <a:lnTo>
                    <a:pt x="1253" y="151"/>
                  </a:lnTo>
                  <a:lnTo>
                    <a:pt x="1253" y="104"/>
                  </a:lnTo>
                  <a:lnTo>
                    <a:pt x="1253" y="104"/>
                  </a:lnTo>
                  <a:lnTo>
                    <a:pt x="1241" y="104"/>
                  </a:lnTo>
                  <a:lnTo>
                    <a:pt x="1241" y="104"/>
                  </a:lnTo>
                  <a:lnTo>
                    <a:pt x="1218" y="104"/>
                  </a:lnTo>
                  <a:lnTo>
                    <a:pt x="1218" y="104"/>
                  </a:lnTo>
                  <a:lnTo>
                    <a:pt x="1206" y="104"/>
                  </a:lnTo>
                  <a:lnTo>
                    <a:pt x="1206" y="104"/>
                  </a:lnTo>
                  <a:lnTo>
                    <a:pt x="1182" y="104"/>
                  </a:lnTo>
                  <a:lnTo>
                    <a:pt x="1182" y="104"/>
                  </a:lnTo>
                  <a:lnTo>
                    <a:pt x="1171" y="104"/>
                  </a:lnTo>
                  <a:lnTo>
                    <a:pt x="1171" y="104"/>
                  </a:lnTo>
                  <a:lnTo>
                    <a:pt x="1147" y="104"/>
                  </a:lnTo>
                  <a:lnTo>
                    <a:pt x="1147" y="104"/>
                  </a:lnTo>
                  <a:lnTo>
                    <a:pt x="1100" y="104"/>
                  </a:lnTo>
                  <a:lnTo>
                    <a:pt x="1100" y="104"/>
                  </a:lnTo>
                  <a:lnTo>
                    <a:pt x="1100" y="115"/>
                  </a:lnTo>
                  <a:lnTo>
                    <a:pt x="1100" y="115"/>
                  </a:lnTo>
                  <a:lnTo>
                    <a:pt x="1100" y="139"/>
                  </a:lnTo>
                  <a:lnTo>
                    <a:pt x="1100" y="139"/>
                  </a:lnTo>
                  <a:lnTo>
                    <a:pt x="1100" y="186"/>
                  </a:lnTo>
                  <a:lnTo>
                    <a:pt x="1100" y="186"/>
                  </a:lnTo>
                  <a:lnTo>
                    <a:pt x="1100" y="233"/>
                  </a:lnTo>
                  <a:lnTo>
                    <a:pt x="1100" y="233"/>
                  </a:lnTo>
                  <a:lnTo>
                    <a:pt x="1100" y="257"/>
                  </a:lnTo>
                  <a:lnTo>
                    <a:pt x="1100" y="257"/>
                  </a:lnTo>
                  <a:lnTo>
                    <a:pt x="1100" y="269"/>
                  </a:lnTo>
                  <a:lnTo>
                    <a:pt x="1100" y="269"/>
                  </a:lnTo>
                  <a:lnTo>
                    <a:pt x="1100" y="292"/>
                  </a:lnTo>
                  <a:lnTo>
                    <a:pt x="1100" y="292"/>
                  </a:lnTo>
                  <a:lnTo>
                    <a:pt x="1100" y="313"/>
                  </a:lnTo>
                  <a:lnTo>
                    <a:pt x="1100" y="313"/>
                  </a:lnTo>
                  <a:lnTo>
                    <a:pt x="1100" y="361"/>
                  </a:lnTo>
                  <a:lnTo>
                    <a:pt x="1100" y="361"/>
                  </a:lnTo>
                  <a:lnTo>
                    <a:pt x="1100" y="408"/>
                  </a:lnTo>
                  <a:lnTo>
                    <a:pt x="1100" y="408"/>
                  </a:lnTo>
                  <a:lnTo>
                    <a:pt x="1100" y="419"/>
                  </a:lnTo>
                  <a:lnTo>
                    <a:pt x="1100" y="419"/>
                  </a:lnTo>
                  <a:lnTo>
                    <a:pt x="1100" y="443"/>
                  </a:lnTo>
                  <a:lnTo>
                    <a:pt x="1100" y="443"/>
                  </a:lnTo>
                  <a:lnTo>
                    <a:pt x="1088" y="443"/>
                  </a:lnTo>
                  <a:lnTo>
                    <a:pt x="1088" y="443"/>
                  </a:lnTo>
                  <a:lnTo>
                    <a:pt x="1065" y="443"/>
                  </a:lnTo>
                  <a:lnTo>
                    <a:pt x="1065" y="443"/>
                  </a:lnTo>
                  <a:lnTo>
                    <a:pt x="1053" y="443"/>
                  </a:lnTo>
                  <a:lnTo>
                    <a:pt x="1053" y="443"/>
                  </a:lnTo>
                  <a:lnTo>
                    <a:pt x="1029" y="443"/>
                  </a:lnTo>
                  <a:lnTo>
                    <a:pt x="1029" y="443"/>
                  </a:lnTo>
                  <a:lnTo>
                    <a:pt x="1017" y="443"/>
                  </a:lnTo>
                  <a:lnTo>
                    <a:pt x="1017" y="443"/>
                  </a:lnTo>
                  <a:lnTo>
                    <a:pt x="994" y="443"/>
                  </a:lnTo>
                  <a:lnTo>
                    <a:pt x="994" y="443"/>
                  </a:lnTo>
                  <a:lnTo>
                    <a:pt x="968" y="443"/>
                  </a:lnTo>
                  <a:lnTo>
                    <a:pt x="968" y="443"/>
                  </a:lnTo>
                  <a:lnTo>
                    <a:pt x="944" y="443"/>
                  </a:lnTo>
                  <a:lnTo>
                    <a:pt x="944" y="443"/>
                  </a:lnTo>
                  <a:lnTo>
                    <a:pt x="897" y="443"/>
                  </a:lnTo>
                  <a:lnTo>
                    <a:pt x="897" y="443"/>
                  </a:lnTo>
                  <a:lnTo>
                    <a:pt x="850" y="443"/>
                  </a:lnTo>
                  <a:lnTo>
                    <a:pt x="850" y="443"/>
                  </a:lnTo>
                  <a:lnTo>
                    <a:pt x="850" y="431"/>
                  </a:lnTo>
                  <a:lnTo>
                    <a:pt x="850" y="431"/>
                  </a:lnTo>
                  <a:lnTo>
                    <a:pt x="850" y="384"/>
                  </a:lnTo>
                  <a:lnTo>
                    <a:pt x="850" y="384"/>
                  </a:lnTo>
                  <a:lnTo>
                    <a:pt x="850" y="337"/>
                  </a:lnTo>
                  <a:lnTo>
                    <a:pt x="850" y="337"/>
                  </a:lnTo>
                  <a:lnTo>
                    <a:pt x="850" y="245"/>
                  </a:lnTo>
                  <a:lnTo>
                    <a:pt x="850" y="245"/>
                  </a:lnTo>
                  <a:lnTo>
                    <a:pt x="827" y="245"/>
                  </a:lnTo>
                  <a:lnTo>
                    <a:pt x="827" y="245"/>
                  </a:lnTo>
                  <a:lnTo>
                    <a:pt x="815" y="245"/>
                  </a:lnTo>
                  <a:lnTo>
                    <a:pt x="815" y="245"/>
                  </a:lnTo>
                  <a:lnTo>
                    <a:pt x="791" y="245"/>
                  </a:lnTo>
                  <a:lnTo>
                    <a:pt x="791" y="245"/>
                  </a:lnTo>
                  <a:lnTo>
                    <a:pt x="744" y="245"/>
                  </a:lnTo>
                  <a:lnTo>
                    <a:pt x="744" y="245"/>
                  </a:lnTo>
                  <a:lnTo>
                    <a:pt x="744" y="269"/>
                  </a:lnTo>
                  <a:lnTo>
                    <a:pt x="744" y="269"/>
                  </a:lnTo>
                  <a:lnTo>
                    <a:pt x="744" y="280"/>
                  </a:lnTo>
                  <a:lnTo>
                    <a:pt x="744" y="280"/>
                  </a:lnTo>
                  <a:lnTo>
                    <a:pt x="744" y="302"/>
                  </a:lnTo>
                  <a:lnTo>
                    <a:pt x="744" y="302"/>
                  </a:lnTo>
                  <a:lnTo>
                    <a:pt x="744" y="325"/>
                  </a:lnTo>
                  <a:lnTo>
                    <a:pt x="744" y="325"/>
                  </a:lnTo>
                  <a:lnTo>
                    <a:pt x="744" y="337"/>
                  </a:lnTo>
                  <a:lnTo>
                    <a:pt x="744" y="337"/>
                  </a:lnTo>
                  <a:lnTo>
                    <a:pt x="744" y="361"/>
                  </a:lnTo>
                  <a:lnTo>
                    <a:pt x="744" y="361"/>
                  </a:lnTo>
                  <a:lnTo>
                    <a:pt x="744" y="372"/>
                  </a:lnTo>
                  <a:lnTo>
                    <a:pt x="744" y="372"/>
                  </a:lnTo>
                  <a:lnTo>
                    <a:pt x="744" y="396"/>
                  </a:lnTo>
                  <a:lnTo>
                    <a:pt x="744" y="396"/>
                  </a:lnTo>
                  <a:lnTo>
                    <a:pt x="744" y="419"/>
                  </a:lnTo>
                  <a:lnTo>
                    <a:pt x="744" y="419"/>
                  </a:lnTo>
                  <a:lnTo>
                    <a:pt x="744" y="467"/>
                  </a:lnTo>
                  <a:lnTo>
                    <a:pt x="744" y="467"/>
                  </a:lnTo>
                  <a:lnTo>
                    <a:pt x="744" y="490"/>
                  </a:lnTo>
                  <a:lnTo>
                    <a:pt x="744" y="490"/>
                  </a:lnTo>
                  <a:lnTo>
                    <a:pt x="732" y="490"/>
                  </a:lnTo>
                  <a:lnTo>
                    <a:pt x="732" y="490"/>
                  </a:lnTo>
                  <a:lnTo>
                    <a:pt x="709" y="490"/>
                  </a:lnTo>
                  <a:lnTo>
                    <a:pt x="709" y="490"/>
                  </a:lnTo>
                  <a:lnTo>
                    <a:pt x="709" y="495"/>
                  </a:lnTo>
                  <a:lnTo>
                    <a:pt x="709" y="500"/>
                  </a:lnTo>
                  <a:lnTo>
                    <a:pt x="709" y="502"/>
                  </a:lnTo>
                  <a:lnTo>
                    <a:pt x="709" y="502"/>
                  </a:lnTo>
                  <a:lnTo>
                    <a:pt x="702" y="502"/>
                  </a:lnTo>
                  <a:lnTo>
                    <a:pt x="697" y="502"/>
                  </a:lnTo>
                  <a:lnTo>
                    <a:pt x="697" y="502"/>
                  </a:lnTo>
                  <a:lnTo>
                    <a:pt x="685" y="502"/>
                  </a:lnTo>
                  <a:lnTo>
                    <a:pt x="685" y="502"/>
                  </a:lnTo>
                  <a:lnTo>
                    <a:pt x="673" y="502"/>
                  </a:lnTo>
                  <a:lnTo>
                    <a:pt x="673" y="502"/>
                  </a:lnTo>
                  <a:lnTo>
                    <a:pt x="650" y="502"/>
                  </a:lnTo>
                  <a:lnTo>
                    <a:pt x="650" y="502"/>
                  </a:lnTo>
                  <a:lnTo>
                    <a:pt x="650" y="507"/>
                  </a:lnTo>
                  <a:lnTo>
                    <a:pt x="650" y="511"/>
                  </a:lnTo>
                  <a:lnTo>
                    <a:pt x="650" y="514"/>
                  </a:lnTo>
                  <a:lnTo>
                    <a:pt x="650" y="514"/>
                  </a:lnTo>
                  <a:lnTo>
                    <a:pt x="648" y="514"/>
                  </a:lnTo>
                  <a:lnTo>
                    <a:pt x="643" y="514"/>
                  </a:lnTo>
                  <a:lnTo>
                    <a:pt x="640" y="511"/>
                  </a:lnTo>
                  <a:lnTo>
                    <a:pt x="638" y="514"/>
                  </a:lnTo>
                  <a:lnTo>
                    <a:pt x="638" y="514"/>
                  </a:lnTo>
                  <a:lnTo>
                    <a:pt x="636" y="516"/>
                  </a:lnTo>
                  <a:lnTo>
                    <a:pt x="638" y="518"/>
                  </a:lnTo>
                  <a:lnTo>
                    <a:pt x="638" y="523"/>
                  </a:lnTo>
                  <a:lnTo>
                    <a:pt x="638" y="525"/>
                  </a:lnTo>
                  <a:lnTo>
                    <a:pt x="638" y="525"/>
                  </a:lnTo>
                  <a:lnTo>
                    <a:pt x="636" y="525"/>
                  </a:lnTo>
                  <a:lnTo>
                    <a:pt x="631" y="525"/>
                  </a:lnTo>
                  <a:lnTo>
                    <a:pt x="626" y="525"/>
                  </a:lnTo>
                  <a:lnTo>
                    <a:pt x="626" y="525"/>
                  </a:lnTo>
                  <a:lnTo>
                    <a:pt x="603" y="525"/>
                  </a:lnTo>
                  <a:lnTo>
                    <a:pt x="603" y="525"/>
                  </a:lnTo>
                  <a:lnTo>
                    <a:pt x="603" y="502"/>
                  </a:lnTo>
                  <a:lnTo>
                    <a:pt x="603" y="502"/>
                  </a:lnTo>
                  <a:lnTo>
                    <a:pt x="603" y="490"/>
                  </a:lnTo>
                  <a:lnTo>
                    <a:pt x="603" y="490"/>
                  </a:lnTo>
                  <a:lnTo>
                    <a:pt x="603" y="467"/>
                  </a:lnTo>
                  <a:lnTo>
                    <a:pt x="603" y="467"/>
                  </a:lnTo>
                  <a:lnTo>
                    <a:pt x="603" y="455"/>
                  </a:lnTo>
                  <a:lnTo>
                    <a:pt x="603" y="455"/>
                  </a:lnTo>
                  <a:lnTo>
                    <a:pt x="603" y="431"/>
                  </a:lnTo>
                  <a:lnTo>
                    <a:pt x="603" y="431"/>
                  </a:lnTo>
                  <a:lnTo>
                    <a:pt x="603" y="408"/>
                  </a:lnTo>
                  <a:lnTo>
                    <a:pt x="603" y="408"/>
                  </a:lnTo>
                  <a:lnTo>
                    <a:pt x="577" y="408"/>
                  </a:lnTo>
                  <a:lnTo>
                    <a:pt x="577" y="408"/>
                  </a:lnTo>
                  <a:lnTo>
                    <a:pt x="579" y="401"/>
                  </a:lnTo>
                  <a:lnTo>
                    <a:pt x="579" y="398"/>
                  </a:lnTo>
                  <a:lnTo>
                    <a:pt x="577" y="396"/>
                  </a:lnTo>
                  <a:lnTo>
                    <a:pt x="577" y="396"/>
                  </a:lnTo>
                  <a:lnTo>
                    <a:pt x="575" y="396"/>
                  </a:lnTo>
                  <a:lnTo>
                    <a:pt x="572" y="396"/>
                  </a:lnTo>
                  <a:lnTo>
                    <a:pt x="565" y="396"/>
                  </a:lnTo>
                  <a:lnTo>
                    <a:pt x="565" y="396"/>
                  </a:lnTo>
                  <a:lnTo>
                    <a:pt x="565" y="384"/>
                  </a:lnTo>
                  <a:lnTo>
                    <a:pt x="565" y="384"/>
                  </a:lnTo>
                  <a:lnTo>
                    <a:pt x="565" y="361"/>
                  </a:lnTo>
                  <a:lnTo>
                    <a:pt x="565" y="361"/>
                  </a:lnTo>
                  <a:lnTo>
                    <a:pt x="542" y="361"/>
                  </a:lnTo>
                  <a:lnTo>
                    <a:pt x="542" y="361"/>
                  </a:lnTo>
                  <a:lnTo>
                    <a:pt x="542" y="408"/>
                  </a:lnTo>
                  <a:lnTo>
                    <a:pt x="542" y="408"/>
                  </a:lnTo>
                  <a:lnTo>
                    <a:pt x="530" y="408"/>
                  </a:lnTo>
                  <a:lnTo>
                    <a:pt x="530" y="408"/>
                  </a:lnTo>
                  <a:lnTo>
                    <a:pt x="518" y="408"/>
                  </a:lnTo>
                  <a:lnTo>
                    <a:pt x="518" y="408"/>
                  </a:lnTo>
                  <a:lnTo>
                    <a:pt x="513" y="408"/>
                  </a:lnTo>
                  <a:lnTo>
                    <a:pt x="506" y="408"/>
                  </a:lnTo>
                  <a:lnTo>
                    <a:pt x="506" y="408"/>
                  </a:lnTo>
                  <a:lnTo>
                    <a:pt x="501" y="408"/>
                  </a:lnTo>
                  <a:lnTo>
                    <a:pt x="494" y="408"/>
                  </a:lnTo>
                  <a:lnTo>
                    <a:pt x="494" y="408"/>
                  </a:lnTo>
                  <a:lnTo>
                    <a:pt x="494" y="410"/>
                  </a:lnTo>
                  <a:lnTo>
                    <a:pt x="494" y="412"/>
                  </a:lnTo>
                  <a:lnTo>
                    <a:pt x="494" y="419"/>
                  </a:lnTo>
                  <a:lnTo>
                    <a:pt x="494" y="419"/>
                  </a:lnTo>
                  <a:lnTo>
                    <a:pt x="494" y="427"/>
                  </a:lnTo>
                  <a:lnTo>
                    <a:pt x="497" y="429"/>
                  </a:lnTo>
                  <a:lnTo>
                    <a:pt x="494" y="431"/>
                  </a:lnTo>
                  <a:lnTo>
                    <a:pt x="494" y="431"/>
                  </a:lnTo>
                  <a:lnTo>
                    <a:pt x="490" y="431"/>
                  </a:lnTo>
                  <a:lnTo>
                    <a:pt x="483" y="431"/>
                  </a:lnTo>
                  <a:lnTo>
                    <a:pt x="483" y="431"/>
                  </a:lnTo>
                  <a:lnTo>
                    <a:pt x="483" y="443"/>
                  </a:lnTo>
                  <a:lnTo>
                    <a:pt x="483" y="443"/>
                  </a:lnTo>
                  <a:lnTo>
                    <a:pt x="483" y="467"/>
                  </a:lnTo>
                  <a:lnTo>
                    <a:pt x="483" y="467"/>
                  </a:lnTo>
                  <a:lnTo>
                    <a:pt x="483" y="514"/>
                  </a:lnTo>
                  <a:lnTo>
                    <a:pt x="483" y="514"/>
                  </a:lnTo>
                  <a:lnTo>
                    <a:pt x="483" y="535"/>
                  </a:lnTo>
                  <a:lnTo>
                    <a:pt x="483" y="535"/>
                  </a:lnTo>
                  <a:lnTo>
                    <a:pt x="483" y="547"/>
                  </a:lnTo>
                  <a:lnTo>
                    <a:pt x="483" y="547"/>
                  </a:lnTo>
                  <a:lnTo>
                    <a:pt x="483" y="570"/>
                  </a:lnTo>
                  <a:lnTo>
                    <a:pt x="483" y="570"/>
                  </a:lnTo>
                  <a:lnTo>
                    <a:pt x="478" y="570"/>
                  </a:lnTo>
                  <a:lnTo>
                    <a:pt x="471" y="570"/>
                  </a:lnTo>
                  <a:lnTo>
                    <a:pt x="471" y="570"/>
                  </a:lnTo>
                  <a:lnTo>
                    <a:pt x="466" y="570"/>
                  </a:lnTo>
                  <a:lnTo>
                    <a:pt x="459" y="570"/>
                  </a:lnTo>
                  <a:lnTo>
                    <a:pt x="459" y="570"/>
                  </a:lnTo>
                  <a:lnTo>
                    <a:pt x="459" y="566"/>
                  </a:lnTo>
                  <a:lnTo>
                    <a:pt x="459" y="558"/>
                  </a:lnTo>
                  <a:lnTo>
                    <a:pt x="459" y="558"/>
                  </a:lnTo>
                  <a:lnTo>
                    <a:pt x="459" y="547"/>
                  </a:lnTo>
                  <a:lnTo>
                    <a:pt x="459" y="547"/>
                  </a:lnTo>
                  <a:lnTo>
                    <a:pt x="459" y="525"/>
                  </a:lnTo>
                  <a:lnTo>
                    <a:pt x="459" y="525"/>
                  </a:lnTo>
                  <a:lnTo>
                    <a:pt x="412" y="525"/>
                  </a:lnTo>
                  <a:lnTo>
                    <a:pt x="412" y="525"/>
                  </a:lnTo>
                  <a:lnTo>
                    <a:pt x="388" y="525"/>
                  </a:lnTo>
                  <a:lnTo>
                    <a:pt x="388" y="525"/>
                  </a:lnTo>
                  <a:lnTo>
                    <a:pt x="377" y="525"/>
                  </a:lnTo>
                  <a:lnTo>
                    <a:pt x="377" y="525"/>
                  </a:lnTo>
                  <a:lnTo>
                    <a:pt x="370" y="525"/>
                  </a:lnTo>
                  <a:lnTo>
                    <a:pt x="365" y="525"/>
                  </a:lnTo>
                  <a:lnTo>
                    <a:pt x="365" y="525"/>
                  </a:lnTo>
                  <a:lnTo>
                    <a:pt x="365" y="518"/>
                  </a:lnTo>
                  <a:lnTo>
                    <a:pt x="365" y="514"/>
                  </a:lnTo>
                  <a:lnTo>
                    <a:pt x="365" y="514"/>
                  </a:lnTo>
                  <a:lnTo>
                    <a:pt x="362" y="511"/>
                  </a:lnTo>
                  <a:lnTo>
                    <a:pt x="358" y="514"/>
                  </a:lnTo>
                  <a:lnTo>
                    <a:pt x="355" y="514"/>
                  </a:lnTo>
                  <a:lnTo>
                    <a:pt x="353" y="514"/>
                  </a:lnTo>
                  <a:lnTo>
                    <a:pt x="353" y="514"/>
                  </a:lnTo>
                  <a:lnTo>
                    <a:pt x="353" y="511"/>
                  </a:lnTo>
                  <a:lnTo>
                    <a:pt x="353" y="507"/>
                  </a:lnTo>
                  <a:lnTo>
                    <a:pt x="353" y="504"/>
                  </a:lnTo>
                  <a:lnTo>
                    <a:pt x="353" y="502"/>
                  </a:lnTo>
                  <a:lnTo>
                    <a:pt x="353" y="502"/>
                  </a:lnTo>
                  <a:lnTo>
                    <a:pt x="351" y="500"/>
                  </a:lnTo>
                  <a:lnTo>
                    <a:pt x="346" y="502"/>
                  </a:lnTo>
                  <a:lnTo>
                    <a:pt x="344" y="502"/>
                  </a:lnTo>
                  <a:lnTo>
                    <a:pt x="341" y="502"/>
                  </a:lnTo>
                  <a:lnTo>
                    <a:pt x="341" y="502"/>
                  </a:lnTo>
                  <a:lnTo>
                    <a:pt x="341" y="500"/>
                  </a:lnTo>
                  <a:lnTo>
                    <a:pt x="341" y="495"/>
                  </a:lnTo>
                  <a:lnTo>
                    <a:pt x="341" y="492"/>
                  </a:lnTo>
                  <a:lnTo>
                    <a:pt x="341" y="490"/>
                  </a:lnTo>
                  <a:lnTo>
                    <a:pt x="341" y="490"/>
                  </a:lnTo>
                  <a:lnTo>
                    <a:pt x="339" y="488"/>
                  </a:lnTo>
                  <a:lnTo>
                    <a:pt x="334" y="490"/>
                  </a:lnTo>
                  <a:lnTo>
                    <a:pt x="332" y="490"/>
                  </a:lnTo>
                  <a:lnTo>
                    <a:pt x="329" y="490"/>
                  </a:lnTo>
                  <a:lnTo>
                    <a:pt x="329" y="490"/>
                  </a:lnTo>
                  <a:lnTo>
                    <a:pt x="329" y="488"/>
                  </a:lnTo>
                  <a:lnTo>
                    <a:pt x="329" y="483"/>
                  </a:lnTo>
                  <a:lnTo>
                    <a:pt x="329" y="481"/>
                  </a:lnTo>
                  <a:lnTo>
                    <a:pt x="329" y="478"/>
                  </a:lnTo>
                  <a:lnTo>
                    <a:pt x="329" y="478"/>
                  </a:lnTo>
                  <a:lnTo>
                    <a:pt x="322" y="478"/>
                  </a:lnTo>
                  <a:lnTo>
                    <a:pt x="318" y="478"/>
                  </a:lnTo>
                  <a:lnTo>
                    <a:pt x="318" y="478"/>
                  </a:lnTo>
                  <a:lnTo>
                    <a:pt x="318" y="467"/>
                  </a:lnTo>
                  <a:lnTo>
                    <a:pt x="318" y="467"/>
                  </a:lnTo>
                  <a:lnTo>
                    <a:pt x="318" y="419"/>
                  </a:lnTo>
                  <a:lnTo>
                    <a:pt x="318" y="419"/>
                  </a:lnTo>
                  <a:lnTo>
                    <a:pt x="318" y="372"/>
                  </a:lnTo>
                  <a:lnTo>
                    <a:pt x="318" y="372"/>
                  </a:lnTo>
                  <a:lnTo>
                    <a:pt x="318" y="361"/>
                  </a:lnTo>
                  <a:lnTo>
                    <a:pt x="318" y="361"/>
                  </a:lnTo>
                  <a:lnTo>
                    <a:pt x="318" y="337"/>
                  </a:lnTo>
                  <a:lnTo>
                    <a:pt x="318" y="337"/>
                  </a:lnTo>
                  <a:lnTo>
                    <a:pt x="318" y="325"/>
                  </a:lnTo>
                  <a:lnTo>
                    <a:pt x="318" y="325"/>
                  </a:lnTo>
                  <a:lnTo>
                    <a:pt x="318" y="302"/>
                  </a:lnTo>
                  <a:lnTo>
                    <a:pt x="318" y="302"/>
                  </a:lnTo>
                  <a:lnTo>
                    <a:pt x="318" y="292"/>
                  </a:lnTo>
                  <a:lnTo>
                    <a:pt x="318" y="292"/>
                  </a:lnTo>
                  <a:lnTo>
                    <a:pt x="318" y="269"/>
                  </a:lnTo>
                  <a:lnTo>
                    <a:pt x="318" y="269"/>
                  </a:lnTo>
                  <a:lnTo>
                    <a:pt x="318" y="257"/>
                  </a:lnTo>
                  <a:lnTo>
                    <a:pt x="318" y="257"/>
                  </a:lnTo>
                  <a:lnTo>
                    <a:pt x="318" y="233"/>
                  </a:lnTo>
                  <a:lnTo>
                    <a:pt x="318" y="233"/>
                  </a:lnTo>
                  <a:lnTo>
                    <a:pt x="318" y="186"/>
                  </a:lnTo>
                  <a:lnTo>
                    <a:pt x="318" y="186"/>
                  </a:lnTo>
                  <a:lnTo>
                    <a:pt x="318" y="92"/>
                  </a:lnTo>
                  <a:lnTo>
                    <a:pt x="318" y="92"/>
                  </a:lnTo>
                  <a:lnTo>
                    <a:pt x="306" y="92"/>
                  </a:lnTo>
                  <a:lnTo>
                    <a:pt x="306" y="92"/>
                  </a:lnTo>
                  <a:lnTo>
                    <a:pt x="282" y="92"/>
                  </a:lnTo>
                  <a:lnTo>
                    <a:pt x="282" y="92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47" y="92"/>
                  </a:lnTo>
                  <a:lnTo>
                    <a:pt x="247" y="92"/>
                  </a:lnTo>
                  <a:lnTo>
                    <a:pt x="240" y="92"/>
                  </a:lnTo>
                  <a:lnTo>
                    <a:pt x="238" y="94"/>
                  </a:lnTo>
                  <a:lnTo>
                    <a:pt x="235" y="92"/>
                  </a:lnTo>
                  <a:lnTo>
                    <a:pt x="235" y="92"/>
                  </a:lnTo>
                  <a:lnTo>
                    <a:pt x="233" y="90"/>
                  </a:lnTo>
                  <a:lnTo>
                    <a:pt x="235" y="87"/>
                  </a:lnTo>
                  <a:lnTo>
                    <a:pt x="235" y="80"/>
                  </a:lnTo>
                  <a:lnTo>
                    <a:pt x="235" y="80"/>
                  </a:lnTo>
                  <a:lnTo>
                    <a:pt x="235" y="35"/>
                  </a:lnTo>
                  <a:lnTo>
                    <a:pt x="235" y="35"/>
                  </a:lnTo>
                  <a:lnTo>
                    <a:pt x="235" y="24"/>
                  </a:lnTo>
                  <a:lnTo>
                    <a:pt x="235" y="24"/>
                  </a:lnTo>
                  <a:lnTo>
                    <a:pt x="235" y="0"/>
                  </a:lnTo>
                  <a:lnTo>
                    <a:pt x="235" y="0"/>
                  </a:lnTo>
                  <a:lnTo>
                    <a:pt x="228" y="0"/>
                  </a:lnTo>
                  <a:lnTo>
                    <a:pt x="223" y="0"/>
                  </a:lnTo>
                  <a:lnTo>
                    <a:pt x="223" y="0"/>
                  </a:lnTo>
                  <a:lnTo>
                    <a:pt x="221" y="5"/>
                  </a:lnTo>
                  <a:lnTo>
                    <a:pt x="223" y="12"/>
                  </a:lnTo>
                  <a:lnTo>
                    <a:pt x="223" y="12"/>
                  </a:lnTo>
                  <a:lnTo>
                    <a:pt x="223" y="24"/>
                  </a:lnTo>
                  <a:lnTo>
                    <a:pt x="223" y="24"/>
                  </a:lnTo>
                  <a:lnTo>
                    <a:pt x="223" y="35"/>
                  </a:lnTo>
                  <a:lnTo>
                    <a:pt x="223" y="35"/>
                  </a:lnTo>
                  <a:lnTo>
                    <a:pt x="223" y="47"/>
                  </a:lnTo>
                  <a:lnTo>
                    <a:pt x="223" y="47"/>
                  </a:lnTo>
                  <a:lnTo>
                    <a:pt x="223" y="59"/>
                  </a:lnTo>
                  <a:lnTo>
                    <a:pt x="223" y="59"/>
                  </a:lnTo>
                  <a:lnTo>
                    <a:pt x="223" y="68"/>
                  </a:lnTo>
                  <a:lnTo>
                    <a:pt x="223" y="68"/>
                  </a:lnTo>
                  <a:lnTo>
                    <a:pt x="223" y="80"/>
                  </a:lnTo>
                  <a:lnTo>
                    <a:pt x="223" y="80"/>
                  </a:lnTo>
                  <a:lnTo>
                    <a:pt x="223" y="87"/>
                  </a:lnTo>
                  <a:lnTo>
                    <a:pt x="223" y="92"/>
                  </a:lnTo>
                  <a:lnTo>
                    <a:pt x="223" y="92"/>
                  </a:lnTo>
                  <a:lnTo>
                    <a:pt x="212" y="92"/>
                  </a:lnTo>
                  <a:lnTo>
                    <a:pt x="212" y="92"/>
                  </a:lnTo>
                  <a:lnTo>
                    <a:pt x="205" y="92"/>
                  </a:lnTo>
                  <a:lnTo>
                    <a:pt x="200" y="92"/>
                  </a:lnTo>
                  <a:lnTo>
                    <a:pt x="200" y="92"/>
                  </a:lnTo>
                  <a:lnTo>
                    <a:pt x="193" y="94"/>
                  </a:lnTo>
                  <a:lnTo>
                    <a:pt x="188" y="92"/>
                  </a:lnTo>
                  <a:lnTo>
                    <a:pt x="188" y="92"/>
                  </a:lnTo>
                  <a:lnTo>
                    <a:pt x="176" y="92"/>
                  </a:lnTo>
                  <a:lnTo>
                    <a:pt x="176" y="92"/>
                  </a:lnTo>
                  <a:lnTo>
                    <a:pt x="169" y="92"/>
                  </a:lnTo>
                  <a:lnTo>
                    <a:pt x="162" y="92"/>
                  </a:lnTo>
                  <a:lnTo>
                    <a:pt x="162" y="92"/>
                  </a:lnTo>
                  <a:lnTo>
                    <a:pt x="162" y="87"/>
                  </a:lnTo>
                  <a:lnTo>
                    <a:pt x="162" y="80"/>
                  </a:lnTo>
                  <a:lnTo>
                    <a:pt x="162" y="80"/>
                  </a:lnTo>
                  <a:lnTo>
                    <a:pt x="162" y="75"/>
                  </a:lnTo>
                  <a:lnTo>
                    <a:pt x="162" y="68"/>
                  </a:lnTo>
                  <a:lnTo>
                    <a:pt x="162" y="68"/>
                  </a:lnTo>
                  <a:lnTo>
                    <a:pt x="162" y="59"/>
                  </a:lnTo>
                  <a:lnTo>
                    <a:pt x="162" y="59"/>
                  </a:lnTo>
                  <a:lnTo>
                    <a:pt x="162" y="47"/>
                  </a:lnTo>
                  <a:lnTo>
                    <a:pt x="162" y="47"/>
                  </a:lnTo>
                  <a:lnTo>
                    <a:pt x="162" y="35"/>
                  </a:lnTo>
                  <a:lnTo>
                    <a:pt x="162" y="35"/>
                  </a:lnTo>
                  <a:lnTo>
                    <a:pt x="162" y="24"/>
                  </a:lnTo>
                  <a:lnTo>
                    <a:pt x="162" y="24"/>
                  </a:lnTo>
                  <a:lnTo>
                    <a:pt x="162" y="12"/>
                  </a:lnTo>
                  <a:lnTo>
                    <a:pt x="162" y="12"/>
                  </a:lnTo>
                  <a:lnTo>
                    <a:pt x="165" y="5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0" y="5"/>
                  </a:lnTo>
                  <a:lnTo>
                    <a:pt x="150" y="12"/>
                  </a:lnTo>
                  <a:lnTo>
                    <a:pt x="150" y="12"/>
                  </a:lnTo>
                  <a:lnTo>
                    <a:pt x="150" y="24"/>
                  </a:lnTo>
                  <a:lnTo>
                    <a:pt x="150" y="24"/>
                  </a:lnTo>
                  <a:lnTo>
                    <a:pt x="150" y="35"/>
                  </a:lnTo>
                  <a:lnTo>
                    <a:pt x="150" y="35"/>
                  </a:lnTo>
                  <a:lnTo>
                    <a:pt x="150" y="59"/>
                  </a:lnTo>
                  <a:lnTo>
                    <a:pt x="150" y="59"/>
                  </a:lnTo>
                  <a:lnTo>
                    <a:pt x="150" y="68"/>
                  </a:lnTo>
                  <a:lnTo>
                    <a:pt x="150" y="68"/>
                  </a:lnTo>
                  <a:lnTo>
                    <a:pt x="150" y="80"/>
                  </a:lnTo>
                  <a:lnTo>
                    <a:pt x="150" y="80"/>
                  </a:lnTo>
                  <a:lnTo>
                    <a:pt x="153" y="87"/>
                  </a:lnTo>
                  <a:lnTo>
                    <a:pt x="150" y="92"/>
                  </a:lnTo>
                  <a:lnTo>
                    <a:pt x="150" y="92"/>
                  </a:lnTo>
                  <a:lnTo>
                    <a:pt x="148" y="94"/>
                  </a:lnTo>
                  <a:lnTo>
                    <a:pt x="146" y="92"/>
                  </a:lnTo>
                  <a:lnTo>
                    <a:pt x="139" y="92"/>
                  </a:lnTo>
                  <a:lnTo>
                    <a:pt x="139" y="92"/>
                  </a:lnTo>
                  <a:lnTo>
                    <a:pt x="127" y="92"/>
                  </a:lnTo>
                  <a:lnTo>
                    <a:pt x="127" y="92"/>
                  </a:lnTo>
                  <a:lnTo>
                    <a:pt x="103" y="92"/>
                  </a:lnTo>
                  <a:lnTo>
                    <a:pt x="103" y="92"/>
                  </a:lnTo>
                  <a:lnTo>
                    <a:pt x="56" y="92"/>
                  </a:lnTo>
                  <a:lnTo>
                    <a:pt x="56" y="92"/>
                  </a:lnTo>
                  <a:lnTo>
                    <a:pt x="56" y="104"/>
                  </a:lnTo>
                  <a:lnTo>
                    <a:pt x="56" y="104"/>
                  </a:lnTo>
                  <a:lnTo>
                    <a:pt x="56" y="127"/>
                  </a:lnTo>
                  <a:lnTo>
                    <a:pt x="56" y="127"/>
                  </a:lnTo>
                  <a:lnTo>
                    <a:pt x="56" y="174"/>
                  </a:lnTo>
                  <a:lnTo>
                    <a:pt x="56" y="174"/>
                  </a:lnTo>
                  <a:lnTo>
                    <a:pt x="56" y="198"/>
                  </a:lnTo>
                  <a:lnTo>
                    <a:pt x="56" y="198"/>
                  </a:lnTo>
                  <a:lnTo>
                    <a:pt x="56" y="245"/>
                  </a:lnTo>
                  <a:lnTo>
                    <a:pt x="56" y="245"/>
                  </a:lnTo>
                  <a:lnTo>
                    <a:pt x="56" y="292"/>
                  </a:lnTo>
                  <a:lnTo>
                    <a:pt x="56" y="292"/>
                  </a:lnTo>
                  <a:lnTo>
                    <a:pt x="56" y="313"/>
                  </a:lnTo>
                  <a:lnTo>
                    <a:pt x="56" y="313"/>
                  </a:lnTo>
                  <a:lnTo>
                    <a:pt x="56" y="325"/>
                  </a:lnTo>
                  <a:lnTo>
                    <a:pt x="56" y="325"/>
                  </a:lnTo>
                  <a:lnTo>
                    <a:pt x="56" y="349"/>
                  </a:lnTo>
                  <a:lnTo>
                    <a:pt x="56" y="349"/>
                  </a:lnTo>
                  <a:lnTo>
                    <a:pt x="56" y="372"/>
                  </a:lnTo>
                  <a:lnTo>
                    <a:pt x="56" y="372"/>
                  </a:lnTo>
                  <a:lnTo>
                    <a:pt x="56" y="384"/>
                  </a:lnTo>
                  <a:lnTo>
                    <a:pt x="56" y="384"/>
                  </a:lnTo>
                  <a:lnTo>
                    <a:pt x="56" y="408"/>
                  </a:lnTo>
                  <a:lnTo>
                    <a:pt x="56" y="408"/>
                  </a:lnTo>
                  <a:lnTo>
                    <a:pt x="56" y="419"/>
                  </a:lnTo>
                  <a:lnTo>
                    <a:pt x="56" y="419"/>
                  </a:lnTo>
                  <a:lnTo>
                    <a:pt x="56" y="443"/>
                  </a:lnTo>
                  <a:lnTo>
                    <a:pt x="56" y="443"/>
                  </a:lnTo>
                  <a:lnTo>
                    <a:pt x="56" y="455"/>
                  </a:lnTo>
                  <a:lnTo>
                    <a:pt x="56" y="455"/>
                  </a:lnTo>
                  <a:lnTo>
                    <a:pt x="56" y="467"/>
                  </a:lnTo>
                  <a:lnTo>
                    <a:pt x="56" y="467"/>
                  </a:lnTo>
                  <a:lnTo>
                    <a:pt x="56" y="471"/>
                  </a:lnTo>
                  <a:lnTo>
                    <a:pt x="56" y="478"/>
                  </a:lnTo>
                  <a:lnTo>
                    <a:pt x="56" y="478"/>
                  </a:lnTo>
                  <a:lnTo>
                    <a:pt x="51" y="478"/>
                  </a:lnTo>
                  <a:lnTo>
                    <a:pt x="44" y="478"/>
                  </a:lnTo>
                  <a:lnTo>
                    <a:pt x="44" y="478"/>
                  </a:lnTo>
                  <a:lnTo>
                    <a:pt x="44" y="481"/>
                  </a:lnTo>
                  <a:lnTo>
                    <a:pt x="44" y="483"/>
                  </a:lnTo>
                  <a:lnTo>
                    <a:pt x="44" y="490"/>
                  </a:lnTo>
                  <a:lnTo>
                    <a:pt x="44" y="490"/>
                  </a:lnTo>
                  <a:lnTo>
                    <a:pt x="33" y="490"/>
                  </a:lnTo>
                  <a:lnTo>
                    <a:pt x="33" y="490"/>
                  </a:lnTo>
                  <a:lnTo>
                    <a:pt x="21" y="490"/>
                  </a:lnTo>
                  <a:lnTo>
                    <a:pt x="21" y="490"/>
                  </a:lnTo>
                  <a:lnTo>
                    <a:pt x="9" y="490"/>
                  </a:lnTo>
                  <a:lnTo>
                    <a:pt x="9" y="490"/>
                  </a:lnTo>
                  <a:lnTo>
                    <a:pt x="4" y="490"/>
                  </a:lnTo>
                  <a:lnTo>
                    <a:pt x="0" y="490"/>
                  </a:lnTo>
                  <a:lnTo>
                    <a:pt x="0" y="606"/>
                  </a:lnTo>
                  <a:lnTo>
                    <a:pt x="0" y="606"/>
                  </a:lnTo>
                  <a:lnTo>
                    <a:pt x="21" y="606"/>
                  </a:lnTo>
                  <a:lnTo>
                    <a:pt x="21" y="606"/>
                  </a:lnTo>
                  <a:lnTo>
                    <a:pt x="33" y="606"/>
                  </a:lnTo>
                  <a:lnTo>
                    <a:pt x="33" y="606"/>
                  </a:lnTo>
                  <a:lnTo>
                    <a:pt x="56" y="606"/>
                  </a:lnTo>
                  <a:lnTo>
                    <a:pt x="56" y="606"/>
                  </a:lnTo>
                  <a:lnTo>
                    <a:pt x="68" y="606"/>
                  </a:lnTo>
                  <a:lnTo>
                    <a:pt x="68" y="606"/>
                  </a:lnTo>
                  <a:lnTo>
                    <a:pt x="91" y="606"/>
                  </a:lnTo>
                  <a:lnTo>
                    <a:pt x="91" y="606"/>
                  </a:lnTo>
                  <a:lnTo>
                    <a:pt x="103" y="606"/>
                  </a:lnTo>
                  <a:lnTo>
                    <a:pt x="103" y="606"/>
                  </a:lnTo>
                  <a:lnTo>
                    <a:pt x="127" y="606"/>
                  </a:lnTo>
                  <a:lnTo>
                    <a:pt x="127" y="606"/>
                  </a:lnTo>
                  <a:lnTo>
                    <a:pt x="139" y="606"/>
                  </a:lnTo>
                  <a:lnTo>
                    <a:pt x="139" y="606"/>
                  </a:lnTo>
                  <a:lnTo>
                    <a:pt x="162" y="606"/>
                  </a:lnTo>
                  <a:lnTo>
                    <a:pt x="162" y="606"/>
                  </a:lnTo>
                  <a:lnTo>
                    <a:pt x="176" y="606"/>
                  </a:lnTo>
                  <a:lnTo>
                    <a:pt x="176" y="606"/>
                  </a:lnTo>
                  <a:lnTo>
                    <a:pt x="200" y="606"/>
                  </a:lnTo>
                  <a:lnTo>
                    <a:pt x="200" y="606"/>
                  </a:lnTo>
                  <a:lnTo>
                    <a:pt x="212" y="606"/>
                  </a:lnTo>
                  <a:lnTo>
                    <a:pt x="212" y="606"/>
                  </a:lnTo>
                  <a:lnTo>
                    <a:pt x="235" y="606"/>
                  </a:lnTo>
                  <a:lnTo>
                    <a:pt x="235" y="606"/>
                  </a:lnTo>
                  <a:lnTo>
                    <a:pt x="247" y="606"/>
                  </a:lnTo>
                  <a:lnTo>
                    <a:pt x="247" y="606"/>
                  </a:lnTo>
                  <a:lnTo>
                    <a:pt x="271" y="606"/>
                  </a:lnTo>
                  <a:lnTo>
                    <a:pt x="271" y="606"/>
                  </a:lnTo>
                  <a:lnTo>
                    <a:pt x="294" y="606"/>
                  </a:lnTo>
                  <a:lnTo>
                    <a:pt x="294" y="606"/>
                  </a:lnTo>
                  <a:lnTo>
                    <a:pt x="306" y="606"/>
                  </a:lnTo>
                  <a:lnTo>
                    <a:pt x="306" y="606"/>
                  </a:lnTo>
                  <a:lnTo>
                    <a:pt x="329" y="606"/>
                  </a:lnTo>
                  <a:lnTo>
                    <a:pt x="329" y="606"/>
                  </a:lnTo>
                  <a:lnTo>
                    <a:pt x="341" y="606"/>
                  </a:lnTo>
                  <a:lnTo>
                    <a:pt x="341" y="606"/>
                  </a:lnTo>
                  <a:lnTo>
                    <a:pt x="365" y="606"/>
                  </a:lnTo>
                  <a:lnTo>
                    <a:pt x="365" y="606"/>
                  </a:lnTo>
                  <a:lnTo>
                    <a:pt x="377" y="606"/>
                  </a:lnTo>
                  <a:lnTo>
                    <a:pt x="377" y="606"/>
                  </a:lnTo>
                  <a:lnTo>
                    <a:pt x="400" y="606"/>
                  </a:lnTo>
                  <a:lnTo>
                    <a:pt x="400" y="606"/>
                  </a:lnTo>
                  <a:lnTo>
                    <a:pt x="412" y="606"/>
                  </a:lnTo>
                  <a:lnTo>
                    <a:pt x="412" y="606"/>
                  </a:lnTo>
                  <a:lnTo>
                    <a:pt x="435" y="606"/>
                  </a:lnTo>
                  <a:lnTo>
                    <a:pt x="435" y="606"/>
                  </a:lnTo>
                  <a:lnTo>
                    <a:pt x="447" y="606"/>
                  </a:lnTo>
                  <a:lnTo>
                    <a:pt x="447" y="606"/>
                  </a:lnTo>
                  <a:lnTo>
                    <a:pt x="471" y="606"/>
                  </a:lnTo>
                  <a:lnTo>
                    <a:pt x="471" y="606"/>
                  </a:lnTo>
                  <a:lnTo>
                    <a:pt x="483" y="606"/>
                  </a:lnTo>
                  <a:lnTo>
                    <a:pt x="483" y="606"/>
                  </a:lnTo>
                  <a:lnTo>
                    <a:pt x="506" y="606"/>
                  </a:lnTo>
                  <a:lnTo>
                    <a:pt x="506" y="606"/>
                  </a:lnTo>
                  <a:lnTo>
                    <a:pt x="518" y="606"/>
                  </a:lnTo>
                  <a:lnTo>
                    <a:pt x="518" y="606"/>
                  </a:lnTo>
                  <a:lnTo>
                    <a:pt x="542" y="606"/>
                  </a:lnTo>
                  <a:lnTo>
                    <a:pt x="542" y="606"/>
                  </a:lnTo>
                  <a:lnTo>
                    <a:pt x="565" y="606"/>
                  </a:lnTo>
                  <a:lnTo>
                    <a:pt x="565" y="606"/>
                  </a:lnTo>
                  <a:lnTo>
                    <a:pt x="577" y="606"/>
                  </a:lnTo>
                  <a:lnTo>
                    <a:pt x="577" y="606"/>
                  </a:lnTo>
                  <a:lnTo>
                    <a:pt x="603" y="606"/>
                  </a:lnTo>
                  <a:lnTo>
                    <a:pt x="603" y="606"/>
                  </a:lnTo>
                  <a:lnTo>
                    <a:pt x="615" y="606"/>
                  </a:lnTo>
                  <a:lnTo>
                    <a:pt x="615" y="606"/>
                  </a:lnTo>
                  <a:lnTo>
                    <a:pt x="638" y="606"/>
                  </a:lnTo>
                  <a:lnTo>
                    <a:pt x="638" y="606"/>
                  </a:lnTo>
                  <a:lnTo>
                    <a:pt x="650" y="606"/>
                  </a:lnTo>
                  <a:lnTo>
                    <a:pt x="650" y="606"/>
                  </a:lnTo>
                  <a:lnTo>
                    <a:pt x="673" y="606"/>
                  </a:lnTo>
                  <a:lnTo>
                    <a:pt x="673" y="606"/>
                  </a:lnTo>
                  <a:lnTo>
                    <a:pt x="685" y="606"/>
                  </a:lnTo>
                  <a:lnTo>
                    <a:pt x="685" y="606"/>
                  </a:lnTo>
                  <a:lnTo>
                    <a:pt x="709" y="606"/>
                  </a:lnTo>
                  <a:lnTo>
                    <a:pt x="709" y="606"/>
                  </a:lnTo>
                  <a:lnTo>
                    <a:pt x="721" y="606"/>
                  </a:lnTo>
                  <a:lnTo>
                    <a:pt x="721" y="606"/>
                  </a:lnTo>
                  <a:lnTo>
                    <a:pt x="744" y="606"/>
                  </a:lnTo>
                  <a:lnTo>
                    <a:pt x="744" y="606"/>
                  </a:lnTo>
                  <a:lnTo>
                    <a:pt x="756" y="606"/>
                  </a:lnTo>
                  <a:lnTo>
                    <a:pt x="756" y="606"/>
                  </a:lnTo>
                  <a:lnTo>
                    <a:pt x="779" y="606"/>
                  </a:lnTo>
                  <a:lnTo>
                    <a:pt x="779" y="606"/>
                  </a:lnTo>
                  <a:lnTo>
                    <a:pt x="791" y="606"/>
                  </a:lnTo>
                  <a:lnTo>
                    <a:pt x="791" y="606"/>
                  </a:lnTo>
                  <a:lnTo>
                    <a:pt x="815" y="606"/>
                  </a:lnTo>
                  <a:lnTo>
                    <a:pt x="815" y="606"/>
                  </a:lnTo>
                  <a:lnTo>
                    <a:pt x="827" y="606"/>
                  </a:lnTo>
                  <a:lnTo>
                    <a:pt x="827" y="606"/>
                  </a:lnTo>
                  <a:lnTo>
                    <a:pt x="850" y="606"/>
                  </a:lnTo>
                  <a:lnTo>
                    <a:pt x="850" y="606"/>
                  </a:lnTo>
                  <a:lnTo>
                    <a:pt x="862" y="606"/>
                  </a:lnTo>
                  <a:lnTo>
                    <a:pt x="862" y="606"/>
                  </a:lnTo>
                  <a:lnTo>
                    <a:pt x="886" y="606"/>
                  </a:lnTo>
                  <a:lnTo>
                    <a:pt x="886" y="606"/>
                  </a:lnTo>
                  <a:lnTo>
                    <a:pt x="897" y="606"/>
                  </a:lnTo>
                  <a:lnTo>
                    <a:pt x="897" y="606"/>
                  </a:lnTo>
                  <a:lnTo>
                    <a:pt x="921" y="606"/>
                  </a:lnTo>
                  <a:lnTo>
                    <a:pt x="921" y="606"/>
                  </a:lnTo>
                  <a:lnTo>
                    <a:pt x="933" y="606"/>
                  </a:lnTo>
                  <a:lnTo>
                    <a:pt x="933" y="606"/>
                  </a:lnTo>
                  <a:lnTo>
                    <a:pt x="956" y="606"/>
                  </a:lnTo>
                  <a:lnTo>
                    <a:pt x="956" y="606"/>
                  </a:lnTo>
                  <a:lnTo>
                    <a:pt x="968" y="606"/>
                  </a:lnTo>
                  <a:lnTo>
                    <a:pt x="968" y="606"/>
                  </a:lnTo>
                  <a:lnTo>
                    <a:pt x="994" y="606"/>
                  </a:lnTo>
                  <a:lnTo>
                    <a:pt x="994" y="606"/>
                  </a:lnTo>
                  <a:lnTo>
                    <a:pt x="1006" y="606"/>
                  </a:lnTo>
                  <a:lnTo>
                    <a:pt x="1006" y="606"/>
                  </a:lnTo>
                  <a:lnTo>
                    <a:pt x="1029" y="606"/>
                  </a:lnTo>
                  <a:lnTo>
                    <a:pt x="1029" y="606"/>
                  </a:lnTo>
                  <a:lnTo>
                    <a:pt x="1041" y="606"/>
                  </a:lnTo>
                  <a:lnTo>
                    <a:pt x="1041" y="606"/>
                  </a:lnTo>
                  <a:lnTo>
                    <a:pt x="1065" y="606"/>
                  </a:lnTo>
                  <a:lnTo>
                    <a:pt x="1065" y="606"/>
                  </a:lnTo>
                  <a:lnTo>
                    <a:pt x="1076" y="606"/>
                  </a:lnTo>
                  <a:lnTo>
                    <a:pt x="1076" y="606"/>
                  </a:lnTo>
                  <a:lnTo>
                    <a:pt x="1100" y="606"/>
                  </a:lnTo>
                  <a:lnTo>
                    <a:pt x="1100" y="606"/>
                  </a:lnTo>
                  <a:lnTo>
                    <a:pt x="1123" y="606"/>
                  </a:lnTo>
                  <a:lnTo>
                    <a:pt x="1123" y="606"/>
                  </a:lnTo>
                  <a:lnTo>
                    <a:pt x="1135" y="606"/>
                  </a:lnTo>
                  <a:lnTo>
                    <a:pt x="1135" y="606"/>
                  </a:lnTo>
                  <a:lnTo>
                    <a:pt x="1159" y="606"/>
                  </a:lnTo>
                  <a:lnTo>
                    <a:pt x="1159" y="606"/>
                  </a:lnTo>
                  <a:lnTo>
                    <a:pt x="1171" y="606"/>
                  </a:lnTo>
                  <a:lnTo>
                    <a:pt x="1171" y="606"/>
                  </a:lnTo>
                  <a:lnTo>
                    <a:pt x="1194" y="606"/>
                  </a:lnTo>
                  <a:lnTo>
                    <a:pt x="1194" y="606"/>
                  </a:lnTo>
                  <a:lnTo>
                    <a:pt x="1206" y="606"/>
                  </a:lnTo>
                  <a:lnTo>
                    <a:pt x="1206" y="606"/>
                  </a:lnTo>
                  <a:lnTo>
                    <a:pt x="1230" y="606"/>
                  </a:lnTo>
                  <a:lnTo>
                    <a:pt x="1230" y="606"/>
                  </a:lnTo>
                  <a:lnTo>
                    <a:pt x="1241" y="606"/>
                  </a:lnTo>
                  <a:lnTo>
                    <a:pt x="1241" y="606"/>
                  </a:lnTo>
                  <a:lnTo>
                    <a:pt x="1265" y="606"/>
                  </a:lnTo>
                  <a:lnTo>
                    <a:pt x="1265" y="606"/>
                  </a:lnTo>
                  <a:lnTo>
                    <a:pt x="1277" y="606"/>
                  </a:lnTo>
                  <a:lnTo>
                    <a:pt x="1277" y="606"/>
                  </a:lnTo>
                  <a:lnTo>
                    <a:pt x="1300" y="606"/>
                  </a:lnTo>
                  <a:lnTo>
                    <a:pt x="1300" y="606"/>
                  </a:lnTo>
                  <a:lnTo>
                    <a:pt x="1312" y="606"/>
                  </a:lnTo>
                  <a:lnTo>
                    <a:pt x="1312" y="606"/>
                  </a:lnTo>
                  <a:lnTo>
                    <a:pt x="1336" y="606"/>
                  </a:lnTo>
                  <a:lnTo>
                    <a:pt x="1336" y="606"/>
                  </a:lnTo>
                  <a:lnTo>
                    <a:pt x="1347" y="606"/>
                  </a:lnTo>
                  <a:lnTo>
                    <a:pt x="1347" y="606"/>
                  </a:lnTo>
                  <a:lnTo>
                    <a:pt x="1371" y="606"/>
                  </a:lnTo>
                  <a:lnTo>
                    <a:pt x="1371" y="606"/>
                  </a:lnTo>
                  <a:lnTo>
                    <a:pt x="1397" y="606"/>
                  </a:lnTo>
                  <a:lnTo>
                    <a:pt x="1397" y="606"/>
                  </a:lnTo>
                  <a:lnTo>
                    <a:pt x="1409" y="606"/>
                  </a:lnTo>
                  <a:lnTo>
                    <a:pt x="1409" y="606"/>
                  </a:lnTo>
                  <a:lnTo>
                    <a:pt x="1432" y="606"/>
                  </a:lnTo>
                  <a:lnTo>
                    <a:pt x="1432" y="606"/>
                  </a:lnTo>
                  <a:lnTo>
                    <a:pt x="1444" y="606"/>
                  </a:lnTo>
                  <a:lnTo>
                    <a:pt x="1444" y="606"/>
                  </a:lnTo>
                  <a:lnTo>
                    <a:pt x="1468" y="606"/>
                  </a:lnTo>
                  <a:lnTo>
                    <a:pt x="1468" y="606"/>
                  </a:lnTo>
                  <a:lnTo>
                    <a:pt x="1479" y="606"/>
                  </a:lnTo>
                  <a:lnTo>
                    <a:pt x="1479" y="606"/>
                  </a:lnTo>
                  <a:lnTo>
                    <a:pt x="1503" y="606"/>
                  </a:lnTo>
                  <a:lnTo>
                    <a:pt x="1503" y="606"/>
                  </a:lnTo>
                  <a:lnTo>
                    <a:pt x="1515" y="606"/>
                  </a:lnTo>
                  <a:lnTo>
                    <a:pt x="1515" y="606"/>
                  </a:lnTo>
                  <a:lnTo>
                    <a:pt x="1538" y="606"/>
                  </a:lnTo>
                  <a:lnTo>
                    <a:pt x="1538" y="606"/>
                  </a:lnTo>
                  <a:lnTo>
                    <a:pt x="1550" y="606"/>
                  </a:lnTo>
                  <a:lnTo>
                    <a:pt x="1550" y="606"/>
                  </a:lnTo>
                  <a:lnTo>
                    <a:pt x="1574" y="606"/>
                  </a:lnTo>
                  <a:lnTo>
                    <a:pt x="1574" y="606"/>
                  </a:lnTo>
                  <a:lnTo>
                    <a:pt x="1585" y="606"/>
                  </a:lnTo>
                  <a:lnTo>
                    <a:pt x="1585" y="606"/>
                  </a:lnTo>
                  <a:lnTo>
                    <a:pt x="1609" y="606"/>
                  </a:lnTo>
                  <a:lnTo>
                    <a:pt x="1609" y="606"/>
                  </a:lnTo>
                  <a:lnTo>
                    <a:pt x="1621" y="606"/>
                  </a:lnTo>
                  <a:lnTo>
                    <a:pt x="1621" y="606"/>
                  </a:lnTo>
                  <a:lnTo>
                    <a:pt x="1644" y="606"/>
                  </a:lnTo>
                  <a:lnTo>
                    <a:pt x="1644" y="606"/>
                  </a:lnTo>
                  <a:lnTo>
                    <a:pt x="1668" y="606"/>
                  </a:lnTo>
                  <a:lnTo>
                    <a:pt x="1668" y="606"/>
                  </a:lnTo>
                  <a:lnTo>
                    <a:pt x="1680" y="606"/>
                  </a:lnTo>
                  <a:lnTo>
                    <a:pt x="1680" y="606"/>
                  </a:lnTo>
                  <a:lnTo>
                    <a:pt x="1703" y="606"/>
                  </a:lnTo>
                  <a:lnTo>
                    <a:pt x="1703" y="606"/>
                  </a:lnTo>
                  <a:lnTo>
                    <a:pt x="1715" y="606"/>
                  </a:lnTo>
                  <a:lnTo>
                    <a:pt x="1715" y="606"/>
                  </a:lnTo>
                  <a:lnTo>
                    <a:pt x="1738" y="606"/>
                  </a:lnTo>
                  <a:lnTo>
                    <a:pt x="1738" y="606"/>
                  </a:lnTo>
                  <a:lnTo>
                    <a:pt x="1750" y="606"/>
                  </a:lnTo>
                  <a:lnTo>
                    <a:pt x="1750" y="606"/>
                  </a:lnTo>
                  <a:lnTo>
                    <a:pt x="1774" y="606"/>
                  </a:lnTo>
                  <a:lnTo>
                    <a:pt x="1774" y="606"/>
                  </a:lnTo>
                  <a:lnTo>
                    <a:pt x="1786" y="606"/>
                  </a:lnTo>
                  <a:lnTo>
                    <a:pt x="1786" y="606"/>
                  </a:lnTo>
                  <a:lnTo>
                    <a:pt x="1812" y="606"/>
                  </a:lnTo>
                  <a:lnTo>
                    <a:pt x="1812" y="606"/>
                  </a:lnTo>
                  <a:lnTo>
                    <a:pt x="1823" y="606"/>
                  </a:lnTo>
                  <a:lnTo>
                    <a:pt x="1823" y="606"/>
                  </a:lnTo>
                  <a:lnTo>
                    <a:pt x="1847" y="606"/>
                  </a:lnTo>
                  <a:lnTo>
                    <a:pt x="1847" y="606"/>
                  </a:lnTo>
                  <a:lnTo>
                    <a:pt x="1859" y="606"/>
                  </a:lnTo>
                  <a:lnTo>
                    <a:pt x="1859" y="606"/>
                  </a:lnTo>
                  <a:lnTo>
                    <a:pt x="1882" y="606"/>
                  </a:lnTo>
                  <a:lnTo>
                    <a:pt x="1882" y="606"/>
                  </a:lnTo>
                  <a:lnTo>
                    <a:pt x="1894" y="606"/>
                  </a:lnTo>
                  <a:lnTo>
                    <a:pt x="1894" y="606"/>
                  </a:lnTo>
                  <a:lnTo>
                    <a:pt x="1918" y="606"/>
                  </a:lnTo>
                  <a:lnTo>
                    <a:pt x="1918" y="606"/>
                  </a:lnTo>
                  <a:lnTo>
                    <a:pt x="1929" y="606"/>
                  </a:lnTo>
                  <a:lnTo>
                    <a:pt x="1929" y="606"/>
                  </a:lnTo>
                  <a:lnTo>
                    <a:pt x="1953" y="606"/>
                  </a:lnTo>
                  <a:lnTo>
                    <a:pt x="1953" y="606"/>
                  </a:lnTo>
                  <a:lnTo>
                    <a:pt x="1965" y="606"/>
                  </a:lnTo>
                  <a:lnTo>
                    <a:pt x="1965" y="606"/>
                  </a:lnTo>
                  <a:lnTo>
                    <a:pt x="1988" y="606"/>
                  </a:lnTo>
                  <a:lnTo>
                    <a:pt x="1988" y="606"/>
                  </a:lnTo>
                  <a:lnTo>
                    <a:pt x="2000" y="606"/>
                  </a:lnTo>
                  <a:lnTo>
                    <a:pt x="2000" y="606"/>
                  </a:lnTo>
                  <a:lnTo>
                    <a:pt x="2024" y="606"/>
                  </a:lnTo>
                  <a:lnTo>
                    <a:pt x="2024" y="606"/>
                  </a:lnTo>
                  <a:lnTo>
                    <a:pt x="2035" y="606"/>
                  </a:lnTo>
                  <a:lnTo>
                    <a:pt x="2035" y="606"/>
                  </a:lnTo>
                  <a:lnTo>
                    <a:pt x="2059" y="606"/>
                  </a:lnTo>
                  <a:lnTo>
                    <a:pt x="2059" y="606"/>
                  </a:lnTo>
                  <a:lnTo>
                    <a:pt x="2071" y="606"/>
                  </a:lnTo>
                  <a:lnTo>
                    <a:pt x="2071" y="606"/>
                  </a:lnTo>
                  <a:lnTo>
                    <a:pt x="2094" y="606"/>
                  </a:lnTo>
                  <a:lnTo>
                    <a:pt x="2094" y="606"/>
                  </a:lnTo>
                  <a:lnTo>
                    <a:pt x="2106" y="606"/>
                  </a:lnTo>
                  <a:lnTo>
                    <a:pt x="2106" y="606"/>
                  </a:lnTo>
                  <a:lnTo>
                    <a:pt x="2130" y="606"/>
                  </a:lnTo>
                  <a:lnTo>
                    <a:pt x="2130" y="606"/>
                  </a:lnTo>
                  <a:lnTo>
                    <a:pt x="2141" y="606"/>
                  </a:lnTo>
                  <a:lnTo>
                    <a:pt x="2141" y="606"/>
                  </a:lnTo>
                  <a:lnTo>
                    <a:pt x="2165" y="606"/>
                  </a:lnTo>
                  <a:lnTo>
                    <a:pt x="2165" y="606"/>
                  </a:lnTo>
                  <a:lnTo>
                    <a:pt x="2177" y="606"/>
                  </a:lnTo>
                  <a:lnTo>
                    <a:pt x="2177" y="606"/>
                  </a:lnTo>
                  <a:lnTo>
                    <a:pt x="2200" y="606"/>
                  </a:lnTo>
                  <a:lnTo>
                    <a:pt x="2200" y="606"/>
                  </a:lnTo>
                  <a:lnTo>
                    <a:pt x="2214" y="606"/>
                  </a:lnTo>
                  <a:lnTo>
                    <a:pt x="2214" y="606"/>
                  </a:lnTo>
                  <a:lnTo>
                    <a:pt x="2238" y="606"/>
                  </a:lnTo>
                  <a:lnTo>
                    <a:pt x="2238" y="606"/>
                  </a:lnTo>
                  <a:lnTo>
                    <a:pt x="2262" y="606"/>
                  </a:lnTo>
                  <a:lnTo>
                    <a:pt x="2262" y="606"/>
                  </a:lnTo>
                  <a:lnTo>
                    <a:pt x="2273" y="606"/>
                  </a:lnTo>
                  <a:lnTo>
                    <a:pt x="2273" y="606"/>
                  </a:lnTo>
                  <a:lnTo>
                    <a:pt x="2297" y="606"/>
                  </a:lnTo>
                  <a:lnTo>
                    <a:pt x="2297" y="606"/>
                  </a:lnTo>
                  <a:lnTo>
                    <a:pt x="2344" y="606"/>
                  </a:lnTo>
                  <a:lnTo>
                    <a:pt x="2344" y="606"/>
                  </a:lnTo>
                  <a:lnTo>
                    <a:pt x="2344" y="582"/>
                  </a:lnTo>
                  <a:lnTo>
                    <a:pt x="2344" y="582"/>
                  </a:lnTo>
                  <a:lnTo>
                    <a:pt x="2344" y="570"/>
                  </a:lnTo>
                  <a:lnTo>
                    <a:pt x="2344" y="570"/>
                  </a:lnTo>
                  <a:lnTo>
                    <a:pt x="2344" y="547"/>
                  </a:lnTo>
                  <a:lnTo>
                    <a:pt x="2344" y="547"/>
                  </a:lnTo>
                  <a:lnTo>
                    <a:pt x="2344" y="525"/>
                  </a:lnTo>
                  <a:lnTo>
                    <a:pt x="2344" y="525"/>
                  </a:lnTo>
                  <a:lnTo>
                    <a:pt x="2344" y="518"/>
                  </a:lnTo>
                  <a:lnTo>
                    <a:pt x="2344" y="514"/>
                  </a:lnTo>
                  <a:lnTo>
                    <a:pt x="2344" y="5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946150" y="2708929"/>
              <a:ext cx="3451225" cy="962025"/>
              <a:chOff x="1447800" y="1524000"/>
              <a:chExt cx="3451225" cy="962025"/>
            </a:xfrm>
            <a:grpFill/>
          </p:grpSpPr>
          <p:sp>
            <p:nvSpPr>
              <p:cNvPr id="63" name="Freeform 62"/>
              <p:cNvSpPr>
                <a:spLocks/>
              </p:cNvSpPr>
              <p:nvPr/>
            </p:nvSpPr>
            <p:spPr bwMode="auto">
              <a:xfrm>
                <a:off x="1962150" y="2246313"/>
                <a:ext cx="55563" cy="19050"/>
              </a:xfrm>
              <a:custGeom>
                <a:avLst/>
                <a:gdLst>
                  <a:gd name="T0" fmla="*/ 35 w 35"/>
                  <a:gd name="T1" fmla="*/ 0 h 12"/>
                  <a:gd name="T2" fmla="*/ 35 w 35"/>
                  <a:gd name="T3" fmla="*/ 0 h 12"/>
                  <a:gd name="T4" fmla="*/ 28 w 35"/>
                  <a:gd name="T5" fmla="*/ 0 h 12"/>
                  <a:gd name="T6" fmla="*/ 24 w 35"/>
                  <a:gd name="T7" fmla="*/ 0 h 12"/>
                  <a:gd name="T8" fmla="*/ 24 w 35"/>
                  <a:gd name="T9" fmla="*/ 0 h 12"/>
                  <a:gd name="T10" fmla="*/ 12 w 35"/>
                  <a:gd name="T11" fmla="*/ 0 h 12"/>
                  <a:gd name="T12" fmla="*/ 12 w 35"/>
                  <a:gd name="T13" fmla="*/ 0 h 12"/>
                  <a:gd name="T14" fmla="*/ 5 w 35"/>
                  <a:gd name="T15" fmla="*/ 0 h 12"/>
                  <a:gd name="T16" fmla="*/ 0 w 35"/>
                  <a:gd name="T17" fmla="*/ 0 h 12"/>
                  <a:gd name="T18" fmla="*/ 0 w 35"/>
                  <a:gd name="T19" fmla="*/ 0 h 12"/>
                  <a:gd name="T20" fmla="*/ 0 w 35"/>
                  <a:gd name="T21" fmla="*/ 12 h 12"/>
                  <a:gd name="T22" fmla="*/ 0 w 35"/>
                  <a:gd name="T23" fmla="*/ 12 h 12"/>
                  <a:gd name="T24" fmla="*/ 5 w 35"/>
                  <a:gd name="T25" fmla="*/ 12 h 12"/>
                  <a:gd name="T26" fmla="*/ 12 w 35"/>
                  <a:gd name="T27" fmla="*/ 12 h 12"/>
                  <a:gd name="T28" fmla="*/ 12 w 35"/>
                  <a:gd name="T29" fmla="*/ 12 h 12"/>
                  <a:gd name="T30" fmla="*/ 24 w 35"/>
                  <a:gd name="T31" fmla="*/ 12 h 12"/>
                  <a:gd name="T32" fmla="*/ 24 w 35"/>
                  <a:gd name="T33" fmla="*/ 12 h 12"/>
                  <a:gd name="T34" fmla="*/ 35 w 35"/>
                  <a:gd name="T35" fmla="*/ 12 h 12"/>
                  <a:gd name="T36" fmla="*/ 35 w 35"/>
                  <a:gd name="T37" fmla="*/ 12 h 12"/>
                  <a:gd name="T38" fmla="*/ 35 w 35"/>
                  <a:gd name="T39" fmla="*/ 4 h 12"/>
                  <a:gd name="T40" fmla="*/ 35 w 35"/>
                  <a:gd name="T41" fmla="*/ 0 h 12"/>
                  <a:gd name="T42" fmla="*/ 35 w 35"/>
                  <a:gd name="T4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5" h="12">
                    <a:moveTo>
                      <a:pt x="35" y="0"/>
                    </a:moveTo>
                    <a:lnTo>
                      <a:pt x="35" y="0"/>
                    </a:lnTo>
                    <a:lnTo>
                      <a:pt x="28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5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24" y="12"/>
                    </a:lnTo>
                    <a:lnTo>
                      <a:pt x="24" y="12"/>
                    </a:lnTo>
                    <a:lnTo>
                      <a:pt x="35" y="12"/>
                    </a:lnTo>
                    <a:lnTo>
                      <a:pt x="35" y="12"/>
                    </a:lnTo>
                    <a:lnTo>
                      <a:pt x="35" y="4"/>
                    </a:lnTo>
                    <a:lnTo>
                      <a:pt x="35" y="0"/>
                    </a:lnTo>
                    <a:lnTo>
                      <a:pt x="3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" name="Freeform 63"/>
              <p:cNvSpPr>
                <a:spLocks/>
              </p:cNvSpPr>
              <p:nvPr/>
            </p:nvSpPr>
            <p:spPr bwMode="auto">
              <a:xfrm flipH="1">
                <a:off x="1447800" y="1524000"/>
                <a:ext cx="3451225" cy="962025"/>
              </a:xfrm>
              <a:custGeom>
                <a:avLst/>
                <a:gdLst>
                  <a:gd name="T0" fmla="*/ 2323 w 2338"/>
                  <a:gd name="T1" fmla="*/ 455 h 606"/>
                  <a:gd name="T2" fmla="*/ 2265 w 2338"/>
                  <a:gd name="T3" fmla="*/ 412 h 606"/>
                  <a:gd name="T4" fmla="*/ 2253 w 2338"/>
                  <a:gd name="T5" fmla="*/ 280 h 606"/>
                  <a:gd name="T6" fmla="*/ 2253 w 2338"/>
                  <a:gd name="T7" fmla="*/ 127 h 606"/>
                  <a:gd name="T8" fmla="*/ 2229 w 2338"/>
                  <a:gd name="T9" fmla="*/ 57 h 606"/>
                  <a:gd name="T10" fmla="*/ 2210 w 2338"/>
                  <a:gd name="T11" fmla="*/ 35 h 606"/>
                  <a:gd name="T12" fmla="*/ 2182 w 2338"/>
                  <a:gd name="T13" fmla="*/ 12 h 606"/>
                  <a:gd name="T14" fmla="*/ 2147 w 2338"/>
                  <a:gd name="T15" fmla="*/ 12 h 606"/>
                  <a:gd name="T16" fmla="*/ 2133 w 2338"/>
                  <a:gd name="T17" fmla="*/ 35 h 606"/>
                  <a:gd name="T18" fmla="*/ 2085 w 2338"/>
                  <a:gd name="T19" fmla="*/ 68 h 606"/>
                  <a:gd name="T20" fmla="*/ 2074 w 2338"/>
                  <a:gd name="T21" fmla="*/ 163 h 606"/>
                  <a:gd name="T22" fmla="*/ 2062 w 2338"/>
                  <a:gd name="T23" fmla="*/ 257 h 606"/>
                  <a:gd name="T24" fmla="*/ 2034 w 2338"/>
                  <a:gd name="T25" fmla="*/ 325 h 606"/>
                  <a:gd name="T26" fmla="*/ 2027 w 2338"/>
                  <a:gd name="T27" fmla="*/ 467 h 606"/>
                  <a:gd name="T28" fmla="*/ 1979 w 2338"/>
                  <a:gd name="T29" fmla="*/ 467 h 606"/>
                  <a:gd name="T30" fmla="*/ 1956 w 2338"/>
                  <a:gd name="T31" fmla="*/ 419 h 606"/>
                  <a:gd name="T32" fmla="*/ 1791 w 2338"/>
                  <a:gd name="T33" fmla="*/ 349 h 606"/>
                  <a:gd name="T34" fmla="*/ 1635 w 2338"/>
                  <a:gd name="T35" fmla="*/ 535 h 606"/>
                  <a:gd name="T36" fmla="*/ 1612 w 2338"/>
                  <a:gd name="T37" fmla="*/ 478 h 606"/>
                  <a:gd name="T38" fmla="*/ 1612 w 2338"/>
                  <a:gd name="T39" fmla="*/ 313 h 606"/>
                  <a:gd name="T40" fmla="*/ 1572 w 2338"/>
                  <a:gd name="T41" fmla="*/ 280 h 606"/>
                  <a:gd name="T42" fmla="*/ 1553 w 2338"/>
                  <a:gd name="T43" fmla="*/ 221 h 606"/>
                  <a:gd name="T44" fmla="*/ 1447 w 2338"/>
                  <a:gd name="T45" fmla="*/ 198 h 606"/>
                  <a:gd name="T46" fmla="*/ 1353 w 2338"/>
                  <a:gd name="T47" fmla="*/ 203 h 606"/>
                  <a:gd name="T48" fmla="*/ 1268 w 2338"/>
                  <a:gd name="T49" fmla="*/ 221 h 606"/>
                  <a:gd name="T50" fmla="*/ 1233 w 2338"/>
                  <a:gd name="T51" fmla="*/ 269 h 606"/>
                  <a:gd name="T52" fmla="*/ 1233 w 2338"/>
                  <a:gd name="T53" fmla="*/ 408 h 606"/>
                  <a:gd name="T54" fmla="*/ 1162 w 2338"/>
                  <a:gd name="T55" fmla="*/ 467 h 606"/>
                  <a:gd name="T56" fmla="*/ 1009 w 2338"/>
                  <a:gd name="T57" fmla="*/ 455 h 606"/>
                  <a:gd name="T58" fmla="*/ 891 w 2338"/>
                  <a:gd name="T59" fmla="*/ 443 h 606"/>
                  <a:gd name="T60" fmla="*/ 830 w 2338"/>
                  <a:gd name="T61" fmla="*/ 467 h 606"/>
                  <a:gd name="T62" fmla="*/ 700 w 2338"/>
                  <a:gd name="T63" fmla="*/ 547 h 606"/>
                  <a:gd name="T64" fmla="*/ 629 w 2338"/>
                  <a:gd name="T65" fmla="*/ 525 h 606"/>
                  <a:gd name="T66" fmla="*/ 606 w 2338"/>
                  <a:gd name="T67" fmla="*/ 525 h 606"/>
                  <a:gd name="T68" fmla="*/ 547 w 2338"/>
                  <a:gd name="T69" fmla="*/ 547 h 606"/>
                  <a:gd name="T70" fmla="*/ 474 w 2338"/>
                  <a:gd name="T71" fmla="*/ 525 h 606"/>
                  <a:gd name="T72" fmla="*/ 523 w 2338"/>
                  <a:gd name="T73" fmla="*/ 467 h 606"/>
                  <a:gd name="T74" fmla="*/ 474 w 2338"/>
                  <a:gd name="T75" fmla="*/ 313 h 606"/>
                  <a:gd name="T76" fmla="*/ 403 w 2338"/>
                  <a:gd name="T77" fmla="*/ 292 h 606"/>
                  <a:gd name="T78" fmla="*/ 250 w 2338"/>
                  <a:gd name="T79" fmla="*/ 221 h 606"/>
                  <a:gd name="T80" fmla="*/ 132 w 2338"/>
                  <a:gd name="T81" fmla="*/ 292 h 606"/>
                  <a:gd name="T82" fmla="*/ 47 w 2338"/>
                  <a:gd name="T83" fmla="*/ 349 h 606"/>
                  <a:gd name="T84" fmla="*/ 47 w 2338"/>
                  <a:gd name="T85" fmla="*/ 514 h 606"/>
                  <a:gd name="T86" fmla="*/ 0 w 2338"/>
                  <a:gd name="T87" fmla="*/ 570 h 606"/>
                  <a:gd name="T88" fmla="*/ 109 w 2338"/>
                  <a:gd name="T89" fmla="*/ 606 h 606"/>
                  <a:gd name="T90" fmla="*/ 262 w 2338"/>
                  <a:gd name="T91" fmla="*/ 606 h 606"/>
                  <a:gd name="T92" fmla="*/ 403 w 2338"/>
                  <a:gd name="T93" fmla="*/ 606 h 606"/>
                  <a:gd name="T94" fmla="*/ 547 w 2338"/>
                  <a:gd name="T95" fmla="*/ 606 h 606"/>
                  <a:gd name="T96" fmla="*/ 700 w 2338"/>
                  <a:gd name="T97" fmla="*/ 606 h 606"/>
                  <a:gd name="T98" fmla="*/ 841 w 2338"/>
                  <a:gd name="T99" fmla="*/ 606 h 606"/>
                  <a:gd name="T100" fmla="*/ 985 w 2338"/>
                  <a:gd name="T101" fmla="*/ 606 h 606"/>
                  <a:gd name="T102" fmla="*/ 1127 w 2338"/>
                  <a:gd name="T103" fmla="*/ 606 h 606"/>
                  <a:gd name="T104" fmla="*/ 1268 w 2338"/>
                  <a:gd name="T105" fmla="*/ 606 h 606"/>
                  <a:gd name="T106" fmla="*/ 1412 w 2338"/>
                  <a:gd name="T107" fmla="*/ 606 h 606"/>
                  <a:gd name="T108" fmla="*/ 1565 w 2338"/>
                  <a:gd name="T109" fmla="*/ 606 h 606"/>
                  <a:gd name="T110" fmla="*/ 1709 w 2338"/>
                  <a:gd name="T111" fmla="*/ 606 h 606"/>
                  <a:gd name="T112" fmla="*/ 1850 w 2338"/>
                  <a:gd name="T113" fmla="*/ 606 h 606"/>
                  <a:gd name="T114" fmla="*/ 1991 w 2338"/>
                  <a:gd name="T115" fmla="*/ 606 h 606"/>
                  <a:gd name="T116" fmla="*/ 2135 w 2338"/>
                  <a:gd name="T117" fmla="*/ 606 h 606"/>
                  <a:gd name="T118" fmla="*/ 2276 w 2338"/>
                  <a:gd name="T119" fmla="*/ 606 h 6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338" h="606">
                    <a:moveTo>
                      <a:pt x="2338" y="490"/>
                    </a:moveTo>
                    <a:lnTo>
                      <a:pt x="2338" y="490"/>
                    </a:lnTo>
                    <a:lnTo>
                      <a:pt x="2335" y="490"/>
                    </a:lnTo>
                    <a:lnTo>
                      <a:pt x="2335" y="490"/>
                    </a:lnTo>
                    <a:lnTo>
                      <a:pt x="2335" y="488"/>
                    </a:lnTo>
                    <a:lnTo>
                      <a:pt x="2335" y="483"/>
                    </a:lnTo>
                    <a:lnTo>
                      <a:pt x="2335" y="478"/>
                    </a:lnTo>
                    <a:lnTo>
                      <a:pt x="2335" y="478"/>
                    </a:lnTo>
                    <a:lnTo>
                      <a:pt x="2328" y="478"/>
                    </a:lnTo>
                    <a:lnTo>
                      <a:pt x="2323" y="478"/>
                    </a:lnTo>
                    <a:lnTo>
                      <a:pt x="2323" y="478"/>
                    </a:lnTo>
                    <a:lnTo>
                      <a:pt x="2323" y="471"/>
                    </a:lnTo>
                    <a:lnTo>
                      <a:pt x="2323" y="467"/>
                    </a:lnTo>
                    <a:lnTo>
                      <a:pt x="2323" y="467"/>
                    </a:lnTo>
                    <a:lnTo>
                      <a:pt x="2323" y="455"/>
                    </a:lnTo>
                    <a:lnTo>
                      <a:pt x="2323" y="455"/>
                    </a:lnTo>
                    <a:lnTo>
                      <a:pt x="2323" y="431"/>
                    </a:lnTo>
                    <a:lnTo>
                      <a:pt x="2323" y="431"/>
                    </a:lnTo>
                    <a:lnTo>
                      <a:pt x="2323" y="408"/>
                    </a:lnTo>
                    <a:lnTo>
                      <a:pt x="2323" y="408"/>
                    </a:lnTo>
                    <a:lnTo>
                      <a:pt x="2312" y="408"/>
                    </a:lnTo>
                    <a:lnTo>
                      <a:pt x="2312" y="408"/>
                    </a:lnTo>
                    <a:lnTo>
                      <a:pt x="2300" y="408"/>
                    </a:lnTo>
                    <a:lnTo>
                      <a:pt x="2300" y="408"/>
                    </a:lnTo>
                    <a:lnTo>
                      <a:pt x="2288" y="408"/>
                    </a:lnTo>
                    <a:lnTo>
                      <a:pt x="2288" y="408"/>
                    </a:lnTo>
                    <a:lnTo>
                      <a:pt x="2276" y="408"/>
                    </a:lnTo>
                    <a:lnTo>
                      <a:pt x="2276" y="408"/>
                    </a:lnTo>
                    <a:lnTo>
                      <a:pt x="2269" y="408"/>
                    </a:lnTo>
                    <a:lnTo>
                      <a:pt x="2265" y="408"/>
                    </a:lnTo>
                    <a:lnTo>
                      <a:pt x="2265" y="408"/>
                    </a:lnTo>
                    <a:lnTo>
                      <a:pt x="2265" y="412"/>
                    </a:lnTo>
                    <a:lnTo>
                      <a:pt x="2265" y="419"/>
                    </a:lnTo>
                    <a:lnTo>
                      <a:pt x="2265" y="419"/>
                    </a:lnTo>
                    <a:lnTo>
                      <a:pt x="2262" y="419"/>
                    </a:lnTo>
                    <a:lnTo>
                      <a:pt x="2257" y="419"/>
                    </a:lnTo>
                    <a:lnTo>
                      <a:pt x="2253" y="419"/>
                    </a:lnTo>
                    <a:lnTo>
                      <a:pt x="2253" y="419"/>
                    </a:lnTo>
                    <a:lnTo>
                      <a:pt x="2253" y="372"/>
                    </a:lnTo>
                    <a:lnTo>
                      <a:pt x="2253" y="372"/>
                    </a:lnTo>
                    <a:lnTo>
                      <a:pt x="2253" y="325"/>
                    </a:lnTo>
                    <a:lnTo>
                      <a:pt x="2253" y="325"/>
                    </a:lnTo>
                    <a:lnTo>
                      <a:pt x="2253" y="313"/>
                    </a:lnTo>
                    <a:lnTo>
                      <a:pt x="2253" y="313"/>
                    </a:lnTo>
                    <a:lnTo>
                      <a:pt x="2253" y="292"/>
                    </a:lnTo>
                    <a:lnTo>
                      <a:pt x="2253" y="292"/>
                    </a:lnTo>
                    <a:lnTo>
                      <a:pt x="2253" y="280"/>
                    </a:lnTo>
                    <a:lnTo>
                      <a:pt x="2253" y="280"/>
                    </a:lnTo>
                    <a:lnTo>
                      <a:pt x="2253" y="257"/>
                    </a:lnTo>
                    <a:lnTo>
                      <a:pt x="2253" y="257"/>
                    </a:lnTo>
                    <a:lnTo>
                      <a:pt x="2253" y="245"/>
                    </a:lnTo>
                    <a:lnTo>
                      <a:pt x="2253" y="245"/>
                    </a:lnTo>
                    <a:lnTo>
                      <a:pt x="2253" y="221"/>
                    </a:lnTo>
                    <a:lnTo>
                      <a:pt x="2253" y="221"/>
                    </a:lnTo>
                    <a:lnTo>
                      <a:pt x="2253" y="210"/>
                    </a:lnTo>
                    <a:lnTo>
                      <a:pt x="2253" y="210"/>
                    </a:lnTo>
                    <a:lnTo>
                      <a:pt x="2253" y="186"/>
                    </a:lnTo>
                    <a:lnTo>
                      <a:pt x="2253" y="186"/>
                    </a:lnTo>
                    <a:lnTo>
                      <a:pt x="2253" y="174"/>
                    </a:lnTo>
                    <a:lnTo>
                      <a:pt x="2253" y="174"/>
                    </a:lnTo>
                    <a:lnTo>
                      <a:pt x="2253" y="151"/>
                    </a:lnTo>
                    <a:lnTo>
                      <a:pt x="2253" y="151"/>
                    </a:lnTo>
                    <a:lnTo>
                      <a:pt x="2253" y="127"/>
                    </a:lnTo>
                    <a:lnTo>
                      <a:pt x="2253" y="127"/>
                    </a:lnTo>
                    <a:lnTo>
                      <a:pt x="2253" y="80"/>
                    </a:lnTo>
                    <a:lnTo>
                      <a:pt x="2253" y="80"/>
                    </a:lnTo>
                    <a:lnTo>
                      <a:pt x="2253" y="68"/>
                    </a:lnTo>
                    <a:lnTo>
                      <a:pt x="2253" y="68"/>
                    </a:lnTo>
                    <a:lnTo>
                      <a:pt x="2246" y="71"/>
                    </a:lnTo>
                    <a:lnTo>
                      <a:pt x="2241" y="68"/>
                    </a:lnTo>
                    <a:lnTo>
                      <a:pt x="2241" y="68"/>
                    </a:lnTo>
                    <a:lnTo>
                      <a:pt x="2241" y="64"/>
                    </a:lnTo>
                    <a:lnTo>
                      <a:pt x="2241" y="59"/>
                    </a:lnTo>
                    <a:lnTo>
                      <a:pt x="2241" y="59"/>
                    </a:lnTo>
                    <a:lnTo>
                      <a:pt x="2239" y="57"/>
                    </a:lnTo>
                    <a:lnTo>
                      <a:pt x="2234" y="57"/>
                    </a:lnTo>
                    <a:lnTo>
                      <a:pt x="2232" y="59"/>
                    </a:lnTo>
                    <a:lnTo>
                      <a:pt x="2229" y="59"/>
                    </a:lnTo>
                    <a:lnTo>
                      <a:pt x="2229" y="59"/>
                    </a:lnTo>
                    <a:lnTo>
                      <a:pt x="2229" y="57"/>
                    </a:lnTo>
                    <a:lnTo>
                      <a:pt x="2229" y="52"/>
                    </a:lnTo>
                    <a:lnTo>
                      <a:pt x="2229" y="49"/>
                    </a:lnTo>
                    <a:lnTo>
                      <a:pt x="2229" y="47"/>
                    </a:lnTo>
                    <a:lnTo>
                      <a:pt x="2229" y="47"/>
                    </a:lnTo>
                    <a:lnTo>
                      <a:pt x="2227" y="45"/>
                    </a:lnTo>
                    <a:lnTo>
                      <a:pt x="2222" y="47"/>
                    </a:lnTo>
                    <a:lnTo>
                      <a:pt x="2220" y="47"/>
                    </a:lnTo>
                    <a:lnTo>
                      <a:pt x="2217" y="47"/>
                    </a:lnTo>
                    <a:lnTo>
                      <a:pt x="2217" y="47"/>
                    </a:lnTo>
                    <a:lnTo>
                      <a:pt x="2217" y="45"/>
                    </a:lnTo>
                    <a:lnTo>
                      <a:pt x="2217" y="40"/>
                    </a:lnTo>
                    <a:lnTo>
                      <a:pt x="2217" y="38"/>
                    </a:lnTo>
                    <a:lnTo>
                      <a:pt x="2217" y="35"/>
                    </a:lnTo>
                    <a:lnTo>
                      <a:pt x="2217" y="35"/>
                    </a:lnTo>
                    <a:lnTo>
                      <a:pt x="2215" y="33"/>
                    </a:lnTo>
                    <a:lnTo>
                      <a:pt x="2210" y="35"/>
                    </a:lnTo>
                    <a:lnTo>
                      <a:pt x="2206" y="35"/>
                    </a:lnTo>
                    <a:lnTo>
                      <a:pt x="2206" y="35"/>
                    </a:lnTo>
                    <a:lnTo>
                      <a:pt x="2206" y="28"/>
                    </a:lnTo>
                    <a:lnTo>
                      <a:pt x="2206" y="26"/>
                    </a:lnTo>
                    <a:lnTo>
                      <a:pt x="2206" y="24"/>
                    </a:lnTo>
                    <a:lnTo>
                      <a:pt x="2206" y="24"/>
                    </a:lnTo>
                    <a:lnTo>
                      <a:pt x="2199" y="24"/>
                    </a:lnTo>
                    <a:lnTo>
                      <a:pt x="2196" y="24"/>
                    </a:lnTo>
                    <a:lnTo>
                      <a:pt x="2194" y="24"/>
                    </a:lnTo>
                    <a:lnTo>
                      <a:pt x="2194" y="24"/>
                    </a:lnTo>
                    <a:lnTo>
                      <a:pt x="2192" y="21"/>
                    </a:lnTo>
                    <a:lnTo>
                      <a:pt x="2194" y="16"/>
                    </a:lnTo>
                    <a:lnTo>
                      <a:pt x="2194" y="12"/>
                    </a:lnTo>
                    <a:lnTo>
                      <a:pt x="2194" y="12"/>
                    </a:lnTo>
                    <a:lnTo>
                      <a:pt x="2187" y="12"/>
                    </a:lnTo>
                    <a:lnTo>
                      <a:pt x="2182" y="12"/>
                    </a:lnTo>
                    <a:lnTo>
                      <a:pt x="2182" y="12"/>
                    </a:lnTo>
                    <a:lnTo>
                      <a:pt x="2180" y="9"/>
                    </a:lnTo>
                    <a:lnTo>
                      <a:pt x="2182" y="5"/>
                    </a:lnTo>
                    <a:lnTo>
                      <a:pt x="2182" y="0"/>
                    </a:lnTo>
                    <a:lnTo>
                      <a:pt x="2182" y="0"/>
                    </a:lnTo>
                    <a:lnTo>
                      <a:pt x="2170" y="0"/>
                    </a:lnTo>
                    <a:lnTo>
                      <a:pt x="2170" y="0"/>
                    </a:lnTo>
                    <a:lnTo>
                      <a:pt x="2163" y="0"/>
                    </a:lnTo>
                    <a:lnTo>
                      <a:pt x="2159" y="0"/>
                    </a:lnTo>
                    <a:lnTo>
                      <a:pt x="2159" y="0"/>
                    </a:lnTo>
                    <a:lnTo>
                      <a:pt x="2159" y="5"/>
                    </a:lnTo>
                    <a:lnTo>
                      <a:pt x="2159" y="12"/>
                    </a:lnTo>
                    <a:lnTo>
                      <a:pt x="2159" y="12"/>
                    </a:lnTo>
                    <a:lnTo>
                      <a:pt x="2156" y="12"/>
                    </a:lnTo>
                    <a:lnTo>
                      <a:pt x="2151" y="12"/>
                    </a:lnTo>
                    <a:lnTo>
                      <a:pt x="2147" y="12"/>
                    </a:lnTo>
                    <a:lnTo>
                      <a:pt x="2147" y="12"/>
                    </a:lnTo>
                    <a:lnTo>
                      <a:pt x="2144" y="14"/>
                    </a:lnTo>
                    <a:lnTo>
                      <a:pt x="2147" y="16"/>
                    </a:lnTo>
                    <a:lnTo>
                      <a:pt x="2147" y="24"/>
                    </a:lnTo>
                    <a:lnTo>
                      <a:pt x="2147" y="24"/>
                    </a:lnTo>
                    <a:lnTo>
                      <a:pt x="2144" y="24"/>
                    </a:lnTo>
                    <a:lnTo>
                      <a:pt x="2140" y="24"/>
                    </a:lnTo>
                    <a:lnTo>
                      <a:pt x="2137" y="21"/>
                    </a:lnTo>
                    <a:lnTo>
                      <a:pt x="2135" y="24"/>
                    </a:lnTo>
                    <a:lnTo>
                      <a:pt x="2135" y="24"/>
                    </a:lnTo>
                    <a:lnTo>
                      <a:pt x="2133" y="26"/>
                    </a:lnTo>
                    <a:lnTo>
                      <a:pt x="2135" y="28"/>
                    </a:lnTo>
                    <a:lnTo>
                      <a:pt x="2135" y="33"/>
                    </a:lnTo>
                    <a:lnTo>
                      <a:pt x="2135" y="35"/>
                    </a:lnTo>
                    <a:lnTo>
                      <a:pt x="2135" y="35"/>
                    </a:lnTo>
                    <a:lnTo>
                      <a:pt x="2133" y="35"/>
                    </a:lnTo>
                    <a:lnTo>
                      <a:pt x="2128" y="35"/>
                    </a:lnTo>
                    <a:lnTo>
                      <a:pt x="2123" y="35"/>
                    </a:lnTo>
                    <a:lnTo>
                      <a:pt x="2123" y="35"/>
                    </a:lnTo>
                    <a:lnTo>
                      <a:pt x="2123" y="40"/>
                    </a:lnTo>
                    <a:lnTo>
                      <a:pt x="2123" y="47"/>
                    </a:lnTo>
                    <a:lnTo>
                      <a:pt x="2123" y="47"/>
                    </a:lnTo>
                    <a:lnTo>
                      <a:pt x="2116" y="47"/>
                    </a:lnTo>
                    <a:lnTo>
                      <a:pt x="2111" y="47"/>
                    </a:lnTo>
                    <a:lnTo>
                      <a:pt x="2111" y="47"/>
                    </a:lnTo>
                    <a:lnTo>
                      <a:pt x="2109" y="49"/>
                    </a:lnTo>
                    <a:lnTo>
                      <a:pt x="2109" y="52"/>
                    </a:lnTo>
                    <a:lnTo>
                      <a:pt x="2111" y="59"/>
                    </a:lnTo>
                    <a:lnTo>
                      <a:pt x="2111" y="59"/>
                    </a:lnTo>
                    <a:lnTo>
                      <a:pt x="2085" y="59"/>
                    </a:lnTo>
                    <a:lnTo>
                      <a:pt x="2085" y="59"/>
                    </a:lnTo>
                    <a:lnTo>
                      <a:pt x="2085" y="68"/>
                    </a:lnTo>
                    <a:lnTo>
                      <a:pt x="2085" y="68"/>
                    </a:lnTo>
                    <a:lnTo>
                      <a:pt x="2085" y="92"/>
                    </a:lnTo>
                    <a:lnTo>
                      <a:pt x="2085" y="92"/>
                    </a:lnTo>
                    <a:lnTo>
                      <a:pt x="2085" y="104"/>
                    </a:lnTo>
                    <a:lnTo>
                      <a:pt x="2085" y="104"/>
                    </a:lnTo>
                    <a:lnTo>
                      <a:pt x="2088" y="111"/>
                    </a:lnTo>
                    <a:lnTo>
                      <a:pt x="2085" y="115"/>
                    </a:lnTo>
                    <a:lnTo>
                      <a:pt x="2085" y="115"/>
                    </a:lnTo>
                    <a:lnTo>
                      <a:pt x="2081" y="115"/>
                    </a:lnTo>
                    <a:lnTo>
                      <a:pt x="2074" y="115"/>
                    </a:lnTo>
                    <a:lnTo>
                      <a:pt x="2074" y="115"/>
                    </a:lnTo>
                    <a:lnTo>
                      <a:pt x="2074" y="127"/>
                    </a:lnTo>
                    <a:lnTo>
                      <a:pt x="2074" y="127"/>
                    </a:lnTo>
                    <a:lnTo>
                      <a:pt x="2074" y="139"/>
                    </a:lnTo>
                    <a:lnTo>
                      <a:pt x="2074" y="139"/>
                    </a:lnTo>
                    <a:lnTo>
                      <a:pt x="2074" y="163"/>
                    </a:lnTo>
                    <a:lnTo>
                      <a:pt x="2074" y="163"/>
                    </a:lnTo>
                    <a:lnTo>
                      <a:pt x="2074" y="174"/>
                    </a:lnTo>
                    <a:lnTo>
                      <a:pt x="2074" y="174"/>
                    </a:lnTo>
                    <a:lnTo>
                      <a:pt x="2074" y="198"/>
                    </a:lnTo>
                    <a:lnTo>
                      <a:pt x="2074" y="198"/>
                    </a:lnTo>
                    <a:lnTo>
                      <a:pt x="2074" y="221"/>
                    </a:lnTo>
                    <a:lnTo>
                      <a:pt x="2074" y="221"/>
                    </a:lnTo>
                    <a:lnTo>
                      <a:pt x="2069" y="221"/>
                    </a:lnTo>
                    <a:lnTo>
                      <a:pt x="2062" y="221"/>
                    </a:lnTo>
                    <a:lnTo>
                      <a:pt x="2062" y="221"/>
                    </a:lnTo>
                    <a:lnTo>
                      <a:pt x="2062" y="226"/>
                    </a:lnTo>
                    <a:lnTo>
                      <a:pt x="2062" y="233"/>
                    </a:lnTo>
                    <a:lnTo>
                      <a:pt x="2062" y="233"/>
                    </a:lnTo>
                    <a:lnTo>
                      <a:pt x="2062" y="245"/>
                    </a:lnTo>
                    <a:lnTo>
                      <a:pt x="2062" y="245"/>
                    </a:lnTo>
                    <a:lnTo>
                      <a:pt x="2062" y="257"/>
                    </a:lnTo>
                    <a:lnTo>
                      <a:pt x="2062" y="257"/>
                    </a:lnTo>
                    <a:lnTo>
                      <a:pt x="2038" y="257"/>
                    </a:lnTo>
                    <a:lnTo>
                      <a:pt x="2038" y="257"/>
                    </a:lnTo>
                    <a:lnTo>
                      <a:pt x="2038" y="280"/>
                    </a:lnTo>
                    <a:lnTo>
                      <a:pt x="2038" y="280"/>
                    </a:lnTo>
                    <a:lnTo>
                      <a:pt x="2038" y="292"/>
                    </a:lnTo>
                    <a:lnTo>
                      <a:pt x="2038" y="292"/>
                    </a:lnTo>
                    <a:lnTo>
                      <a:pt x="2038" y="302"/>
                    </a:lnTo>
                    <a:lnTo>
                      <a:pt x="2038" y="302"/>
                    </a:lnTo>
                    <a:lnTo>
                      <a:pt x="2038" y="313"/>
                    </a:lnTo>
                    <a:lnTo>
                      <a:pt x="2038" y="313"/>
                    </a:lnTo>
                    <a:lnTo>
                      <a:pt x="2038" y="320"/>
                    </a:lnTo>
                    <a:lnTo>
                      <a:pt x="2038" y="325"/>
                    </a:lnTo>
                    <a:lnTo>
                      <a:pt x="2038" y="325"/>
                    </a:lnTo>
                    <a:lnTo>
                      <a:pt x="2036" y="328"/>
                    </a:lnTo>
                    <a:lnTo>
                      <a:pt x="2034" y="325"/>
                    </a:lnTo>
                    <a:lnTo>
                      <a:pt x="2027" y="325"/>
                    </a:lnTo>
                    <a:lnTo>
                      <a:pt x="2027" y="325"/>
                    </a:lnTo>
                    <a:lnTo>
                      <a:pt x="2027" y="349"/>
                    </a:lnTo>
                    <a:lnTo>
                      <a:pt x="2027" y="349"/>
                    </a:lnTo>
                    <a:lnTo>
                      <a:pt x="2027" y="361"/>
                    </a:lnTo>
                    <a:lnTo>
                      <a:pt x="2027" y="361"/>
                    </a:lnTo>
                    <a:lnTo>
                      <a:pt x="2027" y="384"/>
                    </a:lnTo>
                    <a:lnTo>
                      <a:pt x="2027" y="384"/>
                    </a:lnTo>
                    <a:lnTo>
                      <a:pt x="2027" y="431"/>
                    </a:lnTo>
                    <a:lnTo>
                      <a:pt x="2027" y="431"/>
                    </a:lnTo>
                    <a:lnTo>
                      <a:pt x="2027" y="443"/>
                    </a:lnTo>
                    <a:lnTo>
                      <a:pt x="2027" y="443"/>
                    </a:lnTo>
                    <a:lnTo>
                      <a:pt x="2027" y="455"/>
                    </a:lnTo>
                    <a:lnTo>
                      <a:pt x="2027" y="455"/>
                    </a:lnTo>
                    <a:lnTo>
                      <a:pt x="2027" y="467"/>
                    </a:lnTo>
                    <a:lnTo>
                      <a:pt x="2027" y="467"/>
                    </a:lnTo>
                    <a:lnTo>
                      <a:pt x="2027" y="471"/>
                    </a:lnTo>
                    <a:lnTo>
                      <a:pt x="2027" y="478"/>
                    </a:lnTo>
                    <a:lnTo>
                      <a:pt x="2027" y="478"/>
                    </a:lnTo>
                    <a:lnTo>
                      <a:pt x="2024" y="478"/>
                    </a:lnTo>
                    <a:lnTo>
                      <a:pt x="2022" y="478"/>
                    </a:lnTo>
                    <a:lnTo>
                      <a:pt x="2015" y="478"/>
                    </a:lnTo>
                    <a:lnTo>
                      <a:pt x="2015" y="478"/>
                    </a:lnTo>
                    <a:lnTo>
                      <a:pt x="2003" y="478"/>
                    </a:lnTo>
                    <a:lnTo>
                      <a:pt x="2003" y="478"/>
                    </a:lnTo>
                    <a:lnTo>
                      <a:pt x="1998" y="478"/>
                    </a:lnTo>
                    <a:lnTo>
                      <a:pt x="1991" y="478"/>
                    </a:lnTo>
                    <a:lnTo>
                      <a:pt x="1991" y="478"/>
                    </a:lnTo>
                    <a:lnTo>
                      <a:pt x="1991" y="471"/>
                    </a:lnTo>
                    <a:lnTo>
                      <a:pt x="1991" y="467"/>
                    </a:lnTo>
                    <a:lnTo>
                      <a:pt x="1991" y="467"/>
                    </a:lnTo>
                    <a:lnTo>
                      <a:pt x="1979" y="467"/>
                    </a:lnTo>
                    <a:lnTo>
                      <a:pt x="1979" y="467"/>
                    </a:lnTo>
                    <a:lnTo>
                      <a:pt x="1968" y="467"/>
                    </a:lnTo>
                    <a:lnTo>
                      <a:pt x="1968" y="467"/>
                    </a:lnTo>
                    <a:lnTo>
                      <a:pt x="1968" y="459"/>
                    </a:lnTo>
                    <a:lnTo>
                      <a:pt x="1968" y="455"/>
                    </a:lnTo>
                    <a:lnTo>
                      <a:pt x="1968" y="455"/>
                    </a:lnTo>
                    <a:lnTo>
                      <a:pt x="1968" y="443"/>
                    </a:lnTo>
                    <a:lnTo>
                      <a:pt x="1968" y="443"/>
                    </a:lnTo>
                    <a:lnTo>
                      <a:pt x="1968" y="431"/>
                    </a:lnTo>
                    <a:lnTo>
                      <a:pt x="1968" y="431"/>
                    </a:lnTo>
                    <a:lnTo>
                      <a:pt x="1968" y="424"/>
                    </a:lnTo>
                    <a:lnTo>
                      <a:pt x="1968" y="419"/>
                    </a:lnTo>
                    <a:lnTo>
                      <a:pt x="1968" y="419"/>
                    </a:lnTo>
                    <a:lnTo>
                      <a:pt x="1965" y="419"/>
                    </a:lnTo>
                    <a:lnTo>
                      <a:pt x="1963" y="419"/>
                    </a:lnTo>
                    <a:lnTo>
                      <a:pt x="1956" y="419"/>
                    </a:lnTo>
                    <a:lnTo>
                      <a:pt x="1956" y="419"/>
                    </a:lnTo>
                    <a:lnTo>
                      <a:pt x="1956" y="396"/>
                    </a:lnTo>
                    <a:lnTo>
                      <a:pt x="1956" y="396"/>
                    </a:lnTo>
                    <a:lnTo>
                      <a:pt x="1909" y="396"/>
                    </a:lnTo>
                    <a:lnTo>
                      <a:pt x="1909" y="396"/>
                    </a:lnTo>
                    <a:lnTo>
                      <a:pt x="1885" y="396"/>
                    </a:lnTo>
                    <a:lnTo>
                      <a:pt x="1885" y="396"/>
                    </a:lnTo>
                    <a:lnTo>
                      <a:pt x="1885" y="349"/>
                    </a:lnTo>
                    <a:lnTo>
                      <a:pt x="1885" y="349"/>
                    </a:lnTo>
                    <a:lnTo>
                      <a:pt x="1873" y="349"/>
                    </a:lnTo>
                    <a:lnTo>
                      <a:pt x="1873" y="349"/>
                    </a:lnTo>
                    <a:lnTo>
                      <a:pt x="1850" y="349"/>
                    </a:lnTo>
                    <a:lnTo>
                      <a:pt x="1850" y="349"/>
                    </a:lnTo>
                    <a:lnTo>
                      <a:pt x="1803" y="349"/>
                    </a:lnTo>
                    <a:lnTo>
                      <a:pt x="1803" y="349"/>
                    </a:lnTo>
                    <a:lnTo>
                      <a:pt x="1791" y="349"/>
                    </a:lnTo>
                    <a:lnTo>
                      <a:pt x="1791" y="349"/>
                    </a:lnTo>
                    <a:lnTo>
                      <a:pt x="1767" y="349"/>
                    </a:lnTo>
                    <a:lnTo>
                      <a:pt x="1767" y="349"/>
                    </a:lnTo>
                    <a:lnTo>
                      <a:pt x="1720" y="349"/>
                    </a:lnTo>
                    <a:lnTo>
                      <a:pt x="1720" y="349"/>
                    </a:lnTo>
                    <a:lnTo>
                      <a:pt x="1720" y="396"/>
                    </a:lnTo>
                    <a:lnTo>
                      <a:pt x="1720" y="396"/>
                    </a:lnTo>
                    <a:lnTo>
                      <a:pt x="1720" y="490"/>
                    </a:lnTo>
                    <a:lnTo>
                      <a:pt x="1720" y="490"/>
                    </a:lnTo>
                    <a:lnTo>
                      <a:pt x="1720" y="535"/>
                    </a:lnTo>
                    <a:lnTo>
                      <a:pt x="1720" y="535"/>
                    </a:lnTo>
                    <a:lnTo>
                      <a:pt x="1709" y="535"/>
                    </a:lnTo>
                    <a:lnTo>
                      <a:pt x="1709" y="535"/>
                    </a:lnTo>
                    <a:lnTo>
                      <a:pt x="1659" y="535"/>
                    </a:lnTo>
                    <a:lnTo>
                      <a:pt x="1659" y="535"/>
                    </a:lnTo>
                    <a:lnTo>
                      <a:pt x="1635" y="535"/>
                    </a:lnTo>
                    <a:lnTo>
                      <a:pt x="1635" y="535"/>
                    </a:lnTo>
                    <a:lnTo>
                      <a:pt x="1635" y="525"/>
                    </a:lnTo>
                    <a:lnTo>
                      <a:pt x="1635" y="525"/>
                    </a:lnTo>
                    <a:lnTo>
                      <a:pt x="1635" y="514"/>
                    </a:lnTo>
                    <a:lnTo>
                      <a:pt x="1635" y="514"/>
                    </a:lnTo>
                    <a:lnTo>
                      <a:pt x="1635" y="502"/>
                    </a:lnTo>
                    <a:lnTo>
                      <a:pt x="1635" y="502"/>
                    </a:lnTo>
                    <a:lnTo>
                      <a:pt x="1635" y="490"/>
                    </a:lnTo>
                    <a:lnTo>
                      <a:pt x="1635" y="490"/>
                    </a:lnTo>
                    <a:lnTo>
                      <a:pt x="1638" y="483"/>
                    </a:lnTo>
                    <a:lnTo>
                      <a:pt x="1635" y="478"/>
                    </a:lnTo>
                    <a:lnTo>
                      <a:pt x="1635" y="478"/>
                    </a:lnTo>
                    <a:lnTo>
                      <a:pt x="1631" y="478"/>
                    </a:lnTo>
                    <a:lnTo>
                      <a:pt x="1624" y="478"/>
                    </a:lnTo>
                    <a:lnTo>
                      <a:pt x="1624" y="478"/>
                    </a:lnTo>
                    <a:lnTo>
                      <a:pt x="1612" y="478"/>
                    </a:lnTo>
                    <a:lnTo>
                      <a:pt x="1612" y="478"/>
                    </a:lnTo>
                    <a:lnTo>
                      <a:pt x="1612" y="455"/>
                    </a:lnTo>
                    <a:lnTo>
                      <a:pt x="1612" y="455"/>
                    </a:lnTo>
                    <a:lnTo>
                      <a:pt x="1612" y="431"/>
                    </a:lnTo>
                    <a:lnTo>
                      <a:pt x="1612" y="431"/>
                    </a:lnTo>
                    <a:lnTo>
                      <a:pt x="1612" y="419"/>
                    </a:lnTo>
                    <a:lnTo>
                      <a:pt x="1612" y="419"/>
                    </a:lnTo>
                    <a:lnTo>
                      <a:pt x="1612" y="396"/>
                    </a:lnTo>
                    <a:lnTo>
                      <a:pt x="1612" y="396"/>
                    </a:lnTo>
                    <a:lnTo>
                      <a:pt x="1612" y="349"/>
                    </a:lnTo>
                    <a:lnTo>
                      <a:pt x="1612" y="349"/>
                    </a:lnTo>
                    <a:lnTo>
                      <a:pt x="1612" y="325"/>
                    </a:lnTo>
                    <a:lnTo>
                      <a:pt x="1612" y="325"/>
                    </a:lnTo>
                    <a:lnTo>
                      <a:pt x="1612" y="320"/>
                    </a:lnTo>
                    <a:lnTo>
                      <a:pt x="1612" y="313"/>
                    </a:lnTo>
                    <a:lnTo>
                      <a:pt x="1612" y="313"/>
                    </a:lnTo>
                    <a:lnTo>
                      <a:pt x="1600" y="313"/>
                    </a:lnTo>
                    <a:lnTo>
                      <a:pt x="1600" y="313"/>
                    </a:lnTo>
                    <a:lnTo>
                      <a:pt x="1588" y="313"/>
                    </a:lnTo>
                    <a:lnTo>
                      <a:pt x="1588" y="313"/>
                    </a:lnTo>
                    <a:lnTo>
                      <a:pt x="1588" y="302"/>
                    </a:lnTo>
                    <a:lnTo>
                      <a:pt x="1588" y="302"/>
                    </a:lnTo>
                    <a:lnTo>
                      <a:pt x="1588" y="297"/>
                    </a:lnTo>
                    <a:lnTo>
                      <a:pt x="1588" y="292"/>
                    </a:lnTo>
                    <a:lnTo>
                      <a:pt x="1588" y="292"/>
                    </a:lnTo>
                    <a:lnTo>
                      <a:pt x="1584" y="292"/>
                    </a:lnTo>
                    <a:lnTo>
                      <a:pt x="1577" y="292"/>
                    </a:lnTo>
                    <a:lnTo>
                      <a:pt x="1577" y="292"/>
                    </a:lnTo>
                    <a:lnTo>
                      <a:pt x="1577" y="285"/>
                    </a:lnTo>
                    <a:lnTo>
                      <a:pt x="1577" y="280"/>
                    </a:lnTo>
                    <a:lnTo>
                      <a:pt x="1577" y="280"/>
                    </a:lnTo>
                    <a:lnTo>
                      <a:pt x="1572" y="280"/>
                    </a:lnTo>
                    <a:lnTo>
                      <a:pt x="1565" y="280"/>
                    </a:lnTo>
                    <a:lnTo>
                      <a:pt x="1565" y="280"/>
                    </a:lnTo>
                    <a:lnTo>
                      <a:pt x="1565" y="278"/>
                    </a:lnTo>
                    <a:lnTo>
                      <a:pt x="1565" y="273"/>
                    </a:lnTo>
                    <a:lnTo>
                      <a:pt x="1565" y="269"/>
                    </a:lnTo>
                    <a:lnTo>
                      <a:pt x="1565" y="269"/>
                    </a:lnTo>
                    <a:lnTo>
                      <a:pt x="1560" y="269"/>
                    </a:lnTo>
                    <a:lnTo>
                      <a:pt x="1555" y="269"/>
                    </a:lnTo>
                    <a:lnTo>
                      <a:pt x="1553" y="269"/>
                    </a:lnTo>
                    <a:lnTo>
                      <a:pt x="1553" y="269"/>
                    </a:lnTo>
                    <a:lnTo>
                      <a:pt x="1553" y="262"/>
                    </a:lnTo>
                    <a:lnTo>
                      <a:pt x="1553" y="257"/>
                    </a:lnTo>
                    <a:lnTo>
                      <a:pt x="1553" y="257"/>
                    </a:lnTo>
                    <a:lnTo>
                      <a:pt x="1553" y="245"/>
                    </a:lnTo>
                    <a:lnTo>
                      <a:pt x="1553" y="245"/>
                    </a:lnTo>
                    <a:lnTo>
                      <a:pt x="1553" y="221"/>
                    </a:lnTo>
                    <a:lnTo>
                      <a:pt x="1553" y="221"/>
                    </a:lnTo>
                    <a:lnTo>
                      <a:pt x="1541" y="221"/>
                    </a:lnTo>
                    <a:lnTo>
                      <a:pt x="1541" y="221"/>
                    </a:lnTo>
                    <a:lnTo>
                      <a:pt x="1518" y="221"/>
                    </a:lnTo>
                    <a:lnTo>
                      <a:pt x="1518" y="221"/>
                    </a:lnTo>
                    <a:lnTo>
                      <a:pt x="1471" y="221"/>
                    </a:lnTo>
                    <a:lnTo>
                      <a:pt x="1471" y="221"/>
                    </a:lnTo>
                    <a:lnTo>
                      <a:pt x="1459" y="221"/>
                    </a:lnTo>
                    <a:lnTo>
                      <a:pt x="1459" y="221"/>
                    </a:lnTo>
                    <a:lnTo>
                      <a:pt x="1459" y="210"/>
                    </a:lnTo>
                    <a:lnTo>
                      <a:pt x="1459" y="210"/>
                    </a:lnTo>
                    <a:lnTo>
                      <a:pt x="1459" y="203"/>
                    </a:lnTo>
                    <a:lnTo>
                      <a:pt x="1459" y="198"/>
                    </a:lnTo>
                    <a:lnTo>
                      <a:pt x="1459" y="198"/>
                    </a:lnTo>
                    <a:lnTo>
                      <a:pt x="1452" y="198"/>
                    </a:lnTo>
                    <a:lnTo>
                      <a:pt x="1447" y="198"/>
                    </a:lnTo>
                    <a:lnTo>
                      <a:pt x="1447" y="198"/>
                    </a:lnTo>
                    <a:lnTo>
                      <a:pt x="1435" y="198"/>
                    </a:lnTo>
                    <a:lnTo>
                      <a:pt x="1435" y="198"/>
                    </a:lnTo>
                    <a:lnTo>
                      <a:pt x="1423" y="198"/>
                    </a:lnTo>
                    <a:lnTo>
                      <a:pt x="1423" y="198"/>
                    </a:lnTo>
                    <a:lnTo>
                      <a:pt x="1412" y="198"/>
                    </a:lnTo>
                    <a:lnTo>
                      <a:pt x="1412" y="198"/>
                    </a:lnTo>
                    <a:lnTo>
                      <a:pt x="1388" y="198"/>
                    </a:lnTo>
                    <a:lnTo>
                      <a:pt x="1388" y="198"/>
                    </a:lnTo>
                    <a:lnTo>
                      <a:pt x="1365" y="198"/>
                    </a:lnTo>
                    <a:lnTo>
                      <a:pt x="1365" y="198"/>
                    </a:lnTo>
                    <a:lnTo>
                      <a:pt x="1357" y="198"/>
                    </a:lnTo>
                    <a:lnTo>
                      <a:pt x="1353" y="198"/>
                    </a:lnTo>
                    <a:lnTo>
                      <a:pt x="1353" y="198"/>
                    </a:lnTo>
                    <a:lnTo>
                      <a:pt x="1350" y="200"/>
                    </a:lnTo>
                    <a:lnTo>
                      <a:pt x="1353" y="203"/>
                    </a:lnTo>
                    <a:lnTo>
                      <a:pt x="1353" y="207"/>
                    </a:lnTo>
                    <a:lnTo>
                      <a:pt x="1353" y="210"/>
                    </a:lnTo>
                    <a:lnTo>
                      <a:pt x="1353" y="210"/>
                    </a:lnTo>
                    <a:lnTo>
                      <a:pt x="1350" y="210"/>
                    </a:lnTo>
                    <a:lnTo>
                      <a:pt x="1346" y="210"/>
                    </a:lnTo>
                    <a:lnTo>
                      <a:pt x="1343" y="210"/>
                    </a:lnTo>
                    <a:lnTo>
                      <a:pt x="1341" y="210"/>
                    </a:lnTo>
                    <a:lnTo>
                      <a:pt x="1341" y="210"/>
                    </a:lnTo>
                    <a:lnTo>
                      <a:pt x="1339" y="212"/>
                    </a:lnTo>
                    <a:lnTo>
                      <a:pt x="1341" y="214"/>
                    </a:lnTo>
                    <a:lnTo>
                      <a:pt x="1341" y="221"/>
                    </a:lnTo>
                    <a:lnTo>
                      <a:pt x="1341" y="221"/>
                    </a:lnTo>
                    <a:lnTo>
                      <a:pt x="1317" y="221"/>
                    </a:lnTo>
                    <a:lnTo>
                      <a:pt x="1317" y="221"/>
                    </a:lnTo>
                    <a:lnTo>
                      <a:pt x="1268" y="221"/>
                    </a:lnTo>
                    <a:lnTo>
                      <a:pt x="1268" y="221"/>
                    </a:lnTo>
                    <a:lnTo>
                      <a:pt x="1256" y="221"/>
                    </a:lnTo>
                    <a:lnTo>
                      <a:pt x="1256" y="221"/>
                    </a:lnTo>
                    <a:lnTo>
                      <a:pt x="1251" y="221"/>
                    </a:lnTo>
                    <a:lnTo>
                      <a:pt x="1244" y="221"/>
                    </a:lnTo>
                    <a:lnTo>
                      <a:pt x="1244" y="221"/>
                    </a:lnTo>
                    <a:lnTo>
                      <a:pt x="1244" y="226"/>
                    </a:lnTo>
                    <a:lnTo>
                      <a:pt x="1244" y="233"/>
                    </a:lnTo>
                    <a:lnTo>
                      <a:pt x="1244" y="233"/>
                    </a:lnTo>
                    <a:lnTo>
                      <a:pt x="1242" y="233"/>
                    </a:lnTo>
                    <a:lnTo>
                      <a:pt x="1240" y="233"/>
                    </a:lnTo>
                    <a:lnTo>
                      <a:pt x="1233" y="233"/>
                    </a:lnTo>
                    <a:lnTo>
                      <a:pt x="1233" y="233"/>
                    </a:lnTo>
                    <a:lnTo>
                      <a:pt x="1233" y="245"/>
                    </a:lnTo>
                    <a:lnTo>
                      <a:pt x="1233" y="245"/>
                    </a:lnTo>
                    <a:lnTo>
                      <a:pt x="1233" y="269"/>
                    </a:lnTo>
                    <a:lnTo>
                      <a:pt x="1233" y="269"/>
                    </a:lnTo>
                    <a:lnTo>
                      <a:pt x="1233" y="280"/>
                    </a:lnTo>
                    <a:lnTo>
                      <a:pt x="1233" y="280"/>
                    </a:lnTo>
                    <a:lnTo>
                      <a:pt x="1233" y="302"/>
                    </a:lnTo>
                    <a:lnTo>
                      <a:pt x="1233" y="302"/>
                    </a:lnTo>
                    <a:lnTo>
                      <a:pt x="1233" y="313"/>
                    </a:lnTo>
                    <a:lnTo>
                      <a:pt x="1233" y="313"/>
                    </a:lnTo>
                    <a:lnTo>
                      <a:pt x="1233" y="337"/>
                    </a:lnTo>
                    <a:lnTo>
                      <a:pt x="1233" y="337"/>
                    </a:lnTo>
                    <a:lnTo>
                      <a:pt x="1233" y="349"/>
                    </a:lnTo>
                    <a:lnTo>
                      <a:pt x="1233" y="349"/>
                    </a:lnTo>
                    <a:lnTo>
                      <a:pt x="1233" y="372"/>
                    </a:lnTo>
                    <a:lnTo>
                      <a:pt x="1233" y="372"/>
                    </a:lnTo>
                    <a:lnTo>
                      <a:pt x="1233" y="384"/>
                    </a:lnTo>
                    <a:lnTo>
                      <a:pt x="1233" y="384"/>
                    </a:lnTo>
                    <a:lnTo>
                      <a:pt x="1233" y="408"/>
                    </a:lnTo>
                    <a:lnTo>
                      <a:pt x="1233" y="408"/>
                    </a:lnTo>
                    <a:lnTo>
                      <a:pt x="1221" y="408"/>
                    </a:lnTo>
                    <a:lnTo>
                      <a:pt x="1221" y="408"/>
                    </a:lnTo>
                    <a:lnTo>
                      <a:pt x="1216" y="408"/>
                    </a:lnTo>
                    <a:lnTo>
                      <a:pt x="1209" y="408"/>
                    </a:lnTo>
                    <a:lnTo>
                      <a:pt x="1209" y="408"/>
                    </a:lnTo>
                    <a:lnTo>
                      <a:pt x="1209" y="415"/>
                    </a:lnTo>
                    <a:lnTo>
                      <a:pt x="1209" y="419"/>
                    </a:lnTo>
                    <a:lnTo>
                      <a:pt x="1209" y="419"/>
                    </a:lnTo>
                    <a:lnTo>
                      <a:pt x="1197" y="419"/>
                    </a:lnTo>
                    <a:lnTo>
                      <a:pt x="1197" y="419"/>
                    </a:lnTo>
                    <a:lnTo>
                      <a:pt x="1185" y="419"/>
                    </a:lnTo>
                    <a:lnTo>
                      <a:pt x="1185" y="419"/>
                    </a:lnTo>
                    <a:lnTo>
                      <a:pt x="1162" y="419"/>
                    </a:lnTo>
                    <a:lnTo>
                      <a:pt x="1162" y="419"/>
                    </a:lnTo>
                    <a:lnTo>
                      <a:pt x="1162" y="467"/>
                    </a:lnTo>
                    <a:lnTo>
                      <a:pt x="1162" y="467"/>
                    </a:lnTo>
                    <a:lnTo>
                      <a:pt x="1162" y="514"/>
                    </a:lnTo>
                    <a:lnTo>
                      <a:pt x="1162" y="514"/>
                    </a:lnTo>
                    <a:lnTo>
                      <a:pt x="1150" y="514"/>
                    </a:lnTo>
                    <a:lnTo>
                      <a:pt x="1150" y="514"/>
                    </a:lnTo>
                    <a:lnTo>
                      <a:pt x="1103" y="514"/>
                    </a:lnTo>
                    <a:lnTo>
                      <a:pt x="1103" y="514"/>
                    </a:lnTo>
                    <a:lnTo>
                      <a:pt x="1056" y="514"/>
                    </a:lnTo>
                    <a:lnTo>
                      <a:pt x="1056" y="514"/>
                    </a:lnTo>
                    <a:lnTo>
                      <a:pt x="1056" y="502"/>
                    </a:lnTo>
                    <a:lnTo>
                      <a:pt x="1056" y="502"/>
                    </a:lnTo>
                    <a:lnTo>
                      <a:pt x="1056" y="478"/>
                    </a:lnTo>
                    <a:lnTo>
                      <a:pt x="1056" y="478"/>
                    </a:lnTo>
                    <a:lnTo>
                      <a:pt x="1056" y="455"/>
                    </a:lnTo>
                    <a:lnTo>
                      <a:pt x="1056" y="455"/>
                    </a:lnTo>
                    <a:lnTo>
                      <a:pt x="1009" y="455"/>
                    </a:lnTo>
                    <a:lnTo>
                      <a:pt x="1009" y="455"/>
                    </a:lnTo>
                    <a:lnTo>
                      <a:pt x="997" y="455"/>
                    </a:lnTo>
                    <a:lnTo>
                      <a:pt x="997" y="455"/>
                    </a:lnTo>
                    <a:lnTo>
                      <a:pt x="990" y="455"/>
                    </a:lnTo>
                    <a:lnTo>
                      <a:pt x="985" y="455"/>
                    </a:lnTo>
                    <a:lnTo>
                      <a:pt x="985" y="455"/>
                    </a:lnTo>
                    <a:lnTo>
                      <a:pt x="985" y="448"/>
                    </a:lnTo>
                    <a:lnTo>
                      <a:pt x="985" y="443"/>
                    </a:lnTo>
                    <a:lnTo>
                      <a:pt x="985" y="443"/>
                    </a:lnTo>
                    <a:lnTo>
                      <a:pt x="978" y="443"/>
                    </a:lnTo>
                    <a:lnTo>
                      <a:pt x="973" y="443"/>
                    </a:lnTo>
                    <a:lnTo>
                      <a:pt x="973" y="443"/>
                    </a:lnTo>
                    <a:lnTo>
                      <a:pt x="962" y="443"/>
                    </a:lnTo>
                    <a:lnTo>
                      <a:pt x="962" y="443"/>
                    </a:lnTo>
                    <a:lnTo>
                      <a:pt x="914" y="443"/>
                    </a:lnTo>
                    <a:lnTo>
                      <a:pt x="914" y="443"/>
                    </a:lnTo>
                    <a:lnTo>
                      <a:pt x="891" y="443"/>
                    </a:lnTo>
                    <a:lnTo>
                      <a:pt x="891" y="443"/>
                    </a:lnTo>
                    <a:lnTo>
                      <a:pt x="877" y="443"/>
                    </a:lnTo>
                    <a:lnTo>
                      <a:pt x="877" y="443"/>
                    </a:lnTo>
                    <a:lnTo>
                      <a:pt x="865" y="443"/>
                    </a:lnTo>
                    <a:lnTo>
                      <a:pt x="865" y="443"/>
                    </a:lnTo>
                    <a:lnTo>
                      <a:pt x="853" y="443"/>
                    </a:lnTo>
                    <a:lnTo>
                      <a:pt x="853" y="443"/>
                    </a:lnTo>
                    <a:lnTo>
                      <a:pt x="841" y="443"/>
                    </a:lnTo>
                    <a:lnTo>
                      <a:pt x="841" y="443"/>
                    </a:lnTo>
                    <a:lnTo>
                      <a:pt x="841" y="455"/>
                    </a:lnTo>
                    <a:lnTo>
                      <a:pt x="841" y="455"/>
                    </a:lnTo>
                    <a:lnTo>
                      <a:pt x="844" y="459"/>
                    </a:lnTo>
                    <a:lnTo>
                      <a:pt x="841" y="467"/>
                    </a:lnTo>
                    <a:lnTo>
                      <a:pt x="841" y="467"/>
                    </a:lnTo>
                    <a:lnTo>
                      <a:pt x="837" y="467"/>
                    </a:lnTo>
                    <a:lnTo>
                      <a:pt x="830" y="467"/>
                    </a:lnTo>
                    <a:lnTo>
                      <a:pt x="830" y="467"/>
                    </a:lnTo>
                    <a:lnTo>
                      <a:pt x="783" y="467"/>
                    </a:lnTo>
                    <a:lnTo>
                      <a:pt x="783" y="467"/>
                    </a:lnTo>
                    <a:lnTo>
                      <a:pt x="783" y="490"/>
                    </a:lnTo>
                    <a:lnTo>
                      <a:pt x="783" y="490"/>
                    </a:lnTo>
                    <a:lnTo>
                      <a:pt x="783" y="502"/>
                    </a:lnTo>
                    <a:lnTo>
                      <a:pt x="783" y="502"/>
                    </a:lnTo>
                    <a:lnTo>
                      <a:pt x="783" y="525"/>
                    </a:lnTo>
                    <a:lnTo>
                      <a:pt x="783" y="525"/>
                    </a:lnTo>
                    <a:lnTo>
                      <a:pt x="771" y="525"/>
                    </a:lnTo>
                    <a:lnTo>
                      <a:pt x="771" y="525"/>
                    </a:lnTo>
                    <a:lnTo>
                      <a:pt x="747" y="525"/>
                    </a:lnTo>
                    <a:lnTo>
                      <a:pt x="747" y="525"/>
                    </a:lnTo>
                    <a:lnTo>
                      <a:pt x="700" y="525"/>
                    </a:lnTo>
                    <a:lnTo>
                      <a:pt x="700" y="525"/>
                    </a:lnTo>
                    <a:lnTo>
                      <a:pt x="700" y="547"/>
                    </a:lnTo>
                    <a:lnTo>
                      <a:pt x="700" y="547"/>
                    </a:lnTo>
                    <a:lnTo>
                      <a:pt x="676" y="547"/>
                    </a:lnTo>
                    <a:lnTo>
                      <a:pt x="676" y="547"/>
                    </a:lnTo>
                    <a:lnTo>
                      <a:pt x="653" y="547"/>
                    </a:lnTo>
                    <a:lnTo>
                      <a:pt x="653" y="547"/>
                    </a:lnTo>
                    <a:lnTo>
                      <a:pt x="653" y="535"/>
                    </a:lnTo>
                    <a:lnTo>
                      <a:pt x="653" y="535"/>
                    </a:lnTo>
                    <a:lnTo>
                      <a:pt x="653" y="530"/>
                    </a:lnTo>
                    <a:lnTo>
                      <a:pt x="653" y="525"/>
                    </a:lnTo>
                    <a:lnTo>
                      <a:pt x="653" y="525"/>
                    </a:lnTo>
                    <a:lnTo>
                      <a:pt x="648" y="523"/>
                    </a:lnTo>
                    <a:lnTo>
                      <a:pt x="641" y="525"/>
                    </a:lnTo>
                    <a:lnTo>
                      <a:pt x="641" y="525"/>
                    </a:lnTo>
                    <a:lnTo>
                      <a:pt x="634" y="523"/>
                    </a:lnTo>
                    <a:lnTo>
                      <a:pt x="629" y="525"/>
                    </a:lnTo>
                    <a:lnTo>
                      <a:pt x="629" y="525"/>
                    </a:lnTo>
                    <a:lnTo>
                      <a:pt x="629" y="530"/>
                    </a:lnTo>
                    <a:lnTo>
                      <a:pt x="629" y="535"/>
                    </a:lnTo>
                    <a:lnTo>
                      <a:pt x="629" y="535"/>
                    </a:lnTo>
                    <a:lnTo>
                      <a:pt x="622" y="537"/>
                    </a:lnTo>
                    <a:lnTo>
                      <a:pt x="618" y="535"/>
                    </a:lnTo>
                    <a:lnTo>
                      <a:pt x="618" y="535"/>
                    </a:lnTo>
                    <a:lnTo>
                      <a:pt x="618" y="537"/>
                    </a:lnTo>
                    <a:lnTo>
                      <a:pt x="618" y="542"/>
                    </a:lnTo>
                    <a:lnTo>
                      <a:pt x="618" y="547"/>
                    </a:lnTo>
                    <a:lnTo>
                      <a:pt x="618" y="547"/>
                    </a:lnTo>
                    <a:lnTo>
                      <a:pt x="611" y="547"/>
                    </a:lnTo>
                    <a:lnTo>
                      <a:pt x="606" y="547"/>
                    </a:lnTo>
                    <a:lnTo>
                      <a:pt x="606" y="547"/>
                    </a:lnTo>
                    <a:lnTo>
                      <a:pt x="606" y="535"/>
                    </a:lnTo>
                    <a:lnTo>
                      <a:pt x="606" y="535"/>
                    </a:lnTo>
                    <a:lnTo>
                      <a:pt x="606" y="525"/>
                    </a:lnTo>
                    <a:lnTo>
                      <a:pt x="606" y="525"/>
                    </a:lnTo>
                    <a:lnTo>
                      <a:pt x="594" y="525"/>
                    </a:lnTo>
                    <a:lnTo>
                      <a:pt x="594" y="525"/>
                    </a:lnTo>
                    <a:lnTo>
                      <a:pt x="582" y="525"/>
                    </a:lnTo>
                    <a:lnTo>
                      <a:pt x="582" y="525"/>
                    </a:lnTo>
                    <a:lnTo>
                      <a:pt x="570" y="525"/>
                    </a:lnTo>
                    <a:lnTo>
                      <a:pt x="570" y="525"/>
                    </a:lnTo>
                    <a:lnTo>
                      <a:pt x="559" y="525"/>
                    </a:lnTo>
                    <a:lnTo>
                      <a:pt x="559" y="525"/>
                    </a:lnTo>
                    <a:lnTo>
                      <a:pt x="552" y="523"/>
                    </a:lnTo>
                    <a:lnTo>
                      <a:pt x="547" y="525"/>
                    </a:lnTo>
                    <a:lnTo>
                      <a:pt x="547" y="525"/>
                    </a:lnTo>
                    <a:lnTo>
                      <a:pt x="545" y="530"/>
                    </a:lnTo>
                    <a:lnTo>
                      <a:pt x="547" y="535"/>
                    </a:lnTo>
                    <a:lnTo>
                      <a:pt x="547" y="535"/>
                    </a:lnTo>
                    <a:lnTo>
                      <a:pt x="547" y="547"/>
                    </a:lnTo>
                    <a:lnTo>
                      <a:pt x="547" y="547"/>
                    </a:lnTo>
                    <a:lnTo>
                      <a:pt x="523" y="547"/>
                    </a:lnTo>
                    <a:lnTo>
                      <a:pt x="523" y="547"/>
                    </a:lnTo>
                    <a:lnTo>
                      <a:pt x="523" y="535"/>
                    </a:lnTo>
                    <a:lnTo>
                      <a:pt x="523" y="535"/>
                    </a:lnTo>
                    <a:lnTo>
                      <a:pt x="523" y="530"/>
                    </a:lnTo>
                    <a:lnTo>
                      <a:pt x="523" y="525"/>
                    </a:lnTo>
                    <a:lnTo>
                      <a:pt x="523" y="525"/>
                    </a:lnTo>
                    <a:lnTo>
                      <a:pt x="516" y="523"/>
                    </a:lnTo>
                    <a:lnTo>
                      <a:pt x="512" y="525"/>
                    </a:lnTo>
                    <a:lnTo>
                      <a:pt x="512" y="525"/>
                    </a:lnTo>
                    <a:lnTo>
                      <a:pt x="504" y="523"/>
                    </a:lnTo>
                    <a:lnTo>
                      <a:pt x="500" y="525"/>
                    </a:lnTo>
                    <a:lnTo>
                      <a:pt x="500" y="525"/>
                    </a:lnTo>
                    <a:lnTo>
                      <a:pt x="474" y="525"/>
                    </a:lnTo>
                    <a:lnTo>
                      <a:pt x="474" y="525"/>
                    </a:lnTo>
                    <a:lnTo>
                      <a:pt x="474" y="518"/>
                    </a:lnTo>
                    <a:lnTo>
                      <a:pt x="474" y="516"/>
                    </a:lnTo>
                    <a:lnTo>
                      <a:pt x="474" y="514"/>
                    </a:lnTo>
                    <a:lnTo>
                      <a:pt x="474" y="514"/>
                    </a:lnTo>
                    <a:lnTo>
                      <a:pt x="481" y="511"/>
                    </a:lnTo>
                    <a:lnTo>
                      <a:pt x="488" y="514"/>
                    </a:lnTo>
                    <a:lnTo>
                      <a:pt x="488" y="514"/>
                    </a:lnTo>
                    <a:lnTo>
                      <a:pt x="512" y="514"/>
                    </a:lnTo>
                    <a:lnTo>
                      <a:pt x="512" y="514"/>
                    </a:lnTo>
                    <a:lnTo>
                      <a:pt x="535" y="514"/>
                    </a:lnTo>
                    <a:lnTo>
                      <a:pt x="535" y="514"/>
                    </a:lnTo>
                    <a:lnTo>
                      <a:pt x="535" y="467"/>
                    </a:lnTo>
                    <a:lnTo>
                      <a:pt x="535" y="467"/>
                    </a:lnTo>
                    <a:lnTo>
                      <a:pt x="528" y="467"/>
                    </a:lnTo>
                    <a:lnTo>
                      <a:pt x="523" y="467"/>
                    </a:lnTo>
                    <a:lnTo>
                      <a:pt x="523" y="467"/>
                    </a:lnTo>
                    <a:lnTo>
                      <a:pt x="523" y="478"/>
                    </a:lnTo>
                    <a:lnTo>
                      <a:pt x="523" y="478"/>
                    </a:lnTo>
                    <a:lnTo>
                      <a:pt x="474" y="478"/>
                    </a:lnTo>
                    <a:lnTo>
                      <a:pt x="474" y="478"/>
                    </a:lnTo>
                    <a:lnTo>
                      <a:pt x="474" y="467"/>
                    </a:lnTo>
                    <a:lnTo>
                      <a:pt x="474" y="467"/>
                    </a:lnTo>
                    <a:lnTo>
                      <a:pt x="474" y="443"/>
                    </a:lnTo>
                    <a:lnTo>
                      <a:pt x="474" y="443"/>
                    </a:lnTo>
                    <a:lnTo>
                      <a:pt x="474" y="431"/>
                    </a:lnTo>
                    <a:lnTo>
                      <a:pt x="474" y="431"/>
                    </a:lnTo>
                    <a:lnTo>
                      <a:pt x="474" y="408"/>
                    </a:lnTo>
                    <a:lnTo>
                      <a:pt x="474" y="408"/>
                    </a:lnTo>
                    <a:lnTo>
                      <a:pt x="474" y="361"/>
                    </a:lnTo>
                    <a:lnTo>
                      <a:pt x="474" y="361"/>
                    </a:lnTo>
                    <a:lnTo>
                      <a:pt x="474" y="313"/>
                    </a:lnTo>
                    <a:lnTo>
                      <a:pt x="474" y="313"/>
                    </a:lnTo>
                    <a:lnTo>
                      <a:pt x="450" y="313"/>
                    </a:lnTo>
                    <a:lnTo>
                      <a:pt x="450" y="313"/>
                    </a:lnTo>
                    <a:lnTo>
                      <a:pt x="439" y="313"/>
                    </a:lnTo>
                    <a:lnTo>
                      <a:pt x="439" y="313"/>
                    </a:lnTo>
                    <a:lnTo>
                      <a:pt x="427" y="313"/>
                    </a:lnTo>
                    <a:lnTo>
                      <a:pt x="427" y="313"/>
                    </a:lnTo>
                    <a:lnTo>
                      <a:pt x="422" y="316"/>
                    </a:lnTo>
                    <a:lnTo>
                      <a:pt x="415" y="313"/>
                    </a:lnTo>
                    <a:lnTo>
                      <a:pt x="415" y="313"/>
                    </a:lnTo>
                    <a:lnTo>
                      <a:pt x="410" y="316"/>
                    </a:lnTo>
                    <a:lnTo>
                      <a:pt x="403" y="313"/>
                    </a:lnTo>
                    <a:lnTo>
                      <a:pt x="403" y="313"/>
                    </a:lnTo>
                    <a:lnTo>
                      <a:pt x="403" y="302"/>
                    </a:lnTo>
                    <a:lnTo>
                      <a:pt x="403" y="302"/>
                    </a:lnTo>
                    <a:lnTo>
                      <a:pt x="403" y="292"/>
                    </a:lnTo>
                    <a:lnTo>
                      <a:pt x="403" y="292"/>
                    </a:lnTo>
                    <a:lnTo>
                      <a:pt x="380" y="292"/>
                    </a:lnTo>
                    <a:lnTo>
                      <a:pt x="380" y="292"/>
                    </a:lnTo>
                    <a:lnTo>
                      <a:pt x="332" y="292"/>
                    </a:lnTo>
                    <a:lnTo>
                      <a:pt x="332" y="292"/>
                    </a:lnTo>
                    <a:lnTo>
                      <a:pt x="321" y="292"/>
                    </a:lnTo>
                    <a:lnTo>
                      <a:pt x="321" y="292"/>
                    </a:lnTo>
                    <a:lnTo>
                      <a:pt x="297" y="292"/>
                    </a:lnTo>
                    <a:lnTo>
                      <a:pt x="297" y="292"/>
                    </a:lnTo>
                    <a:lnTo>
                      <a:pt x="274" y="292"/>
                    </a:lnTo>
                    <a:lnTo>
                      <a:pt x="274" y="292"/>
                    </a:lnTo>
                    <a:lnTo>
                      <a:pt x="274" y="245"/>
                    </a:lnTo>
                    <a:lnTo>
                      <a:pt x="274" y="245"/>
                    </a:lnTo>
                    <a:lnTo>
                      <a:pt x="274" y="221"/>
                    </a:lnTo>
                    <a:lnTo>
                      <a:pt x="274" y="221"/>
                    </a:lnTo>
                    <a:lnTo>
                      <a:pt x="250" y="221"/>
                    </a:lnTo>
                    <a:lnTo>
                      <a:pt x="250" y="221"/>
                    </a:lnTo>
                    <a:lnTo>
                      <a:pt x="250" y="245"/>
                    </a:lnTo>
                    <a:lnTo>
                      <a:pt x="250" y="245"/>
                    </a:lnTo>
                    <a:lnTo>
                      <a:pt x="250" y="292"/>
                    </a:lnTo>
                    <a:lnTo>
                      <a:pt x="250" y="292"/>
                    </a:lnTo>
                    <a:lnTo>
                      <a:pt x="238" y="292"/>
                    </a:lnTo>
                    <a:lnTo>
                      <a:pt x="238" y="292"/>
                    </a:lnTo>
                    <a:lnTo>
                      <a:pt x="191" y="292"/>
                    </a:lnTo>
                    <a:lnTo>
                      <a:pt x="191" y="292"/>
                    </a:lnTo>
                    <a:lnTo>
                      <a:pt x="179" y="292"/>
                    </a:lnTo>
                    <a:lnTo>
                      <a:pt x="179" y="292"/>
                    </a:lnTo>
                    <a:lnTo>
                      <a:pt x="156" y="292"/>
                    </a:lnTo>
                    <a:lnTo>
                      <a:pt x="156" y="292"/>
                    </a:lnTo>
                    <a:lnTo>
                      <a:pt x="144" y="292"/>
                    </a:lnTo>
                    <a:lnTo>
                      <a:pt x="144" y="292"/>
                    </a:lnTo>
                    <a:lnTo>
                      <a:pt x="132" y="292"/>
                    </a:lnTo>
                    <a:lnTo>
                      <a:pt x="132" y="292"/>
                    </a:lnTo>
                    <a:lnTo>
                      <a:pt x="125" y="290"/>
                    </a:lnTo>
                    <a:lnTo>
                      <a:pt x="120" y="292"/>
                    </a:lnTo>
                    <a:lnTo>
                      <a:pt x="120" y="292"/>
                    </a:lnTo>
                    <a:lnTo>
                      <a:pt x="118" y="297"/>
                    </a:lnTo>
                    <a:lnTo>
                      <a:pt x="120" y="302"/>
                    </a:lnTo>
                    <a:lnTo>
                      <a:pt x="120" y="302"/>
                    </a:lnTo>
                    <a:lnTo>
                      <a:pt x="120" y="313"/>
                    </a:lnTo>
                    <a:lnTo>
                      <a:pt x="120" y="313"/>
                    </a:lnTo>
                    <a:lnTo>
                      <a:pt x="120" y="325"/>
                    </a:lnTo>
                    <a:lnTo>
                      <a:pt x="120" y="325"/>
                    </a:lnTo>
                    <a:lnTo>
                      <a:pt x="71" y="325"/>
                    </a:lnTo>
                    <a:lnTo>
                      <a:pt x="71" y="325"/>
                    </a:lnTo>
                    <a:lnTo>
                      <a:pt x="47" y="325"/>
                    </a:lnTo>
                    <a:lnTo>
                      <a:pt x="47" y="325"/>
                    </a:lnTo>
                    <a:lnTo>
                      <a:pt x="47" y="349"/>
                    </a:lnTo>
                    <a:lnTo>
                      <a:pt x="47" y="349"/>
                    </a:lnTo>
                    <a:lnTo>
                      <a:pt x="47" y="361"/>
                    </a:lnTo>
                    <a:lnTo>
                      <a:pt x="47" y="361"/>
                    </a:lnTo>
                    <a:lnTo>
                      <a:pt x="47" y="384"/>
                    </a:lnTo>
                    <a:lnTo>
                      <a:pt x="47" y="384"/>
                    </a:lnTo>
                    <a:lnTo>
                      <a:pt x="47" y="396"/>
                    </a:lnTo>
                    <a:lnTo>
                      <a:pt x="47" y="396"/>
                    </a:lnTo>
                    <a:lnTo>
                      <a:pt x="47" y="419"/>
                    </a:lnTo>
                    <a:lnTo>
                      <a:pt x="47" y="419"/>
                    </a:lnTo>
                    <a:lnTo>
                      <a:pt x="47" y="431"/>
                    </a:lnTo>
                    <a:lnTo>
                      <a:pt x="47" y="431"/>
                    </a:lnTo>
                    <a:lnTo>
                      <a:pt x="47" y="455"/>
                    </a:lnTo>
                    <a:lnTo>
                      <a:pt x="47" y="455"/>
                    </a:lnTo>
                    <a:lnTo>
                      <a:pt x="47" y="502"/>
                    </a:lnTo>
                    <a:lnTo>
                      <a:pt x="47" y="502"/>
                    </a:lnTo>
                    <a:lnTo>
                      <a:pt x="47" y="514"/>
                    </a:lnTo>
                    <a:lnTo>
                      <a:pt x="47" y="514"/>
                    </a:lnTo>
                    <a:lnTo>
                      <a:pt x="47" y="535"/>
                    </a:lnTo>
                    <a:lnTo>
                      <a:pt x="47" y="535"/>
                    </a:lnTo>
                    <a:lnTo>
                      <a:pt x="47" y="558"/>
                    </a:lnTo>
                    <a:lnTo>
                      <a:pt x="47" y="558"/>
                    </a:lnTo>
                    <a:lnTo>
                      <a:pt x="36" y="558"/>
                    </a:lnTo>
                    <a:lnTo>
                      <a:pt x="36" y="558"/>
                    </a:lnTo>
                    <a:lnTo>
                      <a:pt x="24" y="558"/>
                    </a:lnTo>
                    <a:lnTo>
                      <a:pt x="24" y="558"/>
                    </a:lnTo>
                    <a:lnTo>
                      <a:pt x="12" y="558"/>
                    </a:lnTo>
                    <a:lnTo>
                      <a:pt x="12" y="558"/>
                    </a:lnTo>
                    <a:lnTo>
                      <a:pt x="7" y="558"/>
                    </a:lnTo>
                    <a:lnTo>
                      <a:pt x="0" y="558"/>
                    </a:lnTo>
                    <a:lnTo>
                      <a:pt x="0" y="558"/>
                    </a:lnTo>
                    <a:lnTo>
                      <a:pt x="0" y="561"/>
                    </a:lnTo>
                    <a:lnTo>
                      <a:pt x="0" y="566"/>
                    </a:lnTo>
                    <a:lnTo>
                      <a:pt x="0" y="570"/>
                    </a:lnTo>
                    <a:lnTo>
                      <a:pt x="0" y="570"/>
                    </a:lnTo>
                    <a:lnTo>
                      <a:pt x="0" y="594"/>
                    </a:lnTo>
                    <a:lnTo>
                      <a:pt x="0" y="594"/>
                    </a:lnTo>
                    <a:lnTo>
                      <a:pt x="0" y="601"/>
                    </a:lnTo>
                    <a:lnTo>
                      <a:pt x="0" y="606"/>
                    </a:lnTo>
                    <a:lnTo>
                      <a:pt x="0" y="606"/>
                    </a:lnTo>
                    <a:lnTo>
                      <a:pt x="12" y="606"/>
                    </a:lnTo>
                    <a:lnTo>
                      <a:pt x="12" y="606"/>
                    </a:lnTo>
                    <a:lnTo>
                      <a:pt x="24" y="606"/>
                    </a:lnTo>
                    <a:lnTo>
                      <a:pt x="24" y="606"/>
                    </a:lnTo>
                    <a:lnTo>
                      <a:pt x="36" y="606"/>
                    </a:lnTo>
                    <a:lnTo>
                      <a:pt x="36" y="606"/>
                    </a:lnTo>
                    <a:lnTo>
                      <a:pt x="59" y="606"/>
                    </a:lnTo>
                    <a:lnTo>
                      <a:pt x="59" y="606"/>
                    </a:lnTo>
                    <a:lnTo>
                      <a:pt x="109" y="606"/>
                    </a:lnTo>
                    <a:lnTo>
                      <a:pt x="109" y="606"/>
                    </a:lnTo>
                    <a:lnTo>
                      <a:pt x="132" y="606"/>
                    </a:lnTo>
                    <a:lnTo>
                      <a:pt x="132" y="606"/>
                    </a:lnTo>
                    <a:lnTo>
                      <a:pt x="156" y="606"/>
                    </a:lnTo>
                    <a:lnTo>
                      <a:pt x="156" y="606"/>
                    </a:lnTo>
                    <a:lnTo>
                      <a:pt x="168" y="606"/>
                    </a:lnTo>
                    <a:lnTo>
                      <a:pt x="168" y="606"/>
                    </a:lnTo>
                    <a:lnTo>
                      <a:pt x="191" y="606"/>
                    </a:lnTo>
                    <a:lnTo>
                      <a:pt x="191" y="606"/>
                    </a:lnTo>
                    <a:lnTo>
                      <a:pt x="203" y="606"/>
                    </a:lnTo>
                    <a:lnTo>
                      <a:pt x="203" y="606"/>
                    </a:lnTo>
                    <a:lnTo>
                      <a:pt x="226" y="606"/>
                    </a:lnTo>
                    <a:lnTo>
                      <a:pt x="226" y="606"/>
                    </a:lnTo>
                    <a:lnTo>
                      <a:pt x="238" y="606"/>
                    </a:lnTo>
                    <a:lnTo>
                      <a:pt x="238" y="606"/>
                    </a:lnTo>
                    <a:lnTo>
                      <a:pt x="262" y="606"/>
                    </a:lnTo>
                    <a:lnTo>
                      <a:pt x="262" y="606"/>
                    </a:lnTo>
                    <a:lnTo>
                      <a:pt x="274" y="606"/>
                    </a:lnTo>
                    <a:lnTo>
                      <a:pt x="274" y="606"/>
                    </a:lnTo>
                    <a:lnTo>
                      <a:pt x="297" y="606"/>
                    </a:lnTo>
                    <a:lnTo>
                      <a:pt x="297" y="606"/>
                    </a:lnTo>
                    <a:lnTo>
                      <a:pt x="309" y="606"/>
                    </a:lnTo>
                    <a:lnTo>
                      <a:pt x="309" y="606"/>
                    </a:lnTo>
                    <a:lnTo>
                      <a:pt x="332" y="606"/>
                    </a:lnTo>
                    <a:lnTo>
                      <a:pt x="332" y="606"/>
                    </a:lnTo>
                    <a:lnTo>
                      <a:pt x="344" y="606"/>
                    </a:lnTo>
                    <a:lnTo>
                      <a:pt x="344" y="606"/>
                    </a:lnTo>
                    <a:lnTo>
                      <a:pt x="368" y="606"/>
                    </a:lnTo>
                    <a:lnTo>
                      <a:pt x="368" y="606"/>
                    </a:lnTo>
                    <a:lnTo>
                      <a:pt x="380" y="606"/>
                    </a:lnTo>
                    <a:lnTo>
                      <a:pt x="380" y="606"/>
                    </a:lnTo>
                    <a:lnTo>
                      <a:pt x="403" y="606"/>
                    </a:lnTo>
                    <a:lnTo>
                      <a:pt x="403" y="606"/>
                    </a:lnTo>
                    <a:lnTo>
                      <a:pt x="427" y="606"/>
                    </a:lnTo>
                    <a:lnTo>
                      <a:pt x="427" y="606"/>
                    </a:lnTo>
                    <a:lnTo>
                      <a:pt x="439" y="606"/>
                    </a:lnTo>
                    <a:lnTo>
                      <a:pt x="439" y="606"/>
                    </a:lnTo>
                    <a:lnTo>
                      <a:pt x="462" y="606"/>
                    </a:lnTo>
                    <a:lnTo>
                      <a:pt x="462" y="606"/>
                    </a:lnTo>
                    <a:lnTo>
                      <a:pt x="474" y="606"/>
                    </a:lnTo>
                    <a:lnTo>
                      <a:pt x="474" y="606"/>
                    </a:lnTo>
                    <a:lnTo>
                      <a:pt x="500" y="606"/>
                    </a:lnTo>
                    <a:lnTo>
                      <a:pt x="500" y="606"/>
                    </a:lnTo>
                    <a:lnTo>
                      <a:pt x="512" y="606"/>
                    </a:lnTo>
                    <a:lnTo>
                      <a:pt x="512" y="606"/>
                    </a:lnTo>
                    <a:lnTo>
                      <a:pt x="535" y="606"/>
                    </a:lnTo>
                    <a:lnTo>
                      <a:pt x="535" y="606"/>
                    </a:lnTo>
                    <a:lnTo>
                      <a:pt x="547" y="606"/>
                    </a:lnTo>
                    <a:lnTo>
                      <a:pt x="547" y="606"/>
                    </a:lnTo>
                    <a:lnTo>
                      <a:pt x="570" y="606"/>
                    </a:lnTo>
                    <a:lnTo>
                      <a:pt x="570" y="606"/>
                    </a:lnTo>
                    <a:lnTo>
                      <a:pt x="582" y="606"/>
                    </a:lnTo>
                    <a:lnTo>
                      <a:pt x="582" y="606"/>
                    </a:lnTo>
                    <a:lnTo>
                      <a:pt x="606" y="606"/>
                    </a:lnTo>
                    <a:lnTo>
                      <a:pt x="606" y="606"/>
                    </a:lnTo>
                    <a:lnTo>
                      <a:pt x="618" y="606"/>
                    </a:lnTo>
                    <a:lnTo>
                      <a:pt x="618" y="606"/>
                    </a:lnTo>
                    <a:lnTo>
                      <a:pt x="641" y="606"/>
                    </a:lnTo>
                    <a:lnTo>
                      <a:pt x="641" y="606"/>
                    </a:lnTo>
                    <a:lnTo>
                      <a:pt x="653" y="606"/>
                    </a:lnTo>
                    <a:lnTo>
                      <a:pt x="653" y="606"/>
                    </a:lnTo>
                    <a:lnTo>
                      <a:pt x="676" y="606"/>
                    </a:lnTo>
                    <a:lnTo>
                      <a:pt x="676" y="606"/>
                    </a:lnTo>
                    <a:lnTo>
                      <a:pt x="700" y="606"/>
                    </a:lnTo>
                    <a:lnTo>
                      <a:pt x="700" y="606"/>
                    </a:lnTo>
                    <a:lnTo>
                      <a:pt x="712" y="606"/>
                    </a:lnTo>
                    <a:lnTo>
                      <a:pt x="712" y="606"/>
                    </a:lnTo>
                    <a:lnTo>
                      <a:pt x="735" y="606"/>
                    </a:lnTo>
                    <a:lnTo>
                      <a:pt x="735" y="606"/>
                    </a:lnTo>
                    <a:lnTo>
                      <a:pt x="747" y="606"/>
                    </a:lnTo>
                    <a:lnTo>
                      <a:pt x="747" y="606"/>
                    </a:lnTo>
                    <a:lnTo>
                      <a:pt x="771" y="606"/>
                    </a:lnTo>
                    <a:lnTo>
                      <a:pt x="771" y="606"/>
                    </a:lnTo>
                    <a:lnTo>
                      <a:pt x="783" y="606"/>
                    </a:lnTo>
                    <a:lnTo>
                      <a:pt x="783" y="606"/>
                    </a:lnTo>
                    <a:lnTo>
                      <a:pt x="806" y="606"/>
                    </a:lnTo>
                    <a:lnTo>
                      <a:pt x="806" y="606"/>
                    </a:lnTo>
                    <a:lnTo>
                      <a:pt x="818" y="606"/>
                    </a:lnTo>
                    <a:lnTo>
                      <a:pt x="818" y="606"/>
                    </a:lnTo>
                    <a:lnTo>
                      <a:pt x="841" y="606"/>
                    </a:lnTo>
                    <a:lnTo>
                      <a:pt x="841" y="606"/>
                    </a:lnTo>
                    <a:lnTo>
                      <a:pt x="853" y="606"/>
                    </a:lnTo>
                    <a:lnTo>
                      <a:pt x="853" y="606"/>
                    </a:lnTo>
                    <a:lnTo>
                      <a:pt x="877" y="606"/>
                    </a:lnTo>
                    <a:lnTo>
                      <a:pt x="877" y="606"/>
                    </a:lnTo>
                    <a:lnTo>
                      <a:pt x="891" y="606"/>
                    </a:lnTo>
                    <a:lnTo>
                      <a:pt x="891" y="606"/>
                    </a:lnTo>
                    <a:lnTo>
                      <a:pt x="914" y="606"/>
                    </a:lnTo>
                    <a:lnTo>
                      <a:pt x="914" y="606"/>
                    </a:lnTo>
                    <a:lnTo>
                      <a:pt x="926" y="606"/>
                    </a:lnTo>
                    <a:lnTo>
                      <a:pt x="926" y="606"/>
                    </a:lnTo>
                    <a:lnTo>
                      <a:pt x="950" y="606"/>
                    </a:lnTo>
                    <a:lnTo>
                      <a:pt x="950" y="606"/>
                    </a:lnTo>
                    <a:lnTo>
                      <a:pt x="962" y="606"/>
                    </a:lnTo>
                    <a:lnTo>
                      <a:pt x="962" y="606"/>
                    </a:lnTo>
                    <a:lnTo>
                      <a:pt x="985" y="606"/>
                    </a:lnTo>
                    <a:lnTo>
                      <a:pt x="985" y="606"/>
                    </a:lnTo>
                    <a:lnTo>
                      <a:pt x="997" y="606"/>
                    </a:lnTo>
                    <a:lnTo>
                      <a:pt x="997" y="606"/>
                    </a:lnTo>
                    <a:lnTo>
                      <a:pt x="1020" y="606"/>
                    </a:lnTo>
                    <a:lnTo>
                      <a:pt x="1020" y="606"/>
                    </a:lnTo>
                    <a:lnTo>
                      <a:pt x="1032" y="606"/>
                    </a:lnTo>
                    <a:lnTo>
                      <a:pt x="1032" y="606"/>
                    </a:lnTo>
                    <a:lnTo>
                      <a:pt x="1056" y="606"/>
                    </a:lnTo>
                    <a:lnTo>
                      <a:pt x="1056" y="606"/>
                    </a:lnTo>
                    <a:lnTo>
                      <a:pt x="1068" y="606"/>
                    </a:lnTo>
                    <a:lnTo>
                      <a:pt x="1068" y="606"/>
                    </a:lnTo>
                    <a:lnTo>
                      <a:pt x="1091" y="606"/>
                    </a:lnTo>
                    <a:lnTo>
                      <a:pt x="1091" y="606"/>
                    </a:lnTo>
                    <a:lnTo>
                      <a:pt x="1103" y="606"/>
                    </a:lnTo>
                    <a:lnTo>
                      <a:pt x="1103" y="606"/>
                    </a:lnTo>
                    <a:lnTo>
                      <a:pt x="1127" y="606"/>
                    </a:lnTo>
                    <a:lnTo>
                      <a:pt x="1127" y="606"/>
                    </a:lnTo>
                    <a:lnTo>
                      <a:pt x="1138" y="606"/>
                    </a:lnTo>
                    <a:lnTo>
                      <a:pt x="1138" y="606"/>
                    </a:lnTo>
                    <a:lnTo>
                      <a:pt x="1162" y="606"/>
                    </a:lnTo>
                    <a:lnTo>
                      <a:pt x="1162" y="606"/>
                    </a:lnTo>
                    <a:lnTo>
                      <a:pt x="1174" y="606"/>
                    </a:lnTo>
                    <a:lnTo>
                      <a:pt x="1174" y="606"/>
                    </a:lnTo>
                    <a:lnTo>
                      <a:pt x="1197" y="606"/>
                    </a:lnTo>
                    <a:lnTo>
                      <a:pt x="1197" y="606"/>
                    </a:lnTo>
                    <a:lnTo>
                      <a:pt x="1209" y="606"/>
                    </a:lnTo>
                    <a:lnTo>
                      <a:pt x="1209" y="606"/>
                    </a:lnTo>
                    <a:lnTo>
                      <a:pt x="1233" y="606"/>
                    </a:lnTo>
                    <a:lnTo>
                      <a:pt x="1233" y="606"/>
                    </a:lnTo>
                    <a:lnTo>
                      <a:pt x="1256" y="606"/>
                    </a:lnTo>
                    <a:lnTo>
                      <a:pt x="1256" y="606"/>
                    </a:lnTo>
                    <a:lnTo>
                      <a:pt x="1268" y="606"/>
                    </a:lnTo>
                    <a:lnTo>
                      <a:pt x="1268" y="606"/>
                    </a:lnTo>
                    <a:lnTo>
                      <a:pt x="1291" y="606"/>
                    </a:lnTo>
                    <a:lnTo>
                      <a:pt x="1291" y="606"/>
                    </a:lnTo>
                    <a:lnTo>
                      <a:pt x="1306" y="606"/>
                    </a:lnTo>
                    <a:lnTo>
                      <a:pt x="1306" y="606"/>
                    </a:lnTo>
                    <a:lnTo>
                      <a:pt x="1329" y="606"/>
                    </a:lnTo>
                    <a:lnTo>
                      <a:pt x="1329" y="606"/>
                    </a:lnTo>
                    <a:lnTo>
                      <a:pt x="1341" y="606"/>
                    </a:lnTo>
                    <a:lnTo>
                      <a:pt x="1341" y="606"/>
                    </a:lnTo>
                    <a:lnTo>
                      <a:pt x="1365" y="606"/>
                    </a:lnTo>
                    <a:lnTo>
                      <a:pt x="1365" y="606"/>
                    </a:lnTo>
                    <a:lnTo>
                      <a:pt x="1376" y="606"/>
                    </a:lnTo>
                    <a:lnTo>
                      <a:pt x="1376" y="606"/>
                    </a:lnTo>
                    <a:lnTo>
                      <a:pt x="1400" y="606"/>
                    </a:lnTo>
                    <a:lnTo>
                      <a:pt x="1400" y="606"/>
                    </a:lnTo>
                    <a:lnTo>
                      <a:pt x="1412" y="606"/>
                    </a:lnTo>
                    <a:lnTo>
                      <a:pt x="1412" y="606"/>
                    </a:lnTo>
                    <a:lnTo>
                      <a:pt x="1435" y="606"/>
                    </a:lnTo>
                    <a:lnTo>
                      <a:pt x="1435" y="606"/>
                    </a:lnTo>
                    <a:lnTo>
                      <a:pt x="1447" y="606"/>
                    </a:lnTo>
                    <a:lnTo>
                      <a:pt x="1447" y="606"/>
                    </a:lnTo>
                    <a:lnTo>
                      <a:pt x="1471" y="606"/>
                    </a:lnTo>
                    <a:lnTo>
                      <a:pt x="1471" y="606"/>
                    </a:lnTo>
                    <a:lnTo>
                      <a:pt x="1482" y="606"/>
                    </a:lnTo>
                    <a:lnTo>
                      <a:pt x="1482" y="606"/>
                    </a:lnTo>
                    <a:lnTo>
                      <a:pt x="1506" y="606"/>
                    </a:lnTo>
                    <a:lnTo>
                      <a:pt x="1506" y="606"/>
                    </a:lnTo>
                    <a:lnTo>
                      <a:pt x="1529" y="606"/>
                    </a:lnTo>
                    <a:lnTo>
                      <a:pt x="1529" y="606"/>
                    </a:lnTo>
                    <a:lnTo>
                      <a:pt x="1541" y="606"/>
                    </a:lnTo>
                    <a:lnTo>
                      <a:pt x="1541" y="606"/>
                    </a:lnTo>
                    <a:lnTo>
                      <a:pt x="1565" y="606"/>
                    </a:lnTo>
                    <a:lnTo>
                      <a:pt x="1565" y="606"/>
                    </a:lnTo>
                    <a:lnTo>
                      <a:pt x="1577" y="606"/>
                    </a:lnTo>
                    <a:lnTo>
                      <a:pt x="1577" y="606"/>
                    </a:lnTo>
                    <a:lnTo>
                      <a:pt x="1600" y="606"/>
                    </a:lnTo>
                    <a:lnTo>
                      <a:pt x="1600" y="606"/>
                    </a:lnTo>
                    <a:lnTo>
                      <a:pt x="1612" y="606"/>
                    </a:lnTo>
                    <a:lnTo>
                      <a:pt x="1612" y="606"/>
                    </a:lnTo>
                    <a:lnTo>
                      <a:pt x="1635" y="606"/>
                    </a:lnTo>
                    <a:lnTo>
                      <a:pt x="1635" y="606"/>
                    </a:lnTo>
                    <a:lnTo>
                      <a:pt x="1647" y="606"/>
                    </a:lnTo>
                    <a:lnTo>
                      <a:pt x="1647" y="606"/>
                    </a:lnTo>
                    <a:lnTo>
                      <a:pt x="1671" y="606"/>
                    </a:lnTo>
                    <a:lnTo>
                      <a:pt x="1671" y="606"/>
                    </a:lnTo>
                    <a:lnTo>
                      <a:pt x="1683" y="606"/>
                    </a:lnTo>
                    <a:lnTo>
                      <a:pt x="1683" y="606"/>
                    </a:lnTo>
                    <a:lnTo>
                      <a:pt x="1709" y="606"/>
                    </a:lnTo>
                    <a:lnTo>
                      <a:pt x="1709" y="606"/>
                    </a:lnTo>
                    <a:lnTo>
                      <a:pt x="1720" y="606"/>
                    </a:lnTo>
                    <a:lnTo>
                      <a:pt x="1720" y="606"/>
                    </a:lnTo>
                    <a:lnTo>
                      <a:pt x="1744" y="606"/>
                    </a:lnTo>
                    <a:lnTo>
                      <a:pt x="1744" y="606"/>
                    </a:lnTo>
                    <a:lnTo>
                      <a:pt x="1756" y="606"/>
                    </a:lnTo>
                    <a:lnTo>
                      <a:pt x="1756" y="606"/>
                    </a:lnTo>
                    <a:lnTo>
                      <a:pt x="1779" y="606"/>
                    </a:lnTo>
                    <a:lnTo>
                      <a:pt x="1779" y="606"/>
                    </a:lnTo>
                    <a:lnTo>
                      <a:pt x="1803" y="606"/>
                    </a:lnTo>
                    <a:lnTo>
                      <a:pt x="1803" y="606"/>
                    </a:lnTo>
                    <a:lnTo>
                      <a:pt x="1815" y="606"/>
                    </a:lnTo>
                    <a:lnTo>
                      <a:pt x="1815" y="606"/>
                    </a:lnTo>
                    <a:lnTo>
                      <a:pt x="1838" y="606"/>
                    </a:lnTo>
                    <a:lnTo>
                      <a:pt x="1838" y="606"/>
                    </a:lnTo>
                    <a:lnTo>
                      <a:pt x="1850" y="606"/>
                    </a:lnTo>
                    <a:lnTo>
                      <a:pt x="1850" y="606"/>
                    </a:lnTo>
                    <a:lnTo>
                      <a:pt x="1873" y="606"/>
                    </a:lnTo>
                    <a:lnTo>
                      <a:pt x="1873" y="606"/>
                    </a:lnTo>
                    <a:lnTo>
                      <a:pt x="1885" y="606"/>
                    </a:lnTo>
                    <a:lnTo>
                      <a:pt x="1885" y="606"/>
                    </a:lnTo>
                    <a:lnTo>
                      <a:pt x="1909" y="606"/>
                    </a:lnTo>
                    <a:lnTo>
                      <a:pt x="1909" y="606"/>
                    </a:lnTo>
                    <a:lnTo>
                      <a:pt x="1921" y="606"/>
                    </a:lnTo>
                    <a:lnTo>
                      <a:pt x="1921" y="606"/>
                    </a:lnTo>
                    <a:lnTo>
                      <a:pt x="1944" y="606"/>
                    </a:lnTo>
                    <a:lnTo>
                      <a:pt x="1944" y="606"/>
                    </a:lnTo>
                    <a:lnTo>
                      <a:pt x="1956" y="606"/>
                    </a:lnTo>
                    <a:lnTo>
                      <a:pt x="1956" y="606"/>
                    </a:lnTo>
                    <a:lnTo>
                      <a:pt x="1979" y="606"/>
                    </a:lnTo>
                    <a:lnTo>
                      <a:pt x="1979" y="606"/>
                    </a:lnTo>
                    <a:lnTo>
                      <a:pt x="1991" y="606"/>
                    </a:lnTo>
                    <a:lnTo>
                      <a:pt x="1991" y="606"/>
                    </a:lnTo>
                    <a:lnTo>
                      <a:pt x="2015" y="606"/>
                    </a:lnTo>
                    <a:lnTo>
                      <a:pt x="2015" y="606"/>
                    </a:lnTo>
                    <a:lnTo>
                      <a:pt x="2027" y="606"/>
                    </a:lnTo>
                    <a:lnTo>
                      <a:pt x="2027" y="606"/>
                    </a:lnTo>
                    <a:lnTo>
                      <a:pt x="2050" y="606"/>
                    </a:lnTo>
                    <a:lnTo>
                      <a:pt x="2050" y="606"/>
                    </a:lnTo>
                    <a:lnTo>
                      <a:pt x="2062" y="606"/>
                    </a:lnTo>
                    <a:lnTo>
                      <a:pt x="2062" y="606"/>
                    </a:lnTo>
                    <a:lnTo>
                      <a:pt x="2085" y="606"/>
                    </a:lnTo>
                    <a:lnTo>
                      <a:pt x="2085" y="606"/>
                    </a:lnTo>
                    <a:lnTo>
                      <a:pt x="2097" y="606"/>
                    </a:lnTo>
                    <a:lnTo>
                      <a:pt x="2097" y="606"/>
                    </a:lnTo>
                    <a:lnTo>
                      <a:pt x="2123" y="606"/>
                    </a:lnTo>
                    <a:lnTo>
                      <a:pt x="2123" y="606"/>
                    </a:lnTo>
                    <a:lnTo>
                      <a:pt x="2135" y="606"/>
                    </a:lnTo>
                    <a:lnTo>
                      <a:pt x="2135" y="606"/>
                    </a:lnTo>
                    <a:lnTo>
                      <a:pt x="2159" y="606"/>
                    </a:lnTo>
                    <a:lnTo>
                      <a:pt x="2159" y="606"/>
                    </a:lnTo>
                    <a:lnTo>
                      <a:pt x="2170" y="606"/>
                    </a:lnTo>
                    <a:lnTo>
                      <a:pt x="2170" y="606"/>
                    </a:lnTo>
                    <a:lnTo>
                      <a:pt x="2194" y="606"/>
                    </a:lnTo>
                    <a:lnTo>
                      <a:pt x="2194" y="606"/>
                    </a:lnTo>
                    <a:lnTo>
                      <a:pt x="2206" y="606"/>
                    </a:lnTo>
                    <a:lnTo>
                      <a:pt x="2206" y="606"/>
                    </a:lnTo>
                    <a:lnTo>
                      <a:pt x="2229" y="606"/>
                    </a:lnTo>
                    <a:lnTo>
                      <a:pt x="2229" y="606"/>
                    </a:lnTo>
                    <a:lnTo>
                      <a:pt x="2241" y="606"/>
                    </a:lnTo>
                    <a:lnTo>
                      <a:pt x="2241" y="606"/>
                    </a:lnTo>
                    <a:lnTo>
                      <a:pt x="2265" y="606"/>
                    </a:lnTo>
                    <a:lnTo>
                      <a:pt x="2265" y="606"/>
                    </a:lnTo>
                    <a:lnTo>
                      <a:pt x="2276" y="606"/>
                    </a:lnTo>
                    <a:lnTo>
                      <a:pt x="2276" y="606"/>
                    </a:lnTo>
                    <a:lnTo>
                      <a:pt x="2300" y="606"/>
                    </a:lnTo>
                    <a:lnTo>
                      <a:pt x="2300" y="606"/>
                    </a:lnTo>
                    <a:lnTo>
                      <a:pt x="2312" y="606"/>
                    </a:lnTo>
                    <a:lnTo>
                      <a:pt x="2312" y="606"/>
                    </a:lnTo>
                    <a:lnTo>
                      <a:pt x="2335" y="606"/>
                    </a:lnTo>
                    <a:lnTo>
                      <a:pt x="2335" y="606"/>
                    </a:lnTo>
                    <a:lnTo>
                      <a:pt x="2338" y="606"/>
                    </a:lnTo>
                    <a:lnTo>
                      <a:pt x="2338" y="4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1" name="Freeform 60"/>
            <p:cNvSpPr>
              <a:spLocks/>
            </p:cNvSpPr>
            <p:nvPr/>
          </p:nvSpPr>
          <p:spPr bwMode="auto">
            <a:xfrm>
              <a:off x="4648200" y="2794175"/>
              <a:ext cx="3702050" cy="890588"/>
            </a:xfrm>
            <a:custGeom>
              <a:avLst/>
              <a:gdLst>
                <a:gd name="T0" fmla="*/ 2259 w 2332"/>
                <a:gd name="T1" fmla="*/ 513 h 561"/>
                <a:gd name="T2" fmla="*/ 2177 w 2332"/>
                <a:gd name="T3" fmla="*/ 466 h 561"/>
                <a:gd name="T4" fmla="*/ 2059 w 2332"/>
                <a:gd name="T5" fmla="*/ 452 h 561"/>
                <a:gd name="T6" fmla="*/ 2005 w 2332"/>
                <a:gd name="T7" fmla="*/ 452 h 561"/>
                <a:gd name="T8" fmla="*/ 1927 w 2332"/>
                <a:gd name="T9" fmla="*/ 466 h 561"/>
                <a:gd name="T10" fmla="*/ 1892 w 2332"/>
                <a:gd name="T11" fmla="*/ 478 h 561"/>
                <a:gd name="T12" fmla="*/ 1837 w 2332"/>
                <a:gd name="T13" fmla="*/ 429 h 561"/>
                <a:gd name="T14" fmla="*/ 1797 w 2332"/>
                <a:gd name="T15" fmla="*/ 228 h 561"/>
                <a:gd name="T16" fmla="*/ 1748 w 2332"/>
                <a:gd name="T17" fmla="*/ 167 h 561"/>
                <a:gd name="T18" fmla="*/ 1630 w 2332"/>
                <a:gd name="T19" fmla="*/ 155 h 561"/>
                <a:gd name="T20" fmla="*/ 1618 w 2332"/>
                <a:gd name="T21" fmla="*/ 228 h 561"/>
                <a:gd name="T22" fmla="*/ 1576 w 2332"/>
                <a:gd name="T23" fmla="*/ 202 h 561"/>
                <a:gd name="T24" fmla="*/ 1486 w 2332"/>
                <a:gd name="T25" fmla="*/ 217 h 561"/>
                <a:gd name="T26" fmla="*/ 1451 w 2332"/>
                <a:gd name="T27" fmla="*/ 334 h 561"/>
                <a:gd name="T28" fmla="*/ 1416 w 2332"/>
                <a:gd name="T29" fmla="*/ 358 h 561"/>
                <a:gd name="T30" fmla="*/ 1357 w 2332"/>
                <a:gd name="T31" fmla="*/ 275 h 561"/>
                <a:gd name="T32" fmla="*/ 1357 w 2332"/>
                <a:gd name="T33" fmla="*/ 108 h 561"/>
                <a:gd name="T34" fmla="*/ 1296 w 2332"/>
                <a:gd name="T35" fmla="*/ 68 h 561"/>
                <a:gd name="T36" fmla="*/ 1225 w 2332"/>
                <a:gd name="T37" fmla="*/ 66 h 561"/>
                <a:gd name="T38" fmla="*/ 1201 w 2332"/>
                <a:gd name="T39" fmla="*/ 89 h 561"/>
                <a:gd name="T40" fmla="*/ 1178 w 2332"/>
                <a:gd name="T41" fmla="*/ 120 h 561"/>
                <a:gd name="T42" fmla="*/ 1166 w 2332"/>
                <a:gd name="T43" fmla="*/ 240 h 561"/>
                <a:gd name="T44" fmla="*/ 1135 w 2332"/>
                <a:gd name="T45" fmla="*/ 287 h 561"/>
                <a:gd name="T46" fmla="*/ 1046 w 2332"/>
                <a:gd name="T47" fmla="*/ 299 h 561"/>
                <a:gd name="T48" fmla="*/ 1008 w 2332"/>
                <a:gd name="T49" fmla="*/ 323 h 561"/>
                <a:gd name="T50" fmla="*/ 963 w 2332"/>
                <a:gd name="T51" fmla="*/ 217 h 561"/>
                <a:gd name="T52" fmla="*/ 881 w 2332"/>
                <a:gd name="T53" fmla="*/ 132 h 561"/>
                <a:gd name="T54" fmla="*/ 834 w 2332"/>
                <a:gd name="T55" fmla="*/ 96 h 561"/>
                <a:gd name="T56" fmla="*/ 810 w 2332"/>
                <a:gd name="T57" fmla="*/ 120 h 561"/>
                <a:gd name="T58" fmla="*/ 784 w 2332"/>
                <a:gd name="T59" fmla="*/ 217 h 561"/>
                <a:gd name="T60" fmla="*/ 737 w 2332"/>
                <a:gd name="T61" fmla="*/ 275 h 561"/>
                <a:gd name="T62" fmla="*/ 643 w 2332"/>
                <a:gd name="T63" fmla="*/ 144 h 561"/>
                <a:gd name="T64" fmla="*/ 631 w 2332"/>
                <a:gd name="T65" fmla="*/ 73 h 561"/>
                <a:gd name="T66" fmla="*/ 584 w 2332"/>
                <a:gd name="T67" fmla="*/ 108 h 561"/>
                <a:gd name="T68" fmla="*/ 511 w 2332"/>
                <a:gd name="T69" fmla="*/ 144 h 561"/>
                <a:gd name="T70" fmla="*/ 499 w 2332"/>
                <a:gd name="T71" fmla="*/ 191 h 561"/>
                <a:gd name="T72" fmla="*/ 476 w 2332"/>
                <a:gd name="T73" fmla="*/ 191 h 561"/>
                <a:gd name="T74" fmla="*/ 452 w 2332"/>
                <a:gd name="T75" fmla="*/ 108 h 561"/>
                <a:gd name="T76" fmla="*/ 440 w 2332"/>
                <a:gd name="T77" fmla="*/ 26 h 561"/>
                <a:gd name="T78" fmla="*/ 428 w 2332"/>
                <a:gd name="T79" fmla="*/ 49 h 561"/>
                <a:gd name="T80" fmla="*/ 405 w 2332"/>
                <a:gd name="T81" fmla="*/ 108 h 561"/>
                <a:gd name="T82" fmla="*/ 358 w 2332"/>
                <a:gd name="T83" fmla="*/ 252 h 561"/>
                <a:gd name="T84" fmla="*/ 304 w 2332"/>
                <a:gd name="T85" fmla="*/ 181 h 561"/>
                <a:gd name="T86" fmla="*/ 214 w 2332"/>
                <a:gd name="T87" fmla="*/ 179 h 561"/>
                <a:gd name="T88" fmla="*/ 167 w 2332"/>
                <a:gd name="T89" fmla="*/ 250 h 561"/>
                <a:gd name="T90" fmla="*/ 143 w 2332"/>
                <a:gd name="T91" fmla="*/ 299 h 561"/>
                <a:gd name="T92" fmla="*/ 120 w 2332"/>
                <a:gd name="T93" fmla="*/ 334 h 561"/>
                <a:gd name="T94" fmla="*/ 35 w 2332"/>
                <a:gd name="T95" fmla="*/ 561 h 561"/>
                <a:gd name="T96" fmla="*/ 190 w 2332"/>
                <a:gd name="T97" fmla="*/ 561 h 561"/>
                <a:gd name="T98" fmla="*/ 381 w 2332"/>
                <a:gd name="T99" fmla="*/ 561 h 561"/>
                <a:gd name="T100" fmla="*/ 558 w 2332"/>
                <a:gd name="T101" fmla="*/ 561 h 561"/>
                <a:gd name="T102" fmla="*/ 725 w 2332"/>
                <a:gd name="T103" fmla="*/ 561 h 561"/>
                <a:gd name="T104" fmla="*/ 881 w 2332"/>
                <a:gd name="T105" fmla="*/ 561 h 561"/>
                <a:gd name="T106" fmla="*/ 1046 w 2332"/>
                <a:gd name="T107" fmla="*/ 561 h 561"/>
                <a:gd name="T108" fmla="*/ 1225 w 2332"/>
                <a:gd name="T109" fmla="*/ 561 h 561"/>
                <a:gd name="T110" fmla="*/ 1416 w 2332"/>
                <a:gd name="T111" fmla="*/ 561 h 561"/>
                <a:gd name="T112" fmla="*/ 1571 w 2332"/>
                <a:gd name="T113" fmla="*/ 561 h 561"/>
                <a:gd name="T114" fmla="*/ 1760 w 2332"/>
                <a:gd name="T115" fmla="*/ 561 h 561"/>
                <a:gd name="T116" fmla="*/ 1951 w 2332"/>
                <a:gd name="T117" fmla="*/ 561 h 561"/>
                <a:gd name="T118" fmla="*/ 2153 w 2332"/>
                <a:gd name="T119" fmla="*/ 561 h 561"/>
                <a:gd name="T120" fmla="*/ 2332 w 2332"/>
                <a:gd name="T121" fmla="*/ 561 h 5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332" h="561">
                  <a:moveTo>
                    <a:pt x="2332" y="549"/>
                  </a:moveTo>
                  <a:lnTo>
                    <a:pt x="2332" y="549"/>
                  </a:lnTo>
                  <a:lnTo>
                    <a:pt x="2332" y="525"/>
                  </a:lnTo>
                  <a:lnTo>
                    <a:pt x="2332" y="525"/>
                  </a:lnTo>
                  <a:lnTo>
                    <a:pt x="2332" y="518"/>
                  </a:lnTo>
                  <a:lnTo>
                    <a:pt x="2332" y="513"/>
                  </a:lnTo>
                  <a:lnTo>
                    <a:pt x="2332" y="513"/>
                  </a:lnTo>
                  <a:lnTo>
                    <a:pt x="2325" y="513"/>
                  </a:lnTo>
                  <a:lnTo>
                    <a:pt x="2320" y="513"/>
                  </a:lnTo>
                  <a:lnTo>
                    <a:pt x="2320" y="513"/>
                  </a:lnTo>
                  <a:lnTo>
                    <a:pt x="2309" y="513"/>
                  </a:lnTo>
                  <a:lnTo>
                    <a:pt x="2309" y="513"/>
                  </a:lnTo>
                  <a:lnTo>
                    <a:pt x="2297" y="513"/>
                  </a:lnTo>
                  <a:lnTo>
                    <a:pt x="2297" y="513"/>
                  </a:lnTo>
                  <a:lnTo>
                    <a:pt x="2271" y="513"/>
                  </a:lnTo>
                  <a:lnTo>
                    <a:pt x="2271" y="513"/>
                  </a:lnTo>
                  <a:lnTo>
                    <a:pt x="2259" y="513"/>
                  </a:lnTo>
                  <a:lnTo>
                    <a:pt x="2259" y="513"/>
                  </a:lnTo>
                  <a:lnTo>
                    <a:pt x="2236" y="513"/>
                  </a:lnTo>
                  <a:lnTo>
                    <a:pt x="2236" y="513"/>
                  </a:lnTo>
                  <a:lnTo>
                    <a:pt x="2188" y="513"/>
                  </a:lnTo>
                  <a:lnTo>
                    <a:pt x="2188" y="513"/>
                  </a:lnTo>
                  <a:lnTo>
                    <a:pt x="2188" y="502"/>
                  </a:lnTo>
                  <a:lnTo>
                    <a:pt x="2188" y="502"/>
                  </a:lnTo>
                  <a:lnTo>
                    <a:pt x="2188" y="490"/>
                  </a:lnTo>
                  <a:lnTo>
                    <a:pt x="2188" y="490"/>
                  </a:lnTo>
                  <a:lnTo>
                    <a:pt x="2188" y="483"/>
                  </a:lnTo>
                  <a:lnTo>
                    <a:pt x="2188" y="478"/>
                  </a:lnTo>
                  <a:lnTo>
                    <a:pt x="2188" y="478"/>
                  </a:lnTo>
                  <a:lnTo>
                    <a:pt x="2184" y="478"/>
                  </a:lnTo>
                  <a:lnTo>
                    <a:pt x="2177" y="478"/>
                  </a:lnTo>
                  <a:lnTo>
                    <a:pt x="2177" y="478"/>
                  </a:lnTo>
                  <a:lnTo>
                    <a:pt x="2177" y="476"/>
                  </a:lnTo>
                  <a:lnTo>
                    <a:pt x="2177" y="471"/>
                  </a:lnTo>
                  <a:lnTo>
                    <a:pt x="2177" y="469"/>
                  </a:lnTo>
                  <a:lnTo>
                    <a:pt x="2177" y="466"/>
                  </a:lnTo>
                  <a:lnTo>
                    <a:pt x="2177" y="466"/>
                  </a:lnTo>
                  <a:lnTo>
                    <a:pt x="2174" y="464"/>
                  </a:lnTo>
                  <a:lnTo>
                    <a:pt x="2172" y="466"/>
                  </a:lnTo>
                  <a:lnTo>
                    <a:pt x="2167" y="466"/>
                  </a:lnTo>
                  <a:lnTo>
                    <a:pt x="2165" y="466"/>
                  </a:lnTo>
                  <a:lnTo>
                    <a:pt x="2165" y="466"/>
                  </a:lnTo>
                  <a:lnTo>
                    <a:pt x="2165" y="464"/>
                  </a:lnTo>
                  <a:lnTo>
                    <a:pt x="2165" y="459"/>
                  </a:lnTo>
                  <a:lnTo>
                    <a:pt x="2165" y="452"/>
                  </a:lnTo>
                  <a:lnTo>
                    <a:pt x="2165" y="452"/>
                  </a:lnTo>
                  <a:lnTo>
                    <a:pt x="2153" y="452"/>
                  </a:lnTo>
                  <a:lnTo>
                    <a:pt x="2153" y="452"/>
                  </a:lnTo>
                  <a:lnTo>
                    <a:pt x="2130" y="452"/>
                  </a:lnTo>
                  <a:lnTo>
                    <a:pt x="2130" y="452"/>
                  </a:lnTo>
                  <a:lnTo>
                    <a:pt x="2082" y="452"/>
                  </a:lnTo>
                  <a:lnTo>
                    <a:pt x="2082" y="452"/>
                  </a:lnTo>
                  <a:lnTo>
                    <a:pt x="2059" y="452"/>
                  </a:lnTo>
                  <a:lnTo>
                    <a:pt x="2059" y="452"/>
                  </a:lnTo>
                  <a:lnTo>
                    <a:pt x="2052" y="452"/>
                  </a:lnTo>
                  <a:lnTo>
                    <a:pt x="2047" y="452"/>
                  </a:lnTo>
                  <a:lnTo>
                    <a:pt x="2047" y="452"/>
                  </a:lnTo>
                  <a:lnTo>
                    <a:pt x="2045" y="455"/>
                  </a:lnTo>
                  <a:lnTo>
                    <a:pt x="2047" y="459"/>
                  </a:lnTo>
                  <a:lnTo>
                    <a:pt x="2047" y="466"/>
                  </a:lnTo>
                  <a:lnTo>
                    <a:pt x="2047" y="466"/>
                  </a:lnTo>
                  <a:lnTo>
                    <a:pt x="2040" y="466"/>
                  </a:lnTo>
                  <a:lnTo>
                    <a:pt x="2035" y="466"/>
                  </a:lnTo>
                  <a:lnTo>
                    <a:pt x="2035" y="466"/>
                  </a:lnTo>
                  <a:lnTo>
                    <a:pt x="2035" y="452"/>
                  </a:lnTo>
                  <a:lnTo>
                    <a:pt x="2035" y="452"/>
                  </a:lnTo>
                  <a:lnTo>
                    <a:pt x="2028" y="452"/>
                  </a:lnTo>
                  <a:lnTo>
                    <a:pt x="2021" y="452"/>
                  </a:lnTo>
                  <a:lnTo>
                    <a:pt x="2021" y="452"/>
                  </a:lnTo>
                  <a:lnTo>
                    <a:pt x="2009" y="452"/>
                  </a:lnTo>
                  <a:lnTo>
                    <a:pt x="2009" y="452"/>
                  </a:lnTo>
                  <a:lnTo>
                    <a:pt x="2005" y="452"/>
                  </a:lnTo>
                  <a:lnTo>
                    <a:pt x="2000" y="452"/>
                  </a:lnTo>
                  <a:lnTo>
                    <a:pt x="1998" y="452"/>
                  </a:lnTo>
                  <a:lnTo>
                    <a:pt x="1998" y="452"/>
                  </a:lnTo>
                  <a:lnTo>
                    <a:pt x="1998" y="459"/>
                  </a:lnTo>
                  <a:lnTo>
                    <a:pt x="1998" y="466"/>
                  </a:lnTo>
                  <a:lnTo>
                    <a:pt x="1998" y="466"/>
                  </a:lnTo>
                  <a:lnTo>
                    <a:pt x="1993" y="466"/>
                  </a:lnTo>
                  <a:lnTo>
                    <a:pt x="1986" y="466"/>
                  </a:lnTo>
                  <a:lnTo>
                    <a:pt x="1986" y="466"/>
                  </a:lnTo>
                  <a:lnTo>
                    <a:pt x="1962" y="466"/>
                  </a:lnTo>
                  <a:lnTo>
                    <a:pt x="1962" y="466"/>
                  </a:lnTo>
                  <a:lnTo>
                    <a:pt x="1951" y="466"/>
                  </a:lnTo>
                  <a:lnTo>
                    <a:pt x="1951" y="466"/>
                  </a:lnTo>
                  <a:lnTo>
                    <a:pt x="1939" y="466"/>
                  </a:lnTo>
                  <a:lnTo>
                    <a:pt x="1939" y="466"/>
                  </a:lnTo>
                  <a:lnTo>
                    <a:pt x="1932" y="466"/>
                  </a:lnTo>
                  <a:lnTo>
                    <a:pt x="1927" y="466"/>
                  </a:lnTo>
                  <a:lnTo>
                    <a:pt x="1927" y="466"/>
                  </a:lnTo>
                  <a:lnTo>
                    <a:pt x="1927" y="464"/>
                  </a:lnTo>
                  <a:lnTo>
                    <a:pt x="1927" y="459"/>
                  </a:lnTo>
                  <a:lnTo>
                    <a:pt x="1927" y="452"/>
                  </a:lnTo>
                  <a:lnTo>
                    <a:pt x="1927" y="452"/>
                  </a:lnTo>
                  <a:lnTo>
                    <a:pt x="1903" y="452"/>
                  </a:lnTo>
                  <a:lnTo>
                    <a:pt x="1903" y="452"/>
                  </a:lnTo>
                  <a:lnTo>
                    <a:pt x="1903" y="459"/>
                  </a:lnTo>
                  <a:lnTo>
                    <a:pt x="1903" y="464"/>
                  </a:lnTo>
                  <a:lnTo>
                    <a:pt x="1903" y="466"/>
                  </a:lnTo>
                  <a:lnTo>
                    <a:pt x="1903" y="466"/>
                  </a:lnTo>
                  <a:lnTo>
                    <a:pt x="1901" y="466"/>
                  </a:lnTo>
                  <a:lnTo>
                    <a:pt x="1896" y="466"/>
                  </a:lnTo>
                  <a:lnTo>
                    <a:pt x="1894" y="464"/>
                  </a:lnTo>
                  <a:lnTo>
                    <a:pt x="1892" y="466"/>
                  </a:lnTo>
                  <a:lnTo>
                    <a:pt x="1892" y="466"/>
                  </a:lnTo>
                  <a:lnTo>
                    <a:pt x="1892" y="469"/>
                  </a:lnTo>
                  <a:lnTo>
                    <a:pt x="1892" y="471"/>
                  </a:lnTo>
                  <a:lnTo>
                    <a:pt x="1892" y="478"/>
                  </a:lnTo>
                  <a:lnTo>
                    <a:pt x="1892" y="478"/>
                  </a:lnTo>
                  <a:lnTo>
                    <a:pt x="1880" y="478"/>
                  </a:lnTo>
                  <a:lnTo>
                    <a:pt x="1880" y="478"/>
                  </a:lnTo>
                  <a:lnTo>
                    <a:pt x="1868" y="478"/>
                  </a:lnTo>
                  <a:lnTo>
                    <a:pt x="1868" y="478"/>
                  </a:lnTo>
                  <a:lnTo>
                    <a:pt x="1844" y="478"/>
                  </a:lnTo>
                  <a:lnTo>
                    <a:pt x="1844" y="478"/>
                  </a:lnTo>
                  <a:lnTo>
                    <a:pt x="1844" y="466"/>
                  </a:lnTo>
                  <a:lnTo>
                    <a:pt x="1844" y="466"/>
                  </a:lnTo>
                  <a:lnTo>
                    <a:pt x="1844" y="452"/>
                  </a:lnTo>
                  <a:lnTo>
                    <a:pt x="1844" y="452"/>
                  </a:lnTo>
                  <a:lnTo>
                    <a:pt x="1844" y="440"/>
                  </a:lnTo>
                  <a:lnTo>
                    <a:pt x="1844" y="440"/>
                  </a:lnTo>
                  <a:lnTo>
                    <a:pt x="1844" y="436"/>
                  </a:lnTo>
                  <a:lnTo>
                    <a:pt x="1844" y="429"/>
                  </a:lnTo>
                  <a:lnTo>
                    <a:pt x="1844" y="429"/>
                  </a:lnTo>
                  <a:lnTo>
                    <a:pt x="1842" y="429"/>
                  </a:lnTo>
                  <a:lnTo>
                    <a:pt x="1837" y="429"/>
                  </a:lnTo>
                  <a:lnTo>
                    <a:pt x="1833" y="429"/>
                  </a:lnTo>
                  <a:lnTo>
                    <a:pt x="1833" y="429"/>
                  </a:lnTo>
                  <a:lnTo>
                    <a:pt x="1833" y="405"/>
                  </a:lnTo>
                  <a:lnTo>
                    <a:pt x="1833" y="405"/>
                  </a:lnTo>
                  <a:lnTo>
                    <a:pt x="1821" y="405"/>
                  </a:lnTo>
                  <a:lnTo>
                    <a:pt x="1821" y="405"/>
                  </a:lnTo>
                  <a:lnTo>
                    <a:pt x="1797" y="405"/>
                  </a:lnTo>
                  <a:lnTo>
                    <a:pt x="1797" y="405"/>
                  </a:lnTo>
                  <a:lnTo>
                    <a:pt x="1797" y="393"/>
                  </a:lnTo>
                  <a:lnTo>
                    <a:pt x="1797" y="393"/>
                  </a:lnTo>
                  <a:lnTo>
                    <a:pt x="1797" y="346"/>
                  </a:lnTo>
                  <a:lnTo>
                    <a:pt x="1797" y="346"/>
                  </a:lnTo>
                  <a:lnTo>
                    <a:pt x="1797" y="252"/>
                  </a:lnTo>
                  <a:lnTo>
                    <a:pt x="1797" y="252"/>
                  </a:lnTo>
                  <a:lnTo>
                    <a:pt x="1797" y="240"/>
                  </a:lnTo>
                  <a:lnTo>
                    <a:pt x="1797" y="240"/>
                  </a:lnTo>
                  <a:lnTo>
                    <a:pt x="1797" y="228"/>
                  </a:lnTo>
                  <a:lnTo>
                    <a:pt x="1797" y="228"/>
                  </a:lnTo>
                  <a:lnTo>
                    <a:pt x="1797" y="217"/>
                  </a:lnTo>
                  <a:lnTo>
                    <a:pt x="1797" y="217"/>
                  </a:lnTo>
                  <a:lnTo>
                    <a:pt x="1795" y="209"/>
                  </a:lnTo>
                  <a:lnTo>
                    <a:pt x="1797" y="202"/>
                  </a:lnTo>
                  <a:lnTo>
                    <a:pt x="1797" y="202"/>
                  </a:lnTo>
                  <a:lnTo>
                    <a:pt x="1800" y="202"/>
                  </a:lnTo>
                  <a:lnTo>
                    <a:pt x="1802" y="202"/>
                  </a:lnTo>
                  <a:lnTo>
                    <a:pt x="1809" y="202"/>
                  </a:lnTo>
                  <a:lnTo>
                    <a:pt x="1809" y="202"/>
                  </a:lnTo>
                  <a:lnTo>
                    <a:pt x="1809" y="179"/>
                  </a:lnTo>
                  <a:lnTo>
                    <a:pt x="1809" y="179"/>
                  </a:lnTo>
                  <a:lnTo>
                    <a:pt x="1783" y="179"/>
                  </a:lnTo>
                  <a:lnTo>
                    <a:pt x="1783" y="179"/>
                  </a:lnTo>
                  <a:lnTo>
                    <a:pt x="1771" y="179"/>
                  </a:lnTo>
                  <a:lnTo>
                    <a:pt x="1771" y="179"/>
                  </a:lnTo>
                  <a:lnTo>
                    <a:pt x="1748" y="179"/>
                  </a:lnTo>
                  <a:lnTo>
                    <a:pt x="1748" y="179"/>
                  </a:lnTo>
                  <a:lnTo>
                    <a:pt x="1748" y="167"/>
                  </a:lnTo>
                  <a:lnTo>
                    <a:pt x="1748" y="167"/>
                  </a:lnTo>
                  <a:lnTo>
                    <a:pt x="1750" y="162"/>
                  </a:lnTo>
                  <a:lnTo>
                    <a:pt x="1748" y="155"/>
                  </a:lnTo>
                  <a:lnTo>
                    <a:pt x="1748" y="155"/>
                  </a:lnTo>
                  <a:lnTo>
                    <a:pt x="1743" y="155"/>
                  </a:lnTo>
                  <a:lnTo>
                    <a:pt x="1736" y="155"/>
                  </a:lnTo>
                  <a:lnTo>
                    <a:pt x="1736" y="155"/>
                  </a:lnTo>
                  <a:lnTo>
                    <a:pt x="1724" y="155"/>
                  </a:lnTo>
                  <a:lnTo>
                    <a:pt x="1724" y="155"/>
                  </a:lnTo>
                  <a:lnTo>
                    <a:pt x="1701" y="155"/>
                  </a:lnTo>
                  <a:lnTo>
                    <a:pt x="1701" y="155"/>
                  </a:lnTo>
                  <a:lnTo>
                    <a:pt x="1654" y="155"/>
                  </a:lnTo>
                  <a:lnTo>
                    <a:pt x="1654" y="155"/>
                  </a:lnTo>
                  <a:lnTo>
                    <a:pt x="1642" y="155"/>
                  </a:lnTo>
                  <a:lnTo>
                    <a:pt x="1642" y="155"/>
                  </a:lnTo>
                  <a:lnTo>
                    <a:pt x="1635" y="155"/>
                  </a:lnTo>
                  <a:lnTo>
                    <a:pt x="1630" y="155"/>
                  </a:lnTo>
                  <a:lnTo>
                    <a:pt x="1630" y="155"/>
                  </a:lnTo>
                  <a:lnTo>
                    <a:pt x="1630" y="158"/>
                  </a:lnTo>
                  <a:lnTo>
                    <a:pt x="1630" y="162"/>
                  </a:lnTo>
                  <a:lnTo>
                    <a:pt x="1630" y="167"/>
                  </a:lnTo>
                  <a:lnTo>
                    <a:pt x="1630" y="167"/>
                  </a:lnTo>
                  <a:lnTo>
                    <a:pt x="1607" y="167"/>
                  </a:lnTo>
                  <a:lnTo>
                    <a:pt x="1607" y="167"/>
                  </a:lnTo>
                  <a:lnTo>
                    <a:pt x="1607" y="179"/>
                  </a:lnTo>
                  <a:lnTo>
                    <a:pt x="1607" y="179"/>
                  </a:lnTo>
                  <a:lnTo>
                    <a:pt x="1607" y="186"/>
                  </a:lnTo>
                  <a:lnTo>
                    <a:pt x="1607" y="191"/>
                  </a:lnTo>
                  <a:lnTo>
                    <a:pt x="1607" y="191"/>
                  </a:lnTo>
                  <a:lnTo>
                    <a:pt x="1611" y="191"/>
                  </a:lnTo>
                  <a:lnTo>
                    <a:pt x="1618" y="191"/>
                  </a:lnTo>
                  <a:lnTo>
                    <a:pt x="1618" y="191"/>
                  </a:lnTo>
                  <a:lnTo>
                    <a:pt x="1618" y="202"/>
                  </a:lnTo>
                  <a:lnTo>
                    <a:pt x="1618" y="202"/>
                  </a:lnTo>
                  <a:lnTo>
                    <a:pt x="1618" y="228"/>
                  </a:lnTo>
                  <a:lnTo>
                    <a:pt x="1618" y="228"/>
                  </a:lnTo>
                  <a:lnTo>
                    <a:pt x="1611" y="228"/>
                  </a:lnTo>
                  <a:lnTo>
                    <a:pt x="1607" y="228"/>
                  </a:lnTo>
                  <a:lnTo>
                    <a:pt x="1607" y="228"/>
                  </a:lnTo>
                  <a:lnTo>
                    <a:pt x="1599" y="226"/>
                  </a:lnTo>
                  <a:lnTo>
                    <a:pt x="1595" y="228"/>
                  </a:lnTo>
                  <a:lnTo>
                    <a:pt x="1595" y="228"/>
                  </a:lnTo>
                  <a:lnTo>
                    <a:pt x="1588" y="228"/>
                  </a:lnTo>
                  <a:lnTo>
                    <a:pt x="1583" y="228"/>
                  </a:lnTo>
                  <a:lnTo>
                    <a:pt x="1583" y="228"/>
                  </a:lnTo>
                  <a:lnTo>
                    <a:pt x="1583" y="221"/>
                  </a:lnTo>
                  <a:lnTo>
                    <a:pt x="1583" y="217"/>
                  </a:lnTo>
                  <a:lnTo>
                    <a:pt x="1583" y="217"/>
                  </a:lnTo>
                  <a:lnTo>
                    <a:pt x="1583" y="217"/>
                  </a:lnTo>
                  <a:lnTo>
                    <a:pt x="1581" y="214"/>
                  </a:lnTo>
                  <a:lnTo>
                    <a:pt x="1583" y="209"/>
                  </a:lnTo>
                  <a:lnTo>
                    <a:pt x="1583" y="202"/>
                  </a:lnTo>
                  <a:lnTo>
                    <a:pt x="1583" y="202"/>
                  </a:lnTo>
                  <a:lnTo>
                    <a:pt x="1576" y="202"/>
                  </a:lnTo>
                  <a:lnTo>
                    <a:pt x="1571" y="202"/>
                  </a:lnTo>
                  <a:lnTo>
                    <a:pt x="1571" y="202"/>
                  </a:lnTo>
                  <a:lnTo>
                    <a:pt x="1559" y="202"/>
                  </a:lnTo>
                  <a:lnTo>
                    <a:pt x="1559" y="202"/>
                  </a:lnTo>
                  <a:lnTo>
                    <a:pt x="1548" y="202"/>
                  </a:lnTo>
                  <a:lnTo>
                    <a:pt x="1548" y="202"/>
                  </a:lnTo>
                  <a:lnTo>
                    <a:pt x="1522" y="202"/>
                  </a:lnTo>
                  <a:lnTo>
                    <a:pt x="1522" y="202"/>
                  </a:lnTo>
                  <a:lnTo>
                    <a:pt x="1510" y="202"/>
                  </a:lnTo>
                  <a:lnTo>
                    <a:pt x="1510" y="202"/>
                  </a:lnTo>
                  <a:lnTo>
                    <a:pt x="1505" y="202"/>
                  </a:lnTo>
                  <a:lnTo>
                    <a:pt x="1498" y="202"/>
                  </a:lnTo>
                  <a:lnTo>
                    <a:pt x="1498" y="202"/>
                  </a:lnTo>
                  <a:lnTo>
                    <a:pt x="1498" y="209"/>
                  </a:lnTo>
                  <a:lnTo>
                    <a:pt x="1498" y="217"/>
                  </a:lnTo>
                  <a:lnTo>
                    <a:pt x="1498" y="217"/>
                  </a:lnTo>
                  <a:lnTo>
                    <a:pt x="1493" y="217"/>
                  </a:lnTo>
                  <a:lnTo>
                    <a:pt x="1486" y="217"/>
                  </a:lnTo>
                  <a:lnTo>
                    <a:pt x="1486" y="217"/>
                  </a:lnTo>
                  <a:lnTo>
                    <a:pt x="1475" y="217"/>
                  </a:lnTo>
                  <a:lnTo>
                    <a:pt x="1475" y="217"/>
                  </a:lnTo>
                  <a:lnTo>
                    <a:pt x="1451" y="217"/>
                  </a:lnTo>
                  <a:lnTo>
                    <a:pt x="1451" y="217"/>
                  </a:lnTo>
                  <a:lnTo>
                    <a:pt x="1451" y="228"/>
                  </a:lnTo>
                  <a:lnTo>
                    <a:pt x="1451" y="228"/>
                  </a:lnTo>
                  <a:lnTo>
                    <a:pt x="1451" y="252"/>
                  </a:lnTo>
                  <a:lnTo>
                    <a:pt x="1451" y="252"/>
                  </a:lnTo>
                  <a:lnTo>
                    <a:pt x="1451" y="275"/>
                  </a:lnTo>
                  <a:lnTo>
                    <a:pt x="1451" y="275"/>
                  </a:lnTo>
                  <a:lnTo>
                    <a:pt x="1451" y="287"/>
                  </a:lnTo>
                  <a:lnTo>
                    <a:pt x="1451" y="287"/>
                  </a:lnTo>
                  <a:lnTo>
                    <a:pt x="1451" y="311"/>
                  </a:lnTo>
                  <a:lnTo>
                    <a:pt x="1451" y="311"/>
                  </a:lnTo>
                  <a:lnTo>
                    <a:pt x="1451" y="323"/>
                  </a:lnTo>
                  <a:lnTo>
                    <a:pt x="1451" y="323"/>
                  </a:lnTo>
                  <a:lnTo>
                    <a:pt x="1451" y="334"/>
                  </a:lnTo>
                  <a:lnTo>
                    <a:pt x="1451" y="334"/>
                  </a:lnTo>
                  <a:lnTo>
                    <a:pt x="1451" y="341"/>
                  </a:lnTo>
                  <a:lnTo>
                    <a:pt x="1451" y="346"/>
                  </a:lnTo>
                  <a:lnTo>
                    <a:pt x="1451" y="346"/>
                  </a:lnTo>
                  <a:lnTo>
                    <a:pt x="1449" y="346"/>
                  </a:lnTo>
                  <a:lnTo>
                    <a:pt x="1446" y="346"/>
                  </a:lnTo>
                  <a:lnTo>
                    <a:pt x="1439" y="346"/>
                  </a:lnTo>
                  <a:lnTo>
                    <a:pt x="1439" y="346"/>
                  </a:lnTo>
                  <a:lnTo>
                    <a:pt x="1439" y="353"/>
                  </a:lnTo>
                  <a:lnTo>
                    <a:pt x="1439" y="356"/>
                  </a:lnTo>
                  <a:lnTo>
                    <a:pt x="1439" y="358"/>
                  </a:lnTo>
                  <a:lnTo>
                    <a:pt x="1439" y="358"/>
                  </a:lnTo>
                  <a:lnTo>
                    <a:pt x="1435" y="358"/>
                  </a:lnTo>
                  <a:lnTo>
                    <a:pt x="1427" y="358"/>
                  </a:lnTo>
                  <a:lnTo>
                    <a:pt x="1427" y="358"/>
                  </a:lnTo>
                  <a:lnTo>
                    <a:pt x="1420" y="358"/>
                  </a:lnTo>
                  <a:lnTo>
                    <a:pt x="1416" y="358"/>
                  </a:lnTo>
                  <a:lnTo>
                    <a:pt x="1416" y="358"/>
                  </a:lnTo>
                  <a:lnTo>
                    <a:pt x="1416" y="353"/>
                  </a:lnTo>
                  <a:lnTo>
                    <a:pt x="1416" y="346"/>
                  </a:lnTo>
                  <a:lnTo>
                    <a:pt x="1416" y="346"/>
                  </a:lnTo>
                  <a:lnTo>
                    <a:pt x="1416" y="334"/>
                  </a:lnTo>
                  <a:lnTo>
                    <a:pt x="1416" y="334"/>
                  </a:lnTo>
                  <a:lnTo>
                    <a:pt x="1416" y="323"/>
                  </a:lnTo>
                  <a:lnTo>
                    <a:pt x="1416" y="323"/>
                  </a:lnTo>
                  <a:lnTo>
                    <a:pt x="1392" y="323"/>
                  </a:lnTo>
                  <a:lnTo>
                    <a:pt x="1392" y="323"/>
                  </a:lnTo>
                  <a:lnTo>
                    <a:pt x="1380" y="323"/>
                  </a:lnTo>
                  <a:lnTo>
                    <a:pt x="1380" y="323"/>
                  </a:lnTo>
                  <a:lnTo>
                    <a:pt x="1357" y="323"/>
                  </a:lnTo>
                  <a:lnTo>
                    <a:pt x="1357" y="323"/>
                  </a:lnTo>
                  <a:lnTo>
                    <a:pt x="1357" y="311"/>
                  </a:lnTo>
                  <a:lnTo>
                    <a:pt x="1357" y="311"/>
                  </a:lnTo>
                  <a:lnTo>
                    <a:pt x="1357" y="299"/>
                  </a:lnTo>
                  <a:lnTo>
                    <a:pt x="1357" y="299"/>
                  </a:lnTo>
                  <a:lnTo>
                    <a:pt x="1357" y="275"/>
                  </a:lnTo>
                  <a:lnTo>
                    <a:pt x="1357" y="275"/>
                  </a:lnTo>
                  <a:lnTo>
                    <a:pt x="1357" y="264"/>
                  </a:lnTo>
                  <a:lnTo>
                    <a:pt x="1357" y="264"/>
                  </a:lnTo>
                  <a:lnTo>
                    <a:pt x="1357" y="240"/>
                  </a:lnTo>
                  <a:lnTo>
                    <a:pt x="1357" y="240"/>
                  </a:lnTo>
                  <a:lnTo>
                    <a:pt x="1357" y="228"/>
                  </a:lnTo>
                  <a:lnTo>
                    <a:pt x="1357" y="228"/>
                  </a:lnTo>
                  <a:lnTo>
                    <a:pt x="1357" y="202"/>
                  </a:lnTo>
                  <a:lnTo>
                    <a:pt x="1357" y="202"/>
                  </a:lnTo>
                  <a:lnTo>
                    <a:pt x="1357" y="191"/>
                  </a:lnTo>
                  <a:lnTo>
                    <a:pt x="1357" y="191"/>
                  </a:lnTo>
                  <a:lnTo>
                    <a:pt x="1357" y="167"/>
                  </a:lnTo>
                  <a:lnTo>
                    <a:pt x="1357" y="167"/>
                  </a:lnTo>
                  <a:lnTo>
                    <a:pt x="1357" y="144"/>
                  </a:lnTo>
                  <a:lnTo>
                    <a:pt x="1357" y="144"/>
                  </a:lnTo>
                  <a:lnTo>
                    <a:pt x="1357" y="132"/>
                  </a:lnTo>
                  <a:lnTo>
                    <a:pt x="1357" y="132"/>
                  </a:lnTo>
                  <a:lnTo>
                    <a:pt x="1357" y="108"/>
                  </a:lnTo>
                  <a:lnTo>
                    <a:pt x="1357" y="108"/>
                  </a:lnTo>
                  <a:lnTo>
                    <a:pt x="1357" y="85"/>
                  </a:lnTo>
                  <a:lnTo>
                    <a:pt x="1357" y="85"/>
                  </a:lnTo>
                  <a:lnTo>
                    <a:pt x="1345" y="85"/>
                  </a:lnTo>
                  <a:lnTo>
                    <a:pt x="1345" y="85"/>
                  </a:lnTo>
                  <a:lnTo>
                    <a:pt x="1321" y="85"/>
                  </a:lnTo>
                  <a:lnTo>
                    <a:pt x="1321" y="85"/>
                  </a:lnTo>
                  <a:lnTo>
                    <a:pt x="1321" y="78"/>
                  </a:lnTo>
                  <a:lnTo>
                    <a:pt x="1321" y="75"/>
                  </a:lnTo>
                  <a:lnTo>
                    <a:pt x="1321" y="73"/>
                  </a:lnTo>
                  <a:lnTo>
                    <a:pt x="1321" y="73"/>
                  </a:lnTo>
                  <a:lnTo>
                    <a:pt x="1314" y="73"/>
                  </a:lnTo>
                  <a:lnTo>
                    <a:pt x="1310" y="73"/>
                  </a:lnTo>
                  <a:lnTo>
                    <a:pt x="1310" y="73"/>
                  </a:lnTo>
                  <a:lnTo>
                    <a:pt x="1303" y="73"/>
                  </a:lnTo>
                  <a:lnTo>
                    <a:pt x="1298" y="73"/>
                  </a:lnTo>
                  <a:lnTo>
                    <a:pt x="1298" y="73"/>
                  </a:lnTo>
                  <a:lnTo>
                    <a:pt x="1296" y="68"/>
                  </a:lnTo>
                  <a:lnTo>
                    <a:pt x="1298" y="61"/>
                  </a:lnTo>
                  <a:lnTo>
                    <a:pt x="1298" y="61"/>
                  </a:lnTo>
                  <a:lnTo>
                    <a:pt x="1284" y="61"/>
                  </a:lnTo>
                  <a:lnTo>
                    <a:pt x="1284" y="61"/>
                  </a:lnTo>
                  <a:lnTo>
                    <a:pt x="1272" y="61"/>
                  </a:lnTo>
                  <a:lnTo>
                    <a:pt x="1272" y="61"/>
                  </a:lnTo>
                  <a:lnTo>
                    <a:pt x="1260" y="61"/>
                  </a:lnTo>
                  <a:lnTo>
                    <a:pt x="1260" y="61"/>
                  </a:lnTo>
                  <a:lnTo>
                    <a:pt x="1248" y="61"/>
                  </a:lnTo>
                  <a:lnTo>
                    <a:pt x="1248" y="61"/>
                  </a:lnTo>
                  <a:lnTo>
                    <a:pt x="1244" y="61"/>
                  </a:lnTo>
                  <a:lnTo>
                    <a:pt x="1237" y="61"/>
                  </a:lnTo>
                  <a:lnTo>
                    <a:pt x="1237" y="61"/>
                  </a:lnTo>
                  <a:lnTo>
                    <a:pt x="1232" y="61"/>
                  </a:lnTo>
                  <a:lnTo>
                    <a:pt x="1225" y="61"/>
                  </a:lnTo>
                  <a:lnTo>
                    <a:pt x="1225" y="61"/>
                  </a:lnTo>
                  <a:lnTo>
                    <a:pt x="1225" y="63"/>
                  </a:lnTo>
                  <a:lnTo>
                    <a:pt x="1225" y="66"/>
                  </a:lnTo>
                  <a:lnTo>
                    <a:pt x="1225" y="70"/>
                  </a:lnTo>
                  <a:lnTo>
                    <a:pt x="1225" y="73"/>
                  </a:lnTo>
                  <a:lnTo>
                    <a:pt x="1225" y="73"/>
                  </a:lnTo>
                  <a:lnTo>
                    <a:pt x="1222" y="73"/>
                  </a:lnTo>
                  <a:lnTo>
                    <a:pt x="1220" y="73"/>
                  </a:lnTo>
                  <a:lnTo>
                    <a:pt x="1213" y="73"/>
                  </a:lnTo>
                  <a:lnTo>
                    <a:pt x="1213" y="73"/>
                  </a:lnTo>
                  <a:lnTo>
                    <a:pt x="1213" y="75"/>
                  </a:lnTo>
                  <a:lnTo>
                    <a:pt x="1213" y="78"/>
                  </a:lnTo>
                  <a:lnTo>
                    <a:pt x="1213" y="85"/>
                  </a:lnTo>
                  <a:lnTo>
                    <a:pt x="1213" y="85"/>
                  </a:lnTo>
                  <a:lnTo>
                    <a:pt x="1211" y="85"/>
                  </a:lnTo>
                  <a:lnTo>
                    <a:pt x="1208" y="85"/>
                  </a:lnTo>
                  <a:lnTo>
                    <a:pt x="1204" y="85"/>
                  </a:lnTo>
                  <a:lnTo>
                    <a:pt x="1201" y="85"/>
                  </a:lnTo>
                  <a:lnTo>
                    <a:pt x="1201" y="85"/>
                  </a:lnTo>
                  <a:lnTo>
                    <a:pt x="1201" y="87"/>
                  </a:lnTo>
                  <a:lnTo>
                    <a:pt x="1201" y="89"/>
                  </a:lnTo>
                  <a:lnTo>
                    <a:pt x="1201" y="96"/>
                  </a:lnTo>
                  <a:lnTo>
                    <a:pt x="1201" y="96"/>
                  </a:lnTo>
                  <a:lnTo>
                    <a:pt x="1199" y="96"/>
                  </a:lnTo>
                  <a:lnTo>
                    <a:pt x="1197" y="96"/>
                  </a:lnTo>
                  <a:lnTo>
                    <a:pt x="1189" y="96"/>
                  </a:lnTo>
                  <a:lnTo>
                    <a:pt x="1189" y="96"/>
                  </a:lnTo>
                  <a:lnTo>
                    <a:pt x="1189" y="99"/>
                  </a:lnTo>
                  <a:lnTo>
                    <a:pt x="1189" y="103"/>
                  </a:lnTo>
                  <a:lnTo>
                    <a:pt x="1189" y="106"/>
                  </a:lnTo>
                  <a:lnTo>
                    <a:pt x="1189" y="108"/>
                  </a:lnTo>
                  <a:lnTo>
                    <a:pt x="1189" y="108"/>
                  </a:lnTo>
                  <a:lnTo>
                    <a:pt x="1187" y="108"/>
                  </a:lnTo>
                  <a:lnTo>
                    <a:pt x="1185" y="108"/>
                  </a:lnTo>
                  <a:lnTo>
                    <a:pt x="1178" y="108"/>
                  </a:lnTo>
                  <a:lnTo>
                    <a:pt x="1178" y="108"/>
                  </a:lnTo>
                  <a:lnTo>
                    <a:pt x="1178" y="111"/>
                  </a:lnTo>
                  <a:lnTo>
                    <a:pt x="1178" y="115"/>
                  </a:lnTo>
                  <a:lnTo>
                    <a:pt x="1178" y="120"/>
                  </a:lnTo>
                  <a:lnTo>
                    <a:pt x="1178" y="120"/>
                  </a:lnTo>
                  <a:lnTo>
                    <a:pt x="1175" y="120"/>
                  </a:lnTo>
                  <a:lnTo>
                    <a:pt x="1173" y="120"/>
                  </a:lnTo>
                  <a:lnTo>
                    <a:pt x="1166" y="120"/>
                  </a:lnTo>
                  <a:lnTo>
                    <a:pt x="1166" y="120"/>
                  </a:lnTo>
                  <a:lnTo>
                    <a:pt x="1166" y="132"/>
                  </a:lnTo>
                  <a:lnTo>
                    <a:pt x="1166" y="132"/>
                  </a:lnTo>
                  <a:lnTo>
                    <a:pt x="1166" y="155"/>
                  </a:lnTo>
                  <a:lnTo>
                    <a:pt x="1166" y="155"/>
                  </a:lnTo>
                  <a:lnTo>
                    <a:pt x="1166" y="167"/>
                  </a:lnTo>
                  <a:lnTo>
                    <a:pt x="1166" y="167"/>
                  </a:lnTo>
                  <a:lnTo>
                    <a:pt x="1166" y="191"/>
                  </a:lnTo>
                  <a:lnTo>
                    <a:pt x="1166" y="191"/>
                  </a:lnTo>
                  <a:lnTo>
                    <a:pt x="1166" y="202"/>
                  </a:lnTo>
                  <a:lnTo>
                    <a:pt x="1166" y="202"/>
                  </a:lnTo>
                  <a:lnTo>
                    <a:pt x="1166" y="228"/>
                  </a:lnTo>
                  <a:lnTo>
                    <a:pt x="1166" y="228"/>
                  </a:lnTo>
                  <a:lnTo>
                    <a:pt x="1166" y="240"/>
                  </a:lnTo>
                  <a:lnTo>
                    <a:pt x="1166" y="240"/>
                  </a:lnTo>
                  <a:lnTo>
                    <a:pt x="1166" y="264"/>
                  </a:lnTo>
                  <a:lnTo>
                    <a:pt x="1166" y="264"/>
                  </a:lnTo>
                  <a:lnTo>
                    <a:pt x="1166" y="275"/>
                  </a:lnTo>
                  <a:lnTo>
                    <a:pt x="1166" y="275"/>
                  </a:lnTo>
                  <a:lnTo>
                    <a:pt x="1166" y="299"/>
                  </a:lnTo>
                  <a:lnTo>
                    <a:pt x="1166" y="299"/>
                  </a:lnTo>
                  <a:lnTo>
                    <a:pt x="1159" y="299"/>
                  </a:lnTo>
                  <a:lnTo>
                    <a:pt x="1154" y="299"/>
                  </a:lnTo>
                  <a:lnTo>
                    <a:pt x="1154" y="299"/>
                  </a:lnTo>
                  <a:lnTo>
                    <a:pt x="1147" y="299"/>
                  </a:lnTo>
                  <a:lnTo>
                    <a:pt x="1142" y="299"/>
                  </a:lnTo>
                  <a:lnTo>
                    <a:pt x="1142" y="299"/>
                  </a:lnTo>
                  <a:lnTo>
                    <a:pt x="1142" y="297"/>
                  </a:lnTo>
                  <a:lnTo>
                    <a:pt x="1142" y="292"/>
                  </a:lnTo>
                  <a:lnTo>
                    <a:pt x="1142" y="287"/>
                  </a:lnTo>
                  <a:lnTo>
                    <a:pt x="1142" y="287"/>
                  </a:lnTo>
                  <a:lnTo>
                    <a:pt x="1135" y="287"/>
                  </a:lnTo>
                  <a:lnTo>
                    <a:pt x="1131" y="287"/>
                  </a:lnTo>
                  <a:lnTo>
                    <a:pt x="1131" y="287"/>
                  </a:lnTo>
                  <a:lnTo>
                    <a:pt x="1119" y="287"/>
                  </a:lnTo>
                  <a:lnTo>
                    <a:pt x="1119" y="287"/>
                  </a:lnTo>
                  <a:lnTo>
                    <a:pt x="1107" y="287"/>
                  </a:lnTo>
                  <a:lnTo>
                    <a:pt x="1107" y="287"/>
                  </a:lnTo>
                  <a:lnTo>
                    <a:pt x="1083" y="287"/>
                  </a:lnTo>
                  <a:lnTo>
                    <a:pt x="1083" y="287"/>
                  </a:lnTo>
                  <a:lnTo>
                    <a:pt x="1060" y="287"/>
                  </a:lnTo>
                  <a:lnTo>
                    <a:pt x="1060" y="287"/>
                  </a:lnTo>
                  <a:lnTo>
                    <a:pt x="1053" y="287"/>
                  </a:lnTo>
                  <a:lnTo>
                    <a:pt x="1048" y="287"/>
                  </a:lnTo>
                  <a:lnTo>
                    <a:pt x="1046" y="287"/>
                  </a:lnTo>
                  <a:lnTo>
                    <a:pt x="1046" y="287"/>
                  </a:lnTo>
                  <a:lnTo>
                    <a:pt x="1046" y="290"/>
                  </a:lnTo>
                  <a:lnTo>
                    <a:pt x="1046" y="292"/>
                  </a:lnTo>
                  <a:lnTo>
                    <a:pt x="1046" y="299"/>
                  </a:lnTo>
                  <a:lnTo>
                    <a:pt x="1046" y="299"/>
                  </a:lnTo>
                  <a:lnTo>
                    <a:pt x="1048" y="304"/>
                  </a:lnTo>
                  <a:lnTo>
                    <a:pt x="1048" y="308"/>
                  </a:lnTo>
                  <a:lnTo>
                    <a:pt x="1046" y="311"/>
                  </a:lnTo>
                  <a:lnTo>
                    <a:pt x="1046" y="311"/>
                  </a:lnTo>
                  <a:lnTo>
                    <a:pt x="1043" y="311"/>
                  </a:lnTo>
                  <a:lnTo>
                    <a:pt x="1041" y="311"/>
                  </a:lnTo>
                  <a:lnTo>
                    <a:pt x="1034" y="311"/>
                  </a:lnTo>
                  <a:lnTo>
                    <a:pt x="1034" y="311"/>
                  </a:lnTo>
                  <a:lnTo>
                    <a:pt x="1029" y="311"/>
                  </a:lnTo>
                  <a:lnTo>
                    <a:pt x="1022" y="311"/>
                  </a:lnTo>
                  <a:lnTo>
                    <a:pt x="1022" y="311"/>
                  </a:lnTo>
                  <a:lnTo>
                    <a:pt x="1017" y="311"/>
                  </a:lnTo>
                  <a:lnTo>
                    <a:pt x="1010" y="311"/>
                  </a:lnTo>
                  <a:lnTo>
                    <a:pt x="1010" y="311"/>
                  </a:lnTo>
                  <a:lnTo>
                    <a:pt x="1010" y="316"/>
                  </a:lnTo>
                  <a:lnTo>
                    <a:pt x="1010" y="323"/>
                  </a:lnTo>
                  <a:lnTo>
                    <a:pt x="1010" y="323"/>
                  </a:lnTo>
                  <a:lnTo>
                    <a:pt x="1008" y="323"/>
                  </a:lnTo>
                  <a:lnTo>
                    <a:pt x="1006" y="323"/>
                  </a:lnTo>
                  <a:lnTo>
                    <a:pt x="999" y="323"/>
                  </a:lnTo>
                  <a:lnTo>
                    <a:pt x="999" y="323"/>
                  </a:lnTo>
                  <a:lnTo>
                    <a:pt x="975" y="323"/>
                  </a:lnTo>
                  <a:lnTo>
                    <a:pt x="975" y="323"/>
                  </a:lnTo>
                  <a:lnTo>
                    <a:pt x="975" y="275"/>
                  </a:lnTo>
                  <a:lnTo>
                    <a:pt x="975" y="275"/>
                  </a:lnTo>
                  <a:lnTo>
                    <a:pt x="975" y="252"/>
                  </a:lnTo>
                  <a:lnTo>
                    <a:pt x="975" y="252"/>
                  </a:lnTo>
                  <a:lnTo>
                    <a:pt x="970" y="252"/>
                  </a:lnTo>
                  <a:lnTo>
                    <a:pt x="966" y="252"/>
                  </a:lnTo>
                  <a:lnTo>
                    <a:pt x="963" y="252"/>
                  </a:lnTo>
                  <a:lnTo>
                    <a:pt x="963" y="252"/>
                  </a:lnTo>
                  <a:lnTo>
                    <a:pt x="963" y="240"/>
                  </a:lnTo>
                  <a:lnTo>
                    <a:pt x="963" y="240"/>
                  </a:lnTo>
                  <a:lnTo>
                    <a:pt x="963" y="228"/>
                  </a:lnTo>
                  <a:lnTo>
                    <a:pt x="963" y="228"/>
                  </a:lnTo>
                  <a:lnTo>
                    <a:pt x="963" y="217"/>
                  </a:lnTo>
                  <a:lnTo>
                    <a:pt x="963" y="217"/>
                  </a:lnTo>
                  <a:lnTo>
                    <a:pt x="963" y="202"/>
                  </a:lnTo>
                  <a:lnTo>
                    <a:pt x="963" y="202"/>
                  </a:lnTo>
                  <a:lnTo>
                    <a:pt x="963" y="179"/>
                  </a:lnTo>
                  <a:lnTo>
                    <a:pt x="963" y="179"/>
                  </a:lnTo>
                  <a:lnTo>
                    <a:pt x="959" y="179"/>
                  </a:lnTo>
                  <a:lnTo>
                    <a:pt x="951" y="179"/>
                  </a:lnTo>
                  <a:lnTo>
                    <a:pt x="951" y="179"/>
                  </a:lnTo>
                  <a:lnTo>
                    <a:pt x="951" y="167"/>
                  </a:lnTo>
                  <a:lnTo>
                    <a:pt x="951" y="167"/>
                  </a:lnTo>
                  <a:lnTo>
                    <a:pt x="951" y="155"/>
                  </a:lnTo>
                  <a:lnTo>
                    <a:pt x="951" y="155"/>
                  </a:lnTo>
                  <a:lnTo>
                    <a:pt x="904" y="155"/>
                  </a:lnTo>
                  <a:lnTo>
                    <a:pt x="904" y="155"/>
                  </a:lnTo>
                  <a:lnTo>
                    <a:pt x="881" y="155"/>
                  </a:lnTo>
                  <a:lnTo>
                    <a:pt x="881" y="155"/>
                  </a:lnTo>
                  <a:lnTo>
                    <a:pt x="881" y="132"/>
                  </a:lnTo>
                  <a:lnTo>
                    <a:pt x="881" y="132"/>
                  </a:lnTo>
                  <a:lnTo>
                    <a:pt x="874" y="132"/>
                  </a:lnTo>
                  <a:lnTo>
                    <a:pt x="871" y="132"/>
                  </a:lnTo>
                  <a:lnTo>
                    <a:pt x="869" y="132"/>
                  </a:lnTo>
                  <a:lnTo>
                    <a:pt x="869" y="132"/>
                  </a:lnTo>
                  <a:lnTo>
                    <a:pt x="869" y="127"/>
                  </a:lnTo>
                  <a:lnTo>
                    <a:pt x="869" y="120"/>
                  </a:lnTo>
                  <a:lnTo>
                    <a:pt x="869" y="120"/>
                  </a:lnTo>
                  <a:lnTo>
                    <a:pt x="869" y="108"/>
                  </a:lnTo>
                  <a:lnTo>
                    <a:pt x="869" y="108"/>
                  </a:lnTo>
                  <a:lnTo>
                    <a:pt x="869" y="96"/>
                  </a:lnTo>
                  <a:lnTo>
                    <a:pt x="869" y="96"/>
                  </a:lnTo>
                  <a:lnTo>
                    <a:pt x="857" y="96"/>
                  </a:lnTo>
                  <a:lnTo>
                    <a:pt x="857" y="96"/>
                  </a:lnTo>
                  <a:lnTo>
                    <a:pt x="845" y="96"/>
                  </a:lnTo>
                  <a:lnTo>
                    <a:pt x="845" y="96"/>
                  </a:lnTo>
                  <a:lnTo>
                    <a:pt x="838" y="96"/>
                  </a:lnTo>
                  <a:lnTo>
                    <a:pt x="834" y="96"/>
                  </a:lnTo>
                  <a:lnTo>
                    <a:pt x="834" y="96"/>
                  </a:lnTo>
                  <a:lnTo>
                    <a:pt x="831" y="99"/>
                  </a:lnTo>
                  <a:lnTo>
                    <a:pt x="834" y="101"/>
                  </a:lnTo>
                  <a:lnTo>
                    <a:pt x="834" y="108"/>
                  </a:lnTo>
                  <a:lnTo>
                    <a:pt x="834" y="108"/>
                  </a:lnTo>
                  <a:lnTo>
                    <a:pt x="827" y="108"/>
                  </a:lnTo>
                  <a:lnTo>
                    <a:pt x="824" y="108"/>
                  </a:lnTo>
                  <a:lnTo>
                    <a:pt x="822" y="108"/>
                  </a:lnTo>
                  <a:lnTo>
                    <a:pt x="822" y="108"/>
                  </a:lnTo>
                  <a:lnTo>
                    <a:pt x="820" y="111"/>
                  </a:lnTo>
                  <a:lnTo>
                    <a:pt x="822" y="115"/>
                  </a:lnTo>
                  <a:lnTo>
                    <a:pt x="822" y="118"/>
                  </a:lnTo>
                  <a:lnTo>
                    <a:pt x="822" y="120"/>
                  </a:lnTo>
                  <a:lnTo>
                    <a:pt x="822" y="120"/>
                  </a:lnTo>
                  <a:lnTo>
                    <a:pt x="820" y="120"/>
                  </a:lnTo>
                  <a:lnTo>
                    <a:pt x="815" y="120"/>
                  </a:lnTo>
                  <a:lnTo>
                    <a:pt x="812" y="120"/>
                  </a:lnTo>
                  <a:lnTo>
                    <a:pt x="810" y="120"/>
                  </a:lnTo>
                  <a:lnTo>
                    <a:pt x="810" y="120"/>
                  </a:lnTo>
                  <a:lnTo>
                    <a:pt x="808" y="122"/>
                  </a:lnTo>
                  <a:lnTo>
                    <a:pt x="808" y="127"/>
                  </a:lnTo>
                  <a:lnTo>
                    <a:pt x="810" y="132"/>
                  </a:lnTo>
                  <a:lnTo>
                    <a:pt x="810" y="132"/>
                  </a:lnTo>
                  <a:lnTo>
                    <a:pt x="803" y="132"/>
                  </a:lnTo>
                  <a:lnTo>
                    <a:pt x="796" y="132"/>
                  </a:lnTo>
                  <a:lnTo>
                    <a:pt x="796" y="132"/>
                  </a:lnTo>
                  <a:lnTo>
                    <a:pt x="796" y="139"/>
                  </a:lnTo>
                  <a:lnTo>
                    <a:pt x="796" y="144"/>
                  </a:lnTo>
                  <a:lnTo>
                    <a:pt x="796" y="144"/>
                  </a:lnTo>
                  <a:lnTo>
                    <a:pt x="796" y="155"/>
                  </a:lnTo>
                  <a:lnTo>
                    <a:pt x="796" y="155"/>
                  </a:lnTo>
                  <a:lnTo>
                    <a:pt x="796" y="167"/>
                  </a:lnTo>
                  <a:lnTo>
                    <a:pt x="796" y="167"/>
                  </a:lnTo>
                  <a:lnTo>
                    <a:pt x="796" y="217"/>
                  </a:lnTo>
                  <a:lnTo>
                    <a:pt x="796" y="217"/>
                  </a:lnTo>
                  <a:lnTo>
                    <a:pt x="784" y="217"/>
                  </a:lnTo>
                  <a:lnTo>
                    <a:pt x="784" y="217"/>
                  </a:lnTo>
                  <a:lnTo>
                    <a:pt x="761" y="217"/>
                  </a:lnTo>
                  <a:lnTo>
                    <a:pt x="761" y="217"/>
                  </a:lnTo>
                  <a:lnTo>
                    <a:pt x="761" y="264"/>
                  </a:lnTo>
                  <a:lnTo>
                    <a:pt x="761" y="264"/>
                  </a:lnTo>
                  <a:lnTo>
                    <a:pt x="761" y="311"/>
                  </a:lnTo>
                  <a:lnTo>
                    <a:pt x="761" y="311"/>
                  </a:lnTo>
                  <a:lnTo>
                    <a:pt x="749" y="311"/>
                  </a:lnTo>
                  <a:lnTo>
                    <a:pt x="749" y="311"/>
                  </a:lnTo>
                  <a:lnTo>
                    <a:pt x="744" y="311"/>
                  </a:lnTo>
                  <a:lnTo>
                    <a:pt x="737" y="311"/>
                  </a:lnTo>
                  <a:lnTo>
                    <a:pt x="737" y="311"/>
                  </a:lnTo>
                  <a:lnTo>
                    <a:pt x="737" y="304"/>
                  </a:lnTo>
                  <a:lnTo>
                    <a:pt x="737" y="299"/>
                  </a:lnTo>
                  <a:lnTo>
                    <a:pt x="737" y="299"/>
                  </a:lnTo>
                  <a:lnTo>
                    <a:pt x="737" y="287"/>
                  </a:lnTo>
                  <a:lnTo>
                    <a:pt x="737" y="287"/>
                  </a:lnTo>
                  <a:lnTo>
                    <a:pt x="737" y="275"/>
                  </a:lnTo>
                  <a:lnTo>
                    <a:pt x="737" y="275"/>
                  </a:lnTo>
                  <a:lnTo>
                    <a:pt x="737" y="252"/>
                  </a:lnTo>
                  <a:lnTo>
                    <a:pt x="737" y="252"/>
                  </a:lnTo>
                  <a:lnTo>
                    <a:pt x="690" y="252"/>
                  </a:lnTo>
                  <a:lnTo>
                    <a:pt x="690" y="252"/>
                  </a:lnTo>
                  <a:lnTo>
                    <a:pt x="678" y="252"/>
                  </a:lnTo>
                  <a:lnTo>
                    <a:pt x="678" y="252"/>
                  </a:lnTo>
                  <a:lnTo>
                    <a:pt x="655" y="252"/>
                  </a:lnTo>
                  <a:lnTo>
                    <a:pt x="655" y="252"/>
                  </a:lnTo>
                  <a:lnTo>
                    <a:pt x="655" y="202"/>
                  </a:lnTo>
                  <a:lnTo>
                    <a:pt x="655" y="202"/>
                  </a:lnTo>
                  <a:lnTo>
                    <a:pt x="655" y="155"/>
                  </a:lnTo>
                  <a:lnTo>
                    <a:pt x="655" y="155"/>
                  </a:lnTo>
                  <a:lnTo>
                    <a:pt x="655" y="144"/>
                  </a:lnTo>
                  <a:lnTo>
                    <a:pt x="655" y="144"/>
                  </a:lnTo>
                  <a:lnTo>
                    <a:pt x="648" y="144"/>
                  </a:lnTo>
                  <a:lnTo>
                    <a:pt x="645" y="144"/>
                  </a:lnTo>
                  <a:lnTo>
                    <a:pt x="643" y="144"/>
                  </a:lnTo>
                  <a:lnTo>
                    <a:pt x="643" y="144"/>
                  </a:lnTo>
                  <a:lnTo>
                    <a:pt x="643" y="141"/>
                  </a:lnTo>
                  <a:lnTo>
                    <a:pt x="643" y="139"/>
                  </a:lnTo>
                  <a:lnTo>
                    <a:pt x="643" y="132"/>
                  </a:lnTo>
                  <a:lnTo>
                    <a:pt x="643" y="132"/>
                  </a:lnTo>
                  <a:lnTo>
                    <a:pt x="643" y="127"/>
                  </a:lnTo>
                  <a:lnTo>
                    <a:pt x="643" y="120"/>
                  </a:lnTo>
                  <a:lnTo>
                    <a:pt x="643" y="120"/>
                  </a:lnTo>
                  <a:lnTo>
                    <a:pt x="640" y="120"/>
                  </a:lnTo>
                  <a:lnTo>
                    <a:pt x="636" y="120"/>
                  </a:lnTo>
                  <a:lnTo>
                    <a:pt x="631" y="120"/>
                  </a:lnTo>
                  <a:lnTo>
                    <a:pt x="631" y="120"/>
                  </a:lnTo>
                  <a:lnTo>
                    <a:pt x="631" y="118"/>
                  </a:lnTo>
                  <a:lnTo>
                    <a:pt x="631" y="115"/>
                  </a:lnTo>
                  <a:lnTo>
                    <a:pt x="631" y="108"/>
                  </a:lnTo>
                  <a:lnTo>
                    <a:pt x="631" y="108"/>
                  </a:lnTo>
                  <a:lnTo>
                    <a:pt x="631" y="96"/>
                  </a:lnTo>
                  <a:lnTo>
                    <a:pt x="631" y="96"/>
                  </a:lnTo>
                  <a:lnTo>
                    <a:pt x="631" y="73"/>
                  </a:lnTo>
                  <a:lnTo>
                    <a:pt x="631" y="73"/>
                  </a:lnTo>
                  <a:lnTo>
                    <a:pt x="631" y="49"/>
                  </a:lnTo>
                  <a:lnTo>
                    <a:pt x="631" y="49"/>
                  </a:lnTo>
                  <a:lnTo>
                    <a:pt x="607" y="49"/>
                  </a:lnTo>
                  <a:lnTo>
                    <a:pt x="607" y="49"/>
                  </a:lnTo>
                  <a:lnTo>
                    <a:pt x="607" y="73"/>
                  </a:lnTo>
                  <a:lnTo>
                    <a:pt x="607" y="73"/>
                  </a:lnTo>
                  <a:lnTo>
                    <a:pt x="607" y="120"/>
                  </a:lnTo>
                  <a:lnTo>
                    <a:pt x="607" y="120"/>
                  </a:lnTo>
                  <a:lnTo>
                    <a:pt x="600" y="120"/>
                  </a:lnTo>
                  <a:lnTo>
                    <a:pt x="596" y="120"/>
                  </a:lnTo>
                  <a:lnTo>
                    <a:pt x="596" y="120"/>
                  </a:lnTo>
                  <a:lnTo>
                    <a:pt x="593" y="118"/>
                  </a:lnTo>
                  <a:lnTo>
                    <a:pt x="596" y="115"/>
                  </a:lnTo>
                  <a:lnTo>
                    <a:pt x="596" y="108"/>
                  </a:lnTo>
                  <a:lnTo>
                    <a:pt x="596" y="108"/>
                  </a:lnTo>
                  <a:lnTo>
                    <a:pt x="584" y="108"/>
                  </a:lnTo>
                  <a:lnTo>
                    <a:pt x="584" y="108"/>
                  </a:lnTo>
                  <a:lnTo>
                    <a:pt x="572" y="108"/>
                  </a:lnTo>
                  <a:lnTo>
                    <a:pt x="572" y="108"/>
                  </a:lnTo>
                  <a:lnTo>
                    <a:pt x="523" y="108"/>
                  </a:lnTo>
                  <a:lnTo>
                    <a:pt x="523" y="108"/>
                  </a:lnTo>
                  <a:lnTo>
                    <a:pt x="523" y="120"/>
                  </a:lnTo>
                  <a:lnTo>
                    <a:pt x="523" y="120"/>
                  </a:lnTo>
                  <a:lnTo>
                    <a:pt x="525" y="127"/>
                  </a:lnTo>
                  <a:lnTo>
                    <a:pt x="523" y="132"/>
                  </a:lnTo>
                  <a:lnTo>
                    <a:pt x="523" y="132"/>
                  </a:lnTo>
                  <a:lnTo>
                    <a:pt x="520" y="132"/>
                  </a:lnTo>
                  <a:lnTo>
                    <a:pt x="518" y="132"/>
                  </a:lnTo>
                  <a:lnTo>
                    <a:pt x="513" y="132"/>
                  </a:lnTo>
                  <a:lnTo>
                    <a:pt x="511" y="132"/>
                  </a:lnTo>
                  <a:lnTo>
                    <a:pt x="511" y="132"/>
                  </a:lnTo>
                  <a:lnTo>
                    <a:pt x="511" y="134"/>
                  </a:lnTo>
                  <a:lnTo>
                    <a:pt x="511" y="139"/>
                  </a:lnTo>
                  <a:lnTo>
                    <a:pt x="511" y="144"/>
                  </a:lnTo>
                  <a:lnTo>
                    <a:pt x="511" y="144"/>
                  </a:lnTo>
                  <a:lnTo>
                    <a:pt x="499" y="144"/>
                  </a:lnTo>
                  <a:lnTo>
                    <a:pt x="499" y="144"/>
                  </a:lnTo>
                  <a:lnTo>
                    <a:pt x="487" y="144"/>
                  </a:lnTo>
                  <a:lnTo>
                    <a:pt x="487" y="144"/>
                  </a:lnTo>
                  <a:lnTo>
                    <a:pt x="487" y="155"/>
                  </a:lnTo>
                  <a:lnTo>
                    <a:pt x="487" y="155"/>
                  </a:lnTo>
                  <a:lnTo>
                    <a:pt x="487" y="162"/>
                  </a:lnTo>
                  <a:lnTo>
                    <a:pt x="487" y="167"/>
                  </a:lnTo>
                  <a:lnTo>
                    <a:pt x="487" y="167"/>
                  </a:lnTo>
                  <a:lnTo>
                    <a:pt x="494" y="167"/>
                  </a:lnTo>
                  <a:lnTo>
                    <a:pt x="499" y="167"/>
                  </a:lnTo>
                  <a:lnTo>
                    <a:pt x="499" y="167"/>
                  </a:lnTo>
                  <a:lnTo>
                    <a:pt x="501" y="169"/>
                  </a:lnTo>
                  <a:lnTo>
                    <a:pt x="499" y="174"/>
                  </a:lnTo>
                  <a:lnTo>
                    <a:pt x="499" y="179"/>
                  </a:lnTo>
                  <a:lnTo>
                    <a:pt x="499" y="179"/>
                  </a:lnTo>
                  <a:lnTo>
                    <a:pt x="499" y="191"/>
                  </a:lnTo>
                  <a:lnTo>
                    <a:pt x="499" y="191"/>
                  </a:lnTo>
                  <a:lnTo>
                    <a:pt x="499" y="202"/>
                  </a:lnTo>
                  <a:lnTo>
                    <a:pt x="499" y="202"/>
                  </a:lnTo>
                  <a:lnTo>
                    <a:pt x="499" y="209"/>
                  </a:lnTo>
                  <a:lnTo>
                    <a:pt x="499" y="217"/>
                  </a:lnTo>
                  <a:lnTo>
                    <a:pt x="499" y="217"/>
                  </a:lnTo>
                  <a:lnTo>
                    <a:pt x="497" y="217"/>
                  </a:lnTo>
                  <a:lnTo>
                    <a:pt x="494" y="217"/>
                  </a:lnTo>
                  <a:lnTo>
                    <a:pt x="487" y="217"/>
                  </a:lnTo>
                  <a:lnTo>
                    <a:pt x="487" y="217"/>
                  </a:lnTo>
                  <a:lnTo>
                    <a:pt x="487" y="209"/>
                  </a:lnTo>
                  <a:lnTo>
                    <a:pt x="487" y="205"/>
                  </a:lnTo>
                  <a:lnTo>
                    <a:pt x="487" y="202"/>
                  </a:lnTo>
                  <a:lnTo>
                    <a:pt x="487" y="202"/>
                  </a:lnTo>
                  <a:lnTo>
                    <a:pt x="483" y="202"/>
                  </a:lnTo>
                  <a:lnTo>
                    <a:pt x="476" y="202"/>
                  </a:lnTo>
                  <a:lnTo>
                    <a:pt x="476" y="202"/>
                  </a:lnTo>
                  <a:lnTo>
                    <a:pt x="476" y="198"/>
                  </a:lnTo>
                  <a:lnTo>
                    <a:pt x="476" y="191"/>
                  </a:lnTo>
                  <a:lnTo>
                    <a:pt x="476" y="191"/>
                  </a:lnTo>
                  <a:lnTo>
                    <a:pt x="476" y="179"/>
                  </a:lnTo>
                  <a:lnTo>
                    <a:pt x="476" y="179"/>
                  </a:lnTo>
                  <a:lnTo>
                    <a:pt x="476" y="167"/>
                  </a:lnTo>
                  <a:lnTo>
                    <a:pt x="476" y="167"/>
                  </a:lnTo>
                  <a:lnTo>
                    <a:pt x="476" y="144"/>
                  </a:lnTo>
                  <a:lnTo>
                    <a:pt x="476" y="144"/>
                  </a:lnTo>
                  <a:lnTo>
                    <a:pt x="476" y="120"/>
                  </a:lnTo>
                  <a:lnTo>
                    <a:pt x="476" y="120"/>
                  </a:lnTo>
                  <a:lnTo>
                    <a:pt x="471" y="120"/>
                  </a:lnTo>
                  <a:lnTo>
                    <a:pt x="464" y="120"/>
                  </a:lnTo>
                  <a:lnTo>
                    <a:pt x="464" y="120"/>
                  </a:lnTo>
                  <a:lnTo>
                    <a:pt x="464" y="118"/>
                  </a:lnTo>
                  <a:lnTo>
                    <a:pt x="464" y="115"/>
                  </a:lnTo>
                  <a:lnTo>
                    <a:pt x="464" y="108"/>
                  </a:lnTo>
                  <a:lnTo>
                    <a:pt x="464" y="108"/>
                  </a:lnTo>
                  <a:lnTo>
                    <a:pt x="457" y="108"/>
                  </a:lnTo>
                  <a:lnTo>
                    <a:pt x="452" y="108"/>
                  </a:lnTo>
                  <a:lnTo>
                    <a:pt x="452" y="108"/>
                  </a:lnTo>
                  <a:lnTo>
                    <a:pt x="452" y="103"/>
                  </a:lnTo>
                  <a:lnTo>
                    <a:pt x="452" y="96"/>
                  </a:lnTo>
                  <a:lnTo>
                    <a:pt x="452" y="96"/>
                  </a:lnTo>
                  <a:lnTo>
                    <a:pt x="452" y="85"/>
                  </a:lnTo>
                  <a:lnTo>
                    <a:pt x="452" y="85"/>
                  </a:lnTo>
                  <a:lnTo>
                    <a:pt x="452" y="78"/>
                  </a:lnTo>
                  <a:lnTo>
                    <a:pt x="452" y="73"/>
                  </a:lnTo>
                  <a:lnTo>
                    <a:pt x="452" y="73"/>
                  </a:lnTo>
                  <a:lnTo>
                    <a:pt x="450" y="73"/>
                  </a:lnTo>
                  <a:lnTo>
                    <a:pt x="447" y="73"/>
                  </a:lnTo>
                  <a:lnTo>
                    <a:pt x="440" y="73"/>
                  </a:lnTo>
                  <a:lnTo>
                    <a:pt x="440" y="73"/>
                  </a:lnTo>
                  <a:lnTo>
                    <a:pt x="440" y="49"/>
                  </a:lnTo>
                  <a:lnTo>
                    <a:pt x="440" y="49"/>
                  </a:lnTo>
                  <a:lnTo>
                    <a:pt x="440" y="37"/>
                  </a:lnTo>
                  <a:lnTo>
                    <a:pt x="440" y="37"/>
                  </a:lnTo>
                  <a:lnTo>
                    <a:pt x="440" y="26"/>
                  </a:lnTo>
                  <a:lnTo>
                    <a:pt x="440" y="26"/>
                  </a:lnTo>
                  <a:lnTo>
                    <a:pt x="440" y="14"/>
                  </a:lnTo>
                  <a:lnTo>
                    <a:pt x="440" y="14"/>
                  </a:lnTo>
                  <a:lnTo>
                    <a:pt x="440" y="7"/>
                  </a:lnTo>
                  <a:lnTo>
                    <a:pt x="440" y="2"/>
                  </a:lnTo>
                  <a:lnTo>
                    <a:pt x="440" y="2"/>
                  </a:lnTo>
                  <a:lnTo>
                    <a:pt x="438" y="0"/>
                  </a:lnTo>
                  <a:lnTo>
                    <a:pt x="435" y="2"/>
                  </a:lnTo>
                  <a:lnTo>
                    <a:pt x="428" y="2"/>
                  </a:lnTo>
                  <a:lnTo>
                    <a:pt x="428" y="2"/>
                  </a:lnTo>
                  <a:lnTo>
                    <a:pt x="428" y="14"/>
                  </a:lnTo>
                  <a:lnTo>
                    <a:pt x="428" y="14"/>
                  </a:lnTo>
                  <a:lnTo>
                    <a:pt x="428" y="26"/>
                  </a:lnTo>
                  <a:lnTo>
                    <a:pt x="428" y="26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28" y="42"/>
                  </a:lnTo>
                  <a:lnTo>
                    <a:pt x="428" y="49"/>
                  </a:lnTo>
                  <a:lnTo>
                    <a:pt x="428" y="49"/>
                  </a:lnTo>
                  <a:lnTo>
                    <a:pt x="421" y="49"/>
                  </a:lnTo>
                  <a:lnTo>
                    <a:pt x="417" y="49"/>
                  </a:lnTo>
                  <a:lnTo>
                    <a:pt x="417" y="49"/>
                  </a:lnTo>
                  <a:lnTo>
                    <a:pt x="417" y="54"/>
                  </a:lnTo>
                  <a:lnTo>
                    <a:pt x="417" y="61"/>
                  </a:lnTo>
                  <a:lnTo>
                    <a:pt x="417" y="61"/>
                  </a:lnTo>
                  <a:lnTo>
                    <a:pt x="417" y="66"/>
                  </a:lnTo>
                  <a:lnTo>
                    <a:pt x="417" y="73"/>
                  </a:lnTo>
                  <a:lnTo>
                    <a:pt x="417" y="73"/>
                  </a:lnTo>
                  <a:lnTo>
                    <a:pt x="410" y="73"/>
                  </a:lnTo>
                  <a:lnTo>
                    <a:pt x="405" y="73"/>
                  </a:lnTo>
                  <a:lnTo>
                    <a:pt x="405" y="73"/>
                  </a:lnTo>
                  <a:lnTo>
                    <a:pt x="405" y="75"/>
                  </a:lnTo>
                  <a:lnTo>
                    <a:pt x="405" y="78"/>
                  </a:lnTo>
                  <a:lnTo>
                    <a:pt x="405" y="85"/>
                  </a:lnTo>
                  <a:lnTo>
                    <a:pt x="405" y="85"/>
                  </a:lnTo>
                  <a:lnTo>
                    <a:pt x="405" y="108"/>
                  </a:lnTo>
                  <a:lnTo>
                    <a:pt x="405" y="108"/>
                  </a:lnTo>
                  <a:lnTo>
                    <a:pt x="393" y="108"/>
                  </a:lnTo>
                  <a:lnTo>
                    <a:pt x="393" y="108"/>
                  </a:lnTo>
                  <a:lnTo>
                    <a:pt x="370" y="108"/>
                  </a:lnTo>
                  <a:lnTo>
                    <a:pt x="370" y="108"/>
                  </a:lnTo>
                  <a:lnTo>
                    <a:pt x="370" y="155"/>
                  </a:lnTo>
                  <a:lnTo>
                    <a:pt x="370" y="155"/>
                  </a:lnTo>
                  <a:lnTo>
                    <a:pt x="370" y="179"/>
                  </a:lnTo>
                  <a:lnTo>
                    <a:pt x="370" y="179"/>
                  </a:lnTo>
                  <a:lnTo>
                    <a:pt x="370" y="191"/>
                  </a:lnTo>
                  <a:lnTo>
                    <a:pt x="370" y="191"/>
                  </a:lnTo>
                  <a:lnTo>
                    <a:pt x="370" y="198"/>
                  </a:lnTo>
                  <a:lnTo>
                    <a:pt x="370" y="202"/>
                  </a:lnTo>
                  <a:lnTo>
                    <a:pt x="370" y="202"/>
                  </a:lnTo>
                  <a:lnTo>
                    <a:pt x="362" y="205"/>
                  </a:lnTo>
                  <a:lnTo>
                    <a:pt x="358" y="202"/>
                  </a:lnTo>
                  <a:lnTo>
                    <a:pt x="358" y="202"/>
                  </a:lnTo>
                  <a:lnTo>
                    <a:pt x="358" y="252"/>
                  </a:lnTo>
                  <a:lnTo>
                    <a:pt x="358" y="252"/>
                  </a:lnTo>
                  <a:lnTo>
                    <a:pt x="351" y="252"/>
                  </a:lnTo>
                  <a:lnTo>
                    <a:pt x="346" y="252"/>
                  </a:lnTo>
                  <a:lnTo>
                    <a:pt x="346" y="252"/>
                  </a:lnTo>
                  <a:lnTo>
                    <a:pt x="344" y="245"/>
                  </a:lnTo>
                  <a:lnTo>
                    <a:pt x="346" y="240"/>
                  </a:lnTo>
                  <a:lnTo>
                    <a:pt x="346" y="240"/>
                  </a:lnTo>
                  <a:lnTo>
                    <a:pt x="346" y="228"/>
                  </a:lnTo>
                  <a:lnTo>
                    <a:pt x="346" y="228"/>
                  </a:lnTo>
                  <a:lnTo>
                    <a:pt x="346" y="202"/>
                  </a:lnTo>
                  <a:lnTo>
                    <a:pt x="346" y="202"/>
                  </a:lnTo>
                  <a:lnTo>
                    <a:pt x="346" y="179"/>
                  </a:lnTo>
                  <a:lnTo>
                    <a:pt x="346" y="179"/>
                  </a:lnTo>
                  <a:lnTo>
                    <a:pt x="322" y="179"/>
                  </a:lnTo>
                  <a:lnTo>
                    <a:pt x="322" y="179"/>
                  </a:lnTo>
                  <a:lnTo>
                    <a:pt x="308" y="179"/>
                  </a:lnTo>
                  <a:lnTo>
                    <a:pt x="308" y="179"/>
                  </a:lnTo>
                  <a:lnTo>
                    <a:pt x="304" y="181"/>
                  </a:lnTo>
                  <a:lnTo>
                    <a:pt x="296" y="179"/>
                  </a:lnTo>
                  <a:lnTo>
                    <a:pt x="296" y="179"/>
                  </a:lnTo>
                  <a:lnTo>
                    <a:pt x="296" y="174"/>
                  </a:lnTo>
                  <a:lnTo>
                    <a:pt x="296" y="167"/>
                  </a:lnTo>
                  <a:lnTo>
                    <a:pt x="296" y="167"/>
                  </a:lnTo>
                  <a:lnTo>
                    <a:pt x="296" y="144"/>
                  </a:lnTo>
                  <a:lnTo>
                    <a:pt x="296" y="144"/>
                  </a:lnTo>
                  <a:lnTo>
                    <a:pt x="273" y="144"/>
                  </a:lnTo>
                  <a:lnTo>
                    <a:pt x="273" y="144"/>
                  </a:lnTo>
                  <a:lnTo>
                    <a:pt x="249" y="144"/>
                  </a:lnTo>
                  <a:lnTo>
                    <a:pt x="249" y="144"/>
                  </a:lnTo>
                  <a:lnTo>
                    <a:pt x="238" y="144"/>
                  </a:lnTo>
                  <a:lnTo>
                    <a:pt x="238" y="144"/>
                  </a:lnTo>
                  <a:lnTo>
                    <a:pt x="214" y="144"/>
                  </a:lnTo>
                  <a:lnTo>
                    <a:pt x="214" y="144"/>
                  </a:lnTo>
                  <a:lnTo>
                    <a:pt x="214" y="155"/>
                  </a:lnTo>
                  <a:lnTo>
                    <a:pt x="214" y="155"/>
                  </a:lnTo>
                  <a:lnTo>
                    <a:pt x="214" y="179"/>
                  </a:lnTo>
                  <a:lnTo>
                    <a:pt x="214" y="179"/>
                  </a:lnTo>
                  <a:lnTo>
                    <a:pt x="202" y="179"/>
                  </a:lnTo>
                  <a:lnTo>
                    <a:pt x="202" y="179"/>
                  </a:lnTo>
                  <a:lnTo>
                    <a:pt x="179" y="179"/>
                  </a:lnTo>
                  <a:lnTo>
                    <a:pt x="179" y="179"/>
                  </a:lnTo>
                  <a:lnTo>
                    <a:pt x="179" y="191"/>
                  </a:lnTo>
                  <a:lnTo>
                    <a:pt x="179" y="191"/>
                  </a:lnTo>
                  <a:lnTo>
                    <a:pt x="179" y="217"/>
                  </a:lnTo>
                  <a:lnTo>
                    <a:pt x="179" y="217"/>
                  </a:lnTo>
                  <a:lnTo>
                    <a:pt x="179" y="240"/>
                  </a:lnTo>
                  <a:lnTo>
                    <a:pt x="179" y="240"/>
                  </a:lnTo>
                  <a:lnTo>
                    <a:pt x="172" y="240"/>
                  </a:lnTo>
                  <a:lnTo>
                    <a:pt x="169" y="238"/>
                  </a:lnTo>
                  <a:lnTo>
                    <a:pt x="167" y="240"/>
                  </a:lnTo>
                  <a:lnTo>
                    <a:pt x="167" y="240"/>
                  </a:lnTo>
                  <a:lnTo>
                    <a:pt x="167" y="242"/>
                  </a:lnTo>
                  <a:lnTo>
                    <a:pt x="167" y="245"/>
                  </a:lnTo>
                  <a:lnTo>
                    <a:pt x="167" y="250"/>
                  </a:lnTo>
                  <a:lnTo>
                    <a:pt x="167" y="252"/>
                  </a:lnTo>
                  <a:lnTo>
                    <a:pt x="167" y="252"/>
                  </a:lnTo>
                  <a:lnTo>
                    <a:pt x="165" y="252"/>
                  </a:lnTo>
                  <a:lnTo>
                    <a:pt x="160" y="252"/>
                  </a:lnTo>
                  <a:lnTo>
                    <a:pt x="155" y="252"/>
                  </a:lnTo>
                  <a:lnTo>
                    <a:pt x="155" y="252"/>
                  </a:lnTo>
                  <a:lnTo>
                    <a:pt x="155" y="264"/>
                  </a:lnTo>
                  <a:lnTo>
                    <a:pt x="155" y="264"/>
                  </a:lnTo>
                  <a:lnTo>
                    <a:pt x="155" y="275"/>
                  </a:lnTo>
                  <a:lnTo>
                    <a:pt x="155" y="275"/>
                  </a:lnTo>
                  <a:lnTo>
                    <a:pt x="148" y="275"/>
                  </a:lnTo>
                  <a:lnTo>
                    <a:pt x="143" y="275"/>
                  </a:lnTo>
                  <a:lnTo>
                    <a:pt x="143" y="275"/>
                  </a:lnTo>
                  <a:lnTo>
                    <a:pt x="143" y="280"/>
                  </a:lnTo>
                  <a:lnTo>
                    <a:pt x="143" y="287"/>
                  </a:lnTo>
                  <a:lnTo>
                    <a:pt x="143" y="287"/>
                  </a:lnTo>
                  <a:lnTo>
                    <a:pt x="143" y="299"/>
                  </a:lnTo>
                  <a:lnTo>
                    <a:pt x="143" y="299"/>
                  </a:lnTo>
                  <a:lnTo>
                    <a:pt x="143" y="323"/>
                  </a:lnTo>
                  <a:lnTo>
                    <a:pt x="143" y="323"/>
                  </a:lnTo>
                  <a:lnTo>
                    <a:pt x="143" y="334"/>
                  </a:lnTo>
                  <a:lnTo>
                    <a:pt x="143" y="334"/>
                  </a:lnTo>
                  <a:lnTo>
                    <a:pt x="143" y="358"/>
                  </a:lnTo>
                  <a:lnTo>
                    <a:pt x="143" y="358"/>
                  </a:lnTo>
                  <a:lnTo>
                    <a:pt x="136" y="358"/>
                  </a:lnTo>
                  <a:lnTo>
                    <a:pt x="132" y="358"/>
                  </a:lnTo>
                  <a:lnTo>
                    <a:pt x="132" y="358"/>
                  </a:lnTo>
                  <a:lnTo>
                    <a:pt x="124" y="358"/>
                  </a:lnTo>
                  <a:lnTo>
                    <a:pt x="120" y="358"/>
                  </a:lnTo>
                  <a:lnTo>
                    <a:pt x="120" y="358"/>
                  </a:lnTo>
                  <a:lnTo>
                    <a:pt x="120" y="353"/>
                  </a:lnTo>
                  <a:lnTo>
                    <a:pt x="120" y="346"/>
                  </a:lnTo>
                  <a:lnTo>
                    <a:pt x="120" y="346"/>
                  </a:lnTo>
                  <a:lnTo>
                    <a:pt x="120" y="341"/>
                  </a:lnTo>
                  <a:lnTo>
                    <a:pt x="120" y="334"/>
                  </a:lnTo>
                  <a:lnTo>
                    <a:pt x="120" y="334"/>
                  </a:lnTo>
                  <a:lnTo>
                    <a:pt x="120" y="327"/>
                  </a:lnTo>
                  <a:lnTo>
                    <a:pt x="120" y="323"/>
                  </a:lnTo>
                  <a:lnTo>
                    <a:pt x="120" y="323"/>
                  </a:lnTo>
                  <a:lnTo>
                    <a:pt x="117" y="323"/>
                  </a:lnTo>
                  <a:lnTo>
                    <a:pt x="113" y="323"/>
                  </a:lnTo>
                  <a:lnTo>
                    <a:pt x="108" y="323"/>
                  </a:lnTo>
                  <a:lnTo>
                    <a:pt x="108" y="323"/>
                  </a:lnTo>
                  <a:lnTo>
                    <a:pt x="108" y="299"/>
                  </a:lnTo>
                  <a:lnTo>
                    <a:pt x="108" y="299"/>
                  </a:lnTo>
                  <a:lnTo>
                    <a:pt x="11" y="299"/>
                  </a:lnTo>
                  <a:lnTo>
                    <a:pt x="11" y="299"/>
                  </a:lnTo>
                  <a:lnTo>
                    <a:pt x="0" y="299"/>
                  </a:lnTo>
                  <a:lnTo>
                    <a:pt x="0" y="561"/>
                  </a:lnTo>
                  <a:lnTo>
                    <a:pt x="0" y="561"/>
                  </a:lnTo>
                  <a:lnTo>
                    <a:pt x="11" y="561"/>
                  </a:lnTo>
                  <a:lnTo>
                    <a:pt x="11" y="561"/>
                  </a:lnTo>
                  <a:lnTo>
                    <a:pt x="35" y="561"/>
                  </a:lnTo>
                  <a:lnTo>
                    <a:pt x="35" y="561"/>
                  </a:lnTo>
                  <a:lnTo>
                    <a:pt x="47" y="561"/>
                  </a:lnTo>
                  <a:lnTo>
                    <a:pt x="47" y="561"/>
                  </a:lnTo>
                  <a:lnTo>
                    <a:pt x="70" y="561"/>
                  </a:lnTo>
                  <a:lnTo>
                    <a:pt x="70" y="561"/>
                  </a:lnTo>
                  <a:lnTo>
                    <a:pt x="84" y="561"/>
                  </a:lnTo>
                  <a:lnTo>
                    <a:pt x="84" y="561"/>
                  </a:lnTo>
                  <a:lnTo>
                    <a:pt x="108" y="561"/>
                  </a:lnTo>
                  <a:lnTo>
                    <a:pt x="108" y="561"/>
                  </a:lnTo>
                  <a:lnTo>
                    <a:pt x="120" y="561"/>
                  </a:lnTo>
                  <a:lnTo>
                    <a:pt x="120" y="561"/>
                  </a:lnTo>
                  <a:lnTo>
                    <a:pt x="143" y="561"/>
                  </a:lnTo>
                  <a:lnTo>
                    <a:pt x="143" y="561"/>
                  </a:lnTo>
                  <a:lnTo>
                    <a:pt x="155" y="561"/>
                  </a:lnTo>
                  <a:lnTo>
                    <a:pt x="155" y="561"/>
                  </a:lnTo>
                  <a:lnTo>
                    <a:pt x="179" y="561"/>
                  </a:lnTo>
                  <a:lnTo>
                    <a:pt x="179" y="561"/>
                  </a:lnTo>
                  <a:lnTo>
                    <a:pt x="190" y="561"/>
                  </a:lnTo>
                  <a:lnTo>
                    <a:pt x="190" y="561"/>
                  </a:lnTo>
                  <a:lnTo>
                    <a:pt x="214" y="561"/>
                  </a:lnTo>
                  <a:lnTo>
                    <a:pt x="214" y="561"/>
                  </a:lnTo>
                  <a:lnTo>
                    <a:pt x="226" y="561"/>
                  </a:lnTo>
                  <a:lnTo>
                    <a:pt x="226" y="561"/>
                  </a:lnTo>
                  <a:lnTo>
                    <a:pt x="273" y="561"/>
                  </a:lnTo>
                  <a:lnTo>
                    <a:pt x="273" y="561"/>
                  </a:lnTo>
                  <a:lnTo>
                    <a:pt x="285" y="561"/>
                  </a:lnTo>
                  <a:lnTo>
                    <a:pt x="285" y="561"/>
                  </a:lnTo>
                  <a:lnTo>
                    <a:pt x="308" y="561"/>
                  </a:lnTo>
                  <a:lnTo>
                    <a:pt x="308" y="561"/>
                  </a:lnTo>
                  <a:lnTo>
                    <a:pt x="322" y="561"/>
                  </a:lnTo>
                  <a:lnTo>
                    <a:pt x="322" y="561"/>
                  </a:lnTo>
                  <a:lnTo>
                    <a:pt x="346" y="561"/>
                  </a:lnTo>
                  <a:lnTo>
                    <a:pt x="346" y="561"/>
                  </a:lnTo>
                  <a:lnTo>
                    <a:pt x="358" y="561"/>
                  </a:lnTo>
                  <a:lnTo>
                    <a:pt x="358" y="561"/>
                  </a:lnTo>
                  <a:lnTo>
                    <a:pt x="381" y="561"/>
                  </a:lnTo>
                  <a:lnTo>
                    <a:pt x="381" y="561"/>
                  </a:lnTo>
                  <a:lnTo>
                    <a:pt x="393" y="561"/>
                  </a:lnTo>
                  <a:lnTo>
                    <a:pt x="393" y="561"/>
                  </a:lnTo>
                  <a:lnTo>
                    <a:pt x="417" y="561"/>
                  </a:lnTo>
                  <a:lnTo>
                    <a:pt x="417" y="561"/>
                  </a:lnTo>
                  <a:lnTo>
                    <a:pt x="428" y="561"/>
                  </a:lnTo>
                  <a:lnTo>
                    <a:pt x="428" y="561"/>
                  </a:lnTo>
                  <a:lnTo>
                    <a:pt x="452" y="561"/>
                  </a:lnTo>
                  <a:lnTo>
                    <a:pt x="452" y="561"/>
                  </a:lnTo>
                  <a:lnTo>
                    <a:pt x="464" y="561"/>
                  </a:lnTo>
                  <a:lnTo>
                    <a:pt x="464" y="561"/>
                  </a:lnTo>
                  <a:lnTo>
                    <a:pt x="487" y="561"/>
                  </a:lnTo>
                  <a:lnTo>
                    <a:pt x="487" y="561"/>
                  </a:lnTo>
                  <a:lnTo>
                    <a:pt x="499" y="561"/>
                  </a:lnTo>
                  <a:lnTo>
                    <a:pt x="499" y="561"/>
                  </a:lnTo>
                  <a:lnTo>
                    <a:pt x="546" y="561"/>
                  </a:lnTo>
                  <a:lnTo>
                    <a:pt x="546" y="561"/>
                  </a:lnTo>
                  <a:lnTo>
                    <a:pt x="558" y="561"/>
                  </a:lnTo>
                  <a:lnTo>
                    <a:pt x="558" y="561"/>
                  </a:lnTo>
                  <a:lnTo>
                    <a:pt x="584" y="561"/>
                  </a:lnTo>
                  <a:lnTo>
                    <a:pt x="584" y="561"/>
                  </a:lnTo>
                  <a:lnTo>
                    <a:pt x="596" y="561"/>
                  </a:lnTo>
                  <a:lnTo>
                    <a:pt x="596" y="561"/>
                  </a:lnTo>
                  <a:lnTo>
                    <a:pt x="619" y="561"/>
                  </a:lnTo>
                  <a:lnTo>
                    <a:pt x="619" y="561"/>
                  </a:lnTo>
                  <a:lnTo>
                    <a:pt x="631" y="561"/>
                  </a:lnTo>
                  <a:lnTo>
                    <a:pt x="631" y="561"/>
                  </a:lnTo>
                  <a:lnTo>
                    <a:pt x="655" y="561"/>
                  </a:lnTo>
                  <a:lnTo>
                    <a:pt x="655" y="561"/>
                  </a:lnTo>
                  <a:lnTo>
                    <a:pt x="666" y="561"/>
                  </a:lnTo>
                  <a:lnTo>
                    <a:pt x="666" y="561"/>
                  </a:lnTo>
                  <a:lnTo>
                    <a:pt x="690" y="561"/>
                  </a:lnTo>
                  <a:lnTo>
                    <a:pt x="690" y="561"/>
                  </a:lnTo>
                  <a:lnTo>
                    <a:pt x="702" y="561"/>
                  </a:lnTo>
                  <a:lnTo>
                    <a:pt x="702" y="561"/>
                  </a:lnTo>
                  <a:lnTo>
                    <a:pt x="725" y="561"/>
                  </a:lnTo>
                  <a:lnTo>
                    <a:pt x="725" y="561"/>
                  </a:lnTo>
                  <a:lnTo>
                    <a:pt x="737" y="561"/>
                  </a:lnTo>
                  <a:lnTo>
                    <a:pt x="737" y="561"/>
                  </a:lnTo>
                  <a:lnTo>
                    <a:pt x="761" y="561"/>
                  </a:lnTo>
                  <a:lnTo>
                    <a:pt x="761" y="561"/>
                  </a:lnTo>
                  <a:lnTo>
                    <a:pt x="772" y="561"/>
                  </a:lnTo>
                  <a:lnTo>
                    <a:pt x="772" y="561"/>
                  </a:lnTo>
                  <a:lnTo>
                    <a:pt x="796" y="561"/>
                  </a:lnTo>
                  <a:lnTo>
                    <a:pt x="796" y="561"/>
                  </a:lnTo>
                  <a:lnTo>
                    <a:pt x="810" y="561"/>
                  </a:lnTo>
                  <a:lnTo>
                    <a:pt x="810" y="561"/>
                  </a:lnTo>
                  <a:lnTo>
                    <a:pt x="834" y="561"/>
                  </a:lnTo>
                  <a:lnTo>
                    <a:pt x="834" y="561"/>
                  </a:lnTo>
                  <a:lnTo>
                    <a:pt x="845" y="561"/>
                  </a:lnTo>
                  <a:lnTo>
                    <a:pt x="845" y="561"/>
                  </a:lnTo>
                  <a:lnTo>
                    <a:pt x="869" y="561"/>
                  </a:lnTo>
                  <a:lnTo>
                    <a:pt x="869" y="561"/>
                  </a:lnTo>
                  <a:lnTo>
                    <a:pt x="881" y="561"/>
                  </a:lnTo>
                  <a:lnTo>
                    <a:pt x="881" y="561"/>
                  </a:lnTo>
                  <a:lnTo>
                    <a:pt x="904" y="561"/>
                  </a:lnTo>
                  <a:lnTo>
                    <a:pt x="904" y="561"/>
                  </a:lnTo>
                  <a:lnTo>
                    <a:pt x="916" y="561"/>
                  </a:lnTo>
                  <a:lnTo>
                    <a:pt x="916" y="561"/>
                  </a:lnTo>
                  <a:lnTo>
                    <a:pt x="940" y="561"/>
                  </a:lnTo>
                  <a:lnTo>
                    <a:pt x="940" y="561"/>
                  </a:lnTo>
                  <a:lnTo>
                    <a:pt x="951" y="561"/>
                  </a:lnTo>
                  <a:lnTo>
                    <a:pt x="951" y="561"/>
                  </a:lnTo>
                  <a:lnTo>
                    <a:pt x="975" y="561"/>
                  </a:lnTo>
                  <a:lnTo>
                    <a:pt x="975" y="561"/>
                  </a:lnTo>
                  <a:lnTo>
                    <a:pt x="987" y="561"/>
                  </a:lnTo>
                  <a:lnTo>
                    <a:pt x="987" y="561"/>
                  </a:lnTo>
                  <a:lnTo>
                    <a:pt x="1010" y="561"/>
                  </a:lnTo>
                  <a:lnTo>
                    <a:pt x="1010" y="561"/>
                  </a:lnTo>
                  <a:lnTo>
                    <a:pt x="1022" y="561"/>
                  </a:lnTo>
                  <a:lnTo>
                    <a:pt x="1022" y="561"/>
                  </a:lnTo>
                  <a:lnTo>
                    <a:pt x="1046" y="561"/>
                  </a:lnTo>
                  <a:lnTo>
                    <a:pt x="1046" y="561"/>
                  </a:lnTo>
                  <a:lnTo>
                    <a:pt x="1060" y="561"/>
                  </a:lnTo>
                  <a:lnTo>
                    <a:pt x="1060" y="561"/>
                  </a:lnTo>
                  <a:lnTo>
                    <a:pt x="1107" y="561"/>
                  </a:lnTo>
                  <a:lnTo>
                    <a:pt x="1107" y="561"/>
                  </a:lnTo>
                  <a:lnTo>
                    <a:pt x="1119" y="561"/>
                  </a:lnTo>
                  <a:lnTo>
                    <a:pt x="1119" y="561"/>
                  </a:lnTo>
                  <a:lnTo>
                    <a:pt x="1142" y="561"/>
                  </a:lnTo>
                  <a:lnTo>
                    <a:pt x="1142" y="561"/>
                  </a:lnTo>
                  <a:lnTo>
                    <a:pt x="1154" y="561"/>
                  </a:lnTo>
                  <a:lnTo>
                    <a:pt x="1154" y="561"/>
                  </a:lnTo>
                  <a:lnTo>
                    <a:pt x="1178" y="561"/>
                  </a:lnTo>
                  <a:lnTo>
                    <a:pt x="1178" y="561"/>
                  </a:lnTo>
                  <a:lnTo>
                    <a:pt x="1189" y="561"/>
                  </a:lnTo>
                  <a:lnTo>
                    <a:pt x="1189" y="561"/>
                  </a:lnTo>
                  <a:lnTo>
                    <a:pt x="1213" y="561"/>
                  </a:lnTo>
                  <a:lnTo>
                    <a:pt x="1213" y="561"/>
                  </a:lnTo>
                  <a:lnTo>
                    <a:pt x="1225" y="561"/>
                  </a:lnTo>
                  <a:lnTo>
                    <a:pt x="1225" y="561"/>
                  </a:lnTo>
                  <a:lnTo>
                    <a:pt x="1248" y="561"/>
                  </a:lnTo>
                  <a:lnTo>
                    <a:pt x="1248" y="561"/>
                  </a:lnTo>
                  <a:lnTo>
                    <a:pt x="1260" y="561"/>
                  </a:lnTo>
                  <a:lnTo>
                    <a:pt x="1260" y="561"/>
                  </a:lnTo>
                  <a:lnTo>
                    <a:pt x="1284" y="561"/>
                  </a:lnTo>
                  <a:lnTo>
                    <a:pt x="1284" y="561"/>
                  </a:lnTo>
                  <a:lnTo>
                    <a:pt x="1298" y="561"/>
                  </a:lnTo>
                  <a:lnTo>
                    <a:pt x="1298" y="561"/>
                  </a:lnTo>
                  <a:lnTo>
                    <a:pt x="1321" y="561"/>
                  </a:lnTo>
                  <a:lnTo>
                    <a:pt x="1321" y="561"/>
                  </a:lnTo>
                  <a:lnTo>
                    <a:pt x="1333" y="561"/>
                  </a:lnTo>
                  <a:lnTo>
                    <a:pt x="1333" y="561"/>
                  </a:lnTo>
                  <a:lnTo>
                    <a:pt x="1380" y="561"/>
                  </a:lnTo>
                  <a:lnTo>
                    <a:pt x="1380" y="561"/>
                  </a:lnTo>
                  <a:lnTo>
                    <a:pt x="1392" y="561"/>
                  </a:lnTo>
                  <a:lnTo>
                    <a:pt x="1392" y="561"/>
                  </a:lnTo>
                  <a:lnTo>
                    <a:pt x="1416" y="561"/>
                  </a:lnTo>
                  <a:lnTo>
                    <a:pt x="1416" y="561"/>
                  </a:lnTo>
                  <a:lnTo>
                    <a:pt x="1427" y="561"/>
                  </a:lnTo>
                  <a:lnTo>
                    <a:pt x="1427" y="561"/>
                  </a:lnTo>
                  <a:lnTo>
                    <a:pt x="1451" y="561"/>
                  </a:lnTo>
                  <a:lnTo>
                    <a:pt x="1451" y="561"/>
                  </a:lnTo>
                  <a:lnTo>
                    <a:pt x="1463" y="561"/>
                  </a:lnTo>
                  <a:lnTo>
                    <a:pt x="1463" y="561"/>
                  </a:lnTo>
                  <a:lnTo>
                    <a:pt x="1486" y="561"/>
                  </a:lnTo>
                  <a:lnTo>
                    <a:pt x="1486" y="561"/>
                  </a:lnTo>
                  <a:lnTo>
                    <a:pt x="1498" y="561"/>
                  </a:lnTo>
                  <a:lnTo>
                    <a:pt x="1498" y="561"/>
                  </a:lnTo>
                  <a:lnTo>
                    <a:pt x="1522" y="561"/>
                  </a:lnTo>
                  <a:lnTo>
                    <a:pt x="1522" y="561"/>
                  </a:lnTo>
                  <a:lnTo>
                    <a:pt x="1533" y="561"/>
                  </a:lnTo>
                  <a:lnTo>
                    <a:pt x="1533" y="561"/>
                  </a:lnTo>
                  <a:lnTo>
                    <a:pt x="1559" y="561"/>
                  </a:lnTo>
                  <a:lnTo>
                    <a:pt x="1559" y="561"/>
                  </a:lnTo>
                  <a:lnTo>
                    <a:pt x="1571" y="561"/>
                  </a:lnTo>
                  <a:lnTo>
                    <a:pt x="1571" y="561"/>
                  </a:lnTo>
                  <a:lnTo>
                    <a:pt x="1595" y="561"/>
                  </a:lnTo>
                  <a:lnTo>
                    <a:pt x="1595" y="561"/>
                  </a:lnTo>
                  <a:lnTo>
                    <a:pt x="1607" y="561"/>
                  </a:lnTo>
                  <a:lnTo>
                    <a:pt x="1607" y="561"/>
                  </a:lnTo>
                  <a:lnTo>
                    <a:pt x="1654" y="561"/>
                  </a:lnTo>
                  <a:lnTo>
                    <a:pt x="1654" y="561"/>
                  </a:lnTo>
                  <a:lnTo>
                    <a:pt x="1665" y="561"/>
                  </a:lnTo>
                  <a:lnTo>
                    <a:pt x="1665" y="561"/>
                  </a:lnTo>
                  <a:lnTo>
                    <a:pt x="1689" y="561"/>
                  </a:lnTo>
                  <a:lnTo>
                    <a:pt x="1689" y="561"/>
                  </a:lnTo>
                  <a:lnTo>
                    <a:pt x="1701" y="561"/>
                  </a:lnTo>
                  <a:lnTo>
                    <a:pt x="1701" y="561"/>
                  </a:lnTo>
                  <a:lnTo>
                    <a:pt x="1724" y="561"/>
                  </a:lnTo>
                  <a:lnTo>
                    <a:pt x="1724" y="561"/>
                  </a:lnTo>
                  <a:lnTo>
                    <a:pt x="1736" y="561"/>
                  </a:lnTo>
                  <a:lnTo>
                    <a:pt x="1736" y="561"/>
                  </a:lnTo>
                  <a:lnTo>
                    <a:pt x="1760" y="561"/>
                  </a:lnTo>
                  <a:lnTo>
                    <a:pt x="1760" y="561"/>
                  </a:lnTo>
                  <a:lnTo>
                    <a:pt x="1809" y="561"/>
                  </a:lnTo>
                  <a:lnTo>
                    <a:pt x="1809" y="561"/>
                  </a:lnTo>
                  <a:lnTo>
                    <a:pt x="1833" y="561"/>
                  </a:lnTo>
                  <a:lnTo>
                    <a:pt x="1833" y="561"/>
                  </a:lnTo>
                  <a:lnTo>
                    <a:pt x="1844" y="561"/>
                  </a:lnTo>
                  <a:lnTo>
                    <a:pt x="1844" y="561"/>
                  </a:lnTo>
                  <a:lnTo>
                    <a:pt x="1868" y="561"/>
                  </a:lnTo>
                  <a:lnTo>
                    <a:pt x="1868" y="561"/>
                  </a:lnTo>
                  <a:lnTo>
                    <a:pt x="1880" y="561"/>
                  </a:lnTo>
                  <a:lnTo>
                    <a:pt x="1880" y="561"/>
                  </a:lnTo>
                  <a:lnTo>
                    <a:pt x="1903" y="561"/>
                  </a:lnTo>
                  <a:lnTo>
                    <a:pt x="1903" y="561"/>
                  </a:lnTo>
                  <a:lnTo>
                    <a:pt x="1915" y="561"/>
                  </a:lnTo>
                  <a:lnTo>
                    <a:pt x="1915" y="561"/>
                  </a:lnTo>
                  <a:lnTo>
                    <a:pt x="1939" y="561"/>
                  </a:lnTo>
                  <a:lnTo>
                    <a:pt x="1939" y="561"/>
                  </a:lnTo>
                  <a:lnTo>
                    <a:pt x="1951" y="561"/>
                  </a:lnTo>
                  <a:lnTo>
                    <a:pt x="1951" y="561"/>
                  </a:lnTo>
                  <a:lnTo>
                    <a:pt x="1974" y="561"/>
                  </a:lnTo>
                  <a:lnTo>
                    <a:pt x="1974" y="561"/>
                  </a:lnTo>
                  <a:lnTo>
                    <a:pt x="1986" y="561"/>
                  </a:lnTo>
                  <a:lnTo>
                    <a:pt x="1986" y="561"/>
                  </a:lnTo>
                  <a:lnTo>
                    <a:pt x="2009" y="561"/>
                  </a:lnTo>
                  <a:lnTo>
                    <a:pt x="2009" y="561"/>
                  </a:lnTo>
                  <a:lnTo>
                    <a:pt x="2021" y="561"/>
                  </a:lnTo>
                  <a:lnTo>
                    <a:pt x="2021" y="561"/>
                  </a:lnTo>
                  <a:lnTo>
                    <a:pt x="2047" y="561"/>
                  </a:lnTo>
                  <a:lnTo>
                    <a:pt x="2047" y="561"/>
                  </a:lnTo>
                  <a:lnTo>
                    <a:pt x="2059" y="561"/>
                  </a:lnTo>
                  <a:lnTo>
                    <a:pt x="2059" y="561"/>
                  </a:lnTo>
                  <a:lnTo>
                    <a:pt x="2082" y="561"/>
                  </a:lnTo>
                  <a:lnTo>
                    <a:pt x="2082" y="561"/>
                  </a:lnTo>
                  <a:lnTo>
                    <a:pt x="2130" y="561"/>
                  </a:lnTo>
                  <a:lnTo>
                    <a:pt x="2130" y="561"/>
                  </a:lnTo>
                  <a:lnTo>
                    <a:pt x="2153" y="561"/>
                  </a:lnTo>
                  <a:lnTo>
                    <a:pt x="2153" y="561"/>
                  </a:lnTo>
                  <a:lnTo>
                    <a:pt x="2165" y="561"/>
                  </a:lnTo>
                  <a:lnTo>
                    <a:pt x="2165" y="561"/>
                  </a:lnTo>
                  <a:lnTo>
                    <a:pt x="2188" y="561"/>
                  </a:lnTo>
                  <a:lnTo>
                    <a:pt x="2188" y="561"/>
                  </a:lnTo>
                  <a:lnTo>
                    <a:pt x="2212" y="561"/>
                  </a:lnTo>
                  <a:lnTo>
                    <a:pt x="2212" y="561"/>
                  </a:lnTo>
                  <a:lnTo>
                    <a:pt x="2224" y="561"/>
                  </a:lnTo>
                  <a:lnTo>
                    <a:pt x="2224" y="561"/>
                  </a:lnTo>
                  <a:lnTo>
                    <a:pt x="2247" y="561"/>
                  </a:lnTo>
                  <a:lnTo>
                    <a:pt x="2247" y="561"/>
                  </a:lnTo>
                  <a:lnTo>
                    <a:pt x="2297" y="561"/>
                  </a:lnTo>
                  <a:lnTo>
                    <a:pt x="2297" y="561"/>
                  </a:lnTo>
                  <a:lnTo>
                    <a:pt x="2309" y="561"/>
                  </a:lnTo>
                  <a:lnTo>
                    <a:pt x="2309" y="561"/>
                  </a:lnTo>
                  <a:lnTo>
                    <a:pt x="2320" y="561"/>
                  </a:lnTo>
                  <a:lnTo>
                    <a:pt x="2320" y="561"/>
                  </a:lnTo>
                  <a:lnTo>
                    <a:pt x="2325" y="561"/>
                  </a:lnTo>
                  <a:lnTo>
                    <a:pt x="2332" y="561"/>
                  </a:lnTo>
                  <a:lnTo>
                    <a:pt x="2332" y="561"/>
                  </a:lnTo>
                  <a:lnTo>
                    <a:pt x="2332" y="558"/>
                  </a:lnTo>
                  <a:lnTo>
                    <a:pt x="2332" y="554"/>
                  </a:lnTo>
                  <a:lnTo>
                    <a:pt x="2332" y="549"/>
                  </a:lnTo>
                  <a:lnTo>
                    <a:pt x="2332" y="54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61"/>
            <p:cNvSpPr>
              <a:spLocks/>
            </p:cNvSpPr>
            <p:nvPr/>
          </p:nvSpPr>
          <p:spPr bwMode="auto">
            <a:xfrm>
              <a:off x="685800" y="3138663"/>
              <a:ext cx="3962400" cy="546100"/>
            </a:xfrm>
            <a:custGeom>
              <a:avLst/>
              <a:gdLst>
                <a:gd name="T0" fmla="*/ 2330 w 2366"/>
                <a:gd name="T1" fmla="*/ 106 h 344"/>
                <a:gd name="T2" fmla="*/ 2283 w 2366"/>
                <a:gd name="T3" fmla="*/ 58 h 344"/>
                <a:gd name="T4" fmla="*/ 2271 w 2366"/>
                <a:gd name="T5" fmla="*/ 11 h 344"/>
                <a:gd name="T6" fmla="*/ 2236 w 2366"/>
                <a:gd name="T7" fmla="*/ 23 h 344"/>
                <a:gd name="T8" fmla="*/ 2175 w 2366"/>
                <a:gd name="T9" fmla="*/ 58 h 344"/>
                <a:gd name="T10" fmla="*/ 2128 w 2366"/>
                <a:gd name="T11" fmla="*/ 188 h 344"/>
                <a:gd name="T12" fmla="*/ 2081 w 2366"/>
                <a:gd name="T13" fmla="*/ 165 h 344"/>
                <a:gd name="T14" fmla="*/ 2026 w 2366"/>
                <a:gd name="T15" fmla="*/ 188 h 344"/>
                <a:gd name="T16" fmla="*/ 1974 w 2366"/>
                <a:gd name="T17" fmla="*/ 188 h 344"/>
                <a:gd name="T18" fmla="*/ 1913 w 2366"/>
                <a:gd name="T19" fmla="*/ 200 h 344"/>
                <a:gd name="T20" fmla="*/ 1838 w 2366"/>
                <a:gd name="T21" fmla="*/ 153 h 344"/>
                <a:gd name="T22" fmla="*/ 1748 w 2366"/>
                <a:gd name="T23" fmla="*/ 129 h 344"/>
                <a:gd name="T24" fmla="*/ 1713 w 2366"/>
                <a:gd name="T25" fmla="*/ 141 h 344"/>
                <a:gd name="T26" fmla="*/ 1671 w 2366"/>
                <a:gd name="T27" fmla="*/ 82 h 344"/>
                <a:gd name="T28" fmla="*/ 1616 w 2366"/>
                <a:gd name="T29" fmla="*/ 106 h 344"/>
                <a:gd name="T30" fmla="*/ 1581 w 2366"/>
                <a:gd name="T31" fmla="*/ 108 h 344"/>
                <a:gd name="T32" fmla="*/ 1569 w 2366"/>
                <a:gd name="T33" fmla="*/ 165 h 344"/>
                <a:gd name="T34" fmla="*/ 1546 w 2366"/>
                <a:gd name="T35" fmla="*/ 160 h 344"/>
                <a:gd name="T36" fmla="*/ 1522 w 2366"/>
                <a:gd name="T37" fmla="*/ 117 h 344"/>
                <a:gd name="T38" fmla="*/ 1487 w 2366"/>
                <a:gd name="T39" fmla="*/ 63 h 344"/>
                <a:gd name="T40" fmla="*/ 1402 w 2366"/>
                <a:gd name="T41" fmla="*/ 47 h 344"/>
                <a:gd name="T42" fmla="*/ 1261 w 2366"/>
                <a:gd name="T43" fmla="*/ 188 h 344"/>
                <a:gd name="T44" fmla="*/ 1237 w 2366"/>
                <a:gd name="T45" fmla="*/ 249 h 344"/>
                <a:gd name="T46" fmla="*/ 1188 w 2366"/>
                <a:gd name="T47" fmla="*/ 249 h 344"/>
                <a:gd name="T48" fmla="*/ 1152 w 2366"/>
                <a:gd name="T49" fmla="*/ 235 h 344"/>
                <a:gd name="T50" fmla="*/ 1117 w 2366"/>
                <a:gd name="T51" fmla="*/ 261 h 344"/>
                <a:gd name="T52" fmla="*/ 1074 w 2366"/>
                <a:gd name="T53" fmla="*/ 285 h 344"/>
                <a:gd name="T54" fmla="*/ 961 w 2366"/>
                <a:gd name="T55" fmla="*/ 200 h 344"/>
                <a:gd name="T56" fmla="*/ 968 w 2366"/>
                <a:gd name="T57" fmla="*/ 285 h 344"/>
                <a:gd name="T58" fmla="*/ 902 w 2366"/>
                <a:gd name="T59" fmla="*/ 273 h 344"/>
                <a:gd name="T60" fmla="*/ 867 w 2366"/>
                <a:gd name="T61" fmla="*/ 261 h 344"/>
                <a:gd name="T62" fmla="*/ 832 w 2366"/>
                <a:gd name="T63" fmla="*/ 285 h 344"/>
                <a:gd name="T64" fmla="*/ 737 w 2366"/>
                <a:gd name="T65" fmla="*/ 235 h 344"/>
                <a:gd name="T66" fmla="*/ 653 w 2366"/>
                <a:gd name="T67" fmla="*/ 174 h 344"/>
                <a:gd name="T68" fmla="*/ 641 w 2366"/>
                <a:gd name="T69" fmla="*/ 261 h 344"/>
                <a:gd name="T70" fmla="*/ 558 w 2366"/>
                <a:gd name="T71" fmla="*/ 261 h 344"/>
                <a:gd name="T72" fmla="*/ 535 w 2366"/>
                <a:gd name="T73" fmla="*/ 261 h 344"/>
                <a:gd name="T74" fmla="*/ 481 w 2366"/>
                <a:gd name="T75" fmla="*/ 247 h 344"/>
                <a:gd name="T76" fmla="*/ 464 w 2366"/>
                <a:gd name="T77" fmla="*/ 242 h 344"/>
                <a:gd name="T78" fmla="*/ 426 w 2366"/>
                <a:gd name="T79" fmla="*/ 188 h 344"/>
                <a:gd name="T80" fmla="*/ 403 w 2366"/>
                <a:gd name="T81" fmla="*/ 129 h 344"/>
                <a:gd name="T82" fmla="*/ 379 w 2366"/>
                <a:gd name="T83" fmla="*/ 200 h 344"/>
                <a:gd name="T84" fmla="*/ 344 w 2366"/>
                <a:gd name="T85" fmla="*/ 261 h 344"/>
                <a:gd name="T86" fmla="*/ 297 w 2366"/>
                <a:gd name="T87" fmla="*/ 261 h 344"/>
                <a:gd name="T88" fmla="*/ 262 w 2366"/>
                <a:gd name="T89" fmla="*/ 266 h 344"/>
                <a:gd name="T90" fmla="*/ 196 w 2366"/>
                <a:gd name="T91" fmla="*/ 259 h 344"/>
                <a:gd name="T92" fmla="*/ 106 w 2366"/>
                <a:gd name="T93" fmla="*/ 249 h 344"/>
                <a:gd name="T94" fmla="*/ 64 w 2366"/>
                <a:gd name="T95" fmla="*/ 247 h 344"/>
                <a:gd name="T96" fmla="*/ 0 w 2366"/>
                <a:gd name="T97" fmla="*/ 320 h 344"/>
                <a:gd name="T98" fmla="*/ 177 w 2366"/>
                <a:gd name="T99" fmla="*/ 344 h 344"/>
                <a:gd name="T100" fmla="*/ 344 w 2366"/>
                <a:gd name="T101" fmla="*/ 344 h 344"/>
                <a:gd name="T102" fmla="*/ 558 w 2366"/>
                <a:gd name="T103" fmla="*/ 344 h 344"/>
                <a:gd name="T104" fmla="*/ 749 w 2366"/>
                <a:gd name="T105" fmla="*/ 344 h 344"/>
                <a:gd name="T106" fmla="*/ 902 w 2366"/>
                <a:gd name="T107" fmla="*/ 344 h 344"/>
                <a:gd name="T108" fmla="*/ 1093 w 2366"/>
                <a:gd name="T109" fmla="*/ 344 h 344"/>
                <a:gd name="T110" fmla="*/ 1272 w 2366"/>
                <a:gd name="T111" fmla="*/ 344 h 344"/>
                <a:gd name="T112" fmla="*/ 1437 w 2366"/>
                <a:gd name="T113" fmla="*/ 344 h 344"/>
                <a:gd name="T114" fmla="*/ 1616 w 2366"/>
                <a:gd name="T115" fmla="*/ 344 h 344"/>
                <a:gd name="T116" fmla="*/ 1807 w 2366"/>
                <a:gd name="T117" fmla="*/ 344 h 344"/>
                <a:gd name="T118" fmla="*/ 1998 w 2366"/>
                <a:gd name="T119" fmla="*/ 344 h 344"/>
                <a:gd name="T120" fmla="*/ 2163 w 2366"/>
                <a:gd name="T121" fmla="*/ 34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366" h="344">
                  <a:moveTo>
                    <a:pt x="2366" y="82"/>
                  </a:moveTo>
                  <a:lnTo>
                    <a:pt x="2366" y="82"/>
                  </a:lnTo>
                  <a:lnTo>
                    <a:pt x="2366" y="82"/>
                  </a:lnTo>
                  <a:lnTo>
                    <a:pt x="2361" y="82"/>
                  </a:lnTo>
                  <a:lnTo>
                    <a:pt x="2354" y="82"/>
                  </a:lnTo>
                  <a:lnTo>
                    <a:pt x="2354" y="82"/>
                  </a:lnTo>
                  <a:lnTo>
                    <a:pt x="2354" y="87"/>
                  </a:lnTo>
                  <a:lnTo>
                    <a:pt x="2354" y="94"/>
                  </a:lnTo>
                  <a:lnTo>
                    <a:pt x="2354" y="94"/>
                  </a:lnTo>
                  <a:lnTo>
                    <a:pt x="2349" y="94"/>
                  </a:lnTo>
                  <a:lnTo>
                    <a:pt x="2342" y="94"/>
                  </a:lnTo>
                  <a:lnTo>
                    <a:pt x="2342" y="94"/>
                  </a:lnTo>
                  <a:lnTo>
                    <a:pt x="2337" y="94"/>
                  </a:lnTo>
                  <a:lnTo>
                    <a:pt x="2330" y="94"/>
                  </a:lnTo>
                  <a:lnTo>
                    <a:pt x="2330" y="94"/>
                  </a:lnTo>
                  <a:lnTo>
                    <a:pt x="2330" y="99"/>
                  </a:lnTo>
                  <a:lnTo>
                    <a:pt x="2330" y="106"/>
                  </a:lnTo>
                  <a:lnTo>
                    <a:pt x="2330" y="106"/>
                  </a:lnTo>
                  <a:lnTo>
                    <a:pt x="2328" y="106"/>
                  </a:lnTo>
                  <a:lnTo>
                    <a:pt x="2326" y="106"/>
                  </a:lnTo>
                  <a:lnTo>
                    <a:pt x="2318" y="106"/>
                  </a:lnTo>
                  <a:lnTo>
                    <a:pt x="2318" y="106"/>
                  </a:lnTo>
                  <a:lnTo>
                    <a:pt x="2318" y="94"/>
                  </a:lnTo>
                  <a:lnTo>
                    <a:pt x="2318" y="94"/>
                  </a:lnTo>
                  <a:lnTo>
                    <a:pt x="2318" y="82"/>
                  </a:lnTo>
                  <a:lnTo>
                    <a:pt x="2318" y="82"/>
                  </a:lnTo>
                  <a:lnTo>
                    <a:pt x="2318" y="75"/>
                  </a:lnTo>
                  <a:lnTo>
                    <a:pt x="2318" y="70"/>
                  </a:lnTo>
                  <a:lnTo>
                    <a:pt x="2318" y="70"/>
                  </a:lnTo>
                  <a:lnTo>
                    <a:pt x="2316" y="70"/>
                  </a:lnTo>
                  <a:lnTo>
                    <a:pt x="2314" y="70"/>
                  </a:lnTo>
                  <a:lnTo>
                    <a:pt x="2307" y="70"/>
                  </a:lnTo>
                  <a:lnTo>
                    <a:pt x="2307" y="70"/>
                  </a:lnTo>
                  <a:lnTo>
                    <a:pt x="2283" y="70"/>
                  </a:lnTo>
                  <a:lnTo>
                    <a:pt x="2283" y="70"/>
                  </a:lnTo>
                  <a:lnTo>
                    <a:pt x="2283" y="58"/>
                  </a:lnTo>
                  <a:lnTo>
                    <a:pt x="2283" y="58"/>
                  </a:lnTo>
                  <a:lnTo>
                    <a:pt x="2283" y="47"/>
                  </a:lnTo>
                  <a:lnTo>
                    <a:pt x="2283" y="47"/>
                  </a:lnTo>
                  <a:lnTo>
                    <a:pt x="2283" y="35"/>
                  </a:lnTo>
                  <a:lnTo>
                    <a:pt x="2283" y="35"/>
                  </a:lnTo>
                  <a:lnTo>
                    <a:pt x="2283" y="28"/>
                  </a:lnTo>
                  <a:lnTo>
                    <a:pt x="2283" y="23"/>
                  </a:lnTo>
                  <a:lnTo>
                    <a:pt x="2283" y="23"/>
                  </a:lnTo>
                  <a:lnTo>
                    <a:pt x="2281" y="21"/>
                  </a:lnTo>
                  <a:lnTo>
                    <a:pt x="2276" y="23"/>
                  </a:lnTo>
                  <a:lnTo>
                    <a:pt x="2274" y="23"/>
                  </a:lnTo>
                  <a:lnTo>
                    <a:pt x="2271" y="23"/>
                  </a:lnTo>
                  <a:lnTo>
                    <a:pt x="2271" y="23"/>
                  </a:lnTo>
                  <a:lnTo>
                    <a:pt x="2271" y="21"/>
                  </a:lnTo>
                  <a:lnTo>
                    <a:pt x="2271" y="16"/>
                  </a:lnTo>
                  <a:lnTo>
                    <a:pt x="2271" y="14"/>
                  </a:lnTo>
                  <a:lnTo>
                    <a:pt x="2271" y="11"/>
                  </a:lnTo>
                  <a:lnTo>
                    <a:pt x="2271" y="11"/>
                  </a:lnTo>
                  <a:lnTo>
                    <a:pt x="2269" y="9"/>
                  </a:lnTo>
                  <a:lnTo>
                    <a:pt x="2264" y="9"/>
                  </a:lnTo>
                  <a:lnTo>
                    <a:pt x="2260" y="11"/>
                  </a:lnTo>
                  <a:lnTo>
                    <a:pt x="2260" y="11"/>
                  </a:lnTo>
                  <a:lnTo>
                    <a:pt x="2260" y="4"/>
                  </a:lnTo>
                  <a:lnTo>
                    <a:pt x="2260" y="2"/>
                  </a:lnTo>
                  <a:lnTo>
                    <a:pt x="2260" y="0"/>
                  </a:lnTo>
                  <a:lnTo>
                    <a:pt x="2260" y="0"/>
                  </a:lnTo>
                  <a:lnTo>
                    <a:pt x="2248" y="0"/>
                  </a:lnTo>
                  <a:lnTo>
                    <a:pt x="2248" y="0"/>
                  </a:lnTo>
                  <a:lnTo>
                    <a:pt x="2248" y="11"/>
                  </a:lnTo>
                  <a:lnTo>
                    <a:pt x="2248" y="11"/>
                  </a:lnTo>
                  <a:lnTo>
                    <a:pt x="2248" y="16"/>
                  </a:lnTo>
                  <a:lnTo>
                    <a:pt x="2248" y="23"/>
                  </a:lnTo>
                  <a:lnTo>
                    <a:pt x="2248" y="23"/>
                  </a:lnTo>
                  <a:lnTo>
                    <a:pt x="2241" y="23"/>
                  </a:lnTo>
                  <a:lnTo>
                    <a:pt x="2236" y="23"/>
                  </a:lnTo>
                  <a:lnTo>
                    <a:pt x="2236" y="23"/>
                  </a:lnTo>
                  <a:lnTo>
                    <a:pt x="2236" y="28"/>
                  </a:lnTo>
                  <a:lnTo>
                    <a:pt x="2236" y="35"/>
                  </a:lnTo>
                  <a:lnTo>
                    <a:pt x="2236" y="35"/>
                  </a:lnTo>
                  <a:lnTo>
                    <a:pt x="2229" y="35"/>
                  </a:lnTo>
                  <a:lnTo>
                    <a:pt x="2224" y="35"/>
                  </a:lnTo>
                  <a:lnTo>
                    <a:pt x="2224" y="35"/>
                  </a:lnTo>
                  <a:lnTo>
                    <a:pt x="2222" y="40"/>
                  </a:lnTo>
                  <a:lnTo>
                    <a:pt x="2224" y="47"/>
                  </a:lnTo>
                  <a:lnTo>
                    <a:pt x="2224" y="47"/>
                  </a:lnTo>
                  <a:lnTo>
                    <a:pt x="2224" y="58"/>
                  </a:lnTo>
                  <a:lnTo>
                    <a:pt x="2224" y="58"/>
                  </a:lnTo>
                  <a:lnTo>
                    <a:pt x="2212" y="58"/>
                  </a:lnTo>
                  <a:lnTo>
                    <a:pt x="2212" y="58"/>
                  </a:lnTo>
                  <a:lnTo>
                    <a:pt x="2201" y="58"/>
                  </a:lnTo>
                  <a:lnTo>
                    <a:pt x="2201" y="58"/>
                  </a:lnTo>
                  <a:lnTo>
                    <a:pt x="2187" y="58"/>
                  </a:lnTo>
                  <a:lnTo>
                    <a:pt x="2187" y="58"/>
                  </a:lnTo>
                  <a:lnTo>
                    <a:pt x="2175" y="58"/>
                  </a:lnTo>
                  <a:lnTo>
                    <a:pt x="2175" y="58"/>
                  </a:lnTo>
                  <a:lnTo>
                    <a:pt x="2170" y="58"/>
                  </a:lnTo>
                  <a:lnTo>
                    <a:pt x="2163" y="58"/>
                  </a:lnTo>
                  <a:lnTo>
                    <a:pt x="2163" y="58"/>
                  </a:lnTo>
                  <a:lnTo>
                    <a:pt x="2163" y="63"/>
                  </a:lnTo>
                  <a:lnTo>
                    <a:pt x="2163" y="70"/>
                  </a:lnTo>
                  <a:lnTo>
                    <a:pt x="2163" y="70"/>
                  </a:lnTo>
                  <a:lnTo>
                    <a:pt x="2161" y="70"/>
                  </a:lnTo>
                  <a:lnTo>
                    <a:pt x="2158" y="70"/>
                  </a:lnTo>
                  <a:lnTo>
                    <a:pt x="2151" y="70"/>
                  </a:lnTo>
                  <a:lnTo>
                    <a:pt x="2151" y="70"/>
                  </a:lnTo>
                  <a:lnTo>
                    <a:pt x="2128" y="70"/>
                  </a:lnTo>
                  <a:lnTo>
                    <a:pt x="2128" y="70"/>
                  </a:lnTo>
                  <a:lnTo>
                    <a:pt x="2128" y="94"/>
                  </a:lnTo>
                  <a:lnTo>
                    <a:pt x="2128" y="94"/>
                  </a:lnTo>
                  <a:lnTo>
                    <a:pt x="2128" y="141"/>
                  </a:lnTo>
                  <a:lnTo>
                    <a:pt x="2128" y="141"/>
                  </a:lnTo>
                  <a:lnTo>
                    <a:pt x="2128" y="188"/>
                  </a:lnTo>
                  <a:lnTo>
                    <a:pt x="2128" y="188"/>
                  </a:lnTo>
                  <a:lnTo>
                    <a:pt x="2123" y="188"/>
                  </a:lnTo>
                  <a:lnTo>
                    <a:pt x="2116" y="188"/>
                  </a:lnTo>
                  <a:lnTo>
                    <a:pt x="2116" y="188"/>
                  </a:lnTo>
                  <a:lnTo>
                    <a:pt x="2116" y="183"/>
                  </a:lnTo>
                  <a:lnTo>
                    <a:pt x="2116" y="176"/>
                  </a:lnTo>
                  <a:lnTo>
                    <a:pt x="2116" y="176"/>
                  </a:lnTo>
                  <a:lnTo>
                    <a:pt x="2116" y="172"/>
                  </a:lnTo>
                  <a:lnTo>
                    <a:pt x="2116" y="165"/>
                  </a:lnTo>
                  <a:lnTo>
                    <a:pt x="2116" y="165"/>
                  </a:lnTo>
                  <a:lnTo>
                    <a:pt x="2111" y="165"/>
                  </a:lnTo>
                  <a:lnTo>
                    <a:pt x="2104" y="165"/>
                  </a:lnTo>
                  <a:lnTo>
                    <a:pt x="2104" y="165"/>
                  </a:lnTo>
                  <a:lnTo>
                    <a:pt x="2099" y="165"/>
                  </a:lnTo>
                  <a:lnTo>
                    <a:pt x="2092" y="165"/>
                  </a:lnTo>
                  <a:lnTo>
                    <a:pt x="2092" y="165"/>
                  </a:lnTo>
                  <a:lnTo>
                    <a:pt x="2081" y="165"/>
                  </a:lnTo>
                  <a:lnTo>
                    <a:pt x="2081" y="165"/>
                  </a:lnTo>
                  <a:lnTo>
                    <a:pt x="2057" y="165"/>
                  </a:lnTo>
                  <a:lnTo>
                    <a:pt x="2057" y="165"/>
                  </a:lnTo>
                  <a:lnTo>
                    <a:pt x="2050" y="165"/>
                  </a:lnTo>
                  <a:lnTo>
                    <a:pt x="2048" y="165"/>
                  </a:lnTo>
                  <a:lnTo>
                    <a:pt x="2045" y="165"/>
                  </a:lnTo>
                  <a:lnTo>
                    <a:pt x="2045" y="165"/>
                  </a:lnTo>
                  <a:lnTo>
                    <a:pt x="2045" y="167"/>
                  </a:lnTo>
                  <a:lnTo>
                    <a:pt x="2045" y="172"/>
                  </a:lnTo>
                  <a:lnTo>
                    <a:pt x="2045" y="176"/>
                  </a:lnTo>
                  <a:lnTo>
                    <a:pt x="2045" y="176"/>
                  </a:lnTo>
                  <a:lnTo>
                    <a:pt x="2045" y="183"/>
                  </a:lnTo>
                  <a:lnTo>
                    <a:pt x="2045" y="186"/>
                  </a:lnTo>
                  <a:lnTo>
                    <a:pt x="2045" y="188"/>
                  </a:lnTo>
                  <a:lnTo>
                    <a:pt x="2045" y="188"/>
                  </a:lnTo>
                  <a:lnTo>
                    <a:pt x="2038" y="188"/>
                  </a:lnTo>
                  <a:lnTo>
                    <a:pt x="2033" y="188"/>
                  </a:lnTo>
                  <a:lnTo>
                    <a:pt x="2033" y="188"/>
                  </a:lnTo>
                  <a:lnTo>
                    <a:pt x="2026" y="188"/>
                  </a:lnTo>
                  <a:lnTo>
                    <a:pt x="2022" y="188"/>
                  </a:lnTo>
                  <a:lnTo>
                    <a:pt x="2022" y="188"/>
                  </a:lnTo>
                  <a:lnTo>
                    <a:pt x="2022" y="186"/>
                  </a:lnTo>
                  <a:lnTo>
                    <a:pt x="2022" y="183"/>
                  </a:lnTo>
                  <a:lnTo>
                    <a:pt x="2022" y="176"/>
                  </a:lnTo>
                  <a:lnTo>
                    <a:pt x="2022" y="176"/>
                  </a:lnTo>
                  <a:lnTo>
                    <a:pt x="1998" y="176"/>
                  </a:lnTo>
                  <a:lnTo>
                    <a:pt x="1998" y="176"/>
                  </a:lnTo>
                  <a:lnTo>
                    <a:pt x="1998" y="200"/>
                  </a:lnTo>
                  <a:lnTo>
                    <a:pt x="1998" y="200"/>
                  </a:lnTo>
                  <a:lnTo>
                    <a:pt x="1986" y="200"/>
                  </a:lnTo>
                  <a:lnTo>
                    <a:pt x="1986" y="200"/>
                  </a:lnTo>
                  <a:lnTo>
                    <a:pt x="1979" y="200"/>
                  </a:lnTo>
                  <a:lnTo>
                    <a:pt x="1974" y="200"/>
                  </a:lnTo>
                  <a:lnTo>
                    <a:pt x="1974" y="200"/>
                  </a:lnTo>
                  <a:lnTo>
                    <a:pt x="1972" y="198"/>
                  </a:lnTo>
                  <a:lnTo>
                    <a:pt x="1974" y="195"/>
                  </a:lnTo>
                  <a:lnTo>
                    <a:pt x="1974" y="188"/>
                  </a:lnTo>
                  <a:lnTo>
                    <a:pt x="1974" y="188"/>
                  </a:lnTo>
                  <a:lnTo>
                    <a:pt x="1951" y="188"/>
                  </a:lnTo>
                  <a:lnTo>
                    <a:pt x="1951" y="188"/>
                  </a:lnTo>
                  <a:lnTo>
                    <a:pt x="1951" y="200"/>
                  </a:lnTo>
                  <a:lnTo>
                    <a:pt x="1951" y="200"/>
                  </a:lnTo>
                  <a:lnTo>
                    <a:pt x="1951" y="207"/>
                  </a:lnTo>
                  <a:lnTo>
                    <a:pt x="1951" y="212"/>
                  </a:lnTo>
                  <a:lnTo>
                    <a:pt x="1951" y="212"/>
                  </a:lnTo>
                  <a:lnTo>
                    <a:pt x="1944" y="214"/>
                  </a:lnTo>
                  <a:lnTo>
                    <a:pt x="1937" y="212"/>
                  </a:lnTo>
                  <a:lnTo>
                    <a:pt x="1937" y="212"/>
                  </a:lnTo>
                  <a:lnTo>
                    <a:pt x="1937" y="200"/>
                  </a:lnTo>
                  <a:lnTo>
                    <a:pt x="1937" y="200"/>
                  </a:lnTo>
                  <a:lnTo>
                    <a:pt x="1932" y="200"/>
                  </a:lnTo>
                  <a:lnTo>
                    <a:pt x="1925" y="200"/>
                  </a:lnTo>
                  <a:lnTo>
                    <a:pt x="1925" y="200"/>
                  </a:lnTo>
                  <a:lnTo>
                    <a:pt x="1913" y="200"/>
                  </a:lnTo>
                  <a:lnTo>
                    <a:pt x="1913" y="200"/>
                  </a:lnTo>
                  <a:lnTo>
                    <a:pt x="1901" y="200"/>
                  </a:lnTo>
                  <a:lnTo>
                    <a:pt x="1901" y="200"/>
                  </a:lnTo>
                  <a:lnTo>
                    <a:pt x="1890" y="200"/>
                  </a:lnTo>
                  <a:lnTo>
                    <a:pt x="1890" y="200"/>
                  </a:lnTo>
                  <a:lnTo>
                    <a:pt x="1866" y="200"/>
                  </a:lnTo>
                  <a:lnTo>
                    <a:pt x="1866" y="200"/>
                  </a:lnTo>
                  <a:lnTo>
                    <a:pt x="1843" y="200"/>
                  </a:lnTo>
                  <a:lnTo>
                    <a:pt x="1843" y="200"/>
                  </a:lnTo>
                  <a:lnTo>
                    <a:pt x="1843" y="188"/>
                  </a:lnTo>
                  <a:lnTo>
                    <a:pt x="1843" y="188"/>
                  </a:lnTo>
                  <a:lnTo>
                    <a:pt x="1843" y="176"/>
                  </a:lnTo>
                  <a:lnTo>
                    <a:pt x="1843" y="176"/>
                  </a:lnTo>
                  <a:lnTo>
                    <a:pt x="1843" y="165"/>
                  </a:lnTo>
                  <a:lnTo>
                    <a:pt x="1843" y="165"/>
                  </a:lnTo>
                  <a:lnTo>
                    <a:pt x="1843" y="160"/>
                  </a:lnTo>
                  <a:lnTo>
                    <a:pt x="1843" y="153"/>
                  </a:lnTo>
                  <a:lnTo>
                    <a:pt x="1843" y="153"/>
                  </a:lnTo>
                  <a:lnTo>
                    <a:pt x="1838" y="153"/>
                  </a:lnTo>
                  <a:lnTo>
                    <a:pt x="1831" y="153"/>
                  </a:lnTo>
                  <a:lnTo>
                    <a:pt x="1831" y="153"/>
                  </a:lnTo>
                  <a:lnTo>
                    <a:pt x="1831" y="150"/>
                  </a:lnTo>
                  <a:lnTo>
                    <a:pt x="1831" y="148"/>
                  </a:lnTo>
                  <a:lnTo>
                    <a:pt x="1831" y="141"/>
                  </a:lnTo>
                  <a:lnTo>
                    <a:pt x="1831" y="141"/>
                  </a:lnTo>
                  <a:lnTo>
                    <a:pt x="1784" y="141"/>
                  </a:lnTo>
                  <a:lnTo>
                    <a:pt x="1784" y="141"/>
                  </a:lnTo>
                  <a:lnTo>
                    <a:pt x="1784" y="136"/>
                  </a:lnTo>
                  <a:lnTo>
                    <a:pt x="1784" y="132"/>
                  </a:lnTo>
                  <a:lnTo>
                    <a:pt x="1784" y="129"/>
                  </a:lnTo>
                  <a:lnTo>
                    <a:pt x="1784" y="129"/>
                  </a:lnTo>
                  <a:lnTo>
                    <a:pt x="1772" y="129"/>
                  </a:lnTo>
                  <a:lnTo>
                    <a:pt x="1772" y="129"/>
                  </a:lnTo>
                  <a:lnTo>
                    <a:pt x="1760" y="129"/>
                  </a:lnTo>
                  <a:lnTo>
                    <a:pt x="1760" y="129"/>
                  </a:lnTo>
                  <a:lnTo>
                    <a:pt x="1748" y="129"/>
                  </a:lnTo>
                  <a:lnTo>
                    <a:pt x="1748" y="129"/>
                  </a:lnTo>
                  <a:lnTo>
                    <a:pt x="1748" y="136"/>
                  </a:lnTo>
                  <a:lnTo>
                    <a:pt x="1748" y="139"/>
                  </a:lnTo>
                  <a:lnTo>
                    <a:pt x="1748" y="141"/>
                  </a:lnTo>
                  <a:lnTo>
                    <a:pt x="1748" y="141"/>
                  </a:lnTo>
                  <a:lnTo>
                    <a:pt x="1741" y="141"/>
                  </a:lnTo>
                  <a:lnTo>
                    <a:pt x="1737" y="141"/>
                  </a:lnTo>
                  <a:lnTo>
                    <a:pt x="1737" y="141"/>
                  </a:lnTo>
                  <a:lnTo>
                    <a:pt x="1734" y="148"/>
                  </a:lnTo>
                  <a:lnTo>
                    <a:pt x="1737" y="153"/>
                  </a:lnTo>
                  <a:lnTo>
                    <a:pt x="1737" y="153"/>
                  </a:lnTo>
                  <a:lnTo>
                    <a:pt x="1737" y="176"/>
                  </a:lnTo>
                  <a:lnTo>
                    <a:pt x="1737" y="176"/>
                  </a:lnTo>
                  <a:lnTo>
                    <a:pt x="1713" y="176"/>
                  </a:lnTo>
                  <a:lnTo>
                    <a:pt x="1713" y="176"/>
                  </a:lnTo>
                  <a:lnTo>
                    <a:pt x="1713" y="153"/>
                  </a:lnTo>
                  <a:lnTo>
                    <a:pt x="1713" y="153"/>
                  </a:lnTo>
                  <a:lnTo>
                    <a:pt x="1713" y="141"/>
                  </a:lnTo>
                  <a:lnTo>
                    <a:pt x="1713" y="141"/>
                  </a:lnTo>
                  <a:lnTo>
                    <a:pt x="1713" y="129"/>
                  </a:lnTo>
                  <a:lnTo>
                    <a:pt x="1713" y="129"/>
                  </a:lnTo>
                  <a:lnTo>
                    <a:pt x="1713" y="122"/>
                  </a:lnTo>
                  <a:lnTo>
                    <a:pt x="1713" y="117"/>
                  </a:lnTo>
                  <a:lnTo>
                    <a:pt x="1713" y="117"/>
                  </a:lnTo>
                  <a:lnTo>
                    <a:pt x="1713" y="110"/>
                  </a:lnTo>
                  <a:lnTo>
                    <a:pt x="1713" y="106"/>
                  </a:lnTo>
                  <a:lnTo>
                    <a:pt x="1713" y="106"/>
                  </a:lnTo>
                  <a:lnTo>
                    <a:pt x="1706" y="106"/>
                  </a:lnTo>
                  <a:lnTo>
                    <a:pt x="1699" y="106"/>
                  </a:lnTo>
                  <a:lnTo>
                    <a:pt x="1699" y="106"/>
                  </a:lnTo>
                  <a:lnTo>
                    <a:pt x="1687" y="106"/>
                  </a:lnTo>
                  <a:lnTo>
                    <a:pt x="1687" y="106"/>
                  </a:lnTo>
                  <a:lnTo>
                    <a:pt x="1687" y="82"/>
                  </a:lnTo>
                  <a:lnTo>
                    <a:pt x="1687" y="82"/>
                  </a:lnTo>
                  <a:lnTo>
                    <a:pt x="1675" y="82"/>
                  </a:lnTo>
                  <a:lnTo>
                    <a:pt x="1675" y="82"/>
                  </a:lnTo>
                  <a:lnTo>
                    <a:pt x="1671" y="82"/>
                  </a:lnTo>
                  <a:lnTo>
                    <a:pt x="1663" y="82"/>
                  </a:lnTo>
                  <a:lnTo>
                    <a:pt x="1663" y="82"/>
                  </a:lnTo>
                  <a:lnTo>
                    <a:pt x="1663" y="87"/>
                  </a:lnTo>
                  <a:lnTo>
                    <a:pt x="1666" y="91"/>
                  </a:lnTo>
                  <a:lnTo>
                    <a:pt x="1663" y="94"/>
                  </a:lnTo>
                  <a:lnTo>
                    <a:pt x="1663" y="94"/>
                  </a:lnTo>
                  <a:lnTo>
                    <a:pt x="1663" y="99"/>
                  </a:lnTo>
                  <a:lnTo>
                    <a:pt x="1663" y="106"/>
                  </a:lnTo>
                  <a:lnTo>
                    <a:pt x="1663" y="106"/>
                  </a:lnTo>
                  <a:lnTo>
                    <a:pt x="1659" y="106"/>
                  </a:lnTo>
                  <a:lnTo>
                    <a:pt x="1652" y="106"/>
                  </a:lnTo>
                  <a:lnTo>
                    <a:pt x="1652" y="106"/>
                  </a:lnTo>
                  <a:lnTo>
                    <a:pt x="1640" y="106"/>
                  </a:lnTo>
                  <a:lnTo>
                    <a:pt x="1640" y="106"/>
                  </a:lnTo>
                  <a:lnTo>
                    <a:pt x="1628" y="106"/>
                  </a:lnTo>
                  <a:lnTo>
                    <a:pt x="1628" y="106"/>
                  </a:lnTo>
                  <a:lnTo>
                    <a:pt x="1623" y="106"/>
                  </a:lnTo>
                  <a:lnTo>
                    <a:pt x="1616" y="106"/>
                  </a:lnTo>
                  <a:lnTo>
                    <a:pt x="1616" y="106"/>
                  </a:lnTo>
                  <a:lnTo>
                    <a:pt x="1616" y="101"/>
                  </a:lnTo>
                  <a:lnTo>
                    <a:pt x="1616" y="94"/>
                  </a:lnTo>
                  <a:lnTo>
                    <a:pt x="1616" y="94"/>
                  </a:lnTo>
                  <a:lnTo>
                    <a:pt x="1612" y="94"/>
                  </a:lnTo>
                  <a:lnTo>
                    <a:pt x="1605" y="94"/>
                  </a:lnTo>
                  <a:lnTo>
                    <a:pt x="1605" y="94"/>
                  </a:lnTo>
                  <a:lnTo>
                    <a:pt x="1600" y="94"/>
                  </a:lnTo>
                  <a:lnTo>
                    <a:pt x="1593" y="94"/>
                  </a:lnTo>
                  <a:lnTo>
                    <a:pt x="1593" y="94"/>
                  </a:lnTo>
                  <a:lnTo>
                    <a:pt x="1593" y="99"/>
                  </a:lnTo>
                  <a:lnTo>
                    <a:pt x="1593" y="106"/>
                  </a:lnTo>
                  <a:lnTo>
                    <a:pt x="1593" y="106"/>
                  </a:lnTo>
                  <a:lnTo>
                    <a:pt x="1586" y="106"/>
                  </a:lnTo>
                  <a:lnTo>
                    <a:pt x="1583" y="106"/>
                  </a:lnTo>
                  <a:lnTo>
                    <a:pt x="1581" y="106"/>
                  </a:lnTo>
                  <a:lnTo>
                    <a:pt x="1581" y="106"/>
                  </a:lnTo>
                  <a:lnTo>
                    <a:pt x="1581" y="108"/>
                  </a:lnTo>
                  <a:lnTo>
                    <a:pt x="1581" y="110"/>
                  </a:lnTo>
                  <a:lnTo>
                    <a:pt x="1581" y="117"/>
                  </a:lnTo>
                  <a:lnTo>
                    <a:pt x="1581" y="117"/>
                  </a:lnTo>
                  <a:lnTo>
                    <a:pt x="1581" y="124"/>
                  </a:lnTo>
                  <a:lnTo>
                    <a:pt x="1581" y="129"/>
                  </a:lnTo>
                  <a:lnTo>
                    <a:pt x="1581" y="129"/>
                  </a:lnTo>
                  <a:lnTo>
                    <a:pt x="1576" y="129"/>
                  </a:lnTo>
                  <a:lnTo>
                    <a:pt x="1569" y="129"/>
                  </a:lnTo>
                  <a:lnTo>
                    <a:pt x="1569" y="129"/>
                  </a:lnTo>
                  <a:lnTo>
                    <a:pt x="1569" y="134"/>
                  </a:lnTo>
                  <a:lnTo>
                    <a:pt x="1569" y="141"/>
                  </a:lnTo>
                  <a:lnTo>
                    <a:pt x="1569" y="141"/>
                  </a:lnTo>
                  <a:lnTo>
                    <a:pt x="1569" y="148"/>
                  </a:lnTo>
                  <a:lnTo>
                    <a:pt x="1569" y="153"/>
                  </a:lnTo>
                  <a:lnTo>
                    <a:pt x="1569" y="153"/>
                  </a:lnTo>
                  <a:lnTo>
                    <a:pt x="1569" y="160"/>
                  </a:lnTo>
                  <a:lnTo>
                    <a:pt x="1569" y="165"/>
                  </a:lnTo>
                  <a:lnTo>
                    <a:pt x="1569" y="165"/>
                  </a:lnTo>
                  <a:lnTo>
                    <a:pt x="1565" y="165"/>
                  </a:lnTo>
                  <a:lnTo>
                    <a:pt x="1557" y="165"/>
                  </a:lnTo>
                  <a:lnTo>
                    <a:pt x="1557" y="165"/>
                  </a:lnTo>
                  <a:lnTo>
                    <a:pt x="1557" y="172"/>
                  </a:lnTo>
                  <a:lnTo>
                    <a:pt x="1557" y="176"/>
                  </a:lnTo>
                  <a:lnTo>
                    <a:pt x="1557" y="176"/>
                  </a:lnTo>
                  <a:lnTo>
                    <a:pt x="1557" y="188"/>
                  </a:lnTo>
                  <a:lnTo>
                    <a:pt x="1557" y="188"/>
                  </a:lnTo>
                  <a:lnTo>
                    <a:pt x="1550" y="188"/>
                  </a:lnTo>
                  <a:lnTo>
                    <a:pt x="1548" y="190"/>
                  </a:lnTo>
                  <a:lnTo>
                    <a:pt x="1546" y="188"/>
                  </a:lnTo>
                  <a:lnTo>
                    <a:pt x="1546" y="188"/>
                  </a:lnTo>
                  <a:lnTo>
                    <a:pt x="1546" y="183"/>
                  </a:lnTo>
                  <a:lnTo>
                    <a:pt x="1546" y="176"/>
                  </a:lnTo>
                  <a:lnTo>
                    <a:pt x="1546" y="176"/>
                  </a:lnTo>
                  <a:lnTo>
                    <a:pt x="1546" y="165"/>
                  </a:lnTo>
                  <a:lnTo>
                    <a:pt x="1546" y="165"/>
                  </a:lnTo>
                  <a:lnTo>
                    <a:pt x="1546" y="160"/>
                  </a:lnTo>
                  <a:lnTo>
                    <a:pt x="1546" y="153"/>
                  </a:lnTo>
                  <a:lnTo>
                    <a:pt x="1546" y="153"/>
                  </a:lnTo>
                  <a:lnTo>
                    <a:pt x="1539" y="153"/>
                  </a:lnTo>
                  <a:lnTo>
                    <a:pt x="1534" y="153"/>
                  </a:lnTo>
                  <a:lnTo>
                    <a:pt x="1534" y="153"/>
                  </a:lnTo>
                  <a:lnTo>
                    <a:pt x="1534" y="148"/>
                  </a:lnTo>
                  <a:lnTo>
                    <a:pt x="1534" y="141"/>
                  </a:lnTo>
                  <a:lnTo>
                    <a:pt x="1534" y="141"/>
                  </a:lnTo>
                  <a:lnTo>
                    <a:pt x="1534" y="136"/>
                  </a:lnTo>
                  <a:lnTo>
                    <a:pt x="1534" y="129"/>
                  </a:lnTo>
                  <a:lnTo>
                    <a:pt x="1534" y="129"/>
                  </a:lnTo>
                  <a:lnTo>
                    <a:pt x="1532" y="129"/>
                  </a:lnTo>
                  <a:lnTo>
                    <a:pt x="1527" y="129"/>
                  </a:lnTo>
                  <a:lnTo>
                    <a:pt x="1522" y="129"/>
                  </a:lnTo>
                  <a:lnTo>
                    <a:pt x="1522" y="129"/>
                  </a:lnTo>
                  <a:lnTo>
                    <a:pt x="1520" y="127"/>
                  </a:lnTo>
                  <a:lnTo>
                    <a:pt x="1522" y="124"/>
                  </a:lnTo>
                  <a:lnTo>
                    <a:pt x="1522" y="117"/>
                  </a:lnTo>
                  <a:lnTo>
                    <a:pt x="1522" y="117"/>
                  </a:lnTo>
                  <a:lnTo>
                    <a:pt x="1522" y="94"/>
                  </a:lnTo>
                  <a:lnTo>
                    <a:pt x="1522" y="94"/>
                  </a:lnTo>
                  <a:lnTo>
                    <a:pt x="1510" y="94"/>
                  </a:lnTo>
                  <a:lnTo>
                    <a:pt x="1510" y="94"/>
                  </a:lnTo>
                  <a:lnTo>
                    <a:pt x="1503" y="94"/>
                  </a:lnTo>
                  <a:lnTo>
                    <a:pt x="1499" y="94"/>
                  </a:lnTo>
                  <a:lnTo>
                    <a:pt x="1499" y="94"/>
                  </a:lnTo>
                  <a:lnTo>
                    <a:pt x="1496" y="87"/>
                  </a:lnTo>
                  <a:lnTo>
                    <a:pt x="1499" y="82"/>
                  </a:lnTo>
                  <a:lnTo>
                    <a:pt x="1499" y="82"/>
                  </a:lnTo>
                  <a:lnTo>
                    <a:pt x="1499" y="70"/>
                  </a:lnTo>
                  <a:lnTo>
                    <a:pt x="1499" y="70"/>
                  </a:lnTo>
                  <a:lnTo>
                    <a:pt x="1491" y="70"/>
                  </a:lnTo>
                  <a:lnTo>
                    <a:pt x="1489" y="70"/>
                  </a:lnTo>
                  <a:lnTo>
                    <a:pt x="1487" y="70"/>
                  </a:lnTo>
                  <a:lnTo>
                    <a:pt x="1487" y="70"/>
                  </a:lnTo>
                  <a:lnTo>
                    <a:pt x="1487" y="63"/>
                  </a:lnTo>
                  <a:lnTo>
                    <a:pt x="1487" y="58"/>
                  </a:lnTo>
                  <a:lnTo>
                    <a:pt x="1487" y="58"/>
                  </a:lnTo>
                  <a:lnTo>
                    <a:pt x="1480" y="58"/>
                  </a:lnTo>
                  <a:lnTo>
                    <a:pt x="1475" y="58"/>
                  </a:lnTo>
                  <a:lnTo>
                    <a:pt x="1475" y="58"/>
                  </a:lnTo>
                  <a:lnTo>
                    <a:pt x="1449" y="58"/>
                  </a:lnTo>
                  <a:lnTo>
                    <a:pt x="1449" y="58"/>
                  </a:lnTo>
                  <a:lnTo>
                    <a:pt x="1437" y="58"/>
                  </a:lnTo>
                  <a:lnTo>
                    <a:pt x="1437" y="58"/>
                  </a:lnTo>
                  <a:lnTo>
                    <a:pt x="1425" y="58"/>
                  </a:lnTo>
                  <a:lnTo>
                    <a:pt x="1425" y="58"/>
                  </a:lnTo>
                  <a:lnTo>
                    <a:pt x="1414" y="58"/>
                  </a:lnTo>
                  <a:lnTo>
                    <a:pt x="1414" y="58"/>
                  </a:lnTo>
                  <a:lnTo>
                    <a:pt x="1414" y="51"/>
                  </a:lnTo>
                  <a:lnTo>
                    <a:pt x="1414" y="47"/>
                  </a:lnTo>
                  <a:lnTo>
                    <a:pt x="1414" y="47"/>
                  </a:lnTo>
                  <a:lnTo>
                    <a:pt x="1402" y="47"/>
                  </a:lnTo>
                  <a:lnTo>
                    <a:pt x="1402" y="47"/>
                  </a:lnTo>
                  <a:lnTo>
                    <a:pt x="1390" y="47"/>
                  </a:lnTo>
                  <a:lnTo>
                    <a:pt x="1390" y="47"/>
                  </a:lnTo>
                  <a:lnTo>
                    <a:pt x="1367" y="47"/>
                  </a:lnTo>
                  <a:lnTo>
                    <a:pt x="1367" y="47"/>
                  </a:lnTo>
                  <a:lnTo>
                    <a:pt x="1367" y="94"/>
                  </a:lnTo>
                  <a:lnTo>
                    <a:pt x="1367" y="94"/>
                  </a:lnTo>
                  <a:lnTo>
                    <a:pt x="1367" y="141"/>
                  </a:lnTo>
                  <a:lnTo>
                    <a:pt x="1367" y="141"/>
                  </a:lnTo>
                  <a:lnTo>
                    <a:pt x="1355" y="141"/>
                  </a:lnTo>
                  <a:lnTo>
                    <a:pt x="1355" y="141"/>
                  </a:lnTo>
                  <a:lnTo>
                    <a:pt x="1261" y="141"/>
                  </a:lnTo>
                  <a:lnTo>
                    <a:pt x="1261" y="141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1" y="176"/>
                  </a:lnTo>
                  <a:lnTo>
                    <a:pt x="1261" y="176"/>
                  </a:lnTo>
                  <a:lnTo>
                    <a:pt x="1261" y="188"/>
                  </a:lnTo>
                  <a:lnTo>
                    <a:pt x="1261" y="188"/>
                  </a:lnTo>
                  <a:lnTo>
                    <a:pt x="1261" y="200"/>
                  </a:lnTo>
                  <a:lnTo>
                    <a:pt x="1261" y="200"/>
                  </a:lnTo>
                  <a:lnTo>
                    <a:pt x="1261" y="207"/>
                  </a:lnTo>
                  <a:lnTo>
                    <a:pt x="1261" y="212"/>
                  </a:lnTo>
                  <a:lnTo>
                    <a:pt x="1261" y="212"/>
                  </a:lnTo>
                  <a:lnTo>
                    <a:pt x="1253" y="212"/>
                  </a:lnTo>
                  <a:lnTo>
                    <a:pt x="1249" y="212"/>
                  </a:lnTo>
                  <a:lnTo>
                    <a:pt x="1249" y="212"/>
                  </a:lnTo>
                  <a:lnTo>
                    <a:pt x="1249" y="219"/>
                  </a:lnTo>
                  <a:lnTo>
                    <a:pt x="1249" y="223"/>
                  </a:lnTo>
                  <a:lnTo>
                    <a:pt x="1249" y="223"/>
                  </a:lnTo>
                  <a:lnTo>
                    <a:pt x="1242" y="223"/>
                  </a:lnTo>
                  <a:lnTo>
                    <a:pt x="1237" y="223"/>
                  </a:lnTo>
                  <a:lnTo>
                    <a:pt x="1237" y="223"/>
                  </a:lnTo>
                  <a:lnTo>
                    <a:pt x="1235" y="230"/>
                  </a:lnTo>
                  <a:lnTo>
                    <a:pt x="1237" y="235"/>
                  </a:lnTo>
                  <a:lnTo>
                    <a:pt x="1237" y="235"/>
                  </a:lnTo>
                  <a:lnTo>
                    <a:pt x="1237" y="249"/>
                  </a:lnTo>
                  <a:lnTo>
                    <a:pt x="1237" y="249"/>
                  </a:lnTo>
                  <a:lnTo>
                    <a:pt x="1230" y="249"/>
                  </a:lnTo>
                  <a:lnTo>
                    <a:pt x="1225" y="249"/>
                  </a:lnTo>
                  <a:lnTo>
                    <a:pt x="1225" y="249"/>
                  </a:lnTo>
                  <a:lnTo>
                    <a:pt x="1218" y="249"/>
                  </a:lnTo>
                  <a:lnTo>
                    <a:pt x="1211" y="249"/>
                  </a:lnTo>
                  <a:lnTo>
                    <a:pt x="1211" y="249"/>
                  </a:lnTo>
                  <a:lnTo>
                    <a:pt x="1213" y="242"/>
                  </a:lnTo>
                  <a:lnTo>
                    <a:pt x="1211" y="235"/>
                  </a:lnTo>
                  <a:lnTo>
                    <a:pt x="1211" y="235"/>
                  </a:lnTo>
                  <a:lnTo>
                    <a:pt x="1206" y="235"/>
                  </a:lnTo>
                  <a:lnTo>
                    <a:pt x="1199" y="235"/>
                  </a:lnTo>
                  <a:lnTo>
                    <a:pt x="1199" y="235"/>
                  </a:lnTo>
                  <a:lnTo>
                    <a:pt x="1188" y="235"/>
                  </a:lnTo>
                  <a:lnTo>
                    <a:pt x="1188" y="235"/>
                  </a:lnTo>
                  <a:lnTo>
                    <a:pt x="1188" y="242"/>
                  </a:lnTo>
                  <a:lnTo>
                    <a:pt x="1190" y="247"/>
                  </a:lnTo>
                  <a:lnTo>
                    <a:pt x="1188" y="249"/>
                  </a:lnTo>
                  <a:lnTo>
                    <a:pt x="1188" y="249"/>
                  </a:lnTo>
                  <a:lnTo>
                    <a:pt x="1185" y="249"/>
                  </a:lnTo>
                  <a:lnTo>
                    <a:pt x="1183" y="249"/>
                  </a:lnTo>
                  <a:lnTo>
                    <a:pt x="1178" y="247"/>
                  </a:lnTo>
                  <a:lnTo>
                    <a:pt x="1176" y="249"/>
                  </a:lnTo>
                  <a:lnTo>
                    <a:pt x="1176" y="249"/>
                  </a:lnTo>
                  <a:lnTo>
                    <a:pt x="1176" y="252"/>
                  </a:lnTo>
                  <a:lnTo>
                    <a:pt x="1176" y="254"/>
                  </a:lnTo>
                  <a:lnTo>
                    <a:pt x="1178" y="259"/>
                  </a:lnTo>
                  <a:lnTo>
                    <a:pt x="1176" y="261"/>
                  </a:lnTo>
                  <a:lnTo>
                    <a:pt x="1176" y="261"/>
                  </a:lnTo>
                  <a:lnTo>
                    <a:pt x="1173" y="261"/>
                  </a:lnTo>
                  <a:lnTo>
                    <a:pt x="1171" y="261"/>
                  </a:lnTo>
                  <a:lnTo>
                    <a:pt x="1164" y="261"/>
                  </a:lnTo>
                  <a:lnTo>
                    <a:pt x="1164" y="261"/>
                  </a:lnTo>
                  <a:lnTo>
                    <a:pt x="1164" y="235"/>
                  </a:lnTo>
                  <a:lnTo>
                    <a:pt x="1164" y="235"/>
                  </a:lnTo>
                  <a:lnTo>
                    <a:pt x="1152" y="235"/>
                  </a:lnTo>
                  <a:lnTo>
                    <a:pt x="1152" y="235"/>
                  </a:lnTo>
                  <a:lnTo>
                    <a:pt x="1140" y="235"/>
                  </a:lnTo>
                  <a:lnTo>
                    <a:pt x="1140" y="235"/>
                  </a:lnTo>
                  <a:lnTo>
                    <a:pt x="1129" y="235"/>
                  </a:lnTo>
                  <a:lnTo>
                    <a:pt x="1129" y="235"/>
                  </a:lnTo>
                  <a:lnTo>
                    <a:pt x="1129" y="242"/>
                  </a:lnTo>
                  <a:lnTo>
                    <a:pt x="1129" y="247"/>
                  </a:lnTo>
                  <a:lnTo>
                    <a:pt x="1129" y="249"/>
                  </a:lnTo>
                  <a:lnTo>
                    <a:pt x="1129" y="249"/>
                  </a:lnTo>
                  <a:lnTo>
                    <a:pt x="1126" y="249"/>
                  </a:lnTo>
                  <a:lnTo>
                    <a:pt x="1124" y="249"/>
                  </a:lnTo>
                  <a:lnTo>
                    <a:pt x="1119" y="247"/>
                  </a:lnTo>
                  <a:lnTo>
                    <a:pt x="1117" y="249"/>
                  </a:lnTo>
                  <a:lnTo>
                    <a:pt x="1117" y="249"/>
                  </a:lnTo>
                  <a:lnTo>
                    <a:pt x="1117" y="252"/>
                  </a:lnTo>
                  <a:lnTo>
                    <a:pt x="1117" y="254"/>
                  </a:lnTo>
                  <a:lnTo>
                    <a:pt x="1117" y="259"/>
                  </a:lnTo>
                  <a:lnTo>
                    <a:pt x="1117" y="261"/>
                  </a:lnTo>
                  <a:lnTo>
                    <a:pt x="1117" y="261"/>
                  </a:lnTo>
                  <a:lnTo>
                    <a:pt x="1114" y="261"/>
                  </a:lnTo>
                  <a:lnTo>
                    <a:pt x="1112" y="261"/>
                  </a:lnTo>
                  <a:lnTo>
                    <a:pt x="1105" y="261"/>
                  </a:lnTo>
                  <a:lnTo>
                    <a:pt x="1105" y="261"/>
                  </a:lnTo>
                  <a:lnTo>
                    <a:pt x="1100" y="261"/>
                  </a:lnTo>
                  <a:lnTo>
                    <a:pt x="1093" y="261"/>
                  </a:lnTo>
                  <a:lnTo>
                    <a:pt x="1093" y="261"/>
                  </a:lnTo>
                  <a:lnTo>
                    <a:pt x="1086" y="259"/>
                  </a:lnTo>
                  <a:lnTo>
                    <a:pt x="1081" y="261"/>
                  </a:lnTo>
                  <a:lnTo>
                    <a:pt x="1081" y="261"/>
                  </a:lnTo>
                  <a:lnTo>
                    <a:pt x="1081" y="273"/>
                  </a:lnTo>
                  <a:lnTo>
                    <a:pt x="1081" y="273"/>
                  </a:lnTo>
                  <a:lnTo>
                    <a:pt x="1081" y="278"/>
                  </a:lnTo>
                  <a:lnTo>
                    <a:pt x="1081" y="285"/>
                  </a:lnTo>
                  <a:lnTo>
                    <a:pt x="1081" y="285"/>
                  </a:lnTo>
                  <a:lnTo>
                    <a:pt x="1079" y="285"/>
                  </a:lnTo>
                  <a:lnTo>
                    <a:pt x="1074" y="285"/>
                  </a:lnTo>
                  <a:lnTo>
                    <a:pt x="1070" y="285"/>
                  </a:lnTo>
                  <a:lnTo>
                    <a:pt x="1070" y="285"/>
                  </a:lnTo>
                  <a:lnTo>
                    <a:pt x="1070" y="188"/>
                  </a:lnTo>
                  <a:lnTo>
                    <a:pt x="1070" y="188"/>
                  </a:lnTo>
                  <a:lnTo>
                    <a:pt x="1058" y="188"/>
                  </a:lnTo>
                  <a:lnTo>
                    <a:pt x="1058" y="188"/>
                  </a:lnTo>
                  <a:lnTo>
                    <a:pt x="1034" y="188"/>
                  </a:lnTo>
                  <a:lnTo>
                    <a:pt x="1034" y="188"/>
                  </a:lnTo>
                  <a:lnTo>
                    <a:pt x="1034" y="165"/>
                  </a:lnTo>
                  <a:lnTo>
                    <a:pt x="1034" y="165"/>
                  </a:lnTo>
                  <a:lnTo>
                    <a:pt x="1011" y="165"/>
                  </a:lnTo>
                  <a:lnTo>
                    <a:pt x="1011" y="165"/>
                  </a:lnTo>
                  <a:lnTo>
                    <a:pt x="1011" y="188"/>
                  </a:lnTo>
                  <a:lnTo>
                    <a:pt x="1011" y="188"/>
                  </a:lnTo>
                  <a:lnTo>
                    <a:pt x="961" y="188"/>
                  </a:lnTo>
                  <a:lnTo>
                    <a:pt x="961" y="188"/>
                  </a:lnTo>
                  <a:lnTo>
                    <a:pt x="961" y="195"/>
                  </a:lnTo>
                  <a:lnTo>
                    <a:pt x="961" y="200"/>
                  </a:lnTo>
                  <a:lnTo>
                    <a:pt x="961" y="200"/>
                  </a:lnTo>
                  <a:lnTo>
                    <a:pt x="968" y="200"/>
                  </a:lnTo>
                  <a:lnTo>
                    <a:pt x="975" y="200"/>
                  </a:lnTo>
                  <a:lnTo>
                    <a:pt x="975" y="200"/>
                  </a:lnTo>
                  <a:lnTo>
                    <a:pt x="975" y="207"/>
                  </a:lnTo>
                  <a:lnTo>
                    <a:pt x="975" y="212"/>
                  </a:lnTo>
                  <a:lnTo>
                    <a:pt x="975" y="212"/>
                  </a:lnTo>
                  <a:lnTo>
                    <a:pt x="975" y="223"/>
                  </a:lnTo>
                  <a:lnTo>
                    <a:pt x="975" y="223"/>
                  </a:lnTo>
                  <a:lnTo>
                    <a:pt x="975" y="235"/>
                  </a:lnTo>
                  <a:lnTo>
                    <a:pt x="975" y="235"/>
                  </a:lnTo>
                  <a:lnTo>
                    <a:pt x="975" y="249"/>
                  </a:lnTo>
                  <a:lnTo>
                    <a:pt x="975" y="249"/>
                  </a:lnTo>
                  <a:lnTo>
                    <a:pt x="975" y="261"/>
                  </a:lnTo>
                  <a:lnTo>
                    <a:pt x="975" y="261"/>
                  </a:lnTo>
                  <a:lnTo>
                    <a:pt x="975" y="285"/>
                  </a:lnTo>
                  <a:lnTo>
                    <a:pt x="975" y="285"/>
                  </a:lnTo>
                  <a:lnTo>
                    <a:pt x="968" y="285"/>
                  </a:lnTo>
                  <a:lnTo>
                    <a:pt x="961" y="285"/>
                  </a:lnTo>
                  <a:lnTo>
                    <a:pt x="961" y="285"/>
                  </a:lnTo>
                  <a:lnTo>
                    <a:pt x="957" y="285"/>
                  </a:lnTo>
                  <a:lnTo>
                    <a:pt x="950" y="285"/>
                  </a:lnTo>
                  <a:lnTo>
                    <a:pt x="950" y="285"/>
                  </a:lnTo>
                  <a:lnTo>
                    <a:pt x="950" y="278"/>
                  </a:lnTo>
                  <a:lnTo>
                    <a:pt x="950" y="273"/>
                  </a:lnTo>
                  <a:lnTo>
                    <a:pt x="950" y="273"/>
                  </a:lnTo>
                  <a:lnTo>
                    <a:pt x="945" y="271"/>
                  </a:lnTo>
                  <a:lnTo>
                    <a:pt x="938" y="273"/>
                  </a:lnTo>
                  <a:lnTo>
                    <a:pt x="938" y="273"/>
                  </a:lnTo>
                  <a:lnTo>
                    <a:pt x="926" y="273"/>
                  </a:lnTo>
                  <a:lnTo>
                    <a:pt x="926" y="273"/>
                  </a:lnTo>
                  <a:lnTo>
                    <a:pt x="914" y="273"/>
                  </a:lnTo>
                  <a:lnTo>
                    <a:pt x="914" y="273"/>
                  </a:lnTo>
                  <a:lnTo>
                    <a:pt x="909" y="271"/>
                  </a:lnTo>
                  <a:lnTo>
                    <a:pt x="902" y="273"/>
                  </a:lnTo>
                  <a:lnTo>
                    <a:pt x="902" y="273"/>
                  </a:lnTo>
                  <a:lnTo>
                    <a:pt x="902" y="278"/>
                  </a:lnTo>
                  <a:lnTo>
                    <a:pt x="902" y="285"/>
                  </a:lnTo>
                  <a:lnTo>
                    <a:pt x="902" y="285"/>
                  </a:lnTo>
                  <a:lnTo>
                    <a:pt x="898" y="285"/>
                  </a:lnTo>
                  <a:lnTo>
                    <a:pt x="891" y="285"/>
                  </a:lnTo>
                  <a:lnTo>
                    <a:pt x="891" y="285"/>
                  </a:lnTo>
                  <a:lnTo>
                    <a:pt x="886" y="285"/>
                  </a:lnTo>
                  <a:lnTo>
                    <a:pt x="879" y="285"/>
                  </a:lnTo>
                  <a:lnTo>
                    <a:pt x="879" y="285"/>
                  </a:lnTo>
                  <a:lnTo>
                    <a:pt x="879" y="278"/>
                  </a:lnTo>
                  <a:lnTo>
                    <a:pt x="879" y="273"/>
                  </a:lnTo>
                  <a:lnTo>
                    <a:pt x="879" y="273"/>
                  </a:lnTo>
                  <a:lnTo>
                    <a:pt x="879" y="266"/>
                  </a:lnTo>
                  <a:lnTo>
                    <a:pt x="879" y="261"/>
                  </a:lnTo>
                  <a:lnTo>
                    <a:pt x="879" y="261"/>
                  </a:lnTo>
                  <a:lnTo>
                    <a:pt x="874" y="261"/>
                  </a:lnTo>
                  <a:lnTo>
                    <a:pt x="867" y="261"/>
                  </a:lnTo>
                  <a:lnTo>
                    <a:pt x="867" y="261"/>
                  </a:lnTo>
                  <a:lnTo>
                    <a:pt x="860" y="261"/>
                  </a:lnTo>
                  <a:lnTo>
                    <a:pt x="858" y="259"/>
                  </a:lnTo>
                  <a:lnTo>
                    <a:pt x="855" y="261"/>
                  </a:lnTo>
                  <a:lnTo>
                    <a:pt x="855" y="261"/>
                  </a:lnTo>
                  <a:lnTo>
                    <a:pt x="855" y="263"/>
                  </a:lnTo>
                  <a:lnTo>
                    <a:pt x="855" y="266"/>
                  </a:lnTo>
                  <a:lnTo>
                    <a:pt x="855" y="273"/>
                  </a:lnTo>
                  <a:lnTo>
                    <a:pt x="855" y="273"/>
                  </a:lnTo>
                  <a:lnTo>
                    <a:pt x="855" y="275"/>
                  </a:lnTo>
                  <a:lnTo>
                    <a:pt x="855" y="278"/>
                  </a:lnTo>
                  <a:lnTo>
                    <a:pt x="855" y="282"/>
                  </a:lnTo>
                  <a:lnTo>
                    <a:pt x="855" y="285"/>
                  </a:lnTo>
                  <a:lnTo>
                    <a:pt x="855" y="285"/>
                  </a:lnTo>
                  <a:lnTo>
                    <a:pt x="851" y="285"/>
                  </a:lnTo>
                  <a:lnTo>
                    <a:pt x="844" y="285"/>
                  </a:lnTo>
                  <a:lnTo>
                    <a:pt x="844" y="285"/>
                  </a:lnTo>
                  <a:lnTo>
                    <a:pt x="832" y="285"/>
                  </a:lnTo>
                  <a:lnTo>
                    <a:pt x="832" y="285"/>
                  </a:lnTo>
                  <a:lnTo>
                    <a:pt x="825" y="285"/>
                  </a:lnTo>
                  <a:lnTo>
                    <a:pt x="820" y="285"/>
                  </a:lnTo>
                  <a:lnTo>
                    <a:pt x="820" y="285"/>
                  </a:lnTo>
                  <a:lnTo>
                    <a:pt x="820" y="282"/>
                  </a:lnTo>
                  <a:lnTo>
                    <a:pt x="820" y="278"/>
                  </a:lnTo>
                  <a:lnTo>
                    <a:pt x="820" y="273"/>
                  </a:lnTo>
                  <a:lnTo>
                    <a:pt x="820" y="273"/>
                  </a:lnTo>
                  <a:lnTo>
                    <a:pt x="796" y="273"/>
                  </a:lnTo>
                  <a:lnTo>
                    <a:pt x="796" y="273"/>
                  </a:lnTo>
                  <a:lnTo>
                    <a:pt x="785" y="273"/>
                  </a:lnTo>
                  <a:lnTo>
                    <a:pt x="785" y="273"/>
                  </a:lnTo>
                  <a:lnTo>
                    <a:pt x="761" y="273"/>
                  </a:lnTo>
                  <a:lnTo>
                    <a:pt x="761" y="273"/>
                  </a:lnTo>
                  <a:lnTo>
                    <a:pt x="737" y="273"/>
                  </a:lnTo>
                  <a:lnTo>
                    <a:pt x="737" y="273"/>
                  </a:lnTo>
                  <a:lnTo>
                    <a:pt x="737" y="261"/>
                  </a:lnTo>
                  <a:lnTo>
                    <a:pt x="737" y="261"/>
                  </a:lnTo>
                  <a:lnTo>
                    <a:pt x="737" y="235"/>
                  </a:lnTo>
                  <a:lnTo>
                    <a:pt x="737" y="235"/>
                  </a:lnTo>
                  <a:lnTo>
                    <a:pt x="737" y="188"/>
                  </a:lnTo>
                  <a:lnTo>
                    <a:pt x="737" y="188"/>
                  </a:lnTo>
                  <a:lnTo>
                    <a:pt x="688" y="188"/>
                  </a:lnTo>
                  <a:lnTo>
                    <a:pt x="688" y="188"/>
                  </a:lnTo>
                  <a:lnTo>
                    <a:pt x="688" y="176"/>
                  </a:lnTo>
                  <a:lnTo>
                    <a:pt x="688" y="176"/>
                  </a:lnTo>
                  <a:lnTo>
                    <a:pt x="690" y="172"/>
                  </a:lnTo>
                  <a:lnTo>
                    <a:pt x="688" y="165"/>
                  </a:lnTo>
                  <a:lnTo>
                    <a:pt x="688" y="165"/>
                  </a:lnTo>
                  <a:lnTo>
                    <a:pt x="686" y="165"/>
                  </a:lnTo>
                  <a:lnTo>
                    <a:pt x="683" y="165"/>
                  </a:lnTo>
                  <a:lnTo>
                    <a:pt x="676" y="165"/>
                  </a:lnTo>
                  <a:lnTo>
                    <a:pt x="676" y="165"/>
                  </a:lnTo>
                  <a:lnTo>
                    <a:pt x="653" y="165"/>
                  </a:lnTo>
                  <a:lnTo>
                    <a:pt x="653" y="165"/>
                  </a:lnTo>
                  <a:lnTo>
                    <a:pt x="653" y="172"/>
                  </a:lnTo>
                  <a:lnTo>
                    <a:pt x="653" y="174"/>
                  </a:lnTo>
                  <a:lnTo>
                    <a:pt x="653" y="176"/>
                  </a:lnTo>
                  <a:lnTo>
                    <a:pt x="653" y="176"/>
                  </a:lnTo>
                  <a:lnTo>
                    <a:pt x="648" y="176"/>
                  </a:lnTo>
                  <a:lnTo>
                    <a:pt x="641" y="176"/>
                  </a:lnTo>
                  <a:lnTo>
                    <a:pt x="641" y="176"/>
                  </a:lnTo>
                  <a:lnTo>
                    <a:pt x="641" y="183"/>
                  </a:lnTo>
                  <a:lnTo>
                    <a:pt x="641" y="188"/>
                  </a:lnTo>
                  <a:lnTo>
                    <a:pt x="641" y="188"/>
                  </a:lnTo>
                  <a:lnTo>
                    <a:pt x="641" y="200"/>
                  </a:lnTo>
                  <a:lnTo>
                    <a:pt x="641" y="200"/>
                  </a:lnTo>
                  <a:lnTo>
                    <a:pt x="641" y="212"/>
                  </a:lnTo>
                  <a:lnTo>
                    <a:pt x="641" y="212"/>
                  </a:lnTo>
                  <a:lnTo>
                    <a:pt x="641" y="223"/>
                  </a:lnTo>
                  <a:lnTo>
                    <a:pt x="641" y="223"/>
                  </a:lnTo>
                  <a:lnTo>
                    <a:pt x="641" y="235"/>
                  </a:lnTo>
                  <a:lnTo>
                    <a:pt x="641" y="235"/>
                  </a:lnTo>
                  <a:lnTo>
                    <a:pt x="641" y="261"/>
                  </a:lnTo>
                  <a:lnTo>
                    <a:pt x="641" y="261"/>
                  </a:lnTo>
                  <a:lnTo>
                    <a:pt x="594" y="261"/>
                  </a:lnTo>
                  <a:lnTo>
                    <a:pt x="594" y="261"/>
                  </a:lnTo>
                  <a:lnTo>
                    <a:pt x="587" y="261"/>
                  </a:lnTo>
                  <a:lnTo>
                    <a:pt x="582" y="261"/>
                  </a:lnTo>
                  <a:lnTo>
                    <a:pt x="582" y="261"/>
                  </a:lnTo>
                  <a:lnTo>
                    <a:pt x="582" y="261"/>
                  </a:lnTo>
                  <a:lnTo>
                    <a:pt x="582" y="266"/>
                  </a:lnTo>
                  <a:lnTo>
                    <a:pt x="582" y="273"/>
                  </a:lnTo>
                  <a:lnTo>
                    <a:pt x="582" y="273"/>
                  </a:lnTo>
                  <a:lnTo>
                    <a:pt x="570" y="273"/>
                  </a:lnTo>
                  <a:lnTo>
                    <a:pt x="570" y="273"/>
                  </a:lnTo>
                  <a:lnTo>
                    <a:pt x="570" y="261"/>
                  </a:lnTo>
                  <a:lnTo>
                    <a:pt x="570" y="261"/>
                  </a:lnTo>
                  <a:lnTo>
                    <a:pt x="568" y="259"/>
                  </a:lnTo>
                  <a:lnTo>
                    <a:pt x="563" y="261"/>
                  </a:lnTo>
                  <a:lnTo>
                    <a:pt x="561" y="261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58" y="259"/>
                  </a:lnTo>
                  <a:lnTo>
                    <a:pt x="558" y="254"/>
                  </a:lnTo>
                  <a:lnTo>
                    <a:pt x="558" y="252"/>
                  </a:lnTo>
                  <a:lnTo>
                    <a:pt x="558" y="249"/>
                  </a:lnTo>
                  <a:lnTo>
                    <a:pt x="558" y="249"/>
                  </a:lnTo>
                  <a:lnTo>
                    <a:pt x="556" y="247"/>
                  </a:lnTo>
                  <a:lnTo>
                    <a:pt x="551" y="247"/>
                  </a:lnTo>
                  <a:lnTo>
                    <a:pt x="547" y="249"/>
                  </a:lnTo>
                  <a:lnTo>
                    <a:pt x="547" y="249"/>
                  </a:lnTo>
                  <a:lnTo>
                    <a:pt x="547" y="261"/>
                  </a:lnTo>
                  <a:lnTo>
                    <a:pt x="547" y="261"/>
                  </a:lnTo>
                  <a:lnTo>
                    <a:pt x="547" y="266"/>
                  </a:lnTo>
                  <a:lnTo>
                    <a:pt x="547" y="273"/>
                  </a:lnTo>
                  <a:lnTo>
                    <a:pt x="547" y="273"/>
                  </a:lnTo>
                  <a:lnTo>
                    <a:pt x="535" y="273"/>
                  </a:lnTo>
                  <a:lnTo>
                    <a:pt x="535" y="273"/>
                  </a:lnTo>
                  <a:lnTo>
                    <a:pt x="535" y="266"/>
                  </a:lnTo>
                  <a:lnTo>
                    <a:pt x="535" y="261"/>
                  </a:lnTo>
                  <a:lnTo>
                    <a:pt x="535" y="261"/>
                  </a:lnTo>
                  <a:lnTo>
                    <a:pt x="535" y="249"/>
                  </a:lnTo>
                  <a:lnTo>
                    <a:pt x="535" y="249"/>
                  </a:lnTo>
                  <a:lnTo>
                    <a:pt x="523" y="249"/>
                  </a:lnTo>
                  <a:lnTo>
                    <a:pt x="523" y="249"/>
                  </a:lnTo>
                  <a:lnTo>
                    <a:pt x="511" y="249"/>
                  </a:lnTo>
                  <a:lnTo>
                    <a:pt x="511" y="249"/>
                  </a:lnTo>
                  <a:lnTo>
                    <a:pt x="500" y="249"/>
                  </a:lnTo>
                  <a:lnTo>
                    <a:pt x="500" y="249"/>
                  </a:lnTo>
                  <a:lnTo>
                    <a:pt x="500" y="261"/>
                  </a:lnTo>
                  <a:lnTo>
                    <a:pt x="500" y="261"/>
                  </a:lnTo>
                  <a:lnTo>
                    <a:pt x="488" y="261"/>
                  </a:lnTo>
                  <a:lnTo>
                    <a:pt x="488" y="261"/>
                  </a:lnTo>
                  <a:lnTo>
                    <a:pt x="488" y="254"/>
                  </a:lnTo>
                  <a:lnTo>
                    <a:pt x="488" y="249"/>
                  </a:lnTo>
                  <a:lnTo>
                    <a:pt x="488" y="249"/>
                  </a:lnTo>
                  <a:lnTo>
                    <a:pt x="485" y="247"/>
                  </a:lnTo>
                  <a:lnTo>
                    <a:pt x="481" y="247"/>
                  </a:lnTo>
                  <a:lnTo>
                    <a:pt x="474" y="249"/>
                  </a:lnTo>
                  <a:lnTo>
                    <a:pt x="474" y="249"/>
                  </a:lnTo>
                  <a:lnTo>
                    <a:pt x="474" y="223"/>
                  </a:lnTo>
                  <a:lnTo>
                    <a:pt x="474" y="223"/>
                  </a:lnTo>
                  <a:lnTo>
                    <a:pt x="474" y="212"/>
                  </a:lnTo>
                  <a:lnTo>
                    <a:pt x="474" y="212"/>
                  </a:lnTo>
                  <a:lnTo>
                    <a:pt x="476" y="207"/>
                  </a:lnTo>
                  <a:lnTo>
                    <a:pt x="474" y="200"/>
                  </a:lnTo>
                  <a:lnTo>
                    <a:pt x="474" y="200"/>
                  </a:lnTo>
                  <a:lnTo>
                    <a:pt x="462" y="200"/>
                  </a:lnTo>
                  <a:lnTo>
                    <a:pt x="462" y="200"/>
                  </a:lnTo>
                  <a:lnTo>
                    <a:pt x="462" y="212"/>
                  </a:lnTo>
                  <a:lnTo>
                    <a:pt x="462" y="212"/>
                  </a:lnTo>
                  <a:lnTo>
                    <a:pt x="462" y="223"/>
                  </a:lnTo>
                  <a:lnTo>
                    <a:pt x="462" y="223"/>
                  </a:lnTo>
                  <a:lnTo>
                    <a:pt x="462" y="235"/>
                  </a:lnTo>
                  <a:lnTo>
                    <a:pt x="462" y="235"/>
                  </a:lnTo>
                  <a:lnTo>
                    <a:pt x="464" y="242"/>
                  </a:lnTo>
                  <a:lnTo>
                    <a:pt x="462" y="249"/>
                  </a:lnTo>
                  <a:lnTo>
                    <a:pt x="462" y="249"/>
                  </a:lnTo>
                  <a:lnTo>
                    <a:pt x="462" y="249"/>
                  </a:lnTo>
                  <a:lnTo>
                    <a:pt x="457" y="249"/>
                  </a:lnTo>
                  <a:lnTo>
                    <a:pt x="450" y="249"/>
                  </a:lnTo>
                  <a:lnTo>
                    <a:pt x="450" y="249"/>
                  </a:lnTo>
                  <a:lnTo>
                    <a:pt x="450" y="252"/>
                  </a:lnTo>
                  <a:lnTo>
                    <a:pt x="450" y="254"/>
                  </a:lnTo>
                  <a:lnTo>
                    <a:pt x="450" y="261"/>
                  </a:lnTo>
                  <a:lnTo>
                    <a:pt x="450" y="261"/>
                  </a:lnTo>
                  <a:lnTo>
                    <a:pt x="426" y="261"/>
                  </a:lnTo>
                  <a:lnTo>
                    <a:pt x="426" y="261"/>
                  </a:lnTo>
                  <a:lnTo>
                    <a:pt x="426" y="212"/>
                  </a:lnTo>
                  <a:lnTo>
                    <a:pt x="426" y="212"/>
                  </a:lnTo>
                  <a:lnTo>
                    <a:pt x="426" y="200"/>
                  </a:lnTo>
                  <a:lnTo>
                    <a:pt x="426" y="200"/>
                  </a:lnTo>
                  <a:lnTo>
                    <a:pt x="426" y="195"/>
                  </a:lnTo>
                  <a:lnTo>
                    <a:pt x="426" y="188"/>
                  </a:lnTo>
                  <a:lnTo>
                    <a:pt x="426" y="188"/>
                  </a:lnTo>
                  <a:lnTo>
                    <a:pt x="424" y="188"/>
                  </a:lnTo>
                  <a:lnTo>
                    <a:pt x="422" y="188"/>
                  </a:lnTo>
                  <a:lnTo>
                    <a:pt x="415" y="188"/>
                  </a:lnTo>
                  <a:lnTo>
                    <a:pt x="415" y="188"/>
                  </a:lnTo>
                  <a:lnTo>
                    <a:pt x="415" y="165"/>
                  </a:lnTo>
                  <a:lnTo>
                    <a:pt x="415" y="165"/>
                  </a:lnTo>
                  <a:lnTo>
                    <a:pt x="415" y="153"/>
                  </a:lnTo>
                  <a:lnTo>
                    <a:pt x="415" y="153"/>
                  </a:lnTo>
                  <a:lnTo>
                    <a:pt x="415" y="141"/>
                  </a:lnTo>
                  <a:lnTo>
                    <a:pt x="415" y="141"/>
                  </a:lnTo>
                  <a:lnTo>
                    <a:pt x="415" y="134"/>
                  </a:lnTo>
                  <a:lnTo>
                    <a:pt x="415" y="129"/>
                  </a:lnTo>
                  <a:lnTo>
                    <a:pt x="415" y="129"/>
                  </a:lnTo>
                  <a:lnTo>
                    <a:pt x="412" y="129"/>
                  </a:lnTo>
                  <a:lnTo>
                    <a:pt x="410" y="129"/>
                  </a:lnTo>
                  <a:lnTo>
                    <a:pt x="403" y="129"/>
                  </a:lnTo>
                  <a:lnTo>
                    <a:pt x="403" y="129"/>
                  </a:lnTo>
                  <a:lnTo>
                    <a:pt x="403" y="141"/>
                  </a:lnTo>
                  <a:lnTo>
                    <a:pt x="403" y="141"/>
                  </a:lnTo>
                  <a:lnTo>
                    <a:pt x="403" y="165"/>
                  </a:lnTo>
                  <a:lnTo>
                    <a:pt x="403" y="165"/>
                  </a:lnTo>
                  <a:lnTo>
                    <a:pt x="398" y="165"/>
                  </a:lnTo>
                  <a:lnTo>
                    <a:pt x="393" y="165"/>
                  </a:lnTo>
                  <a:lnTo>
                    <a:pt x="391" y="165"/>
                  </a:lnTo>
                  <a:lnTo>
                    <a:pt x="391" y="165"/>
                  </a:lnTo>
                  <a:lnTo>
                    <a:pt x="391" y="172"/>
                  </a:lnTo>
                  <a:lnTo>
                    <a:pt x="391" y="176"/>
                  </a:lnTo>
                  <a:lnTo>
                    <a:pt x="391" y="176"/>
                  </a:lnTo>
                  <a:lnTo>
                    <a:pt x="391" y="188"/>
                  </a:lnTo>
                  <a:lnTo>
                    <a:pt x="391" y="188"/>
                  </a:lnTo>
                  <a:lnTo>
                    <a:pt x="391" y="200"/>
                  </a:lnTo>
                  <a:lnTo>
                    <a:pt x="391" y="200"/>
                  </a:lnTo>
                  <a:lnTo>
                    <a:pt x="386" y="200"/>
                  </a:lnTo>
                  <a:lnTo>
                    <a:pt x="382" y="200"/>
                  </a:lnTo>
                  <a:lnTo>
                    <a:pt x="379" y="200"/>
                  </a:lnTo>
                  <a:lnTo>
                    <a:pt x="379" y="200"/>
                  </a:lnTo>
                  <a:lnTo>
                    <a:pt x="379" y="207"/>
                  </a:lnTo>
                  <a:lnTo>
                    <a:pt x="379" y="212"/>
                  </a:lnTo>
                  <a:lnTo>
                    <a:pt x="379" y="212"/>
                  </a:lnTo>
                  <a:lnTo>
                    <a:pt x="379" y="223"/>
                  </a:lnTo>
                  <a:lnTo>
                    <a:pt x="379" y="223"/>
                  </a:lnTo>
                  <a:lnTo>
                    <a:pt x="379" y="235"/>
                  </a:lnTo>
                  <a:lnTo>
                    <a:pt x="379" y="235"/>
                  </a:lnTo>
                  <a:lnTo>
                    <a:pt x="379" y="261"/>
                  </a:lnTo>
                  <a:lnTo>
                    <a:pt x="379" y="261"/>
                  </a:lnTo>
                  <a:lnTo>
                    <a:pt x="375" y="261"/>
                  </a:lnTo>
                  <a:lnTo>
                    <a:pt x="368" y="261"/>
                  </a:lnTo>
                  <a:lnTo>
                    <a:pt x="368" y="261"/>
                  </a:lnTo>
                  <a:lnTo>
                    <a:pt x="363" y="261"/>
                  </a:lnTo>
                  <a:lnTo>
                    <a:pt x="356" y="261"/>
                  </a:lnTo>
                  <a:lnTo>
                    <a:pt x="356" y="261"/>
                  </a:lnTo>
                  <a:lnTo>
                    <a:pt x="349" y="259"/>
                  </a:lnTo>
                  <a:lnTo>
                    <a:pt x="344" y="261"/>
                  </a:lnTo>
                  <a:lnTo>
                    <a:pt x="344" y="261"/>
                  </a:lnTo>
                  <a:lnTo>
                    <a:pt x="344" y="266"/>
                  </a:lnTo>
                  <a:lnTo>
                    <a:pt x="344" y="271"/>
                  </a:lnTo>
                  <a:lnTo>
                    <a:pt x="344" y="273"/>
                  </a:lnTo>
                  <a:lnTo>
                    <a:pt x="344" y="273"/>
                  </a:lnTo>
                  <a:lnTo>
                    <a:pt x="337" y="273"/>
                  </a:lnTo>
                  <a:lnTo>
                    <a:pt x="332" y="273"/>
                  </a:lnTo>
                  <a:lnTo>
                    <a:pt x="332" y="273"/>
                  </a:lnTo>
                  <a:lnTo>
                    <a:pt x="320" y="273"/>
                  </a:lnTo>
                  <a:lnTo>
                    <a:pt x="320" y="273"/>
                  </a:lnTo>
                  <a:lnTo>
                    <a:pt x="313" y="273"/>
                  </a:lnTo>
                  <a:lnTo>
                    <a:pt x="309" y="273"/>
                  </a:lnTo>
                  <a:lnTo>
                    <a:pt x="309" y="273"/>
                  </a:lnTo>
                  <a:lnTo>
                    <a:pt x="309" y="266"/>
                  </a:lnTo>
                  <a:lnTo>
                    <a:pt x="309" y="261"/>
                  </a:lnTo>
                  <a:lnTo>
                    <a:pt x="309" y="261"/>
                  </a:lnTo>
                  <a:lnTo>
                    <a:pt x="302" y="261"/>
                  </a:lnTo>
                  <a:lnTo>
                    <a:pt x="297" y="261"/>
                  </a:lnTo>
                  <a:lnTo>
                    <a:pt x="297" y="261"/>
                  </a:lnTo>
                  <a:lnTo>
                    <a:pt x="297" y="254"/>
                  </a:lnTo>
                  <a:lnTo>
                    <a:pt x="297" y="249"/>
                  </a:lnTo>
                  <a:lnTo>
                    <a:pt x="297" y="249"/>
                  </a:lnTo>
                  <a:lnTo>
                    <a:pt x="290" y="247"/>
                  </a:lnTo>
                  <a:lnTo>
                    <a:pt x="285" y="249"/>
                  </a:lnTo>
                  <a:lnTo>
                    <a:pt x="285" y="249"/>
                  </a:lnTo>
                  <a:lnTo>
                    <a:pt x="273" y="249"/>
                  </a:lnTo>
                  <a:lnTo>
                    <a:pt x="273" y="249"/>
                  </a:lnTo>
                  <a:lnTo>
                    <a:pt x="266" y="247"/>
                  </a:lnTo>
                  <a:lnTo>
                    <a:pt x="264" y="247"/>
                  </a:lnTo>
                  <a:lnTo>
                    <a:pt x="262" y="249"/>
                  </a:lnTo>
                  <a:lnTo>
                    <a:pt x="262" y="249"/>
                  </a:lnTo>
                  <a:lnTo>
                    <a:pt x="259" y="252"/>
                  </a:lnTo>
                  <a:lnTo>
                    <a:pt x="262" y="254"/>
                  </a:lnTo>
                  <a:lnTo>
                    <a:pt x="262" y="261"/>
                  </a:lnTo>
                  <a:lnTo>
                    <a:pt x="262" y="261"/>
                  </a:lnTo>
                  <a:lnTo>
                    <a:pt x="262" y="266"/>
                  </a:lnTo>
                  <a:lnTo>
                    <a:pt x="262" y="271"/>
                  </a:lnTo>
                  <a:lnTo>
                    <a:pt x="262" y="273"/>
                  </a:lnTo>
                  <a:lnTo>
                    <a:pt x="262" y="273"/>
                  </a:lnTo>
                  <a:lnTo>
                    <a:pt x="259" y="273"/>
                  </a:lnTo>
                  <a:lnTo>
                    <a:pt x="254" y="273"/>
                  </a:lnTo>
                  <a:lnTo>
                    <a:pt x="250" y="273"/>
                  </a:lnTo>
                  <a:lnTo>
                    <a:pt x="250" y="273"/>
                  </a:lnTo>
                  <a:lnTo>
                    <a:pt x="224" y="273"/>
                  </a:lnTo>
                  <a:lnTo>
                    <a:pt x="224" y="273"/>
                  </a:lnTo>
                  <a:lnTo>
                    <a:pt x="212" y="273"/>
                  </a:lnTo>
                  <a:lnTo>
                    <a:pt x="212" y="273"/>
                  </a:lnTo>
                  <a:lnTo>
                    <a:pt x="207" y="273"/>
                  </a:lnTo>
                  <a:lnTo>
                    <a:pt x="200" y="273"/>
                  </a:lnTo>
                  <a:lnTo>
                    <a:pt x="200" y="273"/>
                  </a:lnTo>
                  <a:lnTo>
                    <a:pt x="200" y="266"/>
                  </a:lnTo>
                  <a:lnTo>
                    <a:pt x="200" y="261"/>
                  </a:lnTo>
                  <a:lnTo>
                    <a:pt x="200" y="261"/>
                  </a:lnTo>
                  <a:lnTo>
                    <a:pt x="196" y="259"/>
                  </a:lnTo>
                  <a:lnTo>
                    <a:pt x="188" y="261"/>
                  </a:lnTo>
                  <a:lnTo>
                    <a:pt x="188" y="261"/>
                  </a:lnTo>
                  <a:lnTo>
                    <a:pt x="177" y="261"/>
                  </a:lnTo>
                  <a:lnTo>
                    <a:pt x="177" y="261"/>
                  </a:lnTo>
                  <a:lnTo>
                    <a:pt x="153" y="261"/>
                  </a:lnTo>
                  <a:lnTo>
                    <a:pt x="153" y="261"/>
                  </a:lnTo>
                  <a:lnTo>
                    <a:pt x="153" y="254"/>
                  </a:lnTo>
                  <a:lnTo>
                    <a:pt x="153" y="252"/>
                  </a:lnTo>
                  <a:lnTo>
                    <a:pt x="153" y="249"/>
                  </a:lnTo>
                  <a:lnTo>
                    <a:pt x="153" y="249"/>
                  </a:lnTo>
                  <a:lnTo>
                    <a:pt x="141" y="249"/>
                  </a:lnTo>
                  <a:lnTo>
                    <a:pt x="141" y="249"/>
                  </a:lnTo>
                  <a:lnTo>
                    <a:pt x="130" y="249"/>
                  </a:lnTo>
                  <a:lnTo>
                    <a:pt x="130" y="249"/>
                  </a:lnTo>
                  <a:lnTo>
                    <a:pt x="118" y="249"/>
                  </a:lnTo>
                  <a:lnTo>
                    <a:pt x="118" y="249"/>
                  </a:lnTo>
                  <a:lnTo>
                    <a:pt x="106" y="249"/>
                  </a:lnTo>
                  <a:lnTo>
                    <a:pt x="106" y="249"/>
                  </a:lnTo>
                  <a:lnTo>
                    <a:pt x="99" y="247"/>
                  </a:lnTo>
                  <a:lnTo>
                    <a:pt x="94" y="249"/>
                  </a:lnTo>
                  <a:lnTo>
                    <a:pt x="94" y="249"/>
                  </a:lnTo>
                  <a:lnTo>
                    <a:pt x="94" y="249"/>
                  </a:lnTo>
                  <a:lnTo>
                    <a:pt x="94" y="254"/>
                  </a:lnTo>
                  <a:lnTo>
                    <a:pt x="94" y="261"/>
                  </a:lnTo>
                  <a:lnTo>
                    <a:pt x="94" y="261"/>
                  </a:lnTo>
                  <a:lnTo>
                    <a:pt x="82" y="261"/>
                  </a:lnTo>
                  <a:lnTo>
                    <a:pt x="82" y="261"/>
                  </a:lnTo>
                  <a:lnTo>
                    <a:pt x="75" y="261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71" y="254"/>
                  </a:lnTo>
                  <a:lnTo>
                    <a:pt x="71" y="252"/>
                  </a:lnTo>
                  <a:lnTo>
                    <a:pt x="71" y="249"/>
                  </a:lnTo>
                  <a:lnTo>
                    <a:pt x="71" y="249"/>
                  </a:lnTo>
                  <a:lnTo>
                    <a:pt x="68" y="247"/>
                  </a:lnTo>
                  <a:lnTo>
                    <a:pt x="64" y="247"/>
                  </a:lnTo>
                  <a:lnTo>
                    <a:pt x="59" y="249"/>
                  </a:lnTo>
                  <a:lnTo>
                    <a:pt x="59" y="249"/>
                  </a:lnTo>
                  <a:lnTo>
                    <a:pt x="59" y="247"/>
                  </a:lnTo>
                  <a:lnTo>
                    <a:pt x="59" y="242"/>
                  </a:lnTo>
                  <a:lnTo>
                    <a:pt x="59" y="235"/>
                  </a:lnTo>
                  <a:lnTo>
                    <a:pt x="59" y="235"/>
                  </a:lnTo>
                  <a:lnTo>
                    <a:pt x="57" y="235"/>
                  </a:lnTo>
                  <a:lnTo>
                    <a:pt x="52" y="235"/>
                  </a:lnTo>
                  <a:lnTo>
                    <a:pt x="47" y="235"/>
                  </a:lnTo>
                  <a:lnTo>
                    <a:pt x="47" y="235"/>
                  </a:lnTo>
                  <a:lnTo>
                    <a:pt x="47" y="249"/>
                  </a:lnTo>
                  <a:lnTo>
                    <a:pt x="47" y="249"/>
                  </a:lnTo>
                  <a:lnTo>
                    <a:pt x="47" y="273"/>
                  </a:lnTo>
                  <a:lnTo>
                    <a:pt x="47" y="273"/>
                  </a:lnTo>
                  <a:lnTo>
                    <a:pt x="0" y="273"/>
                  </a:lnTo>
                  <a:lnTo>
                    <a:pt x="0" y="273"/>
                  </a:lnTo>
                  <a:lnTo>
                    <a:pt x="0" y="320"/>
                  </a:lnTo>
                  <a:lnTo>
                    <a:pt x="0" y="320"/>
                  </a:lnTo>
                  <a:lnTo>
                    <a:pt x="0" y="344"/>
                  </a:lnTo>
                  <a:lnTo>
                    <a:pt x="0" y="344"/>
                  </a:lnTo>
                  <a:lnTo>
                    <a:pt x="12" y="344"/>
                  </a:lnTo>
                  <a:lnTo>
                    <a:pt x="12" y="344"/>
                  </a:lnTo>
                  <a:lnTo>
                    <a:pt x="35" y="344"/>
                  </a:lnTo>
                  <a:lnTo>
                    <a:pt x="35" y="344"/>
                  </a:lnTo>
                  <a:lnTo>
                    <a:pt x="82" y="344"/>
                  </a:lnTo>
                  <a:lnTo>
                    <a:pt x="82" y="344"/>
                  </a:lnTo>
                  <a:lnTo>
                    <a:pt x="106" y="344"/>
                  </a:lnTo>
                  <a:lnTo>
                    <a:pt x="106" y="344"/>
                  </a:lnTo>
                  <a:lnTo>
                    <a:pt x="118" y="344"/>
                  </a:lnTo>
                  <a:lnTo>
                    <a:pt x="118" y="344"/>
                  </a:lnTo>
                  <a:lnTo>
                    <a:pt x="141" y="344"/>
                  </a:lnTo>
                  <a:lnTo>
                    <a:pt x="141" y="344"/>
                  </a:lnTo>
                  <a:lnTo>
                    <a:pt x="165" y="344"/>
                  </a:lnTo>
                  <a:lnTo>
                    <a:pt x="165" y="344"/>
                  </a:lnTo>
                  <a:lnTo>
                    <a:pt x="177" y="344"/>
                  </a:lnTo>
                  <a:lnTo>
                    <a:pt x="177" y="344"/>
                  </a:lnTo>
                  <a:lnTo>
                    <a:pt x="200" y="344"/>
                  </a:lnTo>
                  <a:lnTo>
                    <a:pt x="200" y="344"/>
                  </a:lnTo>
                  <a:lnTo>
                    <a:pt x="212" y="344"/>
                  </a:lnTo>
                  <a:lnTo>
                    <a:pt x="212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50" y="344"/>
                  </a:lnTo>
                  <a:lnTo>
                    <a:pt x="250" y="344"/>
                  </a:lnTo>
                  <a:lnTo>
                    <a:pt x="273" y="344"/>
                  </a:lnTo>
                  <a:lnTo>
                    <a:pt x="273" y="344"/>
                  </a:lnTo>
                  <a:lnTo>
                    <a:pt x="285" y="344"/>
                  </a:lnTo>
                  <a:lnTo>
                    <a:pt x="285" y="344"/>
                  </a:lnTo>
                  <a:lnTo>
                    <a:pt x="309" y="344"/>
                  </a:lnTo>
                  <a:lnTo>
                    <a:pt x="309" y="344"/>
                  </a:lnTo>
                  <a:lnTo>
                    <a:pt x="320" y="344"/>
                  </a:lnTo>
                  <a:lnTo>
                    <a:pt x="320" y="344"/>
                  </a:lnTo>
                  <a:lnTo>
                    <a:pt x="344" y="344"/>
                  </a:lnTo>
                  <a:lnTo>
                    <a:pt x="344" y="344"/>
                  </a:lnTo>
                  <a:lnTo>
                    <a:pt x="356" y="344"/>
                  </a:lnTo>
                  <a:lnTo>
                    <a:pt x="356" y="344"/>
                  </a:lnTo>
                  <a:lnTo>
                    <a:pt x="379" y="344"/>
                  </a:lnTo>
                  <a:lnTo>
                    <a:pt x="379" y="344"/>
                  </a:lnTo>
                  <a:lnTo>
                    <a:pt x="391" y="344"/>
                  </a:lnTo>
                  <a:lnTo>
                    <a:pt x="391" y="344"/>
                  </a:lnTo>
                  <a:lnTo>
                    <a:pt x="438" y="344"/>
                  </a:lnTo>
                  <a:lnTo>
                    <a:pt x="438" y="344"/>
                  </a:lnTo>
                  <a:lnTo>
                    <a:pt x="488" y="344"/>
                  </a:lnTo>
                  <a:lnTo>
                    <a:pt x="488" y="344"/>
                  </a:lnTo>
                  <a:lnTo>
                    <a:pt x="511" y="344"/>
                  </a:lnTo>
                  <a:lnTo>
                    <a:pt x="511" y="344"/>
                  </a:lnTo>
                  <a:lnTo>
                    <a:pt x="523" y="344"/>
                  </a:lnTo>
                  <a:lnTo>
                    <a:pt x="523" y="344"/>
                  </a:lnTo>
                  <a:lnTo>
                    <a:pt x="547" y="344"/>
                  </a:lnTo>
                  <a:lnTo>
                    <a:pt x="547" y="344"/>
                  </a:lnTo>
                  <a:lnTo>
                    <a:pt x="558" y="344"/>
                  </a:lnTo>
                  <a:lnTo>
                    <a:pt x="558" y="344"/>
                  </a:lnTo>
                  <a:lnTo>
                    <a:pt x="582" y="344"/>
                  </a:lnTo>
                  <a:lnTo>
                    <a:pt x="582" y="344"/>
                  </a:lnTo>
                  <a:lnTo>
                    <a:pt x="594" y="344"/>
                  </a:lnTo>
                  <a:lnTo>
                    <a:pt x="594" y="344"/>
                  </a:lnTo>
                  <a:lnTo>
                    <a:pt x="617" y="344"/>
                  </a:lnTo>
                  <a:lnTo>
                    <a:pt x="617" y="344"/>
                  </a:lnTo>
                  <a:lnTo>
                    <a:pt x="629" y="344"/>
                  </a:lnTo>
                  <a:lnTo>
                    <a:pt x="629" y="344"/>
                  </a:lnTo>
                  <a:lnTo>
                    <a:pt x="653" y="344"/>
                  </a:lnTo>
                  <a:lnTo>
                    <a:pt x="653" y="344"/>
                  </a:lnTo>
                  <a:lnTo>
                    <a:pt x="664" y="344"/>
                  </a:lnTo>
                  <a:lnTo>
                    <a:pt x="664" y="344"/>
                  </a:lnTo>
                  <a:lnTo>
                    <a:pt x="712" y="344"/>
                  </a:lnTo>
                  <a:lnTo>
                    <a:pt x="712" y="344"/>
                  </a:lnTo>
                  <a:lnTo>
                    <a:pt x="723" y="344"/>
                  </a:lnTo>
                  <a:lnTo>
                    <a:pt x="723" y="344"/>
                  </a:lnTo>
                  <a:lnTo>
                    <a:pt x="749" y="344"/>
                  </a:lnTo>
                  <a:lnTo>
                    <a:pt x="749" y="344"/>
                  </a:lnTo>
                  <a:lnTo>
                    <a:pt x="761" y="344"/>
                  </a:lnTo>
                  <a:lnTo>
                    <a:pt x="761" y="344"/>
                  </a:lnTo>
                  <a:lnTo>
                    <a:pt x="785" y="344"/>
                  </a:lnTo>
                  <a:lnTo>
                    <a:pt x="785" y="344"/>
                  </a:lnTo>
                  <a:lnTo>
                    <a:pt x="796" y="344"/>
                  </a:lnTo>
                  <a:lnTo>
                    <a:pt x="796" y="344"/>
                  </a:lnTo>
                  <a:lnTo>
                    <a:pt x="820" y="344"/>
                  </a:lnTo>
                  <a:lnTo>
                    <a:pt x="820" y="344"/>
                  </a:lnTo>
                  <a:lnTo>
                    <a:pt x="832" y="344"/>
                  </a:lnTo>
                  <a:lnTo>
                    <a:pt x="832" y="344"/>
                  </a:lnTo>
                  <a:lnTo>
                    <a:pt x="855" y="344"/>
                  </a:lnTo>
                  <a:lnTo>
                    <a:pt x="855" y="344"/>
                  </a:lnTo>
                  <a:lnTo>
                    <a:pt x="867" y="344"/>
                  </a:lnTo>
                  <a:lnTo>
                    <a:pt x="867" y="344"/>
                  </a:lnTo>
                  <a:lnTo>
                    <a:pt x="891" y="344"/>
                  </a:lnTo>
                  <a:lnTo>
                    <a:pt x="891" y="344"/>
                  </a:lnTo>
                  <a:lnTo>
                    <a:pt x="902" y="344"/>
                  </a:lnTo>
                  <a:lnTo>
                    <a:pt x="902" y="344"/>
                  </a:lnTo>
                  <a:lnTo>
                    <a:pt x="926" y="344"/>
                  </a:lnTo>
                  <a:lnTo>
                    <a:pt x="926" y="344"/>
                  </a:lnTo>
                  <a:lnTo>
                    <a:pt x="938" y="344"/>
                  </a:lnTo>
                  <a:lnTo>
                    <a:pt x="938" y="344"/>
                  </a:lnTo>
                  <a:lnTo>
                    <a:pt x="987" y="344"/>
                  </a:lnTo>
                  <a:lnTo>
                    <a:pt x="987" y="344"/>
                  </a:lnTo>
                  <a:lnTo>
                    <a:pt x="999" y="344"/>
                  </a:lnTo>
                  <a:lnTo>
                    <a:pt x="999" y="344"/>
                  </a:lnTo>
                  <a:lnTo>
                    <a:pt x="1023" y="344"/>
                  </a:lnTo>
                  <a:lnTo>
                    <a:pt x="1023" y="344"/>
                  </a:lnTo>
                  <a:lnTo>
                    <a:pt x="1034" y="344"/>
                  </a:lnTo>
                  <a:lnTo>
                    <a:pt x="1034" y="344"/>
                  </a:lnTo>
                  <a:lnTo>
                    <a:pt x="1058" y="344"/>
                  </a:lnTo>
                  <a:lnTo>
                    <a:pt x="1058" y="344"/>
                  </a:lnTo>
                  <a:lnTo>
                    <a:pt x="1070" y="344"/>
                  </a:lnTo>
                  <a:lnTo>
                    <a:pt x="1070" y="344"/>
                  </a:lnTo>
                  <a:lnTo>
                    <a:pt x="1093" y="344"/>
                  </a:lnTo>
                  <a:lnTo>
                    <a:pt x="1093" y="344"/>
                  </a:lnTo>
                  <a:lnTo>
                    <a:pt x="1105" y="344"/>
                  </a:lnTo>
                  <a:lnTo>
                    <a:pt x="1105" y="344"/>
                  </a:lnTo>
                  <a:lnTo>
                    <a:pt x="1129" y="344"/>
                  </a:lnTo>
                  <a:lnTo>
                    <a:pt x="1129" y="344"/>
                  </a:lnTo>
                  <a:lnTo>
                    <a:pt x="1140" y="344"/>
                  </a:lnTo>
                  <a:lnTo>
                    <a:pt x="1140" y="344"/>
                  </a:lnTo>
                  <a:lnTo>
                    <a:pt x="1164" y="344"/>
                  </a:lnTo>
                  <a:lnTo>
                    <a:pt x="1164" y="344"/>
                  </a:lnTo>
                  <a:lnTo>
                    <a:pt x="1176" y="344"/>
                  </a:lnTo>
                  <a:lnTo>
                    <a:pt x="1176" y="344"/>
                  </a:lnTo>
                  <a:lnTo>
                    <a:pt x="1199" y="344"/>
                  </a:lnTo>
                  <a:lnTo>
                    <a:pt x="1199" y="344"/>
                  </a:lnTo>
                  <a:lnTo>
                    <a:pt x="1211" y="344"/>
                  </a:lnTo>
                  <a:lnTo>
                    <a:pt x="1211" y="344"/>
                  </a:lnTo>
                  <a:lnTo>
                    <a:pt x="1261" y="344"/>
                  </a:lnTo>
                  <a:lnTo>
                    <a:pt x="1261" y="344"/>
                  </a:lnTo>
                  <a:lnTo>
                    <a:pt x="1272" y="344"/>
                  </a:lnTo>
                  <a:lnTo>
                    <a:pt x="1272" y="344"/>
                  </a:lnTo>
                  <a:lnTo>
                    <a:pt x="1296" y="344"/>
                  </a:lnTo>
                  <a:lnTo>
                    <a:pt x="1296" y="344"/>
                  </a:lnTo>
                  <a:lnTo>
                    <a:pt x="1308" y="344"/>
                  </a:lnTo>
                  <a:lnTo>
                    <a:pt x="1308" y="344"/>
                  </a:lnTo>
                  <a:lnTo>
                    <a:pt x="1331" y="344"/>
                  </a:lnTo>
                  <a:lnTo>
                    <a:pt x="1331" y="344"/>
                  </a:lnTo>
                  <a:lnTo>
                    <a:pt x="1343" y="344"/>
                  </a:lnTo>
                  <a:lnTo>
                    <a:pt x="1343" y="344"/>
                  </a:lnTo>
                  <a:lnTo>
                    <a:pt x="1367" y="344"/>
                  </a:lnTo>
                  <a:lnTo>
                    <a:pt x="1367" y="344"/>
                  </a:lnTo>
                  <a:lnTo>
                    <a:pt x="1378" y="344"/>
                  </a:lnTo>
                  <a:lnTo>
                    <a:pt x="1378" y="344"/>
                  </a:lnTo>
                  <a:lnTo>
                    <a:pt x="1402" y="344"/>
                  </a:lnTo>
                  <a:lnTo>
                    <a:pt x="1402" y="344"/>
                  </a:lnTo>
                  <a:lnTo>
                    <a:pt x="1414" y="344"/>
                  </a:lnTo>
                  <a:lnTo>
                    <a:pt x="1414" y="344"/>
                  </a:lnTo>
                  <a:lnTo>
                    <a:pt x="1437" y="344"/>
                  </a:lnTo>
                  <a:lnTo>
                    <a:pt x="1437" y="344"/>
                  </a:lnTo>
                  <a:lnTo>
                    <a:pt x="1449" y="344"/>
                  </a:lnTo>
                  <a:lnTo>
                    <a:pt x="1449" y="344"/>
                  </a:lnTo>
                  <a:lnTo>
                    <a:pt x="1475" y="344"/>
                  </a:lnTo>
                  <a:lnTo>
                    <a:pt x="1475" y="344"/>
                  </a:lnTo>
                  <a:lnTo>
                    <a:pt x="1487" y="344"/>
                  </a:lnTo>
                  <a:lnTo>
                    <a:pt x="1487" y="344"/>
                  </a:lnTo>
                  <a:lnTo>
                    <a:pt x="1534" y="344"/>
                  </a:lnTo>
                  <a:lnTo>
                    <a:pt x="1534" y="344"/>
                  </a:lnTo>
                  <a:lnTo>
                    <a:pt x="1546" y="344"/>
                  </a:lnTo>
                  <a:lnTo>
                    <a:pt x="1546" y="344"/>
                  </a:lnTo>
                  <a:lnTo>
                    <a:pt x="1569" y="344"/>
                  </a:lnTo>
                  <a:lnTo>
                    <a:pt x="1569" y="344"/>
                  </a:lnTo>
                  <a:lnTo>
                    <a:pt x="1581" y="344"/>
                  </a:lnTo>
                  <a:lnTo>
                    <a:pt x="1581" y="344"/>
                  </a:lnTo>
                  <a:lnTo>
                    <a:pt x="1605" y="344"/>
                  </a:lnTo>
                  <a:lnTo>
                    <a:pt x="1605" y="344"/>
                  </a:lnTo>
                  <a:lnTo>
                    <a:pt x="1616" y="344"/>
                  </a:lnTo>
                  <a:lnTo>
                    <a:pt x="1616" y="344"/>
                  </a:lnTo>
                  <a:lnTo>
                    <a:pt x="1640" y="344"/>
                  </a:lnTo>
                  <a:lnTo>
                    <a:pt x="1640" y="344"/>
                  </a:lnTo>
                  <a:lnTo>
                    <a:pt x="1652" y="344"/>
                  </a:lnTo>
                  <a:lnTo>
                    <a:pt x="1652" y="344"/>
                  </a:lnTo>
                  <a:lnTo>
                    <a:pt x="1675" y="344"/>
                  </a:lnTo>
                  <a:lnTo>
                    <a:pt x="1675" y="344"/>
                  </a:lnTo>
                  <a:lnTo>
                    <a:pt x="1687" y="344"/>
                  </a:lnTo>
                  <a:lnTo>
                    <a:pt x="1687" y="344"/>
                  </a:lnTo>
                  <a:lnTo>
                    <a:pt x="1713" y="344"/>
                  </a:lnTo>
                  <a:lnTo>
                    <a:pt x="1713" y="344"/>
                  </a:lnTo>
                  <a:lnTo>
                    <a:pt x="1725" y="344"/>
                  </a:lnTo>
                  <a:lnTo>
                    <a:pt x="1725" y="344"/>
                  </a:lnTo>
                  <a:lnTo>
                    <a:pt x="1748" y="344"/>
                  </a:lnTo>
                  <a:lnTo>
                    <a:pt x="1748" y="344"/>
                  </a:lnTo>
                  <a:lnTo>
                    <a:pt x="1760" y="344"/>
                  </a:lnTo>
                  <a:lnTo>
                    <a:pt x="1760" y="344"/>
                  </a:lnTo>
                  <a:lnTo>
                    <a:pt x="1807" y="344"/>
                  </a:lnTo>
                  <a:lnTo>
                    <a:pt x="1807" y="344"/>
                  </a:lnTo>
                  <a:lnTo>
                    <a:pt x="1854" y="344"/>
                  </a:lnTo>
                  <a:lnTo>
                    <a:pt x="1854" y="344"/>
                  </a:lnTo>
                  <a:lnTo>
                    <a:pt x="1878" y="344"/>
                  </a:lnTo>
                  <a:lnTo>
                    <a:pt x="1878" y="344"/>
                  </a:lnTo>
                  <a:lnTo>
                    <a:pt x="1890" y="344"/>
                  </a:lnTo>
                  <a:lnTo>
                    <a:pt x="1890" y="344"/>
                  </a:lnTo>
                  <a:lnTo>
                    <a:pt x="1913" y="344"/>
                  </a:lnTo>
                  <a:lnTo>
                    <a:pt x="1913" y="344"/>
                  </a:lnTo>
                  <a:lnTo>
                    <a:pt x="1925" y="344"/>
                  </a:lnTo>
                  <a:lnTo>
                    <a:pt x="1925" y="344"/>
                  </a:lnTo>
                  <a:lnTo>
                    <a:pt x="1951" y="344"/>
                  </a:lnTo>
                  <a:lnTo>
                    <a:pt x="1951" y="344"/>
                  </a:lnTo>
                  <a:lnTo>
                    <a:pt x="1963" y="344"/>
                  </a:lnTo>
                  <a:lnTo>
                    <a:pt x="1963" y="344"/>
                  </a:lnTo>
                  <a:lnTo>
                    <a:pt x="1986" y="344"/>
                  </a:lnTo>
                  <a:lnTo>
                    <a:pt x="1986" y="344"/>
                  </a:lnTo>
                  <a:lnTo>
                    <a:pt x="1998" y="344"/>
                  </a:lnTo>
                  <a:lnTo>
                    <a:pt x="1998" y="344"/>
                  </a:lnTo>
                  <a:lnTo>
                    <a:pt x="2022" y="344"/>
                  </a:lnTo>
                  <a:lnTo>
                    <a:pt x="2022" y="344"/>
                  </a:lnTo>
                  <a:lnTo>
                    <a:pt x="2033" y="344"/>
                  </a:lnTo>
                  <a:lnTo>
                    <a:pt x="2033" y="344"/>
                  </a:lnTo>
                  <a:lnTo>
                    <a:pt x="2057" y="344"/>
                  </a:lnTo>
                  <a:lnTo>
                    <a:pt x="2057" y="344"/>
                  </a:lnTo>
                  <a:lnTo>
                    <a:pt x="2069" y="344"/>
                  </a:lnTo>
                  <a:lnTo>
                    <a:pt x="2069" y="344"/>
                  </a:lnTo>
                  <a:lnTo>
                    <a:pt x="2092" y="344"/>
                  </a:lnTo>
                  <a:lnTo>
                    <a:pt x="2092" y="344"/>
                  </a:lnTo>
                  <a:lnTo>
                    <a:pt x="2104" y="344"/>
                  </a:lnTo>
                  <a:lnTo>
                    <a:pt x="2104" y="344"/>
                  </a:lnTo>
                  <a:lnTo>
                    <a:pt x="2128" y="344"/>
                  </a:lnTo>
                  <a:lnTo>
                    <a:pt x="2128" y="344"/>
                  </a:lnTo>
                  <a:lnTo>
                    <a:pt x="2139" y="344"/>
                  </a:lnTo>
                  <a:lnTo>
                    <a:pt x="2139" y="344"/>
                  </a:lnTo>
                  <a:lnTo>
                    <a:pt x="2163" y="344"/>
                  </a:lnTo>
                  <a:lnTo>
                    <a:pt x="2163" y="344"/>
                  </a:lnTo>
                  <a:lnTo>
                    <a:pt x="2175" y="344"/>
                  </a:lnTo>
                  <a:lnTo>
                    <a:pt x="2175" y="344"/>
                  </a:lnTo>
                  <a:lnTo>
                    <a:pt x="2201" y="344"/>
                  </a:lnTo>
                  <a:lnTo>
                    <a:pt x="2201" y="344"/>
                  </a:lnTo>
                  <a:lnTo>
                    <a:pt x="2248" y="344"/>
                  </a:lnTo>
                  <a:lnTo>
                    <a:pt x="2248" y="344"/>
                  </a:lnTo>
                  <a:lnTo>
                    <a:pt x="2271" y="344"/>
                  </a:lnTo>
                  <a:lnTo>
                    <a:pt x="2271" y="344"/>
                  </a:lnTo>
                  <a:lnTo>
                    <a:pt x="2283" y="344"/>
                  </a:lnTo>
                  <a:lnTo>
                    <a:pt x="2283" y="344"/>
                  </a:lnTo>
                  <a:lnTo>
                    <a:pt x="2307" y="344"/>
                  </a:lnTo>
                  <a:lnTo>
                    <a:pt x="2307" y="344"/>
                  </a:lnTo>
                  <a:lnTo>
                    <a:pt x="2318" y="344"/>
                  </a:lnTo>
                  <a:lnTo>
                    <a:pt x="2318" y="344"/>
                  </a:lnTo>
                  <a:lnTo>
                    <a:pt x="2366" y="344"/>
                  </a:lnTo>
                  <a:lnTo>
                    <a:pt x="2366" y="344"/>
                  </a:lnTo>
                  <a:lnTo>
                    <a:pt x="2366" y="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3049588" y="5648799"/>
            <a:ext cx="9142412" cy="1209201"/>
            <a:chOff x="685800" y="2700871"/>
            <a:chExt cx="7683500" cy="983892"/>
          </a:xfrm>
          <a:solidFill>
            <a:schemeClr val="accent1">
              <a:alpha val="76000"/>
            </a:schemeClr>
          </a:solidFill>
        </p:grpSpPr>
        <p:sp>
          <p:nvSpPr>
            <p:cNvPr id="66" name="Freeform 65"/>
            <p:cNvSpPr>
              <a:spLocks/>
            </p:cNvSpPr>
            <p:nvPr/>
          </p:nvSpPr>
          <p:spPr bwMode="auto">
            <a:xfrm>
              <a:off x="4648200" y="2700871"/>
              <a:ext cx="3721100" cy="962025"/>
            </a:xfrm>
            <a:custGeom>
              <a:avLst/>
              <a:gdLst>
                <a:gd name="T0" fmla="*/ 2285 w 2344"/>
                <a:gd name="T1" fmla="*/ 502 h 606"/>
                <a:gd name="T2" fmla="*/ 2271 w 2344"/>
                <a:gd name="T3" fmla="*/ 405 h 606"/>
                <a:gd name="T4" fmla="*/ 2226 w 2344"/>
                <a:gd name="T5" fmla="*/ 384 h 606"/>
                <a:gd name="T6" fmla="*/ 2118 w 2344"/>
                <a:gd name="T7" fmla="*/ 396 h 606"/>
                <a:gd name="T8" fmla="*/ 2094 w 2344"/>
                <a:gd name="T9" fmla="*/ 436 h 606"/>
                <a:gd name="T10" fmla="*/ 2071 w 2344"/>
                <a:gd name="T11" fmla="*/ 502 h 606"/>
                <a:gd name="T12" fmla="*/ 2059 w 2344"/>
                <a:gd name="T13" fmla="*/ 455 h 606"/>
                <a:gd name="T14" fmla="*/ 2042 w 2344"/>
                <a:gd name="T15" fmla="*/ 490 h 606"/>
                <a:gd name="T16" fmla="*/ 2000 w 2344"/>
                <a:gd name="T17" fmla="*/ 490 h 606"/>
                <a:gd name="T18" fmla="*/ 1918 w 2344"/>
                <a:gd name="T19" fmla="*/ 368 h 606"/>
                <a:gd name="T20" fmla="*/ 1774 w 2344"/>
                <a:gd name="T21" fmla="*/ 361 h 606"/>
                <a:gd name="T22" fmla="*/ 1668 w 2344"/>
                <a:gd name="T23" fmla="*/ 349 h 606"/>
                <a:gd name="T24" fmla="*/ 1574 w 2344"/>
                <a:gd name="T25" fmla="*/ 356 h 606"/>
                <a:gd name="T26" fmla="*/ 1526 w 2344"/>
                <a:gd name="T27" fmla="*/ 384 h 606"/>
                <a:gd name="T28" fmla="*/ 1371 w 2344"/>
                <a:gd name="T29" fmla="*/ 431 h 606"/>
                <a:gd name="T30" fmla="*/ 1253 w 2344"/>
                <a:gd name="T31" fmla="*/ 313 h 606"/>
                <a:gd name="T32" fmla="*/ 1253 w 2344"/>
                <a:gd name="T33" fmla="*/ 104 h 606"/>
                <a:gd name="T34" fmla="*/ 1100 w 2344"/>
                <a:gd name="T35" fmla="*/ 115 h 606"/>
                <a:gd name="T36" fmla="*/ 1100 w 2344"/>
                <a:gd name="T37" fmla="*/ 361 h 606"/>
                <a:gd name="T38" fmla="*/ 1017 w 2344"/>
                <a:gd name="T39" fmla="*/ 443 h 606"/>
                <a:gd name="T40" fmla="*/ 850 w 2344"/>
                <a:gd name="T41" fmla="*/ 337 h 606"/>
                <a:gd name="T42" fmla="*/ 744 w 2344"/>
                <a:gd name="T43" fmla="*/ 302 h 606"/>
                <a:gd name="T44" fmla="*/ 744 w 2344"/>
                <a:gd name="T45" fmla="*/ 490 h 606"/>
                <a:gd name="T46" fmla="*/ 650 w 2344"/>
                <a:gd name="T47" fmla="*/ 502 h 606"/>
                <a:gd name="T48" fmla="*/ 636 w 2344"/>
                <a:gd name="T49" fmla="*/ 525 h 606"/>
                <a:gd name="T50" fmla="*/ 603 w 2344"/>
                <a:gd name="T51" fmla="*/ 408 h 606"/>
                <a:gd name="T52" fmla="*/ 542 w 2344"/>
                <a:gd name="T53" fmla="*/ 361 h 606"/>
                <a:gd name="T54" fmla="*/ 494 w 2344"/>
                <a:gd name="T55" fmla="*/ 419 h 606"/>
                <a:gd name="T56" fmla="*/ 483 w 2344"/>
                <a:gd name="T57" fmla="*/ 535 h 606"/>
                <a:gd name="T58" fmla="*/ 459 w 2344"/>
                <a:gd name="T59" fmla="*/ 525 h 606"/>
                <a:gd name="T60" fmla="*/ 355 w 2344"/>
                <a:gd name="T61" fmla="*/ 514 h 606"/>
                <a:gd name="T62" fmla="*/ 341 w 2344"/>
                <a:gd name="T63" fmla="*/ 490 h 606"/>
                <a:gd name="T64" fmla="*/ 318 w 2344"/>
                <a:gd name="T65" fmla="*/ 467 h 606"/>
                <a:gd name="T66" fmla="*/ 318 w 2344"/>
                <a:gd name="T67" fmla="*/ 269 h 606"/>
                <a:gd name="T68" fmla="*/ 247 w 2344"/>
                <a:gd name="T69" fmla="*/ 92 h 606"/>
                <a:gd name="T70" fmla="*/ 223 w 2344"/>
                <a:gd name="T71" fmla="*/ 0 h 606"/>
                <a:gd name="T72" fmla="*/ 223 w 2344"/>
                <a:gd name="T73" fmla="*/ 80 h 606"/>
                <a:gd name="T74" fmla="*/ 162 w 2344"/>
                <a:gd name="T75" fmla="*/ 92 h 606"/>
                <a:gd name="T76" fmla="*/ 162 w 2344"/>
                <a:gd name="T77" fmla="*/ 12 h 606"/>
                <a:gd name="T78" fmla="*/ 150 w 2344"/>
                <a:gd name="T79" fmla="*/ 68 h 606"/>
                <a:gd name="T80" fmla="*/ 56 w 2344"/>
                <a:gd name="T81" fmla="*/ 104 h 606"/>
                <a:gd name="T82" fmla="*/ 56 w 2344"/>
                <a:gd name="T83" fmla="*/ 349 h 606"/>
                <a:gd name="T84" fmla="*/ 56 w 2344"/>
                <a:gd name="T85" fmla="*/ 471 h 606"/>
                <a:gd name="T86" fmla="*/ 4 w 2344"/>
                <a:gd name="T87" fmla="*/ 490 h 606"/>
                <a:gd name="T88" fmla="*/ 127 w 2344"/>
                <a:gd name="T89" fmla="*/ 606 h 606"/>
                <a:gd name="T90" fmla="*/ 271 w 2344"/>
                <a:gd name="T91" fmla="*/ 606 h 606"/>
                <a:gd name="T92" fmla="*/ 412 w 2344"/>
                <a:gd name="T93" fmla="*/ 606 h 606"/>
                <a:gd name="T94" fmla="*/ 565 w 2344"/>
                <a:gd name="T95" fmla="*/ 606 h 606"/>
                <a:gd name="T96" fmla="*/ 709 w 2344"/>
                <a:gd name="T97" fmla="*/ 606 h 606"/>
                <a:gd name="T98" fmla="*/ 850 w 2344"/>
                <a:gd name="T99" fmla="*/ 606 h 606"/>
                <a:gd name="T100" fmla="*/ 994 w 2344"/>
                <a:gd name="T101" fmla="*/ 606 h 606"/>
                <a:gd name="T102" fmla="*/ 1135 w 2344"/>
                <a:gd name="T103" fmla="*/ 606 h 606"/>
                <a:gd name="T104" fmla="*/ 1277 w 2344"/>
                <a:gd name="T105" fmla="*/ 606 h 606"/>
                <a:gd name="T106" fmla="*/ 1432 w 2344"/>
                <a:gd name="T107" fmla="*/ 606 h 606"/>
                <a:gd name="T108" fmla="*/ 1574 w 2344"/>
                <a:gd name="T109" fmla="*/ 606 h 606"/>
                <a:gd name="T110" fmla="*/ 1715 w 2344"/>
                <a:gd name="T111" fmla="*/ 606 h 606"/>
                <a:gd name="T112" fmla="*/ 1859 w 2344"/>
                <a:gd name="T113" fmla="*/ 606 h 606"/>
                <a:gd name="T114" fmla="*/ 2000 w 2344"/>
                <a:gd name="T115" fmla="*/ 606 h 606"/>
                <a:gd name="T116" fmla="*/ 2141 w 2344"/>
                <a:gd name="T117" fmla="*/ 606 h 606"/>
                <a:gd name="T118" fmla="*/ 2297 w 2344"/>
                <a:gd name="T119" fmla="*/ 606 h 6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344" h="606">
                  <a:moveTo>
                    <a:pt x="2344" y="514"/>
                  </a:moveTo>
                  <a:lnTo>
                    <a:pt x="2344" y="514"/>
                  </a:lnTo>
                  <a:lnTo>
                    <a:pt x="2332" y="514"/>
                  </a:lnTo>
                  <a:lnTo>
                    <a:pt x="2332" y="514"/>
                  </a:lnTo>
                  <a:lnTo>
                    <a:pt x="2320" y="514"/>
                  </a:lnTo>
                  <a:lnTo>
                    <a:pt x="2320" y="514"/>
                  </a:lnTo>
                  <a:lnTo>
                    <a:pt x="2309" y="514"/>
                  </a:lnTo>
                  <a:lnTo>
                    <a:pt x="2309" y="514"/>
                  </a:lnTo>
                  <a:lnTo>
                    <a:pt x="2302" y="514"/>
                  </a:lnTo>
                  <a:lnTo>
                    <a:pt x="2297" y="514"/>
                  </a:lnTo>
                  <a:lnTo>
                    <a:pt x="2297" y="514"/>
                  </a:lnTo>
                  <a:lnTo>
                    <a:pt x="2297" y="507"/>
                  </a:lnTo>
                  <a:lnTo>
                    <a:pt x="2297" y="502"/>
                  </a:lnTo>
                  <a:lnTo>
                    <a:pt x="2297" y="502"/>
                  </a:lnTo>
                  <a:lnTo>
                    <a:pt x="2290" y="502"/>
                  </a:lnTo>
                  <a:lnTo>
                    <a:pt x="2285" y="502"/>
                  </a:lnTo>
                  <a:lnTo>
                    <a:pt x="2285" y="502"/>
                  </a:lnTo>
                  <a:lnTo>
                    <a:pt x="2285" y="490"/>
                  </a:lnTo>
                  <a:lnTo>
                    <a:pt x="2285" y="490"/>
                  </a:lnTo>
                  <a:lnTo>
                    <a:pt x="2285" y="443"/>
                  </a:lnTo>
                  <a:lnTo>
                    <a:pt x="2285" y="443"/>
                  </a:lnTo>
                  <a:lnTo>
                    <a:pt x="2285" y="431"/>
                  </a:lnTo>
                  <a:lnTo>
                    <a:pt x="2285" y="431"/>
                  </a:lnTo>
                  <a:lnTo>
                    <a:pt x="2285" y="419"/>
                  </a:lnTo>
                  <a:lnTo>
                    <a:pt x="2285" y="419"/>
                  </a:lnTo>
                  <a:lnTo>
                    <a:pt x="2285" y="412"/>
                  </a:lnTo>
                  <a:lnTo>
                    <a:pt x="2285" y="408"/>
                  </a:lnTo>
                  <a:lnTo>
                    <a:pt x="2285" y="408"/>
                  </a:lnTo>
                  <a:lnTo>
                    <a:pt x="2278" y="408"/>
                  </a:lnTo>
                  <a:lnTo>
                    <a:pt x="2273" y="408"/>
                  </a:lnTo>
                  <a:lnTo>
                    <a:pt x="2273" y="408"/>
                  </a:lnTo>
                  <a:lnTo>
                    <a:pt x="2271" y="405"/>
                  </a:lnTo>
                  <a:lnTo>
                    <a:pt x="2273" y="403"/>
                  </a:lnTo>
                  <a:lnTo>
                    <a:pt x="2273" y="396"/>
                  </a:lnTo>
                  <a:lnTo>
                    <a:pt x="2273" y="396"/>
                  </a:lnTo>
                  <a:lnTo>
                    <a:pt x="2266" y="396"/>
                  </a:lnTo>
                  <a:lnTo>
                    <a:pt x="2262" y="396"/>
                  </a:lnTo>
                  <a:lnTo>
                    <a:pt x="2262" y="396"/>
                  </a:lnTo>
                  <a:lnTo>
                    <a:pt x="2262" y="391"/>
                  </a:lnTo>
                  <a:lnTo>
                    <a:pt x="2262" y="384"/>
                  </a:lnTo>
                  <a:lnTo>
                    <a:pt x="2262" y="384"/>
                  </a:lnTo>
                  <a:lnTo>
                    <a:pt x="2254" y="384"/>
                  </a:lnTo>
                  <a:lnTo>
                    <a:pt x="2250" y="384"/>
                  </a:lnTo>
                  <a:lnTo>
                    <a:pt x="2250" y="384"/>
                  </a:lnTo>
                  <a:lnTo>
                    <a:pt x="2238" y="384"/>
                  </a:lnTo>
                  <a:lnTo>
                    <a:pt x="2238" y="384"/>
                  </a:lnTo>
                  <a:lnTo>
                    <a:pt x="2226" y="384"/>
                  </a:lnTo>
                  <a:lnTo>
                    <a:pt x="2226" y="384"/>
                  </a:lnTo>
                  <a:lnTo>
                    <a:pt x="2214" y="384"/>
                  </a:lnTo>
                  <a:lnTo>
                    <a:pt x="2214" y="384"/>
                  </a:lnTo>
                  <a:lnTo>
                    <a:pt x="2188" y="384"/>
                  </a:lnTo>
                  <a:lnTo>
                    <a:pt x="2188" y="384"/>
                  </a:lnTo>
                  <a:lnTo>
                    <a:pt x="2165" y="384"/>
                  </a:lnTo>
                  <a:lnTo>
                    <a:pt x="2165" y="384"/>
                  </a:lnTo>
                  <a:lnTo>
                    <a:pt x="2141" y="384"/>
                  </a:lnTo>
                  <a:lnTo>
                    <a:pt x="2141" y="384"/>
                  </a:lnTo>
                  <a:lnTo>
                    <a:pt x="2130" y="384"/>
                  </a:lnTo>
                  <a:lnTo>
                    <a:pt x="2130" y="384"/>
                  </a:lnTo>
                  <a:lnTo>
                    <a:pt x="2125" y="384"/>
                  </a:lnTo>
                  <a:lnTo>
                    <a:pt x="2118" y="384"/>
                  </a:lnTo>
                  <a:lnTo>
                    <a:pt x="2118" y="384"/>
                  </a:lnTo>
                  <a:lnTo>
                    <a:pt x="2118" y="391"/>
                  </a:lnTo>
                  <a:lnTo>
                    <a:pt x="2118" y="396"/>
                  </a:lnTo>
                  <a:lnTo>
                    <a:pt x="2118" y="396"/>
                  </a:lnTo>
                  <a:lnTo>
                    <a:pt x="2113" y="396"/>
                  </a:lnTo>
                  <a:lnTo>
                    <a:pt x="2106" y="396"/>
                  </a:lnTo>
                  <a:lnTo>
                    <a:pt x="2106" y="396"/>
                  </a:lnTo>
                  <a:lnTo>
                    <a:pt x="2106" y="408"/>
                  </a:lnTo>
                  <a:lnTo>
                    <a:pt x="2106" y="408"/>
                  </a:lnTo>
                  <a:lnTo>
                    <a:pt x="2106" y="415"/>
                  </a:lnTo>
                  <a:lnTo>
                    <a:pt x="2106" y="419"/>
                  </a:lnTo>
                  <a:lnTo>
                    <a:pt x="2106" y="419"/>
                  </a:lnTo>
                  <a:lnTo>
                    <a:pt x="2106" y="427"/>
                  </a:lnTo>
                  <a:lnTo>
                    <a:pt x="2106" y="431"/>
                  </a:lnTo>
                  <a:lnTo>
                    <a:pt x="2106" y="431"/>
                  </a:lnTo>
                  <a:lnTo>
                    <a:pt x="2101" y="431"/>
                  </a:lnTo>
                  <a:lnTo>
                    <a:pt x="2094" y="431"/>
                  </a:lnTo>
                  <a:lnTo>
                    <a:pt x="2094" y="431"/>
                  </a:lnTo>
                  <a:lnTo>
                    <a:pt x="2094" y="434"/>
                  </a:lnTo>
                  <a:lnTo>
                    <a:pt x="2094" y="436"/>
                  </a:lnTo>
                  <a:lnTo>
                    <a:pt x="2094" y="443"/>
                  </a:lnTo>
                  <a:lnTo>
                    <a:pt x="2094" y="443"/>
                  </a:lnTo>
                  <a:lnTo>
                    <a:pt x="2090" y="443"/>
                  </a:lnTo>
                  <a:lnTo>
                    <a:pt x="2082" y="443"/>
                  </a:lnTo>
                  <a:lnTo>
                    <a:pt x="2082" y="443"/>
                  </a:lnTo>
                  <a:lnTo>
                    <a:pt x="2082" y="448"/>
                  </a:lnTo>
                  <a:lnTo>
                    <a:pt x="2082" y="455"/>
                  </a:lnTo>
                  <a:lnTo>
                    <a:pt x="2082" y="455"/>
                  </a:lnTo>
                  <a:lnTo>
                    <a:pt x="2082" y="467"/>
                  </a:lnTo>
                  <a:lnTo>
                    <a:pt x="2082" y="467"/>
                  </a:lnTo>
                  <a:lnTo>
                    <a:pt x="2082" y="478"/>
                  </a:lnTo>
                  <a:lnTo>
                    <a:pt x="2082" y="478"/>
                  </a:lnTo>
                  <a:lnTo>
                    <a:pt x="2082" y="502"/>
                  </a:lnTo>
                  <a:lnTo>
                    <a:pt x="2082" y="502"/>
                  </a:lnTo>
                  <a:lnTo>
                    <a:pt x="2071" y="502"/>
                  </a:lnTo>
                  <a:lnTo>
                    <a:pt x="2071" y="502"/>
                  </a:lnTo>
                  <a:lnTo>
                    <a:pt x="2071" y="490"/>
                  </a:lnTo>
                  <a:lnTo>
                    <a:pt x="2071" y="490"/>
                  </a:lnTo>
                  <a:lnTo>
                    <a:pt x="2071" y="478"/>
                  </a:lnTo>
                  <a:lnTo>
                    <a:pt x="2071" y="478"/>
                  </a:lnTo>
                  <a:lnTo>
                    <a:pt x="2071" y="467"/>
                  </a:lnTo>
                  <a:lnTo>
                    <a:pt x="2071" y="467"/>
                  </a:lnTo>
                  <a:lnTo>
                    <a:pt x="2071" y="455"/>
                  </a:lnTo>
                  <a:lnTo>
                    <a:pt x="2071" y="455"/>
                  </a:lnTo>
                  <a:lnTo>
                    <a:pt x="2071" y="448"/>
                  </a:lnTo>
                  <a:lnTo>
                    <a:pt x="2071" y="443"/>
                  </a:lnTo>
                  <a:lnTo>
                    <a:pt x="2071" y="443"/>
                  </a:lnTo>
                  <a:lnTo>
                    <a:pt x="2059" y="443"/>
                  </a:lnTo>
                  <a:lnTo>
                    <a:pt x="2059" y="443"/>
                  </a:lnTo>
                  <a:lnTo>
                    <a:pt x="2059" y="448"/>
                  </a:lnTo>
                  <a:lnTo>
                    <a:pt x="2059" y="455"/>
                  </a:lnTo>
                  <a:lnTo>
                    <a:pt x="2059" y="455"/>
                  </a:lnTo>
                  <a:lnTo>
                    <a:pt x="2059" y="478"/>
                  </a:lnTo>
                  <a:lnTo>
                    <a:pt x="2059" y="478"/>
                  </a:lnTo>
                  <a:lnTo>
                    <a:pt x="2059" y="525"/>
                  </a:lnTo>
                  <a:lnTo>
                    <a:pt x="2059" y="525"/>
                  </a:lnTo>
                  <a:lnTo>
                    <a:pt x="2054" y="525"/>
                  </a:lnTo>
                  <a:lnTo>
                    <a:pt x="2047" y="525"/>
                  </a:lnTo>
                  <a:lnTo>
                    <a:pt x="2047" y="525"/>
                  </a:lnTo>
                  <a:lnTo>
                    <a:pt x="2047" y="518"/>
                  </a:lnTo>
                  <a:lnTo>
                    <a:pt x="2047" y="514"/>
                  </a:lnTo>
                  <a:lnTo>
                    <a:pt x="2047" y="514"/>
                  </a:lnTo>
                  <a:lnTo>
                    <a:pt x="2047" y="502"/>
                  </a:lnTo>
                  <a:lnTo>
                    <a:pt x="2047" y="502"/>
                  </a:lnTo>
                  <a:lnTo>
                    <a:pt x="2047" y="495"/>
                  </a:lnTo>
                  <a:lnTo>
                    <a:pt x="2047" y="490"/>
                  </a:lnTo>
                  <a:lnTo>
                    <a:pt x="2047" y="490"/>
                  </a:lnTo>
                  <a:lnTo>
                    <a:pt x="2042" y="490"/>
                  </a:lnTo>
                  <a:lnTo>
                    <a:pt x="2035" y="490"/>
                  </a:lnTo>
                  <a:lnTo>
                    <a:pt x="2035" y="490"/>
                  </a:lnTo>
                  <a:lnTo>
                    <a:pt x="2035" y="483"/>
                  </a:lnTo>
                  <a:lnTo>
                    <a:pt x="2035" y="478"/>
                  </a:lnTo>
                  <a:lnTo>
                    <a:pt x="2035" y="478"/>
                  </a:lnTo>
                  <a:lnTo>
                    <a:pt x="2031" y="478"/>
                  </a:lnTo>
                  <a:lnTo>
                    <a:pt x="2024" y="478"/>
                  </a:lnTo>
                  <a:lnTo>
                    <a:pt x="2024" y="478"/>
                  </a:lnTo>
                  <a:lnTo>
                    <a:pt x="2012" y="478"/>
                  </a:lnTo>
                  <a:lnTo>
                    <a:pt x="2012" y="478"/>
                  </a:lnTo>
                  <a:lnTo>
                    <a:pt x="2005" y="478"/>
                  </a:lnTo>
                  <a:lnTo>
                    <a:pt x="2000" y="478"/>
                  </a:lnTo>
                  <a:lnTo>
                    <a:pt x="2000" y="478"/>
                  </a:lnTo>
                  <a:lnTo>
                    <a:pt x="2000" y="483"/>
                  </a:lnTo>
                  <a:lnTo>
                    <a:pt x="2000" y="490"/>
                  </a:lnTo>
                  <a:lnTo>
                    <a:pt x="2000" y="490"/>
                  </a:lnTo>
                  <a:lnTo>
                    <a:pt x="1998" y="490"/>
                  </a:lnTo>
                  <a:lnTo>
                    <a:pt x="1995" y="490"/>
                  </a:lnTo>
                  <a:lnTo>
                    <a:pt x="1988" y="490"/>
                  </a:lnTo>
                  <a:lnTo>
                    <a:pt x="1988" y="490"/>
                  </a:lnTo>
                  <a:lnTo>
                    <a:pt x="1988" y="396"/>
                  </a:lnTo>
                  <a:lnTo>
                    <a:pt x="1988" y="396"/>
                  </a:lnTo>
                  <a:lnTo>
                    <a:pt x="1988" y="372"/>
                  </a:lnTo>
                  <a:lnTo>
                    <a:pt x="1988" y="372"/>
                  </a:lnTo>
                  <a:lnTo>
                    <a:pt x="1941" y="372"/>
                  </a:lnTo>
                  <a:lnTo>
                    <a:pt x="1941" y="372"/>
                  </a:lnTo>
                  <a:lnTo>
                    <a:pt x="1929" y="372"/>
                  </a:lnTo>
                  <a:lnTo>
                    <a:pt x="1929" y="372"/>
                  </a:lnTo>
                  <a:lnTo>
                    <a:pt x="1922" y="372"/>
                  </a:lnTo>
                  <a:lnTo>
                    <a:pt x="1918" y="372"/>
                  </a:lnTo>
                  <a:lnTo>
                    <a:pt x="1918" y="372"/>
                  </a:lnTo>
                  <a:lnTo>
                    <a:pt x="1918" y="368"/>
                  </a:lnTo>
                  <a:lnTo>
                    <a:pt x="1918" y="361"/>
                  </a:lnTo>
                  <a:lnTo>
                    <a:pt x="1918" y="361"/>
                  </a:lnTo>
                  <a:lnTo>
                    <a:pt x="1906" y="361"/>
                  </a:lnTo>
                  <a:lnTo>
                    <a:pt x="1906" y="361"/>
                  </a:lnTo>
                  <a:lnTo>
                    <a:pt x="1894" y="361"/>
                  </a:lnTo>
                  <a:lnTo>
                    <a:pt x="1894" y="361"/>
                  </a:lnTo>
                  <a:lnTo>
                    <a:pt x="1847" y="361"/>
                  </a:lnTo>
                  <a:lnTo>
                    <a:pt x="1847" y="361"/>
                  </a:lnTo>
                  <a:lnTo>
                    <a:pt x="1823" y="361"/>
                  </a:lnTo>
                  <a:lnTo>
                    <a:pt x="1823" y="361"/>
                  </a:lnTo>
                  <a:lnTo>
                    <a:pt x="1812" y="361"/>
                  </a:lnTo>
                  <a:lnTo>
                    <a:pt x="1812" y="361"/>
                  </a:lnTo>
                  <a:lnTo>
                    <a:pt x="1786" y="361"/>
                  </a:lnTo>
                  <a:lnTo>
                    <a:pt x="1786" y="361"/>
                  </a:lnTo>
                  <a:lnTo>
                    <a:pt x="1774" y="361"/>
                  </a:lnTo>
                  <a:lnTo>
                    <a:pt x="1774" y="361"/>
                  </a:lnTo>
                  <a:lnTo>
                    <a:pt x="1750" y="361"/>
                  </a:lnTo>
                  <a:lnTo>
                    <a:pt x="1750" y="361"/>
                  </a:lnTo>
                  <a:lnTo>
                    <a:pt x="1738" y="361"/>
                  </a:lnTo>
                  <a:lnTo>
                    <a:pt x="1738" y="361"/>
                  </a:lnTo>
                  <a:lnTo>
                    <a:pt x="1715" y="361"/>
                  </a:lnTo>
                  <a:lnTo>
                    <a:pt x="1715" y="361"/>
                  </a:lnTo>
                  <a:lnTo>
                    <a:pt x="1691" y="361"/>
                  </a:lnTo>
                  <a:lnTo>
                    <a:pt x="1691" y="361"/>
                  </a:lnTo>
                  <a:lnTo>
                    <a:pt x="1680" y="361"/>
                  </a:lnTo>
                  <a:lnTo>
                    <a:pt x="1680" y="361"/>
                  </a:lnTo>
                  <a:lnTo>
                    <a:pt x="1675" y="361"/>
                  </a:lnTo>
                  <a:lnTo>
                    <a:pt x="1668" y="361"/>
                  </a:lnTo>
                  <a:lnTo>
                    <a:pt x="1668" y="361"/>
                  </a:lnTo>
                  <a:lnTo>
                    <a:pt x="1668" y="356"/>
                  </a:lnTo>
                  <a:lnTo>
                    <a:pt x="1668" y="349"/>
                  </a:lnTo>
                  <a:lnTo>
                    <a:pt x="1668" y="349"/>
                  </a:lnTo>
                  <a:lnTo>
                    <a:pt x="1663" y="349"/>
                  </a:lnTo>
                  <a:lnTo>
                    <a:pt x="1656" y="349"/>
                  </a:lnTo>
                  <a:lnTo>
                    <a:pt x="1656" y="349"/>
                  </a:lnTo>
                  <a:lnTo>
                    <a:pt x="1644" y="349"/>
                  </a:lnTo>
                  <a:lnTo>
                    <a:pt x="1644" y="349"/>
                  </a:lnTo>
                  <a:lnTo>
                    <a:pt x="1632" y="349"/>
                  </a:lnTo>
                  <a:lnTo>
                    <a:pt x="1632" y="349"/>
                  </a:lnTo>
                  <a:lnTo>
                    <a:pt x="1609" y="349"/>
                  </a:lnTo>
                  <a:lnTo>
                    <a:pt x="1609" y="349"/>
                  </a:lnTo>
                  <a:lnTo>
                    <a:pt x="1585" y="349"/>
                  </a:lnTo>
                  <a:lnTo>
                    <a:pt x="1585" y="349"/>
                  </a:lnTo>
                  <a:lnTo>
                    <a:pt x="1578" y="349"/>
                  </a:lnTo>
                  <a:lnTo>
                    <a:pt x="1574" y="349"/>
                  </a:lnTo>
                  <a:lnTo>
                    <a:pt x="1574" y="349"/>
                  </a:lnTo>
                  <a:lnTo>
                    <a:pt x="1574" y="351"/>
                  </a:lnTo>
                  <a:lnTo>
                    <a:pt x="1574" y="356"/>
                  </a:lnTo>
                  <a:lnTo>
                    <a:pt x="1574" y="361"/>
                  </a:lnTo>
                  <a:lnTo>
                    <a:pt x="1574" y="361"/>
                  </a:lnTo>
                  <a:lnTo>
                    <a:pt x="1574" y="363"/>
                  </a:lnTo>
                  <a:lnTo>
                    <a:pt x="1574" y="368"/>
                  </a:lnTo>
                  <a:lnTo>
                    <a:pt x="1574" y="370"/>
                  </a:lnTo>
                  <a:lnTo>
                    <a:pt x="1574" y="372"/>
                  </a:lnTo>
                  <a:lnTo>
                    <a:pt x="1574" y="372"/>
                  </a:lnTo>
                  <a:lnTo>
                    <a:pt x="1562" y="372"/>
                  </a:lnTo>
                  <a:lnTo>
                    <a:pt x="1562" y="372"/>
                  </a:lnTo>
                  <a:lnTo>
                    <a:pt x="1550" y="372"/>
                  </a:lnTo>
                  <a:lnTo>
                    <a:pt x="1550" y="372"/>
                  </a:lnTo>
                  <a:lnTo>
                    <a:pt x="1526" y="372"/>
                  </a:lnTo>
                  <a:lnTo>
                    <a:pt x="1526" y="372"/>
                  </a:lnTo>
                  <a:lnTo>
                    <a:pt x="1526" y="379"/>
                  </a:lnTo>
                  <a:lnTo>
                    <a:pt x="1526" y="382"/>
                  </a:lnTo>
                  <a:lnTo>
                    <a:pt x="1526" y="384"/>
                  </a:lnTo>
                  <a:lnTo>
                    <a:pt x="1526" y="384"/>
                  </a:lnTo>
                  <a:lnTo>
                    <a:pt x="1519" y="384"/>
                  </a:lnTo>
                  <a:lnTo>
                    <a:pt x="1515" y="384"/>
                  </a:lnTo>
                  <a:lnTo>
                    <a:pt x="1515" y="384"/>
                  </a:lnTo>
                  <a:lnTo>
                    <a:pt x="1503" y="384"/>
                  </a:lnTo>
                  <a:lnTo>
                    <a:pt x="1503" y="384"/>
                  </a:lnTo>
                  <a:lnTo>
                    <a:pt x="1491" y="384"/>
                  </a:lnTo>
                  <a:lnTo>
                    <a:pt x="1491" y="384"/>
                  </a:lnTo>
                  <a:lnTo>
                    <a:pt x="1468" y="384"/>
                  </a:lnTo>
                  <a:lnTo>
                    <a:pt x="1468" y="384"/>
                  </a:lnTo>
                  <a:lnTo>
                    <a:pt x="1420" y="384"/>
                  </a:lnTo>
                  <a:lnTo>
                    <a:pt x="1420" y="384"/>
                  </a:lnTo>
                  <a:lnTo>
                    <a:pt x="1420" y="431"/>
                  </a:lnTo>
                  <a:lnTo>
                    <a:pt x="1420" y="431"/>
                  </a:lnTo>
                  <a:lnTo>
                    <a:pt x="1371" y="431"/>
                  </a:lnTo>
                  <a:lnTo>
                    <a:pt x="1371" y="431"/>
                  </a:lnTo>
                  <a:lnTo>
                    <a:pt x="1324" y="431"/>
                  </a:lnTo>
                  <a:lnTo>
                    <a:pt x="1324" y="431"/>
                  </a:lnTo>
                  <a:lnTo>
                    <a:pt x="1312" y="431"/>
                  </a:lnTo>
                  <a:lnTo>
                    <a:pt x="1312" y="431"/>
                  </a:lnTo>
                  <a:lnTo>
                    <a:pt x="1288" y="431"/>
                  </a:lnTo>
                  <a:lnTo>
                    <a:pt x="1288" y="431"/>
                  </a:lnTo>
                  <a:lnTo>
                    <a:pt x="1277" y="431"/>
                  </a:lnTo>
                  <a:lnTo>
                    <a:pt x="1277" y="431"/>
                  </a:lnTo>
                  <a:lnTo>
                    <a:pt x="1253" y="431"/>
                  </a:lnTo>
                  <a:lnTo>
                    <a:pt x="1253" y="431"/>
                  </a:lnTo>
                  <a:lnTo>
                    <a:pt x="1253" y="384"/>
                  </a:lnTo>
                  <a:lnTo>
                    <a:pt x="1253" y="384"/>
                  </a:lnTo>
                  <a:lnTo>
                    <a:pt x="1253" y="337"/>
                  </a:lnTo>
                  <a:lnTo>
                    <a:pt x="1253" y="337"/>
                  </a:lnTo>
                  <a:lnTo>
                    <a:pt x="1253" y="313"/>
                  </a:lnTo>
                  <a:lnTo>
                    <a:pt x="1253" y="313"/>
                  </a:lnTo>
                  <a:lnTo>
                    <a:pt x="1253" y="292"/>
                  </a:lnTo>
                  <a:lnTo>
                    <a:pt x="1253" y="292"/>
                  </a:lnTo>
                  <a:lnTo>
                    <a:pt x="1253" y="280"/>
                  </a:lnTo>
                  <a:lnTo>
                    <a:pt x="1253" y="280"/>
                  </a:lnTo>
                  <a:lnTo>
                    <a:pt x="1253" y="257"/>
                  </a:lnTo>
                  <a:lnTo>
                    <a:pt x="1253" y="257"/>
                  </a:lnTo>
                  <a:lnTo>
                    <a:pt x="1253" y="233"/>
                  </a:lnTo>
                  <a:lnTo>
                    <a:pt x="1253" y="233"/>
                  </a:lnTo>
                  <a:lnTo>
                    <a:pt x="1253" y="186"/>
                  </a:lnTo>
                  <a:lnTo>
                    <a:pt x="1253" y="186"/>
                  </a:lnTo>
                  <a:lnTo>
                    <a:pt x="1253" y="174"/>
                  </a:lnTo>
                  <a:lnTo>
                    <a:pt x="1253" y="174"/>
                  </a:lnTo>
                  <a:lnTo>
                    <a:pt x="1253" y="151"/>
                  </a:lnTo>
                  <a:lnTo>
                    <a:pt x="1253" y="151"/>
                  </a:lnTo>
                  <a:lnTo>
                    <a:pt x="1253" y="104"/>
                  </a:lnTo>
                  <a:lnTo>
                    <a:pt x="1253" y="104"/>
                  </a:lnTo>
                  <a:lnTo>
                    <a:pt x="1241" y="104"/>
                  </a:lnTo>
                  <a:lnTo>
                    <a:pt x="1241" y="104"/>
                  </a:lnTo>
                  <a:lnTo>
                    <a:pt x="1218" y="104"/>
                  </a:lnTo>
                  <a:lnTo>
                    <a:pt x="1218" y="104"/>
                  </a:lnTo>
                  <a:lnTo>
                    <a:pt x="1206" y="104"/>
                  </a:lnTo>
                  <a:lnTo>
                    <a:pt x="1206" y="104"/>
                  </a:lnTo>
                  <a:lnTo>
                    <a:pt x="1182" y="104"/>
                  </a:lnTo>
                  <a:lnTo>
                    <a:pt x="1182" y="104"/>
                  </a:lnTo>
                  <a:lnTo>
                    <a:pt x="1171" y="104"/>
                  </a:lnTo>
                  <a:lnTo>
                    <a:pt x="1171" y="104"/>
                  </a:lnTo>
                  <a:lnTo>
                    <a:pt x="1147" y="104"/>
                  </a:lnTo>
                  <a:lnTo>
                    <a:pt x="1147" y="104"/>
                  </a:lnTo>
                  <a:lnTo>
                    <a:pt x="1100" y="104"/>
                  </a:lnTo>
                  <a:lnTo>
                    <a:pt x="1100" y="104"/>
                  </a:lnTo>
                  <a:lnTo>
                    <a:pt x="1100" y="115"/>
                  </a:lnTo>
                  <a:lnTo>
                    <a:pt x="1100" y="115"/>
                  </a:lnTo>
                  <a:lnTo>
                    <a:pt x="1100" y="139"/>
                  </a:lnTo>
                  <a:lnTo>
                    <a:pt x="1100" y="139"/>
                  </a:lnTo>
                  <a:lnTo>
                    <a:pt x="1100" y="186"/>
                  </a:lnTo>
                  <a:lnTo>
                    <a:pt x="1100" y="186"/>
                  </a:lnTo>
                  <a:lnTo>
                    <a:pt x="1100" y="233"/>
                  </a:lnTo>
                  <a:lnTo>
                    <a:pt x="1100" y="233"/>
                  </a:lnTo>
                  <a:lnTo>
                    <a:pt x="1100" y="257"/>
                  </a:lnTo>
                  <a:lnTo>
                    <a:pt x="1100" y="257"/>
                  </a:lnTo>
                  <a:lnTo>
                    <a:pt x="1100" y="269"/>
                  </a:lnTo>
                  <a:lnTo>
                    <a:pt x="1100" y="269"/>
                  </a:lnTo>
                  <a:lnTo>
                    <a:pt x="1100" y="292"/>
                  </a:lnTo>
                  <a:lnTo>
                    <a:pt x="1100" y="292"/>
                  </a:lnTo>
                  <a:lnTo>
                    <a:pt x="1100" y="313"/>
                  </a:lnTo>
                  <a:lnTo>
                    <a:pt x="1100" y="313"/>
                  </a:lnTo>
                  <a:lnTo>
                    <a:pt x="1100" y="361"/>
                  </a:lnTo>
                  <a:lnTo>
                    <a:pt x="1100" y="361"/>
                  </a:lnTo>
                  <a:lnTo>
                    <a:pt x="1100" y="408"/>
                  </a:lnTo>
                  <a:lnTo>
                    <a:pt x="1100" y="408"/>
                  </a:lnTo>
                  <a:lnTo>
                    <a:pt x="1100" y="419"/>
                  </a:lnTo>
                  <a:lnTo>
                    <a:pt x="1100" y="419"/>
                  </a:lnTo>
                  <a:lnTo>
                    <a:pt x="1100" y="443"/>
                  </a:lnTo>
                  <a:lnTo>
                    <a:pt x="1100" y="443"/>
                  </a:lnTo>
                  <a:lnTo>
                    <a:pt x="1088" y="443"/>
                  </a:lnTo>
                  <a:lnTo>
                    <a:pt x="1088" y="443"/>
                  </a:lnTo>
                  <a:lnTo>
                    <a:pt x="1065" y="443"/>
                  </a:lnTo>
                  <a:lnTo>
                    <a:pt x="1065" y="443"/>
                  </a:lnTo>
                  <a:lnTo>
                    <a:pt x="1053" y="443"/>
                  </a:lnTo>
                  <a:lnTo>
                    <a:pt x="1053" y="443"/>
                  </a:lnTo>
                  <a:lnTo>
                    <a:pt x="1029" y="443"/>
                  </a:lnTo>
                  <a:lnTo>
                    <a:pt x="1029" y="443"/>
                  </a:lnTo>
                  <a:lnTo>
                    <a:pt x="1017" y="443"/>
                  </a:lnTo>
                  <a:lnTo>
                    <a:pt x="1017" y="443"/>
                  </a:lnTo>
                  <a:lnTo>
                    <a:pt x="994" y="443"/>
                  </a:lnTo>
                  <a:lnTo>
                    <a:pt x="994" y="443"/>
                  </a:lnTo>
                  <a:lnTo>
                    <a:pt x="968" y="443"/>
                  </a:lnTo>
                  <a:lnTo>
                    <a:pt x="968" y="443"/>
                  </a:lnTo>
                  <a:lnTo>
                    <a:pt x="944" y="443"/>
                  </a:lnTo>
                  <a:lnTo>
                    <a:pt x="944" y="443"/>
                  </a:lnTo>
                  <a:lnTo>
                    <a:pt x="897" y="443"/>
                  </a:lnTo>
                  <a:lnTo>
                    <a:pt x="897" y="443"/>
                  </a:lnTo>
                  <a:lnTo>
                    <a:pt x="850" y="443"/>
                  </a:lnTo>
                  <a:lnTo>
                    <a:pt x="850" y="443"/>
                  </a:lnTo>
                  <a:lnTo>
                    <a:pt x="850" y="431"/>
                  </a:lnTo>
                  <a:lnTo>
                    <a:pt x="850" y="431"/>
                  </a:lnTo>
                  <a:lnTo>
                    <a:pt x="850" y="384"/>
                  </a:lnTo>
                  <a:lnTo>
                    <a:pt x="850" y="384"/>
                  </a:lnTo>
                  <a:lnTo>
                    <a:pt x="850" y="337"/>
                  </a:lnTo>
                  <a:lnTo>
                    <a:pt x="850" y="337"/>
                  </a:lnTo>
                  <a:lnTo>
                    <a:pt x="850" y="245"/>
                  </a:lnTo>
                  <a:lnTo>
                    <a:pt x="850" y="245"/>
                  </a:lnTo>
                  <a:lnTo>
                    <a:pt x="827" y="245"/>
                  </a:lnTo>
                  <a:lnTo>
                    <a:pt x="827" y="245"/>
                  </a:lnTo>
                  <a:lnTo>
                    <a:pt x="815" y="245"/>
                  </a:lnTo>
                  <a:lnTo>
                    <a:pt x="815" y="245"/>
                  </a:lnTo>
                  <a:lnTo>
                    <a:pt x="791" y="245"/>
                  </a:lnTo>
                  <a:lnTo>
                    <a:pt x="791" y="245"/>
                  </a:lnTo>
                  <a:lnTo>
                    <a:pt x="744" y="245"/>
                  </a:lnTo>
                  <a:lnTo>
                    <a:pt x="744" y="245"/>
                  </a:lnTo>
                  <a:lnTo>
                    <a:pt x="744" y="269"/>
                  </a:lnTo>
                  <a:lnTo>
                    <a:pt x="744" y="269"/>
                  </a:lnTo>
                  <a:lnTo>
                    <a:pt x="744" y="280"/>
                  </a:lnTo>
                  <a:lnTo>
                    <a:pt x="744" y="280"/>
                  </a:lnTo>
                  <a:lnTo>
                    <a:pt x="744" y="302"/>
                  </a:lnTo>
                  <a:lnTo>
                    <a:pt x="744" y="302"/>
                  </a:lnTo>
                  <a:lnTo>
                    <a:pt x="744" y="325"/>
                  </a:lnTo>
                  <a:lnTo>
                    <a:pt x="744" y="325"/>
                  </a:lnTo>
                  <a:lnTo>
                    <a:pt x="744" y="337"/>
                  </a:lnTo>
                  <a:lnTo>
                    <a:pt x="744" y="337"/>
                  </a:lnTo>
                  <a:lnTo>
                    <a:pt x="744" y="361"/>
                  </a:lnTo>
                  <a:lnTo>
                    <a:pt x="744" y="361"/>
                  </a:lnTo>
                  <a:lnTo>
                    <a:pt x="744" y="372"/>
                  </a:lnTo>
                  <a:lnTo>
                    <a:pt x="744" y="372"/>
                  </a:lnTo>
                  <a:lnTo>
                    <a:pt x="744" y="396"/>
                  </a:lnTo>
                  <a:lnTo>
                    <a:pt x="744" y="396"/>
                  </a:lnTo>
                  <a:lnTo>
                    <a:pt x="744" y="419"/>
                  </a:lnTo>
                  <a:lnTo>
                    <a:pt x="744" y="419"/>
                  </a:lnTo>
                  <a:lnTo>
                    <a:pt x="744" y="467"/>
                  </a:lnTo>
                  <a:lnTo>
                    <a:pt x="744" y="467"/>
                  </a:lnTo>
                  <a:lnTo>
                    <a:pt x="744" y="490"/>
                  </a:lnTo>
                  <a:lnTo>
                    <a:pt x="744" y="490"/>
                  </a:lnTo>
                  <a:lnTo>
                    <a:pt x="732" y="490"/>
                  </a:lnTo>
                  <a:lnTo>
                    <a:pt x="732" y="490"/>
                  </a:lnTo>
                  <a:lnTo>
                    <a:pt x="709" y="490"/>
                  </a:lnTo>
                  <a:lnTo>
                    <a:pt x="709" y="490"/>
                  </a:lnTo>
                  <a:lnTo>
                    <a:pt x="709" y="495"/>
                  </a:lnTo>
                  <a:lnTo>
                    <a:pt x="709" y="500"/>
                  </a:lnTo>
                  <a:lnTo>
                    <a:pt x="709" y="502"/>
                  </a:lnTo>
                  <a:lnTo>
                    <a:pt x="709" y="502"/>
                  </a:lnTo>
                  <a:lnTo>
                    <a:pt x="702" y="502"/>
                  </a:lnTo>
                  <a:lnTo>
                    <a:pt x="697" y="502"/>
                  </a:lnTo>
                  <a:lnTo>
                    <a:pt x="697" y="502"/>
                  </a:lnTo>
                  <a:lnTo>
                    <a:pt x="685" y="502"/>
                  </a:lnTo>
                  <a:lnTo>
                    <a:pt x="685" y="502"/>
                  </a:lnTo>
                  <a:lnTo>
                    <a:pt x="673" y="502"/>
                  </a:lnTo>
                  <a:lnTo>
                    <a:pt x="673" y="502"/>
                  </a:lnTo>
                  <a:lnTo>
                    <a:pt x="650" y="502"/>
                  </a:lnTo>
                  <a:lnTo>
                    <a:pt x="650" y="502"/>
                  </a:lnTo>
                  <a:lnTo>
                    <a:pt x="650" y="507"/>
                  </a:lnTo>
                  <a:lnTo>
                    <a:pt x="650" y="511"/>
                  </a:lnTo>
                  <a:lnTo>
                    <a:pt x="650" y="514"/>
                  </a:lnTo>
                  <a:lnTo>
                    <a:pt x="650" y="514"/>
                  </a:lnTo>
                  <a:lnTo>
                    <a:pt x="648" y="514"/>
                  </a:lnTo>
                  <a:lnTo>
                    <a:pt x="643" y="514"/>
                  </a:lnTo>
                  <a:lnTo>
                    <a:pt x="640" y="511"/>
                  </a:lnTo>
                  <a:lnTo>
                    <a:pt x="638" y="514"/>
                  </a:lnTo>
                  <a:lnTo>
                    <a:pt x="638" y="514"/>
                  </a:lnTo>
                  <a:lnTo>
                    <a:pt x="636" y="516"/>
                  </a:lnTo>
                  <a:lnTo>
                    <a:pt x="638" y="518"/>
                  </a:lnTo>
                  <a:lnTo>
                    <a:pt x="638" y="523"/>
                  </a:lnTo>
                  <a:lnTo>
                    <a:pt x="638" y="525"/>
                  </a:lnTo>
                  <a:lnTo>
                    <a:pt x="638" y="525"/>
                  </a:lnTo>
                  <a:lnTo>
                    <a:pt x="636" y="525"/>
                  </a:lnTo>
                  <a:lnTo>
                    <a:pt x="631" y="525"/>
                  </a:lnTo>
                  <a:lnTo>
                    <a:pt x="626" y="525"/>
                  </a:lnTo>
                  <a:lnTo>
                    <a:pt x="626" y="525"/>
                  </a:lnTo>
                  <a:lnTo>
                    <a:pt x="603" y="525"/>
                  </a:lnTo>
                  <a:lnTo>
                    <a:pt x="603" y="525"/>
                  </a:lnTo>
                  <a:lnTo>
                    <a:pt x="603" y="502"/>
                  </a:lnTo>
                  <a:lnTo>
                    <a:pt x="603" y="502"/>
                  </a:lnTo>
                  <a:lnTo>
                    <a:pt x="603" y="490"/>
                  </a:lnTo>
                  <a:lnTo>
                    <a:pt x="603" y="490"/>
                  </a:lnTo>
                  <a:lnTo>
                    <a:pt x="603" y="467"/>
                  </a:lnTo>
                  <a:lnTo>
                    <a:pt x="603" y="467"/>
                  </a:lnTo>
                  <a:lnTo>
                    <a:pt x="603" y="455"/>
                  </a:lnTo>
                  <a:lnTo>
                    <a:pt x="603" y="455"/>
                  </a:lnTo>
                  <a:lnTo>
                    <a:pt x="603" y="431"/>
                  </a:lnTo>
                  <a:lnTo>
                    <a:pt x="603" y="431"/>
                  </a:lnTo>
                  <a:lnTo>
                    <a:pt x="603" y="408"/>
                  </a:lnTo>
                  <a:lnTo>
                    <a:pt x="603" y="408"/>
                  </a:lnTo>
                  <a:lnTo>
                    <a:pt x="577" y="408"/>
                  </a:lnTo>
                  <a:lnTo>
                    <a:pt x="577" y="408"/>
                  </a:lnTo>
                  <a:lnTo>
                    <a:pt x="579" y="401"/>
                  </a:lnTo>
                  <a:lnTo>
                    <a:pt x="579" y="398"/>
                  </a:lnTo>
                  <a:lnTo>
                    <a:pt x="577" y="396"/>
                  </a:lnTo>
                  <a:lnTo>
                    <a:pt x="577" y="396"/>
                  </a:lnTo>
                  <a:lnTo>
                    <a:pt x="575" y="396"/>
                  </a:lnTo>
                  <a:lnTo>
                    <a:pt x="572" y="396"/>
                  </a:lnTo>
                  <a:lnTo>
                    <a:pt x="565" y="396"/>
                  </a:lnTo>
                  <a:lnTo>
                    <a:pt x="565" y="396"/>
                  </a:lnTo>
                  <a:lnTo>
                    <a:pt x="565" y="384"/>
                  </a:lnTo>
                  <a:lnTo>
                    <a:pt x="565" y="384"/>
                  </a:lnTo>
                  <a:lnTo>
                    <a:pt x="565" y="361"/>
                  </a:lnTo>
                  <a:lnTo>
                    <a:pt x="565" y="361"/>
                  </a:lnTo>
                  <a:lnTo>
                    <a:pt x="542" y="361"/>
                  </a:lnTo>
                  <a:lnTo>
                    <a:pt x="542" y="361"/>
                  </a:lnTo>
                  <a:lnTo>
                    <a:pt x="542" y="408"/>
                  </a:lnTo>
                  <a:lnTo>
                    <a:pt x="542" y="408"/>
                  </a:lnTo>
                  <a:lnTo>
                    <a:pt x="530" y="408"/>
                  </a:lnTo>
                  <a:lnTo>
                    <a:pt x="530" y="408"/>
                  </a:lnTo>
                  <a:lnTo>
                    <a:pt x="518" y="408"/>
                  </a:lnTo>
                  <a:lnTo>
                    <a:pt x="518" y="408"/>
                  </a:lnTo>
                  <a:lnTo>
                    <a:pt x="513" y="408"/>
                  </a:lnTo>
                  <a:lnTo>
                    <a:pt x="506" y="408"/>
                  </a:lnTo>
                  <a:lnTo>
                    <a:pt x="506" y="408"/>
                  </a:lnTo>
                  <a:lnTo>
                    <a:pt x="501" y="408"/>
                  </a:lnTo>
                  <a:lnTo>
                    <a:pt x="494" y="408"/>
                  </a:lnTo>
                  <a:lnTo>
                    <a:pt x="494" y="408"/>
                  </a:lnTo>
                  <a:lnTo>
                    <a:pt x="494" y="410"/>
                  </a:lnTo>
                  <a:lnTo>
                    <a:pt x="494" y="412"/>
                  </a:lnTo>
                  <a:lnTo>
                    <a:pt x="494" y="419"/>
                  </a:lnTo>
                  <a:lnTo>
                    <a:pt x="494" y="419"/>
                  </a:lnTo>
                  <a:lnTo>
                    <a:pt x="494" y="427"/>
                  </a:lnTo>
                  <a:lnTo>
                    <a:pt x="497" y="429"/>
                  </a:lnTo>
                  <a:lnTo>
                    <a:pt x="494" y="431"/>
                  </a:lnTo>
                  <a:lnTo>
                    <a:pt x="494" y="431"/>
                  </a:lnTo>
                  <a:lnTo>
                    <a:pt x="490" y="431"/>
                  </a:lnTo>
                  <a:lnTo>
                    <a:pt x="483" y="431"/>
                  </a:lnTo>
                  <a:lnTo>
                    <a:pt x="483" y="431"/>
                  </a:lnTo>
                  <a:lnTo>
                    <a:pt x="483" y="443"/>
                  </a:lnTo>
                  <a:lnTo>
                    <a:pt x="483" y="443"/>
                  </a:lnTo>
                  <a:lnTo>
                    <a:pt x="483" y="467"/>
                  </a:lnTo>
                  <a:lnTo>
                    <a:pt x="483" y="467"/>
                  </a:lnTo>
                  <a:lnTo>
                    <a:pt x="483" y="514"/>
                  </a:lnTo>
                  <a:lnTo>
                    <a:pt x="483" y="514"/>
                  </a:lnTo>
                  <a:lnTo>
                    <a:pt x="483" y="535"/>
                  </a:lnTo>
                  <a:lnTo>
                    <a:pt x="483" y="535"/>
                  </a:lnTo>
                  <a:lnTo>
                    <a:pt x="483" y="547"/>
                  </a:lnTo>
                  <a:lnTo>
                    <a:pt x="483" y="547"/>
                  </a:lnTo>
                  <a:lnTo>
                    <a:pt x="483" y="570"/>
                  </a:lnTo>
                  <a:lnTo>
                    <a:pt x="483" y="570"/>
                  </a:lnTo>
                  <a:lnTo>
                    <a:pt x="478" y="570"/>
                  </a:lnTo>
                  <a:lnTo>
                    <a:pt x="471" y="570"/>
                  </a:lnTo>
                  <a:lnTo>
                    <a:pt x="471" y="570"/>
                  </a:lnTo>
                  <a:lnTo>
                    <a:pt x="466" y="570"/>
                  </a:lnTo>
                  <a:lnTo>
                    <a:pt x="459" y="570"/>
                  </a:lnTo>
                  <a:lnTo>
                    <a:pt x="459" y="570"/>
                  </a:lnTo>
                  <a:lnTo>
                    <a:pt x="459" y="566"/>
                  </a:lnTo>
                  <a:lnTo>
                    <a:pt x="459" y="558"/>
                  </a:lnTo>
                  <a:lnTo>
                    <a:pt x="459" y="558"/>
                  </a:lnTo>
                  <a:lnTo>
                    <a:pt x="459" y="547"/>
                  </a:lnTo>
                  <a:lnTo>
                    <a:pt x="459" y="547"/>
                  </a:lnTo>
                  <a:lnTo>
                    <a:pt x="459" y="525"/>
                  </a:lnTo>
                  <a:lnTo>
                    <a:pt x="459" y="525"/>
                  </a:lnTo>
                  <a:lnTo>
                    <a:pt x="412" y="525"/>
                  </a:lnTo>
                  <a:lnTo>
                    <a:pt x="412" y="525"/>
                  </a:lnTo>
                  <a:lnTo>
                    <a:pt x="388" y="525"/>
                  </a:lnTo>
                  <a:lnTo>
                    <a:pt x="388" y="525"/>
                  </a:lnTo>
                  <a:lnTo>
                    <a:pt x="377" y="525"/>
                  </a:lnTo>
                  <a:lnTo>
                    <a:pt x="377" y="525"/>
                  </a:lnTo>
                  <a:lnTo>
                    <a:pt x="370" y="525"/>
                  </a:lnTo>
                  <a:lnTo>
                    <a:pt x="365" y="525"/>
                  </a:lnTo>
                  <a:lnTo>
                    <a:pt x="365" y="525"/>
                  </a:lnTo>
                  <a:lnTo>
                    <a:pt x="365" y="518"/>
                  </a:lnTo>
                  <a:lnTo>
                    <a:pt x="365" y="514"/>
                  </a:lnTo>
                  <a:lnTo>
                    <a:pt x="365" y="514"/>
                  </a:lnTo>
                  <a:lnTo>
                    <a:pt x="362" y="511"/>
                  </a:lnTo>
                  <a:lnTo>
                    <a:pt x="358" y="514"/>
                  </a:lnTo>
                  <a:lnTo>
                    <a:pt x="355" y="514"/>
                  </a:lnTo>
                  <a:lnTo>
                    <a:pt x="353" y="514"/>
                  </a:lnTo>
                  <a:lnTo>
                    <a:pt x="353" y="514"/>
                  </a:lnTo>
                  <a:lnTo>
                    <a:pt x="353" y="511"/>
                  </a:lnTo>
                  <a:lnTo>
                    <a:pt x="353" y="507"/>
                  </a:lnTo>
                  <a:lnTo>
                    <a:pt x="353" y="504"/>
                  </a:lnTo>
                  <a:lnTo>
                    <a:pt x="353" y="502"/>
                  </a:lnTo>
                  <a:lnTo>
                    <a:pt x="353" y="502"/>
                  </a:lnTo>
                  <a:lnTo>
                    <a:pt x="351" y="500"/>
                  </a:lnTo>
                  <a:lnTo>
                    <a:pt x="346" y="502"/>
                  </a:lnTo>
                  <a:lnTo>
                    <a:pt x="344" y="502"/>
                  </a:lnTo>
                  <a:lnTo>
                    <a:pt x="341" y="502"/>
                  </a:lnTo>
                  <a:lnTo>
                    <a:pt x="341" y="502"/>
                  </a:lnTo>
                  <a:lnTo>
                    <a:pt x="341" y="500"/>
                  </a:lnTo>
                  <a:lnTo>
                    <a:pt x="341" y="495"/>
                  </a:lnTo>
                  <a:lnTo>
                    <a:pt x="341" y="492"/>
                  </a:lnTo>
                  <a:lnTo>
                    <a:pt x="341" y="490"/>
                  </a:lnTo>
                  <a:lnTo>
                    <a:pt x="341" y="490"/>
                  </a:lnTo>
                  <a:lnTo>
                    <a:pt x="339" y="488"/>
                  </a:lnTo>
                  <a:lnTo>
                    <a:pt x="334" y="490"/>
                  </a:lnTo>
                  <a:lnTo>
                    <a:pt x="332" y="490"/>
                  </a:lnTo>
                  <a:lnTo>
                    <a:pt x="329" y="490"/>
                  </a:lnTo>
                  <a:lnTo>
                    <a:pt x="329" y="490"/>
                  </a:lnTo>
                  <a:lnTo>
                    <a:pt x="329" y="488"/>
                  </a:lnTo>
                  <a:lnTo>
                    <a:pt x="329" y="483"/>
                  </a:lnTo>
                  <a:lnTo>
                    <a:pt x="329" y="481"/>
                  </a:lnTo>
                  <a:lnTo>
                    <a:pt x="329" y="478"/>
                  </a:lnTo>
                  <a:lnTo>
                    <a:pt x="329" y="478"/>
                  </a:lnTo>
                  <a:lnTo>
                    <a:pt x="322" y="478"/>
                  </a:lnTo>
                  <a:lnTo>
                    <a:pt x="318" y="478"/>
                  </a:lnTo>
                  <a:lnTo>
                    <a:pt x="318" y="478"/>
                  </a:lnTo>
                  <a:lnTo>
                    <a:pt x="318" y="467"/>
                  </a:lnTo>
                  <a:lnTo>
                    <a:pt x="318" y="467"/>
                  </a:lnTo>
                  <a:lnTo>
                    <a:pt x="318" y="419"/>
                  </a:lnTo>
                  <a:lnTo>
                    <a:pt x="318" y="419"/>
                  </a:lnTo>
                  <a:lnTo>
                    <a:pt x="318" y="372"/>
                  </a:lnTo>
                  <a:lnTo>
                    <a:pt x="318" y="372"/>
                  </a:lnTo>
                  <a:lnTo>
                    <a:pt x="318" y="361"/>
                  </a:lnTo>
                  <a:lnTo>
                    <a:pt x="318" y="361"/>
                  </a:lnTo>
                  <a:lnTo>
                    <a:pt x="318" y="337"/>
                  </a:lnTo>
                  <a:lnTo>
                    <a:pt x="318" y="337"/>
                  </a:lnTo>
                  <a:lnTo>
                    <a:pt x="318" y="325"/>
                  </a:lnTo>
                  <a:lnTo>
                    <a:pt x="318" y="325"/>
                  </a:lnTo>
                  <a:lnTo>
                    <a:pt x="318" y="302"/>
                  </a:lnTo>
                  <a:lnTo>
                    <a:pt x="318" y="302"/>
                  </a:lnTo>
                  <a:lnTo>
                    <a:pt x="318" y="292"/>
                  </a:lnTo>
                  <a:lnTo>
                    <a:pt x="318" y="292"/>
                  </a:lnTo>
                  <a:lnTo>
                    <a:pt x="318" y="269"/>
                  </a:lnTo>
                  <a:lnTo>
                    <a:pt x="318" y="269"/>
                  </a:lnTo>
                  <a:lnTo>
                    <a:pt x="318" y="257"/>
                  </a:lnTo>
                  <a:lnTo>
                    <a:pt x="318" y="257"/>
                  </a:lnTo>
                  <a:lnTo>
                    <a:pt x="318" y="233"/>
                  </a:lnTo>
                  <a:lnTo>
                    <a:pt x="318" y="233"/>
                  </a:lnTo>
                  <a:lnTo>
                    <a:pt x="318" y="186"/>
                  </a:lnTo>
                  <a:lnTo>
                    <a:pt x="318" y="186"/>
                  </a:lnTo>
                  <a:lnTo>
                    <a:pt x="318" y="92"/>
                  </a:lnTo>
                  <a:lnTo>
                    <a:pt x="318" y="92"/>
                  </a:lnTo>
                  <a:lnTo>
                    <a:pt x="306" y="92"/>
                  </a:lnTo>
                  <a:lnTo>
                    <a:pt x="306" y="92"/>
                  </a:lnTo>
                  <a:lnTo>
                    <a:pt x="282" y="92"/>
                  </a:lnTo>
                  <a:lnTo>
                    <a:pt x="282" y="92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47" y="92"/>
                  </a:lnTo>
                  <a:lnTo>
                    <a:pt x="247" y="92"/>
                  </a:lnTo>
                  <a:lnTo>
                    <a:pt x="240" y="92"/>
                  </a:lnTo>
                  <a:lnTo>
                    <a:pt x="238" y="94"/>
                  </a:lnTo>
                  <a:lnTo>
                    <a:pt x="235" y="92"/>
                  </a:lnTo>
                  <a:lnTo>
                    <a:pt x="235" y="92"/>
                  </a:lnTo>
                  <a:lnTo>
                    <a:pt x="233" y="90"/>
                  </a:lnTo>
                  <a:lnTo>
                    <a:pt x="235" y="87"/>
                  </a:lnTo>
                  <a:lnTo>
                    <a:pt x="235" y="80"/>
                  </a:lnTo>
                  <a:lnTo>
                    <a:pt x="235" y="80"/>
                  </a:lnTo>
                  <a:lnTo>
                    <a:pt x="235" y="35"/>
                  </a:lnTo>
                  <a:lnTo>
                    <a:pt x="235" y="35"/>
                  </a:lnTo>
                  <a:lnTo>
                    <a:pt x="235" y="24"/>
                  </a:lnTo>
                  <a:lnTo>
                    <a:pt x="235" y="24"/>
                  </a:lnTo>
                  <a:lnTo>
                    <a:pt x="235" y="0"/>
                  </a:lnTo>
                  <a:lnTo>
                    <a:pt x="235" y="0"/>
                  </a:lnTo>
                  <a:lnTo>
                    <a:pt x="228" y="0"/>
                  </a:lnTo>
                  <a:lnTo>
                    <a:pt x="223" y="0"/>
                  </a:lnTo>
                  <a:lnTo>
                    <a:pt x="223" y="0"/>
                  </a:lnTo>
                  <a:lnTo>
                    <a:pt x="221" y="5"/>
                  </a:lnTo>
                  <a:lnTo>
                    <a:pt x="223" y="12"/>
                  </a:lnTo>
                  <a:lnTo>
                    <a:pt x="223" y="12"/>
                  </a:lnTo>
                  <a:lnTo>
                    <a:pt x="223" y="24"/>
                  </a:lnTo>
                  <a:lnTo>
                    <a:pt x="223" y="24"/>
                  </a:lnTo>
                  <a:lnTo>
                    <a:pt x="223" y="35"/>
                  </a:lnTo>
                  <a:lnTo>
                    <a:pt x="223" y="35"/>
                  </a:lnTo>
                  <a:lnTo>
                    <a:pt x="223" y="47"/>
                  </a:lnTo>
                  <a:lnTo>
                    <a:pt x="223" y="47"/>
                  </a:lnTo>
                  <a:lnTo>
                    <a:pt x="223" y="59"/>
                  </a:lnTo>
                  <a:lnTo>
                    <a:pt x="223" y="59"/>
                  </a:lnTo>
                  <a:lnTo>
                    <a:pt x="223" y="68"/>
                  </a:lnTo>
                  <a:lnTo>
                    <a:pt x="223" y="68"/>
                  </a:lnTo>
                  <a:lnTo>
                    <a:pt x="223" y="80"/>
                  </a:lnTo>
                  <a:lnTo>
                    <a:pt x="223" y="80"/>
                  </a:lnTo>
                  <a:lnTo>
                    <a:pt x="223" y="87"/>
                  </a:lnTo>
                  <a:lnTo>
                    <a:pt x="223" y="92"/>
                  </a:lnTo>
                  <a:lnTo>
                    <a:pt x="223" y="92"/>
                  </a:lnTo>
                  <a:lnTo>
                    <a:pt x="212" y="92"/>
                  </a:lnTo>
                  <a:lnTo>
                    <a:pt x="212" y="92"/>
                  </a:lnTo>
                  <a:lnTo>
                    <a:pt x="205" y="92"/>
                  </a:lnTo>
                  <a:lnTo>
                    <a:pt x="200" y="92"/>
                  </a:lnTo>
                  <a:lnTo>
                    <a:pt x="200" y="92"/>
                  </a:lnTo>
                  <a:lnTo>
                    <a:pt x="193" y="94"/>
                  </a:lnTo>
                  <a:lnTo>
                    <a:pt x="188" y="92"/>
                  </a:lnTo>
                  <a:lnTo>
                    <a:pt x="188" y="92"/>
                  </a:lnTo>
                  <a:lnTo>
                    <a:pt x="176" y="92"/>
                  </a:lnTo>
                  <a:lnTo>
                    <a:pt x="176" y="92"/>
                  </a:lnTo>
                  <a:lnTo>
                    <a:pt x="169" y="92"/>
                  </a:lnTo>
                  <a:lnTo>
                    <a:pt x="162" y="92"/>
                  </a:lnTo>
                  <a:lnTo>
                    <a:pt x="162" y="92"/>
                  </a:lnTo>
                  <a:lnTo>
                    <a:pt x="162" y="87"/>
                  </a:lnTo>
                  <a:lnTo>
                    <a:pt x="162" y="80"/>
                  </a:lnTo>
                  <a:lnTo>
                    <a:pt x="162" y="80"/>
                  </a:lnTo>
                  <a:lnTo>
                    <a:pt x="162" y="75"/>
                  </a:lnTo>
                  <a:lnTo>
                    <a:pt x="162" y="68"/>
                  </a:lnTo>
                  <a:lnTo>
                    <a:pt x="162" y="68"/>
                  </a:lnTo>
                  <a:lnTo>
                    <a:pt x="162" y="59"/>
                  </a:lnTo>
                  <a:lnTo>
                    <a:pt x="162" y="59"/>
                  </a:lnTo>
                  <a:lnTo>
                    <a:pt x="162" y="47"/>
                  </a:lnTo>
                  <a:lnTo>
                    <a:pt x="162" y="47"/>
                  </a:lnTo>
                  <a:lnTo>
                    <a:pt x="162" y="35"/>
                  </a:lnTo>
                  <a:lnTo>
                    <a:pt x="162" y="35"/>
                  </a:lnTo>
                  <a:lnTo>
                    <a:pt x="162" y="24"/>
                  </a:lnTo>
                  <a:lnTo>
                    <a:pt x="162" y="24"/>
                  </a:lnTo>
                  <a:lnTo>
                    <a:pt x="162" y="12"/>
                  </a:lnTo>
                  <a:lnTo>
                    <a:pt x="162" y="12"/>
                  </a:lnTo>
                  <a:lnTo>
                    <a:pt x="165" y="5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0" y="5"/>
                  </a:lnTo>
                  <a:lnTo>
                    <a:pt x="150" y="12"/>
                  </a:lnTo>
                  <a:lnTo>
                    <a:pt x="150" y="12"/>
                  </a:lnTo>
                  <a:lnTo>
                    <a:pt x="150" y="24"/>
                  </a:lnTo>
                  <a:lnTo>
                    <a:pt x="150" y="24"/>
                  </a:lnTo>
                  <a:lnTo>
                    <a:pt x="150" y="35"/>
                  </a:lnTo>
                  <a:lnTo>
                    <a:pt x="150" y="35"/>
                  </a:lnTo>
                  <a:lnTo>
                    <a:pt x="150" y="59"/>
                  </a:lnTo>
                  <a:lnTo>
                    <a:pt x="150" y="59"/>
                  </a:lnTo>
                  <a:lnTo>
                    <a:pt x="150" y="68"/>
                  </a:lnTo>
                  <a:lnTo>
                    <a:pt x="150" y="68"/>
                  </a:lnTo>
                  <a:lnTo>
                    <a:pt x="150" y="80"/>
                  </a:lnTo>
                  <a:lnTo>
                    <a:pt x="150" y="80"/>
                  </a:lnTo>
                  <a:lnTo>
                    <a:pt x="153" y="87"/>
                  </a:lnTo>
                  <a:lnTo>
                    <a:pt x="150" y="92"/>
                  </a:lnTo>
                  <a:lnTo>
                    <a:pt x="150" y="92"/>
                  </a:lnTo>
                  <a:lnTo>
                    <a:pt x="148" y="94"/>
                  </a:lnTo>
                  <a:lnTo>
                    <a:pt x="146" y="92"/>
                  </a:lnTo>
                  <a:lnTo>
                    <a:pt x="139" y="92"/>
                  </a:lnTo>
                  <a:lnTo>
                    <a:pt x="139" y="92"/>
                  </a:lnTo>
                  <a:lnTo>
                    <a:pt x="127" y="92"/>
                  </a:lnTo>
                  <a:lnTo>
                    <a:pt x="127" y="92"/>
                  </a:lnTo>
                  <a:lnTo>
                    <a:pt x="103" y="92"/>
                  </a:lnTo>
                  <a:lnTo>
                    <a:pt x="103" y="92"/>
                  </a:lnTo>
                  <a:lnTo>
                    <a:pt x="56" y="92"/>
                  </a:lnTo>
                  <a:lnTo>
                    <a:pt x="56" y="92"/>
                  </a:lnTo>
                  <a:lnTo>
                    <a:pt x="56" y="104"/>
                  </a:lnTo>
                  <a:lnTo>
                    <a:pt x="56" y="104"/>
                  </a:lnTo>
                  <a:lnTo>
                    <a:pt x="56" y="127"/>
                  </a:lnTo>
                  <a:lnTo>
                    <a:pt x="56" y="127"/>
                  </a:lnTo>
                  <a:lnTo>
                    <a:pt x="56" y="174"/>
                  </a:lnTo>
                  <a:lnTo>
                    <a:pt x="56" y="174"/>
                  </a:lnTo>
                  <a:lnTo>
                    <a:pt x="56" y="198"/>
                  </a:lnTo>
                  <a:lnTo>
                    <a:pt x="56" y="198"/>
                  </a:lnTo>
                  <a:lnTo>
                    <a:pt x="56" y="245"/>
                  </a:lnTo>
                  <a:lnTo>
                    <a:pt x="56" y="245"/>
                  </a:lnTo>
                  <a:lnTo>
                    <a:pt x="56" y="292"/>
                  </a:lnTo>
                  <a:lnTo>
                    <a:pt x="56" y="292"/>
                  </a:lnTo>
                  <a:lnTo>
                    <a:pt x="56" y="313"/>
                  </a:lnTo>
                  <a:lnTo>
                    <a:pt x="56" y="313"/>
                  </a:lnTo>
                  <a:lnTo>
                    <a:pt x="56" y="325"/>
                  </a:lnTo>
                  <a:lnTo>
                    <a:pt x="56" y="325"/>
                  </a:lnTo>
                  <a:lnTo>
                    <a:pt x="56" y="349"/>
                  </a:lnTo>
                  <a:lnTo>
                    <a:pt x="56" y="349"/>
                  </a:lnTo>
                  <a:lnTo>
                    <a:pt x="56" y="372"/>
                  </a:lnTo>
                  <a:lnTo>
                    <a:pt x="56" y="372"/>
                  </a:lnTo>
                  <a:lnTo>
                    <a:pt x="56" y="384"/>
                  </a:lnTo>
                  <a:lnTo>
                    <a:pt x="56" y="384"/>
                  </a:lnTo>
                  <a:lnTo>
                    <a:pt x="56" y="408"/>
                  </a:lnTo>
                  <a:lnTo>
                    <a:pt x="56" y="408"/>
                  </a:lnTo>
                  <a:lnTo>
                    <a:pt x="56" y="419"/>
                  </a:lnTo>
                  <a:lnTo>
                    <a:pt x="56" y="419"/>
                  </a:lnTo>
                  <a:lnTo>
                    <a:pt x="56" y="443"/>
                  </a:lnTo>
                  <a:lnTo>
                    <a:pt x="56" y="443"/>
                  </a:lnTo>
                  <a:lnTo>
                    <a:pt x="56" y="455"/>
                  </a:lnTo>
                  <a:lnTo>
                    <a:pt x="56" y="455"/>
                  </a:lnTo>
                  <a:lnTo>
                    <a:pt x="56" y="467"/>
                  </a:lnTo>
                  <a:lnTo>
                    <a:pt x="56" y="467"/>
                  </a:lnTo>
                  <a:lnTo>
                    <a:pt x="56" y="471"/>
                  </a:lnTo>
                  <a:lnTo>
                    <a:pt x="56" y="478"/>
                  </a:lnTo>
                  <a:lnTo>
                    <a:pt x="56" y="478"/>
                  </a:lnTo>
                  <a:lnTo>
                    <a:pt x="51" y="478"/>
                  </a:lnTo>
                  <a:lnTo>
                    <a:pt x="44" y="478"/>
                  </a:lnTo>
                  <a:lnTo>
                    <a:pt x="44" y="478"/>
                  </a:lnTo>
                  <a:lnTo>
                    <a:pt x="44" y="481"/>
                  </a:lnTo>
                  <a:lnTo>
                    <a:pt x="44" y="483"/>
                  </a:lnTo>
                  <a:lnTo>
                    <a:pt x="44" y="490"/>
                  </a:lnTo>
                  <a:lnTo>
                    <a:pt x="44" y="490"/>
                  </a:lnTo>
                  <a:lnTo>
                    <a:pt x="33" y="490"/>
                  </a:lnTo>
                  <a:lnTo>
                    <a:pt x="33" y="490"/>
                  </a:lnTo>
                  <a:lnTo>
                    <a:pt x="21" y="490"/>
                  </a:lnTo>
                  <a:lnTo>
                    <a:pt x="21" y="490"/>
                  </a:lnTo>
                  <a:lnTo>
                    <a:pt x="9" y="490"/>
                  </a:lnTo>
                  <a:lnTo>
                    <a:pt x="9" y="490"/>
                  </a:lnTo>
                  <a:lnTo>
                    <a:pt x="4" y="490"/>
                  </a:lnTo>
                  <a:lnTo>
                    <a:pt x="0" y="490"/>
                  </a:lnTo>
                  <a:lnTo>
                    <a:pt x="0" y="606"/>
                  </a:lnTo>
                  <a:lnTo>
                    <a:pt x="0" y="606"/>
                  </a:lnTo>
                  <a:lnTo>
                    <a:pt x="21" y="606"/>
                  </a:lnTo>
                  <a:lnTo>
                    <a:pt x="21" y="606"/>
                  </a:lnTo>
                  <a:lnTo>
                    <a:pt x="33" y="606"/>
                  </a:lnTo>
                  <a:lnTo>
                    <a:pt x="33" y="606"/>
                  </a:lnTo>
                  <a:lnTo>
                    <a:pt x="56" y="606"/>
                  </a:lnTo>
                  <a:lnTo>
                    <a:pt x="56" y="606"/>
                  </a:lnTo>
                  <a:lnTo>
                    <a:pt x="68" y="606"/>
                  </a:lnTo>
                  <a:lnTo>
                    <a:pt x="68" y="606"/>
                  </a:lnTo>
                  <a:lnTo>
                    <a:pt x="91" y="606"/>
                  </a:lnTo>
                  <a:lnTo>
                    <a:pt x="91" y="606"/>
                  </a:lnTo>
                  <a:lnTo>
                    <a:pt x="103" y="606"/>
                  </a:lnTo>
                  <a:lnTo>
                    <a:pt x="103" y="606"/>
                  </a:lnTo>
                  <a:lnTo>
                    <a:pt x="127" y="606"/>
                  </a:lnTo>
                  <a:lnTo>
                    <a:pt x="127" y="606"/>
                  </a:lnTo>
                  <a:lnTo>
                    <a:pt x="139" y="606"/>
                  </a:lnTo>
                  <a:lnTo>
                    <a:pt x="139" y="606"/>
                  </a:lnTo>
                  <a:lnTo>
                    <a:pt x="162" y="606"/>
                  </a:lnTo>
                  <a:lnTo>
                    <a:pt x="162" y="606"/>
                  </a:lnTo>
                  <a:lnTo>
                    <a:pt x="176" y="606"/>
                  </a:lnTo>
                  <a:lnTo>
                    <a:pt x="176" y="606"/>
                  </a:lnTo>
                  <a:lnTo>
                    <a:pt x="200" y="606"/>
                  </a:lnTo>
                  <a:lnTo>
                    <a:pt x="200" y="606"/>
                  </a:lnTo>
                  <a:lnTo>
                    <a:pt x="212" y="606"/>
                  </a:lnTo>
                  <a:lnTo>
                    <a:pt x="212" y="606"/>
                  </a:lnTo>
                  <a:lnTo>
                    <a:pt x="235" y="606"/>
                  </a:lnTo>
                  <a:lnTo>
                    <a:pt x="235" y="606"/>
                  </a:lnTo>
                  <a:lnTo>
                    <a:pt x="247" y="606"/>
                  </a:lnTo>
                  <a:lnTo>
                    <a:pt x="247" y="606"/>
                  </a:lnTo>
                  <a:lnTo>
                    <a:pt x="271" y="606"/>
                  </a:lnTo>
                  <a:lnTo>
                    <a:pt x="271" y="606"/>
                  </a:lnTo>
                  <a:lnTo>
                    <a:pt x="294" y="606"/>
                  </a:lnTo>
                  <a:lnTo>
                    <a:pt x="294" y="606"/>
                  </a:lnTo>
                  <a:lnTo>
                    <a:pt x="306" y="606"/>
                  </a:lnTo>
                  <a:lnTo>
                    <a:pt x="306" y="606"/>
                  </a:lnTo>
                  <a:lnTo>
                    <a:pt x="329" y="606"/>
                  </a:lnTo>
                  <a:lnTo>
                    <a:pt x="329" y="606"/>
                  </a:lnTo>
                  <a:lnTo>
                    <a:pt x="341" y="606"/>
                  </a:lnTo>
                  <a:lnTo>
                    <a:pt x="341" y="606"/>
                  </a:lnTo>
                  <a:lnTo>
                    <a:pt x="365" y="606"/>
                  </a:lnTo>
                  <a:lnTo>
                    <a:pt x="365" y="606"/>
                  </a:lnTo>
                  <a:lnTo>
                    <a:pt x="377" y="606"/>
                  </a:lnTo>
                  <a:lnTo>
                    <a:pt x="377" y="606"/>
                  </a:lnTo>
                  <a:lnTo>
                    <a:pt x="400" y="606"/>
                  </a:lnTo>
                  <a:lnTo>
                    <a:pt x="400" y="606"/>
                  </a:lnTo>
                  <a:lnTo>
                    <a:pt x="412" y="606"/>
                  </a:lnTo>
                  <a:lnTo>
                    <a:pt x="412" y="606"/>
                  </a:lnTo>
                  <a:lnTo>
                    <a:pt x="435" y="606"/>
                  </a:lnTo>
                  <a:lnTo>
                    <a:pt x="435" y="606"/>
                  </a:lnTo>
                  <a:lnTo>
                    <a:pt x="447" y="606"/>
                  </a:lnTo>
                  <a:lnTo>
                    <a:pt x="447" y="606"/>
                  </a:lnTo>
                  <a:lnTo>
                    <a:pt x="471" y="606"/>
                  </a:lnTo>
                  <a:lnTo>
                    <a:pt x="471" y="606"/>
                  </a:lnTo>
                  <a:lnTo>
                    <a:pt x="483" y="606"/>
                  </a:lnTo>
                  <a:lnTo>
                    <a:pt x="483" y="606"/>
                  </a:lnTo>
                  <a:lnTo>
                    <a:pt x="506" y="606"/>
                  </a:lnTo>
                  <a:lnTo>
                    <a:pt x="506" y="606"/>
                  </a:lnTo>
                  <a:lnTo>
                    <a:pt x="518" y="606"/>
                  </a:lnTo>
                  <a:lnTo>
                    <a:pt x="518" y="606"/>
                  </a:lnTo>
                  <a:lnTo>
                    <a:pt x="542" y="606"/>
                  </a:lnTo>
                  <a:lnTo>
                    <a:pt x="542" y="606"/>
                  </a:lnTo>
                  <a:lnTo>
                    <a:pt x="565" y="606"/>
                  </a:lnTo>
                  <a:lnTo>
                    <a:pt x="565" y="606"/>
                  </a:lnTo>
                  <a:lnTo>
                    <a:pt x="577" y="606"/>
                  </a:lnTo>
                  <a:lnTo>
                    <a:pt x="577" y="606"/>
                  </a:lnTo>
                  <a:lnTo>
                    <a:pt x="603" y="606"/>
                  </a:lnTo>
                  <a:lnTo>
                    <a:pt x="603" y="606"/>
                  </a:lnTo>
                  <a:lnTo>
                    <a:pt x="615" y="606"/>
                  </a:lnTo>
                  <a:lnTo>
                    <a:pt x="615" y="606"/>
                  </a:lnTo>
                  <a:lnTo>
                    <a:pt x="638" y="606"/>
                  </a:lnTo>
                  <a:lnTo>
                    <a:pt x="638" y="606"/>
                  </a:lnTo>
                  <a:lnTo>
                    <a:pt x="650" y="606"/>
                  </a:lnTo>
                  <a:lnTo>
                    <a:pt x="650" y="606"/>
                  </a:lnTo>
                  <a:lnTo>
                    <a:pt x="673" y="606"/>
                  </a:lnTo>
                  <a:lnTo>
                    <a:pt x="673" y="606"/>
                  </a:lnTo>
                  <a:lnTo>
                    <a:pt x="685" y="606"/>
                  </a:lnTo>
                  <a:lnTo>
                    <a:pt x="685" y="606"/>
                  </a:lnTo>
                  <a:lnTo>
                    <a:pt x="709" y="606"/>
                  </a:lnTo>
                  <a:lnTo>
                    <a:pt x="709" y="606"/>
                  </a:lnTo>
                  <a:lnTo>
                    <a:pt x="721" y="606"/>
                  </a:lnTo>
                  <a:lnTo>
                    <a:pt x="721" y="606"/>
                  </a:lnTo>
                  <a:lnTo>
                    <a:pt x="744" y="606"/>
                  </a:lnTo>
                  <a:lnTo>
                    <a:pt x="744" y="606"/>
                  </a:lnTo>
                  <a:lnTo>
                    <a:pt x="756" y="606"/>
                  </a:lnTo>
                  <a:lnTo>
                    <a:pt x="756" y="606"/>
                  </a:lnTo>
                  <a:lnTo>
                    <a:pt x="779" y="606"/>
                  </a:lnTo>
                  <a:lnTo>
                    <a:pt x="779" y="606"/>
                  </a:lnTo>
                  <a:lnTo>
                    <a:pt x="791" y="606"/>
                  </a:lnTo>
                  <a:lnTo>
                    <a:pt x="791" y="606"/>
                  </a:lnTo>
                  <a:lnTo>
                    <a:pt x="815" y="606"/>
                  </a:lnTo>
                  <a:lnTo>
                    <a:pt x="815" y="606"/>
                  </a:lnTo>
                  <a:lnTo>
                    <a:pt x="827" y="606"/>
                  </a:lnTo>
                  <a:lnTo>
                    <a:pt x="827" y="606"/>
                  </a:lnTo>
                  <a:lnTo>
                    <a:pt x="850" y="606"/>
                  </a:lnTo>
                  <a:lnTo>
                    <a:pt x="850" y="606"/>
                  </a:lnTo>
                  <a:lnTo>
                    <a:pt x="862" y="606"/>
                  </a:lnTo>
                  <a:lnTo>
                    <a:pt x="862" y="606"/>
                  </a:lnTo>
                  <a:lnTo>
                    <a:pt x="886" y="606"/>
                  </a:lnTo>
                  <a:lnTo>
                    <a:pt x="886" y="606"/>
                  </a:lnTo>
                  <a:lnTo>
                    <a:pt x="897" y="606"/>
                  </a:lnTo>
                  <a:lnTo>
                    <a:pt x="897" y="606"/>
                  </a:lnTo>
                  <a:lnTo>
                    <a:pt x="921" y="606"/>
                  </a:lnTo>
                  <a:lnTo>
                    <a:pt x="921" y="606"/>
                  </a:lnTo>
                  <a:lnTo>
                    <a:pt x="933" y="606"/>
                  </a:lnTo>
                  <a:lnTo>
                    <a:pt x="933" y="606"/>
                  </a:lnTo>
                  <a:lnTo>
                    <a:pt x="956" y="606"/>
                  </a:lnTo>
                  <a:lnTo>
                    <a:pt x="956" y="606"/>
                  </a:lnTo>
                  <a:lnTo>
                    <a:pt x="968" y="606"/>
                  </a:lnTo>
                  <a:lnTo>
                    <a:pt x="968" y="606"/>
                  </a:lnTo>
                  <a:lnTo>
                    <a:pt x="994" y="606"/>
                  </a:lnTo>
                  <a:lnTo>
                    <a:pt x="994" y="606"/>
                  </a:lnTo>
                  <a:lnTo>
                    <a:pt x="1006" y="606"/>
                  </a:lnTo>
                  <a:lnTo>
                    <a:pt x="1006" y="606"/>
                  </a:lnTo>
                  <a:lnTo>
                    <a:pt x="1029" y="606"/>
                  </a:lnTo>
                  <a:lnTo>
                    <a:pt x="1029" y="606"/>
                  </a:lnTo>
                  <a:lnTo>
                    <a:pt x="1041" y="606"/>
                  </a:lnTo>
                  <a:lnTo>
                    <a:pt x="1041" y="606"/>
                  </a:lnTo>
                  <a:lnTo>
                    <a:pt x="1065" y="606"/>
                  </a:lnTo>
                  <a:lnTo>
                    <a:pt x="1065" y="606"/>
                  </a:lnTo>
                  <a:lnTo>
                    <a:pt x="1076" y="606"/>
                  </a:lnTo>
                  <a:lnTo>
                    <a:pt x="1076" y="606"/>
                  </a:lnTo>
                  <a:lnTo>
                    <a:pt x="1100" y="606"/>
                  </a:lnTo>
                  <a:lnTo>
                    <a:pt x="1100" y="606"/>
                  </a:lnTo>
                  <a:lnTo>
                    <a:pt x="1123" y="606"/>
                  </a:lnTo>
                  <a:lnTo>
                    <a:pt x="1123" y="606"/>
                  </a:lnTo>
                  <a:lnTo>
                    <a:pt x="1135" y="606"/>
                  </a:lnTo>
                  <a:lnTo>
                    <a:pt x="1135" y="606"/>
                  </a:lnTo>
                  <a:lnTo>
                    <a:pt x="1159" y="606"/>
                  </a:lnTo>
                  <a:lnTo>
                    <a:pt x="1159" y="606"/>
                  </a:lnTo>
                  <a:lnTo>
                    <a:pt x="1171" y="606"/>
                  </a:lnTo>
                  <a:lnTo>
                    <a:pt x="1171" y="606"/>
                  </a:lnTo>
                  <a:lnTo>
                    <a:pt x="1194" y="606"/>
                  </a:lnTo>
                  <a:lnTo>
                    <a:pt x="1194" y="606"/>
                  </a:lnTo>
                  <a:lnTo>
                    <a:pt x="1206" y="606"/>
                  </a:lnTo>
                  <a:lnTo>
                    <a:pt x="1206" y="606"/>
                  </a:lnTo>
                  <a:lnTo>
                    <a:pt x="1230" y="606"/>
                  </a:lnTo>
                  <a:lnTo>
                    <a:pt x="1230" y="606"/>
                  </a:lnTo>
                  <a:lnTo>
                    <a:pt x="1241" y="606"/>
                  </a:lnTo>
                  <a:lnTo>
                    <a:pt x="1241" y="606"/>
                  </a:lnTo>
                  <a:lnTo>
                    <a:pt x="1265" y="606"/>
                  </a:lnTo>
                  <a:lnTo>
                    <a:pt x="1265" y="606"/>
                  </a:lnTo>
                  <a:lnTo>
                    <a:pt x="1277" y="606"/>
                  </a:lnTo>
                  <a:lnTo>
                    <a:pt x="1277" y="606"/>
                  </a:lnTo>
                  <a:lnTo>
                    <a:pt x="1300" y="606"/>
                  </a:lnTo>
                  <a:lnTo>
                    <a:pt x="1300" y="606"/>
                  </a:lnTo>
                  <a:lnTo>
                    <a:pt x="1312" y="606"/>
                  </a:lnTo>
                  <a:lnTo>
                    <a:pt x="1312" y="606"/>
                  </a:lnTo>
                  <a:lnTo>
                    <a:pt x="1336" y="606"/>
                  </a:lnTo>
                  <a:lnTo>
                    <a:pt x="1336" y="606"/>
                  </a:lnTo>
                  <a:lnTo>
                    <a:pt x="1347" y="606"/>
                  </a:lnTo>
                  <a:lnTo>
                    <a:pt x="1347" y="606"/>
                  </a:lnTo>
                  <a:lnTo>
                    <a:pt x="1371" y="606"/>
                  </a:lnTo>
                  <a:lnTo>
                    <a:pt x="1371" y="606"/>
                  </a:lnTo>
                  <a:lnTo>
                    <a:pt x="1397" y="606"/>
                  </a:lnTo>
                  <a:lnTo>
                    <a:pt x="1397" y="606"/>
                  </a:lnTo>
                  <a:lnTo>
                    <a:pt x="1409" y="606"/>
                  </a:lnTo>
                  <a:lnTo>
                    <a:pt x="1409" y="606"/>
                  </a:lnTo>
                  <a:lnTo>
                    <a:pt x="1432" y="606"/>
                  </a:lnTo>
                  <a:lnTo>
                    <a:pt x="1432" y="606"/>
                  </a:lnTo>
                  <a:lnTo>
                    <a:pt x="1444" y="606"/>
                  </a:lnTo>
                  <a:lnTo>
                    <a:pt x="1444" y="606"/>
                  </a:lnTo>
                  <a:lnTo>
                    <a:pt x="1468" y="606"/>
                  </a:lnTo>
                  <a:lnTo>
                    <a:pt x="1468" y="606"/>
                  </a:lnTo>
                  <a:lnTo>
                    <a:pt x="1479" y="606"/>
                  </a:lnTo>
                  <a:lnTo>
                    <a:pt x="1479" y="606"/>
                  </a:lnTo>
                  <a:lnTo>
                    <a:pt x="1503" y="606"/>
                  </a:lnTo>
                  <a:lnTo>
                    <a:pt x="1503" y="606"/>
                  </a:lnTo>
                  <a:lnTo>
                    <a:pt x="1515" y="606"/>
                  </a:lnTo>
                  <a:lnTo>
                    <a:pt x="1515" y="606"/>
                  </a:lnTo>
                  <a:lnTo>
                    <a:pt x="1538" y="606"/>
                  </a:lnTo>
                  <a:lnTo>
                    <a:pt x="1538" y="606"/>
                  </a:lnTo>
                  <a:lnTo>
                    <a:pt x="1550" y="606"/>
                  </a:lnTo>
                  <a:lnTo>
                    <a:pt x="1550" y="606"/>
                  </a:lnTo>
                  <a:lnTo>
                    <a:pt x="1574" y="606"/>
                  </a:lnTo>
                  <a:lnTo>
                    <a:pt x="1574" y="606"/>
                  </a:lnTo>
                  <a:lnTo>
                    <a:pt x="1585" y="606"/>
                  </a:lnTo>
                  <a:lnTo>
                    <a:pt x="1585" y="606"/>
                  </a:lnTo>
                  <a:lnTo>
                    <a:pt x="1609" y="606"/>
                  </a:lnTo>
                  <a:lnTo>
                    <a:pt x="1609" y="606"/>
                  </a:lnTo>
                  <a:lnTo>
                    <a:pt x="1621" y="606"/>
                  </a:lnTo>
                  <a:lnTo>
                    <a:pt x="1621" y="606"/>
                  </a:lnTo>
                  <a:lnTo>
                    <a:pt x="1644" y="606"/>
                  </a:lnTo>
                  <a:lnTo>
                    <a:pt x="1644" y="606"/>
                  </a:lnTo>
                  <a:lnTo>
                    <a:pt x="1668" y="606"/>
                  </a:lnTo>
                  <a:lnTo>
                    <a:pt x="1668" y="606"/>
                  </a:lnTo>
                  <a:lnTo>
                    <a:pt x="1680" y="606"/>
                  </a:lnTo>
                  <a:lnTo>
                    <a:pt x="1680" y="606"/>
                  </a:lnTo>
                  <a:lnTo>
                    <a:pt x="1703" y="606"/>
                  </a:lnTo>
                  <a:lnTo>
                    <a:pt x="1703" y="606"/>
                  </a:lnTo>
                  <a:lnTo>
                    <a:pt x="1715" y="606"/>
                  </a:lnTo>
                  <a:lnTo>
                    <a:pt x="1715" y="606"/>
                  </a:lnTo>
                  <a:lnTo>
                    <a:pt x="1738" y="606"/>
                  </a:lnTo>
                  <a:lnTo>
                    <a:pt x="1738" y="606"/>
                  </a:lnTo>
                  <a:lnTo>
                    <a:pt x="1750" y="606"/>
                  </a:lnTo>
                  <a:lnTo>
                    <a:pt x="1750" y="606"/>
                  </a:lnTo>
                  <a:lnTo>
                    <a:pt x="1774" y="606"/>
                  </a:lnTo>
                  <a:lnTo>
                    <a:pt x="1774" y="606"/>
                  </a:lnTo>
                  <a:lnTo>
                    <a:pt x="1786" y="606"/>
                  </a:lnTo>
                  <a:lnTo>
                    <a:pt x="1786" y="606"/>
                  </a:lnTo>
                  <a:lnTo>
                    <a:pt x="1812" y="606"/>
                  </a:lnTo>
                  <a:lnTo>
                    <a:pt x="1812" y="606"/>
                  </a:lnTo>
                  <a:lnTo>
                    <a:pt x="1823" y="606"/>
                  </a:lnTo>
                  <a:lnTo>
                    <a:pt x="1823" y="606"/>
                  </a:lnTo>
                  <a:lnTo>
                    <a:pt x="1847" y="606"/>
                  </a:lnTo>
                  <a:lnTo>
                    <a:pt x="1847" y="606"/>
                  </a:lnTo>
                  <a:lnTo>
                    <a:pt x="1859" y="606"/>
                  </a:lnTo>
                  <a:lnTo>
                    <a:pt x="1859" y="606"/>
                  </a:lnTo>
                  <a:lnTo>
                    <a:pt x="1882" y="606"/>
                  </a:lnTo>
                  <a:lnTo>
                    <a:pt x="1882" y="606"/>
                  </a:lnTo>
                  <a:lnTo>
                    <a:pt x="1894" y="606"/>
                  </a:lnTo>
                  <a:lnTo>
                    <a:pt x="1894" y="606"/>
                  </a:lnTo>
                  <a:lnTo>
                    <a:pt x="1918" y="606"/>
                  </a:lnTo>
                  <a:lnTo>
                    <a:pt x="1918" y="606"/>
                  </a:lnTo>
                  <a:lnTo>
                    <a:pt x="1929" y="606"/>
                  </a:lnTo>
                  <a:lnTo>
                    <a:pt x="1929" y="606"/>
                  </a:lnTo>
                  <a:lnTo>
                    <a:pt x="1953" y="606"/>
                  </a:lnTo>
                  <a:lnTo>
                    <a:pt x="1953" y="606"/>
                  </a:lnTo>
                  <a:lnTo>
                    <a:pt x="1965" y="606"/>
                  </a:lnTo>
                  <a:lnTo>
                    <a:pt x="1965" y="606"/>
                  </a:lnTo>
                  <a:lnTo>
                    <a:pt x="1988" y="606"/>
                  </a:lnTo>
                  <a:lnTo>
                    <a:pt x="1988" y="606"/>
                  </a:lnTo>
                  <a:lnTo>
                    <a:pt x="2000" y="606"/>
                  </a:lnTo>
                  <a:lnTo>
                    <a:pt x="2000" y="606"/>
                  </a:lnTo>
                  <a:lnTo>
                    <a:pt x="2024" y="606"/>
                  </a:lnTo>
                  <a:lnTo>
                    <a:pt x="2024" y="606"/>
                  </a:lnTo>
                  <a:lnTo>
                    <a:pt x="2035" y="606"/>
                  </a:lnTo>
                  <a:lnTo>
                    <a:pt x="2035" y="606"/>
                  </a:lnTo>
                  <a:lnTo>
                    <a:pt x="2059" y="606"/>
                  </a:lnTo>
                  <a:lnTo>
                    <a:pt x="2059" y="606"/>
                  </a:lnTo>
                  <a:lnTo>
                    <a:pt x="2071" y="606"/>
                  </a:lnTo>
                  <a:lnTo>
                    <a:pt x="2071" y="606"/>
                  </a:lnTo>
                  <a:lnTo>
                    <a:pt x="2094" y="606"/>
                  </a:lnTo>
                  <a:lnTo>
                    <a:pt x="2094" y="606"/>
                  </a:lnTo>
                  <a:lnTo>
                    <a:pt x="2106" y="606"/>
                  </a:lnTo>
                  <a:lnTo>
                    <a:pt x="2106" y="606"/>
                  </a:lnTo>
                  <a:lnTo>
                    <a:pt x="2130" y="606"/>
                  </a:lnTo>
                  <a:lnTo>
                    <a:pt x="2130" y="606"/>
                  </a:lnTo>
                  <a:lnTo>
                    <a:pt x="2141" y="606"/>
                  </a:lnTo>
                  <a:lnTo>
                    <a:pt x="2141" y="606"/>
                  </a:lnTo>
                  <a:lnTo>
                    <a:pt x="2165" y="606"/>
                  </a:lnTo>
                  <a:lnTo>
                    <a:pt x="2165" y="606"/>
                  </a:lnTo>
                  <a:lnTo>
                    <a:pt x="2177" y="606"/>
                  </a:lnTo>
                  <a:lnTo>
                    <a:pt x="2177" y="606"/>
                  </a:lnTo>
                  <a:lnTo>
                    <a:pt x="2200" y="606"/>
                  </a:lnTo>
                  <a:lnTo>
                    <a:pt x="2200" y="606"/>
                  </a:lnTo>
                  <a:lnTo>
                    <a:pt x="2214" y="606"/>
                  </a:lnTo>
                  <a:lnTo>
                    <a:pt x="2214" y="606"/>
                  </a:lnTo>
                  <a:lnTo>
                    <a:pt x="2238" y="606"/>
                  </a:lnTo>
                  <a:lnTo>
                    <a:pt x="2238" y="606"/>
                  </a:lnTo>
                  <a:lnTo>
                    <a:pt x="2262" y="606"/>
                  </a:lnTo>
                  <a:lnTo>
                    <a:pt x="2262" y="606"/>
                  </a:lnTo>
                  <a:lnTo>
                    <a:pt x="2273" y="606"/>
                  </a:lnTo>
                  <a:lnTo>
                    <a:pt x="2273" y="606"/>
                  </a:lnTo>
                  <a:lnTo>
                    <a:pt x="2297" y="606"/>
                  </a:lnTo>
                  <a:lnTo>
                    <a:pt x="2297" y="606"/>
                  </a:lnTo>
                  <a:lnTo>
                    <a:pt x="2344" y="606"/>
                  </a:lnTo>
                  <a:lnTo>
                    <a:pt x="2344" y="606"/>
                  </a:lnTo>
                  <a:lnTo>
                    <a:pt x="2344" y="582"/>
                  </a:lnTo>
                  <a:lnTo>
                    <a:pt x="2344" y="582"/>
                  </a:lnTo>
                  <a:lnTo>
                    <a:pt x="2344" y="570"/>
                  </a:lnTo>
                  <a:lnTo>
                    <a:pt x="2344" y="570"/>
                  </a:lnTo>
                  <a:lnTo>
                    <a:pt x="2344" y="547"/>
                  </a:lnTo>
                  <a:lnTo>
                    <a:pt x="2344" y="547"/>
                  </a:lnTo>
                  <a:lnTo>
                    <a:pt x="2344" y="525"/>
                  </a:lnTo>
                  <a:lnTo>
                    <a:pt x="2344" y="525"/>
                  </a:lnTo>
                  <a:lnTo>
                    <a:pt x="2344" y="518"/>
                  </a:lnTo>
                  <a:lnTo>
                    <a:pt x="2344" y="514"/>
                  </a:lnTo>
                  <a:lnTo>
                    <a:pt x="2344" y="5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67" name="Group 66"/>
            <p:cNvGrpSpPr/>
            <p:nvPr/>
          </p:nvGrpSpPr>
          <p:grpSpPr>
            <a:xfrm>
              <a:off x="946150" y="2708929"/>
              <a:ext cx="3451225" cy="962025"/>
              <a:chOff x="1447800" y="1524000"/>
              <a:chExt cx="3451225" cy="962025"/>
            </a:xfrm>
            <a:grpFill/>
          </p:grpSpPr>
          <p:sp>
            <p:nvSpPr>
              <p:cNvPr id="70" name="Freeform 69"/>
              <p:cNvSpPr>
                <a:spLocks/>
              </p:cNvSpPr>
              <p:nvPr/>
            </p:nvSpPr>
            <p:spPr bwMode="auto">
              <a:xfrm>
                <a:off x="1962150" y="2246313"/>
                <a:ext cx="55563" cy="19050"/>
              </a:xfrm>
              <a:custGeom>
                <a:avLst/>
                <a:gdLst>
                  <a:gd name="T0" fmla="*/ 35 w 35"/>
                  <a:gd name="T1" fmla="*/ 0 h 12"/>
                  <a:gd name="T2" fmla="*/ 35 w 35"/>
                  <a:gd name="T3" fmla="*/ 0 h 12"/>
                  <a:gd name="T4" fmla="*/ 28 w 35"/>
                  <a:gd name="T5" fmla="*/ 0 h 12"/>
                  <a:gd name="T6" fmla="*/ 24 w 35"/>
                  <a:gd name="T7" fmla="*/ 0 h 12"/>
                  <a:gd name="T8" fmla="*/ 24 w 35"/>
                  <a:gd name="T9" fmla="*/ 0 h 12"/>
                  <a:gd name="T10" fmla="*/ 12 w 35"/>
                  <a:gd name="T11" fmla="*/ 0 h 12"/>
                  <a:gd name="T12" fmla="*/ 12 w 35"/>
                  <a:gd name="T13" fmla="*/ 0 h 12"/>
                  <a:gd name="T14" fmla="*/ 5 w 35"/>
                  <a:gd name="T15" fmla="*/ 0 h 12"/>
                  <a:gd name="T16" fmla="*/ 0 w 35"/>
                  <a:gd name="T17" fmla="*/ 0 h 12"/>
                  <a:gd name="T18" fmla="*/ 0 w 35"/>
                  <a:gd name="T19" fmla="*/ 0 h 12"/>
                  <a:gd name="T20" fmla="*/ 0 w 35"/>
                  <a:gd name="T21" fmla="*/ 12 h 12"/>
                  <a:gd name="T22" fmla="*/ 0 w 35"/>
                  <a:gd name="T23" fmla="*/ 12 h 12"/>
                  <a:gd name="T24" fmla="*/ 5 w 35"/>
                  <a:gd name="T25" fmla="*/ 12 h 12"/>
                  <a:gd name="T26" fmla="*/ 12 w 35"/>
                  <a:gd name="T27" fmla="*/ 12 h 12"/>
                  <a:gd name="T28" fmla="*/ 12 w 35"/>
                  <a:gd name="T29" fmla="*/ 12 h 12"/>
                  <a:gd name="T30" fmla="*/ 24 w 35"/>
                  <a:gd name="T31" fmla="*/ 12 h 12"/>
                  <a:gd name="T32" fmla="*/ 24 w 35"/>
                  <a:gd name="T33" fmla="*/ 12 h 12"/>
                  <a:gd name="T34" fmla="*/ 35 w 35"/>
                  <a:gd name="T35" fmla="*/ 12 h 12"/>
                  <a:gd name="T36" fmla="*/ 35 w 35"/>
                  <a:gd name="T37" fmla="*/ 12 h 12"/>
                  <a:gd name="T38" fmla="*/ 35 w 35"/>
                  <a:gd name="T39" fmla="*/ 4 h 12"/>
                  <a:gd name="T40" fmla="*/ 35 w 35"/>
                  <a:gd name="T41" fmla="*/ 0 h 12"/>
                  <a:gd name="T42" fmla="*/ 35 w 35"/>
                  <a:gd name="T4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5" h="12">
                    <a:moveTo>
                      <a:pt x="35" y="0"/>
                    </a:moveTo>
                    <a:lnTo>
                      <a:pt x="35" y="0"/>
                    </a:lnTo>
                    <a:lnTo>
                      <a:pt x="28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5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24" y="12"/>
                    </a:lnTo>
                    <a:lnTo>
                      <a:pt x="24" y="12"/>
                    </a:lnTo>
                    <a:lnTo>
                      <a:pt x="35" y="12"/>
                    </a:lnTo>
                    <a:lnTo>
                      <a:pt x="35" y="12"/>
                    </a:lnTo>
                    <a:lnTo>
                      <a:pt x="35" y="4"/>
                    </a:lnTo>
                    <a:lnTo>
                      <a:pt x="35" y="0"/>
                    </a:lnTo>
                    <a:lnTo>
                      <a:pt x="3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70"/>
              <p:cNvSpPr>
                <a:spLocks/>
              </p:cNvSpPr>
              <p:nvPr/>
            </p:nvSpPr>
            <p:spPr bwMode="auto">
              <a:xfrm flipH="1">
                <a:off x="1447800" y="1524000"/>
                <a:ext cx="3451225" cy="962025"/>
              </a:xfrm>
              <a:custGeom>
                <a:avLst/>
                <a:gdLst>
                  <a:gd name="T0" fmla="*/ 2323 w 2338"/>
                  <a:gd name="T1" fmla="*/ 455 h 606"/>
                  <a:gd name="T2" fmla="*/ 2265 w 2338"/>
                  <a:gd name="T3" fmla="*/ 412 h 606"/>
                  <a:gd name="T4" fmla="*/ 2253 w 2338"/>
                  <a:gd name="T5" fmla="*/ 280 h 606"/>
                  <a:gd name="T6" fmla="*/ 2253 w 2338"/>
                  <a:gd name="T7" fmla="*/ 127 h 606"/>
                  <a:gd name="T8" fmla="*/ 2229 w 2338"/>
                  <a:gd name="T9" fmla="*/ 57 h 606"/>
                  <a:gd name="T10" fmla="*/ 2210 w 2338"/>
                  <a:gd name="T11" fmla="*/ 35 h 606"/>
                  <a:gd name="T12" fmla="*/ 2182 w 2338"/>
                  <a:gd name="T13" fmla="*/ 12 h 606"/>
                  <a:gd name="T14" fmla="*/ 2147 w 2338"/>
                  <a:gd name="T15" fmla="*/ 12 h 606"/>
                  <a:gd name="T16" fmla="*/ 2133 w 2338"/>
                  <a:gd name="T17" fmla="*/ 35 h 606"/>
                  <a:gd name="T18" fmla="*/ 2085 w 2338"/>
                  <a:gd name="T19" fmla="*/ 68 h 606"/>
                  <a:gd name="T20" fmla="*/ 2074 w 2338"/>
                  <a:gd name="T21" fmla="*/ 163 h 606"/>
                  <a:gd name="T22" fmla="*/ 2062 w 2338"/>
                  <a:gd name="T23" fmla="*/ 257 h 606"/>
                  <a:gd name="T24" fmla="*/ 2034 w 2338"/>
                  <a:gd name="T25" fmla="*/ 325 h 606"/>
                  <a:gd name="T26" fmla="*/ 2027 w 2338"/>
                  <a:gd name="T27" fmla="*/ 467 h 606"/>
                  <a:gd name="T28" fmla="*/ 1979 w 2338"/>
                  <a:gd name="T29" fmla="*/ 467 h 606"/>
                  <a:gd name="T30" fmla="*/ 1956 w 2338"/>
                  <a:gd name="T31" fmla="*/ 419 h 606"/>
                  <a:gd name="T32" fmla="*/ 1791 w 2338"/>
                  <a:gd name="T33" fmla="*/ 349 h 606"/>
                  <a:gd name="T34" fmla="*/ 1635 w 2338"/>
                  <a:gd name="T35" fmla="*/ 535 h 606"/>
                  <a:gd name="T36" fmla="*/ 1612 w 2338"/>
                  <a:gd name="T37" fmla="*/ 478 h 606"/>
                  <a:gd name="T38" fmla="*/ 1612 w 2338"/>
                  <a:gd name="T39" fmla="*/ 313 h 606"/>
                  <a:gd name="T40" fmla="*/ 1572 w 2338"/>
                  <a:gd name="T41" fmla="*/ 280 h 606"/>
                  <a:gd name="T42" fmla="*/ 1553 w 2338"/>
                  <a:gd name="T43" fmla="*/ 221 h 606"/>
                  <a:gd name="T44" fmla="*/ 1447 w 2338"/>
                  <a:gd name="T45" fmla="*/ 198 h 606"/>
                  <a:gd name="T46" fmla="*/ 1353 w 2338"/>
                  <a:gd name="T47" fmla="*/ 203 h 606"/>
                  <a:gd name="T48" fmla="*/ 1268 w 2338"/>
                  <a:gd name="T49" fmla="*/ 221 h 606"/>
                  <a:gd name="T50" fmla="*/ 1233 w 2338"/>
                  <a:gd name="T51" fmla="*/ 269 h 606"/>
                  <a:gd name="T52" fmla="*/ 1233 w 2338"/>
                  <a:gd name="T53" fmla="*/ 408 h 606"/>
                  <a:gd name="T54" fmla="*/ 1162 w 2338"/>
                  <a:gd name="T55" fmla="*/ 467 h 606"/>
                  <a:gd name="T56" fmla="*/ 1009 w 2338"/>
                  <a:gd name="T57" fmla="*/ 455 h 606"/>
                  <a:gd name="T58" fmla="*/ 891 w 2338"/>
                  <a:gd name="T59" fmla="*/ 443 h 606"/>
                  <a:gd name="T60" fmla="*/ 830 w 2338"/>
                  <a:gd name="T61" fmla="*/ 467 h 606"/>
                  <a:gd name="T62" fmla="*/ 700 w 2338"/>
                  <a:gd name="T63" fmla="*/ 547 h 606"/>
                  <a:gd name="T64" fmla="*/ 629 w 2338"/>
                  <a:gd name="T65" fmla="*/ 525 h 606"/>
                  <a:gd name="T66" fmla="*/ 606 w 2338"/>
                  <a:gd name="T67" fmla="*/ 525 h 606"/>
                  <a:gd name="T68" fmla="*/ 547 w 2338"/>
                  <a:gd name="T69" fmla="*/ 547 h 606"/>
                  <a:gd name="T70" fmla="*/ 474 w 2338"/>
                  <a:gd name="T71" fmla="*/ 525 h 606"/>
                  <a:gd name="T72" fmla="*/ 523 w 2338"/>
                  <a:gd name="T73" fmla="*/ 467 h 606"/>
                  <a:gd name="T74" fmla="*/ 474 w 2338"/>
                  <a:gd name="T75" fmla="*/ 313 h 606"/>
                  <a:gd name="T76" fmla="*/ 403 w 2338"/>
                  <a:gd name="T77" fmla="*/ 292 h 606"/>
                  <a:gd name="T78" fmla="*/ 250 w 2338"/>
                  <a:gd name="T79" fmla="*/ 221 h 606"/>
                  <a:gd name="T80" fmla="*/ 132 w 2338"/>
                  <a:gd name="T81" fmla="*/ 292 h 606"/>
                  <a:gd name="T82" fmla="*/ 47 w 2338"/>
                  <a:gd name="T83" fmla="*/ 349 h 606"/>
                  <a:gd name="T84" fmla="*/ 47 w 2338"/>
                  <a:gd name="T85" fmla="*/ 514 h 606"/>
                  <a:gd name="T86" fmla="*/ 0 w 2338"/>
                  <a:gd name="T87" fmla="*/ 570 h 606"/>
                  <a:gd name="T88" fmla="*/ 109 w 2338"/>
                  <a:gd name="T89" fmla="*/ 606 h 606"/>
                  <a:gd name="T90" fmla="*/ 262 w 2338"/>
                  <a:gd name="T91" fmla="*/ 606 h 606"/>
                  <a:gd name="T92" fmla="*/ 403 w 2338"/>
                  <a:gd name="T93" fmla="*/ 606 h 606"/>
                  <a:gd name="T94" fmla="*/ 547 w 2338"/>
                  <a:gd name="T95" fmla="*/ 606 h 606"/>
                  <a:gd name="T96" fmla="*/ 700 w 2338"/>
                  <a:gd name="T97" fmla="*/ 606 h 606"/>
                  <a:gd name="T98" fmla="*/ 841 w 2338"/>
                  <a:gd name="T99" fmla="*/ 606 h 606"/>
                  <a:gd name="T100" fmla="*/ 985 w 2338"/>
                  <a:gd name="T101" fmla="*/ 606 h 606"/>
                  <a:gd name="T102" fmla="*/ 1127 w 2338"/>
                  <a:gd name="T103" fmla="*/ 606 h 606"/>
                  <a:gd name="T104" fmla="*/ 1268 w 2338"/>
                  <a:gd name="T105" fmla="*/ 606 h 606"/>
                  <a:gd name="T106" fmla="*/ 1412 w 2338"/>
                  <a:gd name="T107" fmla="*/ 606 h 606"/>
                  <a:gd name="T108" fmla="*/ 1565 w 2338"/>
                  <a:gd name="T109" fmla="*/ 606 h 606"/>
                  <a:gd name="T110" fmla="*/ 1709 w 2338"/>
                  <a:gd name="T111" fmla="*/ 606 h 606"/>
                  <a:gd name="T112" fmla="*/ 1850 w 2338"/>
                  <a:gd name="T113" fmla="*/ 606 h 606"/>
                  <a:gd name="T114" fmla="*/ 1991 w 2338"/>
                  <a:gd name="T115" fmla="*/ 606 h 606"/>
                  <a:gd name="T116" fmla="*/ 2135 w 2338"/>
                  <a:gd name="T117" fmla="*/ 606 h 606"/>
                  <a:gd name="T118" fmla="*/ 2276 w 2338"/>
                  <a:gd name="T119" fmla="*/ 606 h 6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338" h="606">
                    <a:moveTo>
                      <a:pt x="2338" y="490"/>
                    </a:moveTo>
                    <a:lnTo>
                      <a:pt x="2338" y="490"/>
                    </a:lnTo>
                    <a:lnTo>
                      <a:pt x="2335" y="490"/>
                    </a:lnTo>
                    <a:lnTo>
                      <a:pt x="2335" y="490"/>
                    </a:lnTo>
                    <a:lnTo>
                      <a:pt x="2335" y="488"/>
                    </a:lnTo>
                    <a:lnTo>
                      <a:pt x="2335" y="483"/>
                    </a:lnTo>
                    <a:lnTo>
                      <a:pt x="2335" y="478"/>
                    </a:lnTo>
                    <a:lnTo>
                      <a:pt x="2335" y="478"/>
                    </a:lnTo>
                    <a:lnTo>
                      <a:pt x="2328" y="478"/>
                    </a:lnTo>
                    <a:lnTo>
                      <a:pt x="2323" y="478"/>
                    </a:lnTo>
                    <a:lnTo>
                      <a:pt x="2323" y="478"/>
                    </a:lnTo>
                    <a:lnTo>
                      <a:pt x="2323" y="471"/>
                    </a:lnTo>
                    <a:lnTo>
                      <a:pt x="2323" y="467"/>
                    </a:lnTo>
                    <a:lnTo>
                      <a:pt x="2323" y="467"/>
                    </a:lnTo>
                    <a:lnTo>
                      <a:pt x="2323" y="455"/>
                    </a:lnTo>
                    <a:lnTo>
                      <a:pt x="2323" y="455"/>
                    </a:lnTo>
                    <a:lnTo>
                      <a:pt x="2323" y="431"/>
                    </a:lnTo>
                    <a:lnTo>
                      <a:pt x="2323" y="431"/>
                    </a:lnTo>
                    <a:lnTo>
                      <a:pt x="2323" y="408"/>
                    </a:lnTo>
                    <a:lnTo>
                      <a:pt x="2323" y="408"/>
                    </a:lnTo>
                    <a:lnTo>
                      <a:pt x="2312" y="408"/>
                    </a:lnTo>
                    <a:lnTo>
                      <a:pt x="2312" y="408"/>
                    </a:lnTo>
                    <a:lnTo>
                      <a:pt x="2300" y="408"/>
                    </a:lnTo>
                    <a:lnTo>
                      <a:pt x="2300" y="408"/>
                    </a:lnTo>
                    <a:lnTo>
                      <a:pt x="2288" y="408"/>
                    </a:lnTo>
                    <a:lnTo>
                      <a:pt x="2288" y="408"/>
                    </a:lnTo>
                    <a:lnTo>
                      <a:pt x="2276" y="408"/>
                    </a:lnTo>
                    <a:lnTo>
                      <a:pt x="2276" y="408"/>
                    </a:lnTo>
                    <a:lnTo>
                      <a:pt x="2269" y="408"/>
                    </a:lnTo>
                    <a:lnTo>
                      <a:pt x="2265" y="408"/>
                    </a:lnTo>
                    <a:lnTo>
                      <a:pt x="2265" y="408"/>
                    </a:lnTo>
                    <a:lnTo>
                      <a:pt x="2265" y="412"/>
                    </a:lnTo>
                    <a:lnTo>
                      <a:pt x="2265" y="419"/>
                    </a:lnTo>
                    <a:lnTo>
                      <a:pt x="2265" y="419"/>
                    </a:lnTo>
                    <a:lnTo>
                      <a:pt x="2262" y="419"/>
                    </a:lnTo>
                    <a:lnTo>
                      <a:pt x="2257" y="419"/>
                    </a:lnTo>
                    <a:lnTo>
                      <a:pt x="2253" y="419"/>
                    </a:lnTo>
                    <a:lnTo>
                      <a:pt x="2253" y="419"/>
                    </a:lnTo>
                    <a:lnTo>
                      <a:pt x="2253" y="372"/>
                    </a:lnTo>
                    <a:lnTo>
                      <a:pt x="2253" y="372"/>
                    </a:lnTo>
                    <a:lnTo>
                      <a:pt x="2253" y="325"/>
                    </a:lnTo>
                    <a:lnTo>
                      <a:pt x="2253" y="325"/>
                    </a:lnTo>
                    <a:lnTo>
                      <a:pt x="2253" y="313"/>
                    </a:lnTo>
                    <a:lnTo>
                      <a:pt x="2253" y="313"/>
                    </a:lnTo>
                    <a:lnTo>
                      <a:pt x="2253" y="292"/>
                    </a:lnTo>
                    <a:lnTo>
                      <a:pt x="2253" y="292"/>
                    </a:lnTo>
                    <a:lnTo>
                      <a:pt x="2253" y="280"/>
                    </a:lnTo>
                    <a:lnTo>
                      <a:pt x="2253" y="280"/>
                    </a:lnTo>
                    <a:lnTo>
                      <a:pt x="2253" y="257"/>
                    </a:lnTo>
                    <a:lnTo>
                      <a:pt x="2253" y="257"/>
                    </a:lnTo>
                    <a:lnTo>
                      <a:pt x="2253" y="245"/>
                    </a:lnTo>
                    <a:lnTo>
                      <a:pt x="2253" y="245"/>
                    </a:lnTo>
                    <a:lnTo>
                      <a:pt x="2253" y="221"/>
                    </a:lnTo>
                    <a:lnTo>
                      <a:pt x="2253" y="221"/>
                    </a:lnTo>
                    <a:lnTo>
                      <a:pt x="2253" y="210"/>
                    </a:lnTo>
                    <a:lnTo>
                      <a:pt x="2253" y="210"/>
                    </a:lnTo>
                    <a:lnTo>
                      <a:pt x="2253" y="186"/>
                    </a:lnTo>
                    <a:lnTo>
                      <a:pt x="2253" y="186"/>
                    </a:lnTo>
                    <a:lnTo>
                      <a:pt x="2253" y="174"/>
                    </a:lnTo>
                    <a:lnTo>
                      <a:pt x="2253" y="174"/>
                    </a:lnTo>
                    <a:lnTo>
                      <a:pt x="2253" y="151"/>
                    </a:lnTo>
                    <a:lnTo>
                      <a:pt x="2253" y="151"/>
                    </a:lnTo>
                    <a:lnTo>
                      <a:pt x="2253" y="127"/>
                    </a:lnTo>
                    <a:lnTo>
                      <a:pt x="2253" y="127"/>
                    </a:lnTo>
                    <a:lnTo>
                      <a:pt x="2253" y="80"/>
                    </a:lnTo>
                    <a:lnTo>
                      <a:pt x="2253" y="80"/>
                    </a:lnTo>
                    <a:lnTo>
                      <a:pt x="2253" y="68"/>
                    </a:lnTo>
                    <a:lnTo>
                      <a:pt x="2253" y="68"/>
                    </a:lnTo>
                    <a:lnTo>
                      <a:pt x="2246" y="71"/>
                    </a:lnTo>
                    <a:lnTo>
                      <a:pt x="2241" y="68"/>
                    </a:lnTo>
                    <a:lnTo>
                      <a:pt x="2241" y="68"/>
                    </a:lnTo>
                    <a:lnTo>
                      <a:pt x="2241" y="64"/>
                    </a:lnTo>
                    <a:lnTo>
                      <a:pt x="2241" y="59"/>
                    </a:lnTo>
                    <a:lnTo>
                      <a:pt x="2241" y="59"/>
                    </a:lnTo>
                    <a:lnTo>
                      <a:pt x="2239" y="57"/>
                    </a:lnTo>
                    <a:lnTo>
                      <a:pt x="2234" y="57"/>
                    </a:lnTo>
                    <a:lnTo>
                      <a:pt x="2232" y="59"/>
                    </a:lnTo>
                    <a:lnTo>
                      <a:pt x="2229" y="59"/>
                    </a:lnTo>
                    <a:lnTo>
                      <a:pt x="2229" y="59"/>
                    </a:lnTo>
                    <a:lnTo>
                      <a:pt x="2229" y="57"/>
                    </a:lnTo>
                    <a:lnTo>
                      <a:pt x="2229" y="52"/>
                    </a:lnTo>
                    <a:lnTo>
                      <a:pt x="2229" y="49"/>
                    </a:lnTo>
                    <a:lnTo>
                      <a:pt x="2229" y="47"/>
                    </a:lnTo>
                    <a:lnTo>
                      <a:pt x="2229" y="47"/>
                    </a:lnTo>
                    <a:lnTo>
                      <a:pt x="2227" y="45"/>
                    </a:lnTo>
                    <a:lnTo>
                      <a:pt x="2222" y="47"/>
                    </a:lnTo>
                    <a:lnTo>
                      <a:pt x="2220" y="47"/>
                    </a:lnTo>
                    <a:lnTo>
                      <a:pt x="2217" y="47"/>
                    </a:lnTo>
                    <a:lnTo>
                      <a:pt x="2217" y="47"/>
                    </a:lnTo>
                    <a:lnTo>
                      <a:pt x="2217" y="45"/>
                    </a:lnTo>
                    <a:lnTo>
                      <a:pt x="2217" y="40"/>
                    </a:lnTo>
                    <a:lnTo>
                      <a:pt x="2217" y="38"/>
                    </a:lnTo>
                    <a:lnTo>
                      <a:pt x="2217" y="35"/>
                    </a:lnTo>
                    <a:lnTo>
                      <a:pt x="2217" y="35"/>
                    </a:lnTo>
                    <a:lnTo>
                      <a:pt x="2215" y="33"/>
                    </a:lnTo>
                    <a:lnTo>
                      <a:pt x="2210" y="35"/>
                    </a:lnTo>
                    <a:lnTo>
                      <a:pt x="2206" y="35"/>
                    </a:lnTo>
                    <a:lnTo>
                      <a:pt x="2206" y="35"/>
                    </a:lnTo>
                    <a:lnTo>
                      <a:pt x="2206" y="28"/>
                    </a:lnTo>
                    <a:lnTo>
                      <a:pt x="2206" y="26"/>
                    </a:lnTo>
                    <a:lnTo>
                      <a:pt x="2206" y="24"/>
                    </a:lnTo>
                    <a:lnTo>
                      <a:pt x="2206" y="24"/>
                    </a:lnTo>
                    <a:lnTo>
                      <a:pt x="2199" y="24"/>
                    </a:lnTo>
                    <a:lnTo>
                      <a:pt x="2196" y="24"/>
                    </a:lnTo>
                    <a:lnTo>
                      <a:pt x="2194" y="24"/>
                    </a:lnTo>
                    <a:lnTo>
                      <a:pt x="2194" y="24"/>
                    </a:lnTo>
                    <a:lnTo>
                      <a:pt x="2192" y="21"/>
                    </a:lnTo>
                    <a:lnTo>
                      <a:pt x="2194" y="16"/>
                    </a:lnTo>
                    <a:lnTo>
                      <a:pt x="2194" y="12"/>
                    </a:lnTo>
                    <a:lnTo>
                      <a:pt x="2194" y="12"/>
                    </a:lnTo>
                    <a:lnTo>
                      <a:pt x="2187" y="12"/>
                    </a:lnTo>
                    <a:lnTo>
                      <a:pt x="2182" y="12"/>
                    </a:lnTo>
                    <a:lnTo>
                      <a:pt x="2182" y="12"/>
                    </a:lnTo>
                    <a:lnTo>
                      <a:pt x="2180" y="9"/>
                    </a:lnTo>
                    <a:lnTo>
                      <a:pt x="2182" y="5"/>
                    </a:lnTo>
                    <a:lnTo>
                      <a:pt x="2182" y="0"/>
                    </a:lnTo>
                    <a:lnTo>
                      <a:pt x="2182" y="0"/>
                    </a:lnTo>
                    <a:lnTo>
                      <a:pt x="2170" y="0"/>
                    </a:lnTo>
                    <a:lnTo>
                      <a:pt x="2170" y="0"/>
                    </a:lnTo>
                    <a:lnTo>
                      <a:pt x="2163" y="0"/>
                    </a:lnTo>
                    <a:lnTo>
                      <a:pt x="2159" y="0"/>
                    </a:lnTo>
                    <a:lnTo>
                      <a:pt x="2159" y="0"/>
                    </a:lnTo>
                    <a:lnTo>
                      <a:pt x="2159" y="5"/>
                    </a:lnTo>
                    <a:lnTo>
                      <a:pt x="2159" y="12"/>
                    </a:lnTo>
                    <a:lnTo>
                      <a:pt x="2159" y="12"/>
                    </a:lnTo>
                    <a:lnTo>
                      <a:pt x="2156" y="12"/>
                    </a:lnTo>
                    <a:lnTo>
                      <a:pt x="2151" y="12"/>
                    </a:lnTo>
                    <a:lnTo>
                      <a:pt x="2147" y="12"/>
                    </a:lnTo>
                    <a:lnTo>
                      <a:pt x="2147" y="12"/>
                    </a:lnTo>
                    <a:lnTo>
                      <a:pt x="2144" y="14"/>
                    </a:lnTo>
                    <a:lnTo>
                      <a:pt x="2147" y="16"/>
                    </a:lnTo>
                    <a:lnTo>
                      <a:pt x="2147" y="24"/>
                    </a:lnTo>
                    <a:lnTo>
                      <a:pt x="2147" y="24"/>
                    </a:lnTo>
                    <a:lnTo>
                      <a:pt x="2144" y="24"/>
                    </a:lnTo>
                    <a:lnTo>
                      <a:pt x="2140" y="24"/>
                    </a:lnTo>
                    <a:lnTo>
                      <a:pt x="2137" y="21"/>
                    </a:lnTo>
                    <a:lnTo>
                      <a:pt x="2135" y="24"/>
                    </a:lnTo>
                    <a:lnTo>
                      <a:pt x="2135" y="24"/>
                    </a:lnTo>
                    <a:lnTo>
                      <a:pt x="2133" y="26"/>
                    </a:lnTo>
                    <a:lnTo>
                      <a:pt x="2135" y="28"/>
                    </a:lnTo>
                    <a:lnTo>
                      <a:pt x="2135" y="33"/>
                    </a:lnTo>
                    <a:lnTo>
                      <a:pt x="2135" y="35"/>
                    </a:lnTo>
                    <a:lnTo>
                      <a:pt x="2135" y="35"/>
                    </a:lnTo>
                    <a:lnTo>
                      <a:pt x="2133" y="35"/>
                    </a:lnTo>
                    <a:lnTo>
                      <a:pt x="2128" y="35"/>
                    </a:lnTo>
                    <a:lnTo>
                      <a:pt x="2123" y="35"/>
                    </a:lnTo>
                    <a:lnTo>
                      <a:pt x="2123" y="35"/>
                    </a:lnTo>
                    <a:lnTo>
                      <a:pt x="2123" y="40"/>
                    </a:lnTo>
                    <a:lnTo>
                      <a:pt x="2123" y="47"/>
                    </a:lnTo>
                    <a:lnTo>
                      <a:pt x="2123" y="47"/>
                    </a:lnTo>
                    <a:lnTo>
                      <a:pt x="2116" y="47"/>
                    </a:lnTo>
                    <a:lnTo>
                      <a:pt x="2111" y="47"/>
                    </a:lnTo>
                    <a:lnTo>
                      <a:pt x="2111" y="47"/>
                    </a:lnTo>
                    <a:lnTo>
                      <a:pt x="2109" y="49"/>
                    </a:lnTo>
                    <a:lnTo>
                      <a:pt x="2109" y="52"/>
                    </a:lnTo>
                    <a:lnTo>
                      <a:pt x="2111" y="59"/>
                    </a:lnTo>
                    <a:lnTo>
                      <a:pt x="2111" y="59"/>
                    </a:lnTo>
                    <a:lnTo>
                      <a:pt x="2085" y="59"/>
                    </a:lnTo>
                    <a:lnTo>
                      <a:pt x="2085" y="59"/>
                    </a:lnTo>
                    <a:lnTo>
                      <a:pt x="2085" y="68"/>
                    </a:lnTo>
                    <a:lnTo>
                      <a:pt x="2085" y="68"/>
                    </a:lnTo>
                    <a:lnTo>
                      <a:pt x="2085" y="92"/>
                    </a:lnTo>
                    <a:lnTo>
                      <a:pt x="2085" y="92"/>
                    </a:lnTo>
                    <a:lnTo>
                      <a:pt x="2085" y="104"/>
                    </a:lnTo>
                    <a:lnTo>
                      <a:pt x="2085" y="104"/>
                    </a:lnTo>
                    <a:lnTo>
                      <a:pt x="2088" y="111"/>
                    </a:lnTo>
                    <a:lnTo>
                      <a:pt x="2085" y="115"/>
                    </a:lnTo>
                    <a:lnTo>
                      <a:pt x="2085" y="115"/>
                    </a:lnTo>
                    <a:lnTo>
                      <a:pt x="2081" y="115"/>
                    </a:lnTo>
                    <a:lnTo>
                      <a:pt x="2074" y="115"/>
                    </a:lnTo>
                    <a:lnTo>
                      <a:pt x="2074" y="115"/>
                    </a:lnTo>
                    <a:lnTo>
                      <a:pt x="2074" y="127"/>
                    </a:lnTo>
                    <a:lnTo>
                      <a:pt x="2074" y="127"/>
                    </a:lnTo>
                    <a:lnTo>
                      <a:pt x="2074" y="139"/>
                    </a:lnTo>
                    <a:lnTo>
                      <a:pt x="2074" y="139"/>
                    </a:lnTo>
                    <a:lnTo>
                      <a:pt x="2074" y="163"/>
                    </a:lnTo>
                    <a:lnTo>
                      <a:pt x="2074" y="163"/>
                    </a:lnTo>
                    <a:lnTo>
                      <a:pt x="2074" y="174"/>
                    </a:lnTo>
                    <a:lnTo>
                      <a:pt x="2074" y="174"/>
                    </a:lnTo>
                    <a:lnTo>
                      <a:pt x="2074" y="198"/>
                    </a:lnTo>
                    <a:lnTo>
                      <a:pt x="2074" y="198"/>
                    </a:lnTo>
                    <a:lnTo>
                      <a:pt x="2074" y="221"/>
                    </a:lnTo>
                    <a:lnTo>
                      <a:pt x="2074" y="221"/>
                    </a:lnTo>
                    <a:lnTo>
                      <a:pt x="2069" y="221"/>
                    </a:lnTo>
                    <a:lnTo>
                      <a:pt x="2062" y="221"/>
                    </a:lnTo>
                    <a:lnTo>
                      <a:pt x="2062" y="221"/>
                    </a:lnTo>
                    <a:lnTo>
                      <a:pt x="2062" y="226"/>
                    </a:lnTo>
                    <a:lnTo>
                      <a:pt x="2062" y="233"/>
                    </a:lnTo>
                    <a:lnTo>
                      <a:pt x="2062" y="233"/>
                    </a:lnTo>
                    <a:lnTo>
                      <a:pt x="2062" y="245"/>
                    </a:lnTo>
                    <a:lnTo>
                      <a:pt x="2062" y="245"/>
                    </a:lnTo>
                    <a:lnTo>
                      <a:pt x="2062" y="257"/>
                    </a:lnTo>
                    <a:lnTo>
                      <a:pt x="2062" y="257"/>
                    </a:lnTo>
                    <a:lnTo>
                      <a:pt x="2038" y="257"/>
                    </a:lnTo>
                    <a:lnTo>
                      <a:pt x="2038" y="257"/>
                    </a:lnTo>
                    <a:lnTo>
                      <a:pt x="2038" y="280"/>
                    </a:lnTo>
                    <a:lnTo>
                      <a:pt x="2038" y="280"/>
                    </a:lnTo>
                    <a:lnTo>
                      <a:pt x="2038" y="292"/>
                    </a:lnTo>
                    <a:lnTo>
                      <a:pt x="2038" y="292"/>
                    </a:lnTo>
                    <a:lnTo>
                      <a:pt x="2038" y="302"/>
                    </a:lnTo>
                    <a:lnTo>
                      <a:pt x="2038" y="302"/>
                    </a:lnTo>
                    <a:lnTo>
                      <a:pt x="2038" y="313"/>
                    </a:lnTo>
                    <a:lnTo>
                      <a:pt x="2038" y="313"/>
                    </a:lnTo>
                    <a:lnTo>
                      <a:pt x="2038" y="320"/>
                    </a:lnTo>
                    <a:lnTo>
                      <a:pt x="2038" y="325"/>
                    </a:lnTo>
                    <a:lnTo>
                      <a:pt x="2038" y="325"/>
                    </a:lnTo>
                    <a:lnTo>
                      <a:pt x="2036" y="328"/>
                    </a:lnTo>
                    <a:lnTo>
                      <a:pt x="2034" y="325"/>
                    </a:lnTo>
                    <a:lnTo>
                      <a:pt x="2027" y="325"/>
                    </a:lnTo>
                    <a:lnTo>
                      <a:pt x="2027" y="325"/>
                    </a:lnTo>
                    <a:lnTo>
                      <a:pt x="2027" y="349"/>
                    </a:lnTo>
                    <a:lnTo>
                      <a:pt x="2027" y="349"/>
                    </a:lnTo>
                    <a:lnTo>
                      <a:pt x="2027" y="361"/>
                    </a:lnTo>
                    <a:lnTo>
                      <a:pt x="2027" y="361"/>
                    </a:lnTo>
                    <a:lnTo>
                      <a:pt x="2027" y="384"/>
                    </a:lnTo>
                    <a:lnTo>
                      <a:pt x="2027" y="384"/>
                    </a:lnTo>
                    <a:lnTo>
                      <a:pt x="2027" y="431"/>
                    </a:lnTo>
                    <a:lnTo>
                      <a:pt x="2027" y="431"/>
                    </a:lnTo>
                    <a:lnTo>
                      <a:pt x="2027" y="443"/>
                    </a:lnTo>
                    <a:lnTo>
                      <a:pt x="2027" y="443"/>
                    </a:lnTo>
                    <a:lnTo>
                      <a:pt x="2027" y="455"/>
                    </a:lnTo>
                    <a:lnTo>
                      <a:pt x="2027" y="455"/>
                    </a:lnTo>
                    <a:lnTo>
                      <a:pt x="2027" y="467"/>
                    </a:lnTo>
                    <a:lnTo>
                      <a:pt x="2027" y="467"/>
                    </a:lnTo>
                    <a:lnTo>
                      <a:pt x="2027" y="471"/>
                    </a:lnTo>
                    <a:lnTo>
                      <a:pt x="2027" y="478"/>
                    </a:lnTo>
                    <a:lnTo>
                      <a:pt x="2027" y="478"/>
                    </a:lnTo>
                    <a:lnTo>
                      <a:pt x="2024" y="478"/>
                    </a:lnTo>
                    <a:lnTo>
                      <a:pt x="2022" y="478"/>
                    </a:lnTo>
                    <a:lnTo>
                      <a:pt x="2015" y="478"/>
                    </a:lnTo>
                    <a:lnTo>
                      <a:pt x="2015" y="478"/>
                    </a:lnTo>
                    <a:lnTo>
                      <a:pt x="2003" y="478"/>
                    </a:lnTo>
                    <a:lnTo>
                      <a:pt x="2003" y="478"/>
                    </a:lnTo>
                    <a:lnTo>
                      <a:pt x="1998" y="478"/>
                    </a:lnTo>
                    <a:lnTo>
                      <a:pt x="1991" y="478"/>
                    </a:lnTo>
                    <a:lnTo>
                      <a:pt x="1991" y="478"/>
                    </a:lnTo>
                    <a:lnTo>
                      <a:pt x="1991" y="471"/>
                    </a:lnTo>
                    <a:lnTo>
                      <a:pt x="1991" y="467"/>
                    </a:lnTo>
                    <a:lnTo>
                      <a:pt x="1991" y="467"/>
                    </a:lnTo>
                    <a:lnTo>
                      <a:pt x="1979" y="467"/>
                    </a:lnTo>
                    <a:lnTo>
                      <a:pt x="1979" y="467"/>
                    </a:lnTo>
                    <a:lnTo>
                      <a:pt x="1968" y="467"/>
                    </a:lnTo>
                    <a:lnTo>
                      <a:pt x="1968" y="467"/>
                    </a:lnTo>
                    <a:lnTo>
                      <a:pt x="1968" y="459"/>
                    </a:lnTo>
                    <a:lnTo>
                      <a:pt x="1968" y="455"/>
                    </a:lnTo>
                    <a:lnTo>
                      <a:pt x="1968" y="455"/>
                    </a:lnTo>
                    <a:lnTo>
                      <a:pt x="1968" y="443"/>
                    </a:lnTo>
                    <a:lnTo>
                      <a:pt x="1968" y="443"/>
                    </a:lnTo>
                    <a:lnTo>
                      <a:pt x="1968" y="431"/>
                    </a:lnTo>
                    <a:lnTo>
                      <a:pt x="1968" y="431"/>
                    </a:lnTo>
                    <a:lnTo>
                      <a:pt x="1968" y="424"/>
                    </a:lnTo>
                    <a:lnTo>
                      <a:pt x="1968" y="419"/>
                    </a:lnTo>
                    <a:lnTo>
                      <a:pt x="1968" y="419"/>
                    </a:lnTo>
                    <a:lnTo>
                      <a:pt x="1965" y="419"/>
                    </a:lnTo>
                    <a:lnTo>
                      <a:pt x="1963" y="419"/>
                    </a:lnTo>
                    <a:lnTo>
                      <a:pt x="1956" y="419"/>
                    </a:lnTo>
                    <a:lnTo>
                      <a:pt x="1956" y="419"/>
                    </a:lnTo>
                    <a:lnTo>
                      <a:pt x="1956" y="396"/>
                    </a:lnTo>
                    <a:lnTo>
                      <a:pt x="1956" y="396"/>
                    </a:lnTo>
                    <a:lnTo>
                      <a:pt x="1909" y="396"/>
                    </a:lnTo>
                    <a:lnTo>
                      <a:pt x="1909" y="396"/>
                    </a:lnTo>
                    <a:lnTo>
                      <a:pt x="1885" y="396"/>
                    </a:lnTo>
                    <a:lnTo>
                      <a:pt x="1885" y="396"/>
                    </a:lnTo>
                    <a:lnTo>
                      <a:pt x="1885" y="349"/>
                    </a:lnTo>
                    <a:lnTo>
                      <a:pt x="1885" y="349"/>
                    </a:lnTo>
                    <a:lnTo>
                      <a:pt x="1873" y="349"/>
                    </a:lnTo>
                    <a:lnTo>
                      <a:pt x="1873" y="349"/>
                    </a:lnTo>
                    <a:lnTo>
                      <a:pt x="1850" y="349"/>
                    </a:lnTo>
                    <a:lnTo>
                      <a:pt x="1850" y="349"/>
                    </a:lnTo>
                    <a:lnTo>
                      <a:pt x="1803" y="349"/>
                    </a:lnTo>
                    <a:lnTo>
                      <a:pt x="1803" y="349"/>
                    </a:lnTo>
                    <a:lnTo>
                      <a:pt x="1791" y="349"/>
                    </a:lnTo>
                    <a:lnTo>
                      <a:pt x="1791" y="349"/>
                    </a:lnTo>
                    <a:lnTo>
                      <a:pt x="1767" y="349"/>
                    </a:lnTo>
                    <a:lnTo>
                      <a:pt x="1767" y="349"/>
                    </a:lnTo>
                    <a:lnTo>
                      <a:pt x="1720" y="349"/>
                    </a:lnTo>
                    <a:lnTo>
                      <a:pt x="1720" y="349"/>
                    </a:lnTo>
                    <a:lnTo>
                      <a:pt x="1720" y="396"/>
                    </a:lnTo>
                    <a:lnTo>
                      <a:pt x="1720" y="396"/>
                    </a:lnTo>
                    <a:lnTo>
                      <a:pt x="1720" y="490"/>
                    </a:lnTo>
                    <a:lnTo>
                      <a:pt x="1720" y="490"/>
                    </a:lnTo>
                    <a:lnTo>
                      <a:pt x="1720" y="535"/>
                    </a:lnTo>
                    <a:lnTo>
                      <a:pt x="1720" y="535"/>
                    </a:lnTo>
                    <a:lnTo>
                      <a:pt x="1709" y="535"/>
                    </a:lnTo>
                    <a:lnTo>
                      <a:pt x="1709" y="535"/>
                    </a:lnTo>
                    <a:lnTo>
                      <a:pt x="1659" y="535"/>
                    </a:lnTo>
                    <a:lnTo>
                      <a:pt x="1659" y="535"/>
                    </a:lnTo>
                    <a:lnTo>
                      <a:pt x="1635" y="535"/>
                    </a:lnTo>
                    <a:lnTo>
                      <a:pt x="1635" y="535"/>
                    </a:lnTo>
                    <a:lnTo>
                      <a:pt x="1635" y="525"/>
                    </a:lnTo>
                    <a:lnTo>
                      <a:pt x="1635" y="525"/>
                    </a:lnTo>
                    <a:lnTo>
                      <a:pt x="1635" y="514"/>
                    </a:lnTo>
                    <a:lnTo>
                      <a:pt x="1635" y="514"/>
                    </a:lnTo>
                    <a:lnTo>
                      <a:pt x="1635" y="502"/>
                    </a:lnTo>
                    <a:lnTo>
                      <a:pt x="1635" y="502"/>
                    </a:lnTo>
                    <a:lnTo>
                      <a:pt x="1635" y="490"/>
                    </a:lnTo>
                    <a:lnTo>
                      <a:pt x="1635" y="490"/>
                    </a:lnTo>
                    <a:lnTo>
                      <a:pt x="1638" y="483"/>
                    </a:lnTo>
                    <a:lnTo>
                      <a:pt x="1635" y="478"/>
                    </a:lnTo>
                    <a:lnTo>
                      <a:pt x="1635" y="478"/>
                    </a:lnTo>
                    <a:lnTo>
                      <a:pt x="1631" y="478"/>
                    </a:lnTo>
                    <a:lnTo>
                      <a:pt x="1624" y="478"/>
                    </a:lnTo>
                    <a:lnTo>
                      <a:pt x="1624" y="478"/>
                    </a:lnTo>
                    <a:lnTo>
                      <a:pt x="1612" y="478"/>
                    </a:lnTo>
                    <a:lnTo>
                      <a:pt x="1612" y="478"/>
                    </a:lnTo>
                    <a:lnTo>
                      <a:pt x="1612" y="455"/>
                    </a:lnTo>
                    <a:lnTo>
                      <a:pt x="1612" y="455"/>
                    </a:lnTo>
                    <a:lnTo>
                      <a:pt x="1612" y="431"/>
                    </a:lnTo>
                    <a:lnTo>
                      <a:pt x="1612" y="431"/>
                    </a:lnTo>
                    <a:lnTo>
                      <a:pt x="1612" y="419"/>
                    </a:lnTo>
                    <a:lnTo>
                      <a:pt x="1612" y="419"/>
                    </a:lnTo>
                    <a:lnTo>
                      <a:pt x="1612" y="396"/>
                    </a:lnTo>
                    <a:lnTo>
                      <a:pt x="1612" y="396"/>
                    </a:lnTo>
                    <a:lnTo>
                      <a:pt x="1612" y="349"/>
                    </a:lnTo>
                    <a:lnTo>
                      <a:pt x="1612" y="349"/>
                    </a:lnTo>
                    <a:lnTo>
                      <a:pt x="1612" y="325"/>
                    </a:lnTo>
                    <a:lnTo>
                      <a:pt x="1612" y="325"/>
                    </a:lnTo>
                    <a:lnTo>
                      <a:pt x="1612" y="320"/>
                    </a:lnTo>
                    <a:lnTo>
                      <a:pt x="1612" y="313"/>
                    </a:lnTo>
                    <a:lnTo>
                      <a:pt x="1612" y="313"/>
                    </a:lnTo>
                    <a:lnTo>
                      <a:pt x="1600" y="313"/>
                    </a:lnTo>
                    <a:lnTo>
                      <a:pt x="1600" y="313"/>
                    </a:lnTo>
                    <a:lnTo>
                      <a:pt x="1588" y="313"/>
                    </a:lnTo>
                    <a:lnTo>
                      <a:pt x="1588" y="313"/>
                    </a:lnTo>
                    <a:lnTo>
                      <a:pt x="1588" y="302"/>
                    </a:lnTo>
                    <a:lnTo>
                      <a:pt x="1588" y="302"/>
                    </a:lnTo>
                    <a:lnTo>
                      <a:pt x="1588" y="297"/>
                    </a:lnTo>
                    <a:lnTo>
                      <a:pt x="1588" y="292"/>
                    </a:lnTo>
                    <a:lnTo>
                      <a:pt x="1588" y="292"/>
                    </a:lnTo>
                    <a:lnTo>
                      <a:pt x="1584" y="292"/>
                    </a:lnTo>
                    <a:lnTo>
                      <a:pt x="1577" y="292"/>
                    </a:lnTo>
                    <a:lnTo>
                      <a:pt x="1577" y="292"/>
                    </a:lnTo>
                    <a:lnTo>
                      <a:pt x="1577" y="285"/>
                    </a:lnTo>
                    <a:lnTo>
                      <a:pt x="1577" y="280"/>
                    </a:lnTo>
                    <a:lnTo>
                      <a:pt x="1577" y="280"/>
                    </a:lnTo>
                    <a:lnTo>
                      <a:pt x="1572" y="280"/>
                    </a:lnTo>
                    <a:lnTo>
                      <a:pt x="1565" y="280"/>
                    </a:lnTo>
                    <a:lnTo>
                      <a:pt x="1565" y="280"/>
                    </a:lnTo>
                    <a:lnTo>
                      <a:pt x="1565" y="278"/>
                    </a:lnTo>
                    <a:lnTo>
                      <a:pt x="1565" y="273"/>
                    </a:lnTo>
                    <a:lnTo>
                      <a:pt x="1565" y="269"/>
                    </a:lnTo>
                    <a:lnTo>
                      <a:pt x="1565" y="269"/>
                    </a:lnTo>
                    <a:lnTo>
                      <a:pt x="1560" y="269"/>
                    </a:lnTo>
                    <a:lnTo>
                      <a:pt x="1555" y="269"/>
                    </a:lnTo>
                    <a:lnTo>
                      <a:pt x="1553" y="269"/>
                    </a:lnTo>
                    <a:lnTo>
                      <a:pt x="1553" y="269"/>
                    </a:lnTo>
                    <a:lnTo>
                      <a:pt x="1553" y="262"/>
                    </a:lnTo>
                    <a:lnTo>
                      <a:pt x="1553" y="257"/>
                    </a:lnTo>
                    <a:lnTo>
                      <a:pt x="1553" y="257"/>
                    </a:lnTo>
                    <a:lnTo>
                      <a:pt x="1553" y="245"/>
                    </a:lnTo>
                    <a:lnTo>
                      <a:pt x="1553" y="245"/>
                    </a:lnTo>
                    <a:lnTo>
                      <a:pt x="1553" y="221"/>
                    </a:lnTo>
                    <a:lnTo>
                      <a:pt x="1553" y="221"/>
                    </a:lnTo>
                    <a:lnTo>
                      <a:pt x="1541" y="221"/>
                    </a:lnTo>
                    <a:lnTo>
                      <a:pt x="1541" y="221"/>
                    </a:lnTo>
                    <a:lnTo>
                      <a:pt x="1518" y="221"/>
                    </a:lnTo>
                    <a:lnTo>
                      <a:pt x="1518" y="221"/>
                    </a:lnTo>
                    <a:lnTo>
                      <a:pt x="1471" y="221"/>
                    </a:lnTo>
                    <a:lnTo>
                      <a:pt x="1471" y="221"/>
                    </a:lnTo>
                    <a:lnTo>
                      <a:pt x="1459" y="221"/>
                    </a:lnTo>
                    <a:lnTo>
                      <a:pt x="1459" y="221"/>
                    </a:lnTo>
                    <a:lnTo>
                      <a:pt x="1459" y="210"/>
                    </a:lnTo>
                    <a:lnTo>
                      <a:pt x="1459" y="210"/>
                    </a:lnTo>
                    <a:lnTo>
                      <a:pt x="1459" y="203"/>
                    </a:lnTo>
                    <a:lnTo>
                      <a:pt x="1459" y="198"/>
                    </a:lnTo>
                    <a:lnTo>
                      <a:pt x="1459" y="198"/>
                    </a:lnTo>
                    <a:lnTo>
                      <a:pt x="1452" y="198"/>
                    </a:lnTo>
                    <a:lnTo>
                      <a:pt x="1447" y="198"/>
                    </a:lnTo>
                    <a:lnTo>
                      <a:pt x="1447" y="198"/>
                    </a:lnTo>
                    <a:lnTo>
                      <a:pt x="1435" y="198"/>
                    </a:lnTo>
                    <a:lnTo>
                      <a:pt x="1435" y="198"/>
                    </a:lnTo>
                    <a:lnTo>
                      <a:pt x="1423" y="198"/>
                    </a:lnTo>
                    <a:lnTo>
                      <a:pt x="1423" y="198"/>
                    </a:lnTo>
                    <a:lnTo>
                      <a:pt x="1412" y="198"/>
                    </a:lnTo>
                    <a:lnTo>
                      <a:pt x="1412" y="198"/>
                    </a:lnTo>
                    <a:lnTo>
                      <a:pt x="1388" y="198"/>
                    </a:lnTo>
                    <a:lnTo>
                      <a:pt x="1388" y="198"/>
                    </a:lnTo>
                    <a:lnTo>
                      <a:pt x="1365" y="198"/>
                    </a:lnTo>
                    <a:lnTo>
                      <a:pt x="1365" y="198"/>
                    </a:lnTo>
                    <a:lnTo>
                      <a:pt x="1357" y="198"/>
                    </a:lnTo>
                    <a:lnTo>
                      <a:pt x="1353" y="198"/>
                    </a:lnTo>
                    <a:lnTo>
                      <a:pt x="1353" y="198"/>
                    </a:lnTo>
                    <a:lnTo>
                      <a:pt x="1350" y="200"/>
                    </a:lnTo>
                    <a:lnTo>
                      <a:pt x="1353" y="203"/>
                    </a:lnTo>
                    <a:lnTo>
                      <a:pt x="1353" y="207"/>
                    </a:lnTo>
                    <a:lnTo>
                      <a:pt x="1353" y="210"/>
                    </a:lnTo>
                    <a:lnTo>
                      <a:pt x="1353" y="210"/>
                    </a:lnTo>
                    <a:lnTo>
                      <a:pt x="1350" y="210"/>
                    </a:lnTo>
                    <a:lnTo>
                      <a:pt x="1346" y="210"/>
                    </a:lnTo>
                    <a:lnTo>
                      <a:pt x="1343" y="210"/>
                    </a:lnTo>
                    <a:lnTo>
                      <a:pt x="1341" y="210"/>
                    </a:lnTo>
                    <a:lnTo>
                      <a:pt x="1341" y="210"/>
                    </a:lnTo>
                    <a:lnTo>
                      <a:pt x="1339" y="212"/>
                    </a:lnTo>
                    <a:lnTo>
                      <a:pt x="1341" y="214"/>
                    </a:lnTo>
                    <a:lnTo>
                      <a:pt x="1341" y="221"/>
                    </a:lnTo>
                    <a:lnTo>
                      <a:pt x="1341" y="221"/>
                    </a:lnTo>
                    <a:lnTo>
                      <a:pt x="1317" y="221"/>
                    </a:lnTo>
                    <a:lnTo>
                      <a:pt x="1317" y="221"/>
                    </a:lnTo>
                    <a:lnTo>
                      <a:pt x="1268" y="221"/>
                    </a:lnTo>
                    <a:lnTo>
                      <a:pt x="1268" y="221"/>
                    </a:lnTo>
                    <a:lnTo>
                      <a:pt x="1256" y="221"/>
                    </a:lnTo>
                    <a:lnTo>
                      <a:pt x="1256" y="221"/>
                    </a:lnTo>
                    <a:lnTo>
                      <a:pt x="1251" y="221"/>
                    </a:lnTo>
                    <a:lnTo>
                      <a:pt x="1244" y="221"/>
                    </a:lnTo>
                    <a:lnTo>
                      <a:pt x="1244" y="221"/>
                    </a:lnTo>
                    <a:lnTo>
                      <a:pt x="1244" y="226"/>
                    </a:lnTo>
                    <a:lnTo>
                      <a:pt x="1244" y="233"/>
                    </a:lnTo>
                    <a:lnTo>
                      <a:pt x="1244" y="233"/>
                    </a:lnTo>
                    <a:lnTo>
                      <a:pt x="1242" y="233"/>
                    </a:lnTo>
                    <a:lnTo>
                      <a:pt x="1240" y="233"/>
                    </a:lnTo>
                    <a:lnTo>
                      <a:pt x="1233" y="233"/>
                    </a:lnTo>
                    <a:lnTo>
                      <a:pt x="1233" y="233"/>
                    </a:lnTo>
                    <a:lnTo>
                      <a:pt x="1233" y="245"/>
                    </a:lnTo>
                    <a:lnTo>
                      <a:pt x="1233" y="245"/>
                    </a:lnTo>
                    <a:lnTo>
                      <a:pt x="1233" y="269"/>
                    </a:lnTo>
                    <a:lnTo>
                      <a:pt x="1233" y="269"/>
                    </a:lnTo>
                    <a:lnTo>
                      <a:pt x="1233" y="280"/>
                    </a:lnTo>
                    <a:lnTo>
                      <a:pt x="1233" y="280"/>
                    </a:lnTo>
                    <a:lnTo>
                      <a:pt x="1233" y="302"/>
                    </a:lnTo>
                    <a:lnTo>
                      <a:pt x="1233" y="302"/>
                    </a:lnTo>
                    <a:lnTo>
                      <a:pt x="1233" y="313"/>
                    </a:lnTo>
                    <a:lnTo>
                      <a:pt x="1233" y="313"/>
                    </a:lnTo>
                    <a:lnTo>
                      <a:pt x="1233" y="337"/>
                    </a:lnTo>
                    <a:lnTo>
                      <a:pt x="1233" y="337"/>
                    </a:lnTo>
                    <a:lnTo>
                      <a:pt x="1233" y="349"/>
                    </a:lnTo>
                    <a:lnTo>
                      <a:pt x="1233" y="349"/>
                    </a:lnTo>
                    <a:lnTo>
                      <a:pt x="1233" y="372"/>
                    </a:lnTo>
                    <a:lnTo>
                      <a:pt x="1233" y="372"/>
                    </a:lnTo>
                    <a:lnTo>
                      <a:pt x="1233" y="384"/>
                    </a:lnTo>
                    <a:lnTo>
                      <a:pt x="1233" y="384"/>
                    </a:lnTo>
                    <a:lnTo>
                      <a:pt x="1233" y="408"/>
                    </a:lnTo>
                    <a:lnTo>
                      <a:pt x="1233" y="408"/>
                    </a:lnTo>
                    <a:lnTo>
                      <a:pt x="1221" y="408"/>
                    </a:lnTo>
                    <a:lnTo>
                      <a:pt x="1221" y="408"/>
                    </a:lnTo>
                    <a:lnTo>
                      <a:pt x="1216" y="408"/>
                    </a:lnTo>
                    <a:lnTo>
                      <a:pt x="1209" y="408"/>
                    </a:lnTo>
                    <a:lnTo>
                      <a:pt x="1209" y="408"/>
                    </a:lnTo>
                    <a:lnTo>
                      <a:pt x="1209" y="415"/>
                    </a:lnTo>
                    <a:lnTo>
                      <a:pt x="1209" y="419"/>
                    </a:lnTo>
                    <a:lnTo>
                      <a:pt x="1209" y="419"/>
                    </a:lnTo>
                    <a:lnTo>
                      <a:pt x="1197" y="419"/>
                    </a:lnTo>
                    <a:lnTo>
                      <a:pt x="1197" y="419"/>
                    </a:lnTo>
                    <a:lnTo>
                      <a:pt x="1185" y="419"/>
                    </a:lnTo>
                    <a:lnTo>
                      <a:pt x="1185" y="419"/>
                    </a:lnTo>
                    <a:lnTo>
                      <a:pt x="1162" y="419"/>
                    </a:lnTo>
                    <a:lnTo>
                      <a:pt x="1162" y="419"/>
                    </a:lnTo>
                    <a:lnTo>
                      <a:pt x="1162" y="467"/>
                    </a:lnTo>
                    <a:lnTo>
                      <a:pt x="1162" y="467"/>
                    </a:lnTo>
                    <a:lnTo>
                      <a:pt x="1162" y="514"/>
                    </a:lnTo>
                    <a:lnTo>
                      <a:pt x="1162" y="514"/>
                    </a:lnTo>
                    <a:lnTo>
                      <a:pt x="1150" y="514"/>
                    </a:lnTo>
                    <a:lnTo>
                      <a:pt x="1150" y="514"/>
                    </a:lnTo>
                    <a:lnTo>
                      <a:pt x="1103" y="514"/>
                    </a:lnTo>
                    <a:lnTo>
                      <a:pt x="1103" y="514"/>
                    </a:lnTo>
                    <a:lnTo>
                      <a:pt x="1056" y="514"/>
                    </a:lnTo>
                    <a:lnTo>
                      <a:pt x="1056" y="514"/>
                    </a:lnTo>
                    <a:lnTo>
                      <a:pt x="1056" y="502"/>
                    </a:lnTo>
                    <a:lnTo>
                      <a:pt x="1056" y="502"/>
                    </a:lnTo>
                    <a:lnTo>
                      <a:pt x="1056" y="478"/>
                    </a:lnTo>
                    <a:lnTo>
                      <a:pt x="1056" y="478"/>
                    </a:lnTo>
                    <a:lnTo>
                      <a:pt x="1056" y="455"/>
                    </a:lnTo>
                    <a:lnTo>
                      <a:pt x="1056" y="455"/>
                    </a:lnTo>
                    <a:lnTo>
                      <a:pt x="1009" y="455"/>
                    </a:lnTo>
                    <a:lnTo>
                      <a:pt x="1009" y="455"/>
                    </a:lnTo>
                    <a:lnTo>
                      <a:pt x="997" y="455"/>
                    </a:lnTo>
                    <a:lnTo>
                      <a:pt x="997" y="455"/>
                    </a:lnTo>
                    <a:lnTo>
                      <a:pt x="990" y="455"/>
                    </a:lnTo>
                    <a:lnTo>
                      <a:pt x="985" y="455"/>
                    </a:lnTo>
                    <a:lnTo>
                      <a:pt x="985" y="455"/>
                    </a:lnTo>
                    <a:lnTo>
                      <a:pt x="985" y="448"/>
                    </a:lnTo>
                    <a:lnTo>
                      <a:pt x="985" y="443"/>
                    </a:lnTo>
                    <a:lnTo>
                      <a:pt x="985" y="443"/>
                    </a:lnTo>
                    <a:lnTo>
                      <a:pt x="978" y="443"/>
                    </a:lnTo>
                    <a:lnTo>
                      <a:pt x="973" y="443"/>
                    </a:lnTo>
                    <a:lnTo>
                      <a:pt x="973" y="443"/>
                    </a:lnTo>
                    <a:lnTo>
                      <a:pt x="962" y="443"/>
                    </a:lnTo>
                    <a:lnTo>
                      <a:pt x="962" y="443"/>
                    </a:lnTo>
                    <a:lnTo>
                      <a:pt x="914" y="443"/>
                    </a:lnTo>
                    <a:lnTo>
                      <a:pt x="914" y="443"/>
                    </a:lnTo>
                    <a:lnTo>
                      <a:pt x="891" y="443"/>
                    </a:lnTo>
                    <a:lnTo>
                      <a:pt x="891" y="443"/>
                    </a:lnTo>
                    <a:lnTo>
                      <a:pt x="877" y="443"/>
                    </a:lnTo>
                    <a:lnTo>
                      <a:pt x="877" y="443"/>
                    </a:lnTo>
                    <a:lnTo>
                      <a:pt x="865" y="443"/>
                    </a:lnTo>
                    <a:lnTo>
                      <a:pt x="865" y="443"/>
                    </a:lnTo>
                    <a:lnTo>
                      <a:pt x="853" y="443"/>
                    </a:lnTo>
                    <a:lnTo>
                      <a:pt x="853" y="443"/>
                    </a:lnTo>
                    <a:lnTo>
                      <a:pt x="841" y="443"/>
                    </a:lnTo>
                    <a:lnTo>
                      <a:pt x="841" y="443"/>
                    </a:lnTo>
                    <a:lnTo>
                      <a:pt x="841" y="455"/>
                    </a:lnTo>
                    <a:lnTo>
                      <a:pt x="841" y="455"/>
                    </a:lnTo>
                    <a:lnTo>
                      <a:pt x="844" y="459"/>
                    </a:lnTo>
                    <a:lnTo>
                      <a:pt x="841" y="467"/>
                    </a:lnTo>
                    <a:lnTo>
                      <a:pt x="841" y="467"/>
                    </a:lnTo>
                    <a:lnTo>
                      <a:pt x="837" y="467"/>
                    </a:lnTo>
                    <a:lnTo>
                      <a:pt x="830" y="467"/>
                    </a:lnTo>
                    <a:lnTo>
                      <a:pt x="830" y="467"/>
                    </a:lnTo>
                    <a:lnTo>
                      <a:pt x="783" y="467"/>
                    </a:lnTo>
                    <a:lnTo>
                      <a:pt x="783" y="467"/>
                    </a:lnTo>
                    <a:lnTo>
                      <a:pt x="783" y="490"/>
                    </a:lnTo>
                    <a:lnTo>
                      <a:pt x="783" y="490"/>
                    </a:lnTo>
                    <a:lnTo>
                      <a:pt x="783" y="502"/>
                    </a:lnTo>
                    <a:lnTo>
                      <a:pt x="783" y="502"/>
                    </a:lnTo>
                    <a:lnTo>
                      <a:pt x="783" y="525"/>
                    </a:lnTo>
                    <a:lnTo>
                      <a:pt x="783" y="525"/>
                    </a:lnTo>
                    <a:lnTo>
                      <a:pt x="771" y="525"/>
                    </a:lnTo>
                    <a:lnTo>
                      <a:pt x="771" y="525"/>
                    </a:lnTo>
                    <a:lnTo>
                      <a:pt x="747" y="525"/>
                    </a:lnTo>
                    <a:lnTo>
                      <a:pt x="747" y="525"/>
                    </a:lnTo>
                    <a:lnTo>
                      <a:pt x="700" y="525"/>
                    </a:lnTo>
                    <a:lnTo>
                      <a:pt x="700" y="525"/>
                    </a:lnTo>
                    <a:lnTo>
                      <a:pt x="700" y="547"/>
                    </a:lnTo>
                    <a:lnTo>
                      <a:pt x="700" y="547"/>
                    </a:lnTo>
                    <a:lnTo>
                      <a:pt x="676" y="547"/>
                    </a:lnTo>
                    <a:lnTo>
                      <a:pt x="676" y="547"/>
                    </a:lnTo>
                    <a:lnTo>
                      <a:pt x="653" y="547"/>
                    </a:lnTo>
                    <a:lnTo>
                      <a:pt x="653" y="547"/>
                    </a:lnTo>
                    <a:lnTo>
                      <a:pt x="653" y="535"/>
                    </a:lnTo>
                    <a:lnTo>
                      <a:pt x="653" y="535"/>
                    </a:lnTo>
                    <a:lnTo>
                      <a:pt x="653" y="530"/>
                    </a:lnTo>
                    <a:lnTo>
                      <a:pt x="653" y="525"/>
                    </a:lnTo>
                    <a:lnTo>
                      <a:pt x="653" y="525"/>
                    </a:lnTo>
                    <a:lnTo>
                      <a:pt x="648" y="523"/>
                    </a:lnTo>
                    <a:lnTo>
                      <a:pt x="641" y="525"/>
                    </a:lnTo>
                    <a:lnTo>
                      <a:pt x="641" y="525"/>
                    </a:lnTo>
                    <a:lnTo>
                      <a:pt x="634" y="523"/>
                    </a:lnTo>
                    <a:lnTo>
                      <a:pt x="629" y="525"/>
                    </a:lnTo>
                    <a:lnTo>
                      <a:pt x="629" y="525"/>
                    </a:lnTo>
                    <a:lnTo>
                      <a:pt x="629" y="530"/>
                    </a:lnTo>
                    <a:lnTo>
                      <a:pt x="629" y="535"/>
                    </a:lnTo>
                    <a:lnTo>
                      <a:pt x="629" y="535"/>
                    </a:lnTo>
                    <a:lnTo>
                      <a:pt x="622" y="537"/>
                    </a:lnTo>
                    <a:lnTo>
                      <a:pt x="618" y="535"/>
                    </a:lnTo>
                    <a:lnTo>
                      <a:pt x="618" y="535"/>
                    </a:lnTo>
                    <a:lnTo>
                      <a:pt x="618" y="537"/>
                    </a:lnTo>
                    <a:lnTo>
                      <a:pt x="618" y="542"/>
                    </a:lnTo>
                    <a:lnTo>
                      <a:pt x="618" y="547"/>
                    </a:lnTo>
                    <a:lnTo>
                      <a:pt x="618" y="547"/>
                    </a:lnTo>
                    <a:lnTo>
                      <a:pt x="611" y="547"/>
                    </a:lnTo>
                    <a:lnTo>
                      <a:pt x="606" y="547"/>
                    </a:lnTo>
                    <a:lnTo>
                      <a:pt x="606" y="547"/>
                    </a:lnTo>
                    <a:lnTo>
                      <a:pt x="606" y="535"/>
                    </a:lnTo>
                    <a:lnTo>
                      <a:pt x="606" y="535"/>
                    </a:lnTo>
                    <a:lnTo>
                      <a:pt x="606" y="525"/>
                    </a:lnTo>
                    <a:lnTo>
                      <a:pt x="606" y="525"/>
                    </a:lnTo>
                    <a:lnTo>
                      <a:pt x="594" y="525"/>
                    </a:lnTo>
                    <a:lnTo>
                      <a:pt x="594" y="525"/>
                    </a:lnTo>
                    <a:lnTo>
                      <a:pt x="582" y="525"/>
                    </a:lnTo>
                    <a:lnTo>
                      <a:pt x="582" y="525"/>
                    </a:lnTo>
                    <a:lnTo>
                      <a:pt x="570" y="525"/>
                    </a:lnTo>
                    <a:lnTo>
                      <a:pt x="570" y="525"/>
                    </a:lnTo>
                    <a:lnTo>
                      <a:pt x="559" y="525"/>
                    </a:lnTo>
                    <a:lnTo>
                      <a:pt x="559" y="525"/>
                    </a:lnTo>
                    <a:lnTo>
                      <a:pt x="552" y="523"/>
                    </a:lnTo>
                    <a:lnTo>
                      <a:pt x="547" y="525"/>
                    </a:lnTo>
                    <a:lnTo>
                      <a:pt x="547" y="525"/>
                    </a:lnTo>
                    <a:lnTo>
                      <a:pt x="545" y="530"/>
                    </a:lnTo>
                    <a:lnTo>
                      <a:pt x="547" y="535"/>
                    </a:lnTo>
                    <a:lnTo>
                      <a:pt x="547" y="535"/>
                    </a:lnTo>
                    <a:lnTo>
                      <a:pt x="547" y="547"/>
                    </a:lnTo>
                    <a:lnTo>
                      <a:pt x="547" y="547"/>
                    </a:lnTo>
                    <a:lnTo>
                      <a:pt x="523" y="547"/>
                    </a:lnTo>
                    <a:lnTo>
                      <a:pt x="523" y="547"/>
                    </a:lnTo>
                    <a:lnTo>
                      <a:pt x="523" y="535"/>
                    </a:lnTo>
                    <a:lnTo>
                      <a:pt x="523" y="535"/>
                    </a:lnTo>
                    <a:lnTo>
                      <a:pt x="523" y="530"/>
                    </a:lnTo>
                    <a:lnTo>
                      <a:pt x="523" y="525"/>
                    </a:lnTo>
                    <a:lnTo>
                      <a:pt x="523" y="525"/>
                    </a:lnTo>
                    <a:lnTo>
                      <a:pt x="516" y="523"/>
                    </a:lnTo>
                    <a:lnTo>
                      <a:pt x="512" y="525"/>
                    </a:lnTo>
                    <a:lnTo>
                      <a:pt x="512" y="525"/>
                    </a:lnTo>
                    <a:lnTo>
                      <a:pt x="504" y="523"/>
                    </a:lnTo>
                    <a:lnTo>
                      <a:pt x="500" y="525"/>
                    </a:lnTo>
                    <a:lnTo>
                      <a:pt x="500" y="525"/>
                    </a:lnTo>
                    <a:lnTo>
                      <a:pt x="474" y="525"/>
                    </a:lnTo>
                    <a:lnTo>
                      <a:pt x="474" y="525"/>
                    </a:lnTo>
                    <a:lnTo>
                      <a:pt x="474" y="518"/>
                    </a:lnTo>
                    <a:lnTo>
                      <a:pt x="474" y="516"/>
                    </a:lnTo>
                    <a:lnTo>
                      <a:pt x="474" y="514"/>
                    </a:lnTo>
                    <a:lnTo>
                      <a:pt x="474" y="514"/>
                    </a:lnTo>
                    <a:lnTo>
                      <a:pt x="481" y="511"/>
                    </a:lnTo>
                    <a:lnTo>
                      <a:pt x="488" y="514"/>
                    </a:lnTo>
                    <a:lnTo>
                      <a:pt x="488" y="514"/>
                    </a:lnTo>
                    <a:lnTo>
                      <a:pt x="512" y="514"/>
                    </a:lnTo>
                    <a:lnTo>
                      <a:pt x="512" y="514"/>
                    </a:lnTo>
                    <a:lnTo>
                      <a:pt x="535" y="514"/>
                    </a:lnTo>
                    <a:lnTo>
                      <a:pt x="535" y="514"/>
                    </a:lnTo>
                    <a:lnTo>
                      <a:pt x="535" y="467"/>
                    </a:lnTo>
                    <a:lnTo>
                      <a:pt x="535" y="467"/>
                    </a:lnTo>
                    <a:lnTo>
                      <a:pt x="528" y="467"/>
                    </a:lnTo>
                    <a:lnTo>
                      <a:pt x="523" y="467"/>
                    </a:lnTo>
                    <a:lnTo>
                      <a:pt x="523" y="467"/>
                    </a:lnTo>
                    <a:lnTo>
                      <a:pt x="523" y="478"/>
                    </a:lnTo>
                    <a:lnTo>
                      <a:pt x="523" y="478"/>
                    </a:lnTo>
                    <a:lnTo>
                      <a:pt x="474" y="478"/>
                    </a:lnTo>
                    <a:lnTo>
                      <a:pt x="474" y="478"/>
                    </a:lnTo>
                    <a:lnTo>
                      <a:pt x="474" y="467"/>
                    </a:lnTo>
                    <a:lnTo>
                      <a:pt x="474" y="467"/>
                    </a:lnTo>
                    <a:lnTo>
                      <a:pt x="474" y="443"/>
                    </a:lnTo>
                    <a:lnTo>
                      <a:pt x="474" y="443"/>
                    </a:lnTo>
                    <a:lnTo>
                      <a:pt x="474" y="431"/>
                    </a:lnTo>
                    <a:lnTo>
                      <a:pt x="474" y="431"/>
                    </a:lnTo>
                    <a:lnTo>
                      <a:pt x="474" y="408"/>
                    </a:lnTo>
                    <a:lnTo>
                      <a:pt x="474" y="408"/>
                    </a:lnTo>
                    <a:lnTo>
                      <a:pt x="474" y="361"/>
                    </a:lnTo>
                    <a:lnTo>
                      <a:pt x="474" y="361"/>
                    </a:lnTo>
                    <a:lnTo>
                      <a:pt x="474" y="313"/>
                    </a:lnTo>
                    <a:lnTo>
                      <a:pt x="474" y="313"/>
                    </a:lnTo>
                    <a:lnTo>
                      <a:pt x="450" y="313"/>
                    </a:lnTo>
                    <a:lnTo>
                      <a:pt x="450" y="313"/>
                    </a:lnTo>
                    <a:lnTo>
                      <a:pt x="439" y="313"/>
                    </a:lnTo>
                    <a:lnTo>
                      <a:pt x="439" y="313"/>
                    </a:lnTo>
                    <a:lnTo>
                      <a:pt x="427" y="313"/>
                    </a:lnTo>
                    <a:lnTo>
                      <a:pt x="427" y="313"/>
                    </a:lnTo>
                    <a:lnTo>
                      <a:pt x="422" y="316"/>
                    </a:lnTo>
                    <a:lnTo>
                      <a:pt x="415" y="313"/>
                    </a:lnTo>
                    <a:lnTo>
                      <a:pt x="415" y="313"/>
                    </a:lnTo>
                    <a:lnTo>
                      <a:pt x="410" y="316"/>
                    </a:lnTo>
                    <a:lnTo>
                      <a:pt x="403" y="313"/>
                    </a:lnTo>
                    <a:lnTo>
                      <a:pt x="403" y="313"/>
                    </a:lnTo>
                    <a:lnTo>
                      <a:pt x="403" y="302"/>
                    </a:lnTo>
                    <a:lnTo>
                      <a:pt x="403" y="302"/>
                    </a:lnTo>
                    <a:lnTo>
                      <a:pt x="403" y="292"/>
                    </a:lnTo>
                    <a:lnTo>
                      <a:pt x="403" y="292"/>
                    </a:lnTo>
                    <a:lnTo>
                      <a:pt x="380" y="292"/>
                    </a:lnTo>
                    <a:lnTo>
                      <a:pt x="380" y="292"/>
                    </a:lnTo>
                    <a:lnTo>
                      <a:pt x="332" y="292"/>
                    </a:lnTo>
                    <a:lnTo>
                      <a:pt x="332" y="292"/>
                    </a:lnTo>
                    <a:lnTo>
                      <a:pt x="321" y="292"/>
                    </a:lnTo>
                    <a:lnTo>
                      <a:pt x="321" y="292"/>
                    </a:lnTo>
                    <a:lnTo>
                      <a:pt x="297" y="292"/>
                    </a:lnTo>
                    <a:lnTo>
                      <a:pt x="297" y="292"/>
                    </a:lnTo>
                    <a:lnTo>
                      <a:pt x="274" y="292"/>
                    </a:lnTo>
                    <a:lnTo>
                      <a:pt x="274" y="292"/>
                    </a:lnTo>
                    <a:lnTo>
                      <a:pt x="274" y="245"/>
                    </a:lnTo>
                    <a:lnTo>
                      <a:pt x="274" y="245"/>
                    </a:lnTo>
                    <a:lnTo>
                      <a:pt x="274" y="221"/>
                    </a:lnTo>
                    <a:lnTo>
                      <a:pt x="274" y="221"/>
                    </a:lnTo>
                    <a:lnTo>
                      <a:pt x="250" y="221"/>
                    </a:lnTo>
                    <a:lnTo>
                      <a:pt x="250" y="221"/>
                    </a:lnTo>
                    <a:lnTo>
                      <a:pt x="250" y="245"/>
                    </a:lnTo>
                    <a:lnTo>
                      <a:pt x="250" y="245"/>
                    </a:lnTo>
                    <a:lnTo>
                      <a:pt x="250" y="292"/>
                    </a:lnTo>
                    <a:lnTo>
                      <a:pt x="250" y="292"/>
                    </a:lnTo>
                    <a:lnTo>
                      <a:pt x="238" y="292"/>
                    </a:lnTo>
                    <a:lnTo>
                      <a:pt x="238" y="292"/>
                    </a:lnTo>
                    <a:lnTo>
                      <a:pt x="191" y="292"/>
                    </a:lnTo>
                    <a:lnTo>
                      <a:pt x="191" y="292"/>
                    </a:lnTo>
                    <a:lnTo>
                      <a:pt x="179" y="292"/>
                    </a:lnTo>
                    <a:lnTo>
                      <a:pt x="179" y="292"/>
                    </a:lnTo>
                    <a:lnTo>
                      <a:pt x="156" y="292"/>
                    </a:lnTo>
                    <a:lnTo>
                      <a:pt x="156" y="292"/>
                    </a:lnTo>
                    <a:lnTo>
                      <a:pt x="144" y="292"/>
                    </a:lnTo>
                    <a:lnTo>
                      <a:pt x="144" y="292"/>
                    </a:lnTo>
                    <a:lnTo>
                      <a:pt x="132" y="292"/>
                    </a:lnTo>
                    <a:lnTo>
                      <a:pt x="132" y="292"/>
                    </a:lnTo>
                    <a:lnTo>
                      <a:pt x="125" y="290"/>
                    </a:lnTo>
                    <a:lnTo>
                      <a:pt x="120" y="292"/>
                    </a:lnTo>
                    <a:lnTo>
                      <a:pt x="120" y="292"/>
                    </a:lnTo>
                    <a:lnTo>
                      <a:pt x="118" y="297"/>
                    </a:lnTo>
                    <a:lnTo>
                      <a:pt x="120" y="302"/>
                    </a:lnTo>
                    <a:lnTo>
                      <a:pt x="120" y="302"/>
                    </a:lnTo>
                    <a:lnTo>
                      <a:pt x="120" y="313"/>
                    </a:lnTo>
                    <a:lnTo>
                      <a:pt x="120" y="313"/>
                    </a:lnTo>
                    <a:lnTo>
                      <a:pt x="120" y="325"/>
                    </a:lnTo>
                    <a:lnTo>
                      <a:pt x="120" y="325"/>
                    </a:lnTo>
                    <a:lnTo>
                      <a:pt x="71" y="325"/>
                    </a:lnTo>
                    <a:lnTo>
                      <a:pt x="71" y="325"/>
                    </a:lnTo>
                    <a:lnTo>
                      <a:pt x="47" y="325"/>
                    </a:lnTo>
                    <a:lnTo>
                      <a:pt x="47" y="325"/>
                    </a:lnTo>
                    <a:lnTo>
                      <a:pt x="47" y="349"/>
                    </a:lnTo>
                    <a:lnTo>
                      <a:pt x="47" y="349"/>
                    </a:lnTo>
                    <a:lnTo>
                      <a:pt x="47" y="361"/>
                    </a:lnTo>
                    <a:lnTo>
                      <a:pt x="47" y="361"/>
                    </a:lnTo>
                    <a:lnTo>
                      <a:pt x="47" y="384"/>
                    </a:lnTo>
                    <a:lnTo>
                      <a:pt x="47" y="384"/>
                    </a:lnTo>
                    <a:lnTo>
                      <a:pt x="47" y="396"/>
                    </a:lnTo>
                    <a:lnTo>
                      <a:pt x="47" y="396"/>
                    </a:lnTo>
                    <a:lnTo>
                      <a:pt x="47" y="419"/>
                    </a:lnTo>
                    <a:lnTo>
                      <a:pt x="47" y="419"/>
                    </a:lnTo>
                    <a:lnTo>
                      <a:pt x="47" y="431"/>
                    </a:lnTo>
                    <a:lnTo>
                      <a:pt x="47" y="431"/>
                    </a:lnTo>
                    <a:lnTo>
                      <a:pt x="47" y="455"/>
                    </a:lnTo>
                    <a:lnTo>
                      <a:pt x="47" y="455"/>
                    </a:lnTo>
                    <a:lnTo>
                      <a:pt x="47" y="502"/>
                    </a:lnTo>
                    <a:lnTo>
                      <a:pt x="47" y="502"/>
                    </a:lnTo>
                    <a:lnTo>
                      <a:pt x="47" y="514"/>
                    </a:lnTo>
                    <a:lnTo>
                      <a:pt x="47" y="514"/>
                    </a:lnTo>
                    <a:lnTo>
                      <a:pt x="47" y="535"/>
                    </a:lnTo>
                    <a:lnTo>
                      <a:pt x="47" y="535"/>
                    </a:lnTo>
                    <a:lnTo>
                      <a:pt x="47" y="558"/>
                    </a:lnTo>
                    <a:lnTo>
                      <a:pt x="47" y="558"/>
                    </a:lnTo>
                    <a:lnTo>
                      <a:pt x="36" y="558"/>
                    </a:lnTo>
                    <a:lnTo>
                      <a:pt x="36" y="558"/>
                    </a:lnTo>
                    <a:lnTo>
                      <a:pt x="24" y="558"/>
                    </a:lnTo>
                    <a:lnTo>
                      <a:pt x="24" y="558"/>
                    </a:lnTo>
                    <a:lnTo>
                      <a:pt x="12" y="558"/>
                    </a:lnTo>
                    <a:lnTo>
                      <a:pt x="12" y="558"/>
                    </a:lnTo>
                    <a:lnTo>
                      <a:pt x="7" y="558"/>
                    </a:lnTo>
                    <a:lnTo>
                      <a:pt x="0" y="558"/>
                    </a:lnTo>
                    <a:lnTo>
                      <a:pt x="0" y="558"/>
                    </a:lnTo>
                    <a:lnTo>
                      <a:pt x="0" y="561"/>
                    </a:lnTo>
                    <a:lnTo>
                      <a:pt x="0" y="566"/>
                    </a:lnTo>
                    <a:lnTo>
                      <a:pt x="0" y="570"/>
                    </a:lnTo>
                    <a:lnTo>
                      <a:pt x="0" y="570"/>
                    </a:lnTo>
                    <a:lnTo>
                      <a:pt x="0" y="594"/>
                    </a:lnTo>
                    <a:lnTo>
                      <a:pt x="0" y="594"/>
                    </a:lnTo>
                    <a:lnTo>
                      <a:pt x="0" y="601"/>
                    </a:lnTo>
                    <a:lnTo>
                      <a:pt x="0" y="606"/>
                    </a:lnTo>
                    <a:lnTo>
                      <a:pt x="0" y="606"/>
                    </a:lnTo>
                    <a:lnTo>
                      <a:pt x="12" y="606"/>
                    </a:lnTo>
                    <a:lnTo>
                      <a:pt x="12" y="606"/>
                    </a:lnTo>
                    <a:lnTo>
                      <a:pt x="24" y="606"/>
                    </a:lnTo>
                    <a:lnTo>
                      <a:pt x="24" y="606"/>
                    </a:lnTo>
                    <a:lnTo>
                      <a:pt x="36" y="606"/>
                    </a:lnTo>
                    <a:lnTo>
                      <a:pt x="36" y="606"/>
                    </a:lnTo>
                    <a:lnTo>
                      <a:pt x="59" y="606"/>
                    </a:lnTo>
                    <a:lnTo>
                      <a:pt x="59" y="606"/>
                    </a:lnTo>
                    <a:lnTo>
                      <a:pt x="109" y="606"/>
                    </a:lnTo>
                    <a:lnTo>
                      <a:pt x="109" y="606"/>
                    </a:lnTo>
                    <a:lnTo>
                      <a:pt x="132" y="606"/>
                    </a:lnTo>
                    <a:lnTo>
                      <a:pt x="132" y="606"/>
                    </a:lnTo>
                    <a:lnTo>
                      <a:pt x="156" y="606"/>
                    </a:lnTo>
                    <a:lnTo>
                      <a:pt x="156" y="606"/>
                    </a:lnTo>
                    <a:lnTo>
                      <a:pt x="168" y="606"/>
                    </a:lnTo>
                    <a:lnTo>
                      <a:pt x="168" y="606"/>
                    </a:lnTo>
                    <a:lnTo>
                      <a:pt x="191" y="606"/>
                    </a:lnTo>
                    <a:lnTo>
                      <a:pt x="191" y="606"/>
                    </a:lnTo>
                    <a:lnTo>
                      <a:pt x="203" y="606"/>
                    </a:lnTo>
                    <a:lnTo>
                      <a:pt x="203" y="606"/>
                    </a:lnTo>
                    <a:lnTo>
                      <a:pt x="226" y="606"/>
                    </a:lnTo>
                    <a:lnTo>
                      <a:pt x="226" y="606"/>
                    </a:lnTo>
                    <a:lnTo>
                      <a:pt x="238" y="606"/>
                    </a:lnTo>
                    <a:lnTo>
                      <a:pt x="238" y="606"/>
                    </a:lnTo>
                    <a:lnTo>
                      <a:pt x="262" y="606"/>
                    </a:lnTo>
                    <a:lnTo>
                      <a:pt x="262" y="606"/>
                    </a:lnTo>
                    <a:lnTo>
                      <a:pt x="274" y="606"/>
                    </a:lnTo>
                    <a:lnTo>
                      <a:pt x="274" y="606"/>
                    </a:lnTo>
                    <a:lnTo>
                      <a:pt x="297" y="606"/>
                    </a:lnTo>
                    <a:lnTo>
                      <a:pt x="297" y="606"/>
                    </a:lnTo>
                    <a:lnTo>
                      <a:pt x="309" y="606"/>
                    </a:lnTo>
                    <a:lnTo>
                      <a:pt x="309" y="606"/>
                    </a:lnTo>
                    <a:lnTo>
                      <a:pt x="332" y="606"/>
                    </a:lnTo>
                    <a:lnTo>
                      <a:pt x="332" y="606"/>
                    </a:lnTo>
                    <a:lnTo>
                      <a:pt x="344" y="606"/>
                    </a:lnTo>
                    <a:lnTo>
                      <a:pt x="344" y="606"/>
                    </a:lnTo>
                    <a:lnTo>
                      <a:pt x="368" y="606"/>
                    </a:lnTo>
                    <a:lnTo>
                      <a:pt x="368" y="606"/>
                    </a:lnTo>
                    <a:lnTo>
                      <a:pt x="380" y="606"/>
                    </a:lnTo>
                    <a:lnTo>
                      <a:pt x="380" y="606"/>
                    </a:lnTo>
                    <a:lnTo>
                      <a:pt x="403" y="606"/>
                    </a:lnTo>
                    <a:lnTo>
                      <a:pt x="403" y="606"/>
                    </a:lnTo>
                    <a:lnTo>
                      <a:pt x="427" y="606"/>
                    </a:lnTo>
                    <a:lnTo>
                      <a:pt x="427" y="606"/>
                    </a:lnTo>
                    <a:lnTo>
                      <a:pt x="439" y="606"/>
                    </a:lnTo>
                    <a:lnTo>
                      <a:pt x="439" y="606"/>
                    </a:lnTo>
                    <a:lnTo>
                      <a:pt x="462" y="606"/>
                    </a:lnTo>
                    <a:lnTo>
                      <a:pt x="462" y="606"/>
                    </a:lnTo>
                    <a:lnTo>
                      <a:pt x="474" y="606"/>
                    </a:lnTo>
                    <a:lnTo>
                      <a:pt x="474" y="606"/>
                    </a:lnTo>
                    <a:lnTo>
                      <a:pt x="500" y="606"/>
                    </a:lnTo>
                    <a:lnTo>
                      <a:pt x="500" y="606"/>
                    </a:lnTo>
                    <a:lnTo>
                      <a:pt x="512" y="606"/>
                    </a:lnTo>
                    <a:lnTo>
                      <a:pt x="512" y="606"/>
                    </a:lnTo>
                    <a:lnTo>
                      <a:pt x="535" y="606"/>
                    </a:lnTo>
                    <a:lnTo>
                      <a:pt x="535" y="606"/>
                    </a:lnTo>
                    <a:lnTo>
                      <a:pt x="547" y="606"/>
                    </a:lnTo>
                    <a:lnTo>
                      <a:pt x="547" y="606"/>
                    </a:lnTo>
                    <a:lnTo>
                      <a:pt x="570" y="606"/>
                    </a:lnTo>
                    <a:lnTo>
                      <a:pt x="570" y="606"/>
                    </a:lnTo>
                    <a:lnTo>
                      <a:pt x="582" y="606"/>
                    </a:lnTo>
                    <a:lnTo>
                      <a:pt x="582" y="606"/>
                    </a:lnTo>
                    <a:lnTo>
                      <a:pt x="606" y="606"/>
                    </a:lnTo>
                    <a:lnTo>
                      <a:pt x="606" y="606"/>
                    </a:lnTo>
                    <a:lnTo>
                      <a:pt x="618" y="606"/>
                    </a:lnTo>
                    <a:lnTo>
                      <a:pt x="618" y="606"/>
                    </a:lnTo>
                    <a:lnTo>
                      <a:pt x="641" y="606"/>
                    </a:lnTo>
                    <a:lnTo>
                      <a:pt x="641" y="606"/>
                    </a:lnTo>
                    <a:lnTo>
                      <a:pt x="653" y="606"/>
                    </a:lnTo>
                    <a:lnTo>
                      <a:pt x="653" y="606"/>
                    </a:lnTo>
                    <a:lnTo>
                      <a:pt x="676" y="606"/>
                    </a:lnTo>
                    <a:lnTo>
                      <a:pt x="676" y="606"/>
                    </a:lnTo>
                    <a:lnTo>
                      <a:pt x="700" y="606"/>
                    </a:lnTo>
                    <a:lnTo>
                      <a:pt x="700" y="606"/>
                    </a:lnTo>
                    <a:lnTo>
                      <a:pt x="712" y="606"/>
                    </a:lnTo>
                    <a:lnTo>
                      <a:pt x="712" y="606"/>
                    </a:lnTo>
                    <a:lnTo>
                      <a:pt x="735" y="606"/>
                    </a:lnTo>
                    <a:lnTo>
                      <a:pt x="735" y="606"/>
                    </a:lnTo>
                    <a:lnTo>
                      <a:pt x="747" y="606"/>
                    </a:lnTo>
                    <a:lnTo>
                      <a:pt x="747" y="606"/>
                    </a:lnTo>
                    <a:lnTo>
                      <a:pt x="771" y="606"/>
                    </a:lnTo>
                    <a:lnTo>
                      <a:pt x="771" y="606"/>
                    </a:lnTo>
                    <a:lnTo>
                      <a:pt x="783" y="606"/>
                    </a:lnTo>
                    <a:lnTo>
                      <a:pt x="783" y="606"/>
                    </a:lnTo>
                    <a:lnTo>
                      <a:pt x="806" y="606"/>
                    </a:lnTo>
                    <a:lnTo>
                      <a:pt x="806" y="606"/>
                    </a:lnTo>
                    <a:lnTo>
                      <a:pt x="818" y="606"/>
                    </a:lnTo>
                    <a:lnTo>
                      <a:pt x="818" y="606"/>
                    </a:lnTo>
                    <a:lnTo>
                      <a:pt x="841" y="606"/>
                    </a:lnTo>
                    <a:lnTo>
                      <a:pt x="841" y="606"/>
                    </a:lnTo>
                    <a:lnTo>
                      <a:pt x="853" y="606"/>
                    </a:lnTo>
                    <a:lnTo>
                      <a:pt x="853" y="606"/>
                    </a:lnTo>
                    <a:lnTo>
                      <a:pt x="877" y="606"/>
                    </a:lnTo>
                    <a:lnTo>
                      <a:pt x="877" y="606"/>
                    </a:lnTo>
                    <a:lnTo>
                      <a:pt x="891" y="606"/>
                    </a:lnTo>
                    <a:lnTo>
                      <a:pt x="891" y="606"/>
                    </a:lnTo>
                    <a:lnTo>
                      <a:pt x="914" y="606"/>
                    </a:lnTo>
                    <a:lnTo>
                      <a:pt x="914" y="606"/>
                    </a:lnTo>
                    <a:lnTo>
                      <a:pt x="926" y="606"/>
                    </a:lnTo>
                    <a:lnTo>
                      <a:pt x="926" y="606"/>
                    </a:lnTo>
                    <a:lnTo>
                      <a:pt x="950" y="606"/>
                    </a:lnTo>
                    <a:lnTo>
                      <a:pt x="950" y="606"/>
                    </a:lnTo>
                    <a:lnTo>
                      <a:pt x="962" y="606"/>
                    </a:lnTo>
                    <a:lnTo>
                      <a:pt x="962" y="606"/>
                    </a:lnTo>
                    <a:lnTo>
                      <a:pt x="985" y="606"/>
                    </a:lnTo>
                    <a:lnTo>
                      <a:pt x="985" y="606"/>
                    </a:lnTo>
                    <a:lnTo>
                      <a:pt x="997" y="606"/>
                    </a:lnTo>
                    <a:lnTo>
                      <a:pt x="997" y="606"/>
                    </a:lnTo>
                    <a:lnTo>
                      <a:pt x="1020" y="606"/>
                    </a:lnTo>
                    <a:lnTo>
                      <a:pt x="1020" y="606"/>
                    </a:lnTo>
                    <a:lnTo>
                      <a:pt x="1032" y="606"/>
                    </a:lnTo>
                    <a:lnTo>
                      <a:pt x="1032" y="606"/>
                    </a:lnTo>
                    <a:lnTo>
                      <a:pt x="1056" y="606"/>
                    </a:lnTo>
                    <a:lnTo>
                      <a:pt x="1056" y="606"/>
                    </a:lnTo>
                    <a:lnTo>
                      <a:pt x="1068" y="606"/>
                    </a:lnTo>
                    <a:lnTo>
                      <a:pt x="1068" y="606"/>
                    </a:lnTo>
                    <a:lnTo>
                      <a:pt x="1091" y="606"/>
                    </a:lnTo>
                    <a:lnTo>
                      <a:pt x="1091" y="606"/>
                    </a:lnTo>
                    <a:lnTo>
                      <a:pt x="1103" y="606"/>
                    </a:lnTo>
                    <a:lnTo>
                      <a:pt x="1103" y="606"/>
                    </a:lnTo>
                    <a:lnTo>
                      <a:pt x="1127" y="606"/>
                    </a:lnTo>
                    <a:lnTo>
                      <a:pt x="1127" y="606"/>
                    </a:lnTo>
                    <a:lnTo>
                      <a:pt x="1138" y="606"/>
                    </a:lnTo>
                    <a:lnTo>
                      <a:pt x="1138" y="606"/>
                    </a:lnTo>
                    <a:lnTo>
                      <a:pt x="1162" y="606"/>
                    </a:lnTo>
                    <a:lnTo>
                      <a:pt x="1162" y="606"/>
                    </a:lnTo>
                    <a:lnTo>
                      <a:pt x="1174" y="606"/>
                    </a:lnTo>
                    <a:lnTo>
                      <a:pt x="1174" y="606"/>
                    </a:lnTo>
                    <a:lnTo>
                      <a:pt x="1197" y="606"/>
                    </a:lnTo>
                    <a:lnTo>
                      <a:pt x="1197" y="606"/>
                    </a:lnTo>
                    <a:lnTo>
                      <a:pt x="1209" y="606"/>
                    </a:lnTo>
                    <a:lnTo>
                      <a:pt x="1209" y="606"/>
                    </a:lnTo>
                    <a:lnTo>
                      <a:pt x="1233" y="606"/>
                    </a:lnTo>
                    <a:lnTo>
                      <a:pt x="1233" y="606"/>
                    </a:lnTo>
                    <a:lnTo>
                      <a:pt x="1256" y="606"/>
                    </a:lnTo>
                    <a:lnTo>
                      <a:pt x="1256" y="606"/>
                    </a:lnTo>
                    <a:lnTo>
                      <a:pt x="1268" y="606"/>
                    </a:lnTo>
                    <a:lnTo>
                      <a:pt x="1268" y="606"/>
                    </a:lnTo>
                    <a:lnTo>
                      <a:pt x="1291" y="606"/>
                    </a:lnTo>
                    <a:lnTo>
                      <a:pt x="1291" y="606"/>
                    </a:lnTo>
                    <a:lnTo>
                      <a:pt x="1306" y="606"/>
                    </a:lnTo>
                    <a:lnTo>
                      <a:pt x="1306" y="606"/>
                    </a:lnTo>
                    <a:lnTo>
                      <a:pt x="1329" y="606"/>
                    </a:lnTo>
                    <a:lnTo>
                      <a:pt x="1329" y="606"/>
                    </a:lnTo>
                    <a:lnTo>
                      <a:pt x="1341" y="606"/>
                    </a:lnTo>
                    <a:lnTo>
                      <a:pt x="1341" y="606"/>
                    </a:lnTo>
                    <a:lnTo>
                      <a:pt x="1365" y="606"/>
                    </a:lnTo>
                    <a:lnTo>
                      <a:pt x="1365" y="606"/>
                    </a:lnTo>
                    <a:lnTo>
                      <a:pt x="1376" y="606"/>
                    </a:lnTo>
                    <a:lnTo>
                      <a:pt x="1376" y="606"/>
                    </a:lnTo>
                    <a:lnTo>
                      <a:pt x="1400" y="606"/>
                    </a:lnTo>
                    <a:lnTo>
                      <a:pt x="1400" y="606"/>
                    </a:lnTo>
                    <a:lnTo>
                      <a:pt x="1412" y="606"/>
                    </a:lnTo>
                    <a:lnTo>
                      <a:pt x="1412" y="606"/>
                    </a:lnTo>
                    <a:lnTo>
                      <a:pt x="1435" y="606"/>
                    </a:lnTo>
                    <a:lnTo>
                      <a:pt x="1435" y="606"/>
                    </a:lnTo>
                    <a:lnTo>
                      <a:pt x="1447" y="606"/>
                    </a:lnTo>
                    <a:lnTo>
                      <a:pt x="1447" y="606"/>
                    </a:lnTo>
                    <a:lnTo>
                      <a:pt x="1471" y="606"/>
                    </a:lnTo>
                    <a:lnTo>
                      <a:pt x="1471" y="606"/>
                    </a:lnTo>
                    <a:lnTo>
                      <a:pt x="1482" y="606"/>
                    </a:lnTo>
                    <a:lnTo>
                      <a:pt x="1482" y="606"/>
                    </a:lnTo>
                    <a:lnTo>
                      <a:pt x="1506" y="606"/>
                    </a:lnTo>
                    <a:lnTo>
                      <a:pt x="1506" y="606"/>
                    </a:lnTo>
                    <a:lnTo>
                      <a:pt x="1529" y="606"/>
                    </a:lnTo>
                    <a:lnTo>
                      <a:pt x="1529" y="606"/>
                    </a:lnTo>
                    <a:lnTo>
                      <a:pt x="1541" y="606"/>
                    </a:lnTo>
                    <a:lnTo>
                      <a:pt x="1541" y="606"/>
                    </a:lnTo>
                    <a:lnTo>
                      <a:pt x="1565" y="606"/>
                    </a:lnTo>
                    <a:lnTo>
                      <a:pt x="1565" y="606"/>
                    </a:lnTo>
                    <a:lnTo>
                      <a:pt x="1577" y="606"/>
                    </a:lnTo>
                    <a:lnTo>
                      <a:pt x="1577" y="606"/>
                    </a:lnTo>
                    <a:lnTo>
                      <a:pt x="1600" y="606"/>
                    </a:lnTo>
                    <a:lnTo>
                      <a:pt x="1600" y="606"/>
                    </a:lnTo>
                    <a:lnTo>
                      <a:pt x="1612" y="606"/>
                    </a:lnTo>
                    <a:lnTo>
                      <a:pt x="1612" y="606"/>
                    </a:lnTo>
                    <a:lnTo>
                      <a:pt x="1635" y="606"/>
                    </a:lnTo>
                    <a:lnTo>
                      <a:pt x="1635" y="606"/>
                    </a:lnTo>
                    <a:lnTo>
                      <a:pt x="1647" y="606"/>
                    </a:lnTo>
                    <a:lnTo>
                      <a:pt x="1647" y="606"/>
                    </a:lnTo>
                    <a:lnTo>
                      <a:pt x="1671" y="606"/>
                    </a:lnTo>
                    <a:lnTo>
                      <a:pt x="1671" y="606"/>
                    </a:lnTo>
                    <a:lnTo>
                      <a:pt x="1683" y="606"/>
                    </a:lnTo>
                    <a:lnTo>
                      <a:pt x="1683" y="606"/>
                    </a:lnTo>
                    <a:lnTo>
                      <a:pt x="1709" y="606"/>
                    </a:lnTo>
                    <a:lnTo>
                      <a:pt x="1709" y="606"/>
                    </a:lnTo>
                    <a:lnTo>
                      <a:pt x="1720" y="606"/>
                    </a:lnTo>
                    <a:lnTo>
                      <a:pt x="1720" y="606"/>
                    </a:lnTo>
                    <a:lnTo>
                      <a:pt x="1744" y="606"/>
                    </a:lnTo>
                    <a:lnTo>
                      <a:pt x="1744" y="606"/>
                    </a:lnTo>
                    <a:lnTo>
                      <a:pt x="1756" y="606"/>
                    </a:lnTo>
                    <a:lnTo>
                      <a:pt x="1756" y="606"/>
                    </a:lnTo>
                    <a:lnTo>
                      <a:pt x="1779" y="606"/>
                    </a:lnTo>
                    <a:lnTo>
                      <a:pt x="1779" y="606"/>
                    </a:lnTo>
                    <a:lnTo>
                      <a:pt x="1803" y="606"/>
                    </a:lnTo>
                    <a:lnTo>
                      <a:pt x="1803" y="606"/>
                    </a:lnTo>
                    <a:lnTo>
                      <a:pt x="1815" y="606"/>
                    </a:lnTo>
                    <a:lnTo>
                      <a:pt x="1815" y="606"/>
                    </a:lnTo>
                    <a:lnTo>
                      <a:pt x="1838" y="606"/>
                    </a:lnTo>
                    <a:lnTo>
                      <a:pt x="1838" y="606"/>
                    </a:lnTo>
                    <a:lnTo>
                      <a:pt x="1850" y="606"/>
                    </a:lnTo>
                    <a:lnTo>
                      <a:pt x="1850" y="606"/>
                    </a:lnTo>
                    <a:lnTo>
                      <a:pt x="1873" y="606"/>
                    </a:lnTo>
                    <a:lnTo>
                      <a:pt x="1873" y="606"/>
                    </a:lnTo>
                    <a:lnTo>
                      <a:pt x="1885" y="606"/>
                    </a:lnTo>
                    <a:lnTo>
                      <a:pt x="1885" y="606"/>
                    </a:lnTo>
                    <a:lnTo>
                      <a:pt x="1909" y="606"/>
                    </a:lnTo>
                    <a:lnTo>
                      <a:pt x="1909" y="606"/>
                    </a:lnTo>
                    <a:lnTo>
                      <a:pt x="1921" y="606"/>
                    </a:lnTo>
                    <a:lnTo>
                      <a:pt x="1921" y="606"/>
                    </a:lnTo>
                    <a:lnTo>
                      <a:pt x="1944" y="606"/>
                    </a:lnTo>
                    <a:lnTo>
                      <a:pt x="1944" y="606"/>
                    </a:lnTo>
                    <a:lnTo>
                      <a:pt x="1956" y="606"/>
                    </a:lnTo>
                    <a:lnTo>
                      <a:pt x="1956" y="606"/>
                    </a:lnTo>
                    <a:lnTo>
                      <a:pt x="1979" y="606"/>
                    </a:lnTo>
                    <a:lnTo>
                      <a:pt x="1979" y="606"/>
                    </a:lnTo>
                    <a:lnTo>
                      <a:pt x="1991" y="606"/>
                    </a:lnTo>
                    <a:lnTo>
                      <a:pt x="1991" y="606"/>
                    </a:lnTo>
                    <a:lnTo>
                      <a:pt x="2015" y="606"/>
                    </a:lnTo>
                    <a:lnTo>
                      <a:pt x="2015" y="606"/>
                    </a:lnTo>
                    <a:lnTo>
                      <a:pt x="2027" y="606"/>
                    </a:lnTo>
                    <a:lnTo>
                      <a:pt x="2027" y="606"/>
                    </a:lnTo>
                    <a:lnTo>
                      <a:pt x="2050" y="606"/>
                    </a:lnTo>
                    <a:lnTo>
                      <a:pt x="2050" y="606"/>
                    </a:lnTo>
                    <a:lnTo>
                      <a:pt x="2062" y="606"/>
                    </a:lnTo>
                    <a:lnTo>
                      <a:pt x="2062" y="606"/>
                    </a:lnTo>
                    <a:lnTo>
                      <a:pt x="2085" y="606"/>
                    </a:lnTo>
                    <a:lnTo>
                      <a:pt x="2085" y="606"/>
                    </a:lnTo>
                    <a:lnTo>
                      <a:pt x="2097" y="606"/>
                    </a:lnTo>
                    <a:lnTo>
                      <a:pt x="2097" y="606"/>
                    </a:lnTo>
                    <a:lnTo>
                      <a:pt x="2123" y="606"/>
                    </a:lnTo>
                    <a:lnTo>
                      <a:pt x="2123" y="606"/>
                    </a:lnTo>
                    <a:lnTo>
                      <a:pt x="2135" y="606"/>
                    </a:lnTo>
                    <a:lnTo>
                      <a:pt x="2135" y="606"/>
                    </a:lnTo>
                    <a:lnTo>
                      <a:pt x="2159" y="606"/>
                    </a:lnTo>
                    <a:lnTo>
                      <a:pt x="2159" y="606"/>
                    </a:lnTo>
                    <a:lnTo>
                      <a:pt x="2170" y="606"/>
                    </a:lnTo>
                    <a:lnTo>
                      <a:pt x="2170" y="606"/>
                    </a:lnTo>
                    <a:lnTo>
                      <a:pt x="2194" y="606"/>
                    </a:lnTo>
                    <a:lnTo>
                      <a:pt x="2194" y="606"/>
                    </a:lnTo>
                    <a:lnTo>
                      <a:pt x="2206" y="606"/>
                    </a:lnTo>
                    <a:lnTo>
                      <a:pt x="2206" y="606"/>
                    </a:lnTo>
                    <a:lnTo>
                      <a:pt x="2229" y="606"/>
                    </a:lnTo>
                    <a:lnTo>
                      <a:pt x="2229" y="606"/>
                    </a:lnTo>
                    <a:lnTo>
                      <a:pt x="2241" y="606"/>
                    </a:lnTo>
                    <a:lnTo>
                      <a:pt x="2241" y="606"/>
                    </a:lnTo>
                    <a:lnTo>
                      <a:pt x="2265" y="606"/>
                    </a:lnTo>
                    <a:lnTo>
                      <a:pt x="2265" y="606"/>
                    </a:lnTo>
                    <a:lnTo>
                      <a:pt x="2276" y="606"/>
                    </a:lnTo>
                    <a:lnTo>
                      <a:pt x="2276" y="606"/>
                    </a:lnTo>
                    <a:lnTo>
                      <a:pt x="2300" y="606"/>
                    </a:lnTo>
                    <a:lnTo>
                      <a:pt x="2300" y="606"/>
                    </a:lnTo>
                    <a:lnTo>
                      <a:pt x="2312" y="606"/>
                    </a:lnTo>
                    <a:lnTo>
                      <a:pt x="2312" y="606"/>
                    </a:lnTo>
                    <a:lnTo>
                      <a:pt x="2335" y="606"/>
                    </a:lnTo>
                    <a:lnTo>
                      <a:pt x="2335" y="606"/>
                    </a:lnTo>
                    <a:lnTo>
                      <a:pt x="2338" y="606"/>
                    </a:lnTo>
                    <a:lnTo>
                      <a:pt x="2338" y="4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8" name="Freeform 67"/>
            <p:cNvSpPr>
              <a:spLocks/>
            </p:cNvSpPr>
            <p:nvPr/>
          </p:nvSpPr>
          <p:spPr bwMode="auto">
            <a:xfrm>
              <a:off x="4648200" y="2794175"/>
              <a:ext cx="3702050" cy="890588"/>
            </a:xfrm>
            <a:custGeom>
              <a:avLst/>
              <a:gdLst>
                <a:gd name="T0" fmla="*/ 2259 w 2332"/>
                <a:gd name="T1" fmla="*/ 513 h 561"/>
                <a:gd name="T2" fmla="*/ 2177 w 2332"/>
                <a:gd name="T3" fmla="*/ 466 h 561"/>
                <a:gd name="T4" fmla="*/ 2059 w 2332"/>
                <a:gd name="T5" fmla="*/ 452 h 561"/>
                <a:gd name="T6" fmla="*/ 2005 w 2332"/>
                <a:gd name="T7" fmla="*/ 452 h 561"/>
                <a:gd name="T8" fmla="*/ 1927 w 2332"/>
                <a:gd name="T9" fmla="*/ 466 h 561"/>
                <a:gd name="T10" fmla="*/ 1892 w 2332"/>
                <a:gd name="T11" fmla="*/ 478 h 561"/>
                <a:gd name="T12" fmla="*/ 1837 w 2332"/>
                <a:gd name="T13" fmla="*/ 429 h 561"/>
                <a:gd name="T14" fmla="*/ 1797 w 2332"/>
                <a:gd name="T15" fmla="*/ 228 h 561"/>
                <a:gd name="T16" fmla="*/ 1748 w 2332"/>
                <a:gd name="T17" fmla="*/ 167 h 561"/>
                <a:gd name="T18" fmla="*/ 1630 w 2332"/>
                <a:gd name="T19" fmla="*/ 155 h 561"/>
                <a:gd name="T20" fmla="*/ 1618 w 2332"/>
                <a:gd name="T21" fmla="*/ 228 h 561"/>
                <a:gd name="T22" fmla="*/ 1576 w 2332"/>
                <a:gd name="T23" fmla="*/ 202 h 561"/>
                <a:gd name="T24" fmla="*/ 1486 w 2332"/>
                <a:gd name="T25" fmla="*/ 217 h 561"/>
                <a:gd name="T26" fmla="*/ 1451 w 2332"/>
                <a:gd name="T27" fmla="*/ 334 h 561"/>
                <a:gd name="T28" fmla="*/ 1416 w 2332"/>
                <a:gd name="T29" fmla="*/ 358 h 561"/>
                <a:gd name="T30" fmla="*/ 1357 w 2332"/>
                <a:gd name="T31" fmla="*/ 275 h 561"/>
                <a:gd name="T32" fmla="*/ 1357 w 2332"/>
                <a:gd name="T33" fmla="*/ 108 h 561"/>
                <a:gd name="T34" fmla="*/ 1296 w 2332"/>
                <a:gd name="T35" fmla="*/ 68 h 561"/>
                <a:gd name="T36" fmla="*/ 1225 w 2332"/>
                <a:gd name="T37" fmla="*/ 66 h 561"/>
                <a:gd name="T38" fmla="*/ 1201 w 2332"/>
                <a:gd name="T39" fmla="*/ 89 h 561"/>
                <a:gd name="T40" fmla="*/ 1178 w 2332"/>
                <a:gd name="T41" fmla="*/ 120 h 561"/>
                <a:gd name="T42" fmla="*/ 1166 w 2332"/>
                <a:gd name="T43" fmla="*/ 240 h 561"/>
                <a:gd name="T44" fmla="*/ 1135 w 2332"/>
                <a:gd name="T45" fmla="*/ 287 h 561"/>
                <a:gd name="T46" fmla="*/ 1046 w 2332"/>
                <a:gd name="T47" fmla="*/ 299 h 561"/>
                <a:gd name="T48" fmla="*/ 1008 w 2332"/>
                <a:gd name="T49" fmla="*/ 323 h 561"/>
                <a:gd name="T50" fmla="*/ 963 w 2332"/>
                <a:gd name="T51" fmla="*/ 217 h 561"/>
                <a:gd name="T52" fmla="*/ 881 w 2332"/>
                <a:gd name="T53" fmla="*/ 132 h 561"/>
                <a:gd name="T54" fmla="*/ 834 w 2332"/>
                <a:gd name="T55" fmla="*/ 96 h 561"/>
                <a:gd name="T56" fmla="*/ 810 w 2332"/>
                <a:gd name="T57" fmla="*/ 120 h 561"/>
                <a:gd name="T58" fmla="*/ 784 w 2332"/>
                <a:gd name="T59" fmla="*/ 217 h 561"/>
                <a:gd name="T60" fmla="*/ 737 w 2332"/>
                <a:gd name="T61" fmla="*/ 275 h 561"/>
                <a:gd name="T62" fmla="*/ 643 w 2332"/>
                <a:gd name="T63" fmla="*/ 144 h 561"/>
                <a:gd name="T64" fmla="*/ 631 w 2332"/>
                <a:gd name="T65" fmla="*/ 73 h 561"/>
                <a:gd name="T66" fmla="*/ 584 w 2332"/>
                <a:gd name="T67" fmla="*/ 108 h 561"/>
                <a:gd name="T68" fmla="*/ 511 w 2332"/>
                <a:gd name="T69" fmla="*/ 144 h 561"/>
                <a:gd name="T70" fmla="*/ 499 w 2332"/>
                <a:gd name="T71" fmla="*/ 191 h 561"/>
                <a:gd name="T72" fmla="*/ 476 w 2332"/>
                <a:gd name="T73" fmla="*/ 191 h 561"/>
                <a:gd name="T74" fmla="*/ 452 w 2332"/>
                <a:gd name="T75" fmla="*/ 108 h 561"/>
                <a:gd name="T76" fmla="*/ 440 w 2332"/>
                <a:gd name="T77" fmla="*/ 26 h 561"/>
                <a:gd name="T78" fmla="*/ 428 w 2332"/>
                <a:gd name="T79" fmla="*/ 49 h 561"/>
                <a:gd name="T80" fmla="*/ 405 w 2332"/>
                <a:gd name="T81" fmla="*/ 108 h 561"/>
                <a:gd name="T82" fmla="*/ 358 w 2332"/>
                <a:gd name="T83" fmla="*/ 252 h 561"/>
                <a:gd name="T84" fmla="*/ 304 w 2332"/>
                <a:gd name="T85" fmla="*/ 181 h 561"/>
                <a:gd name="T86" fmla="*/ 214 w 2332"/>
                <a:gd name="T87" fmla="*/ 179 h 561"/>
                <a:gd name="T88" fmla="*/ 167 w 2332"/>
                <a:gd name="T89" fmla="*/ 250 h 561"/>
                <a:gd name="T90" fmla="*/ 143 w 2332"/>
                <a:gd name="T91" fmla="*/ 299 h 561"/>
                <a:gd name="T92" fmla="*/ 120 w 2332"/>
                <a:gd name="T93" fmla="*/ 334 h 561"/>
                <a:gd name="T94" fmla="*/ 35 w 2332"/>
                <a:gd name="T95" fmla="*/ 561 h 561"/>
                <a:gd name="T96" fmla="*/ 190 w 2332"/>
                <a:gd name="T97" fmla="*/ 561 h 561"/>
                <a:gd name="T98" fmla="*/ 381 w 2332"/>
                <a:gd name="T99" fmla="*/ 561 h 561"/>
                <a:gd name="T100" fmla="*/ 558 w 2332"/>
                <a:gd name="T101" fmla="*/ 561 h 561"/>
                <a:gd name="T102" fmla="*/ 725 w 2332"/>
                <a:gd name="T103" fmla="*/ 561 h 561"/>
                <a:gd name="T104" fmla="*/ 881 w 2332"/>
                <a:gd name="T105" fmla="*/ 561 h 561"/>
                <a:gd name="T106" fmla="*/ 1046 w 2332"/>
                <a:gd name="T107" fmla="*/ 561 h 561"/>
                <a:gd name="T108" fmla="*/ 1225 w 2332"/>
                <a:gd name="T109" fmla="*/ 561 h 561"/>
                <a:gd name="T110" fmla="*/ 1416 w 2332"/>
                <a:gd name="T111" fmla="*/ 561 h 561"/>
                <a:gd name="T112" fmla="*/ 1571 w 2332"/>
                <a:gd name="T113" fmla="*/ 561 h 561"/>
                <a:gd name="T114" fmla="*/ 1760 w 2332"/>
                <a:gd name="T115" fmla="*/ 561 h 561"/>
                <a:gd name="T116" fmla="*/ 1951 w 2332"/>
                <a:gd name="T117" fmla="*/ 561 h 561"/>
                <a:gd name="T118" fmla="*/ 2153 w 2332"/>
                <a:gd name="T119" fmla="*/ 561 h 561"/>
                <a:gd name="T120" fmla="*/ 2332 w 2332"/>
                <a:gd name="T121" fmla="*/ 561 h 5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332" h="561">
                  <a:moveTo>
                    <a:pt x="2332" y="549"/>
                  </a:moveTo>
                  <a:lnTo>
                    <a:pt x="2332" y="549"/>
                  </a:lnTo>
                  <a:lnTo>
                    <a:pt x="2332" y="525"/>
                  </a:lnTo>
                  <a:lnTo>
                    <a:pt x="2332" y="525"/>
                  </a:lnTo>
                  <a:lnTo>
                    <a:pt x="2332" y="518"/>
                  </a:lnTo>
                  <a:lnTo>
                    <a:pt x="2332" y="513"/>
                  </a:lnTo>
                  <a:lnTo>
                    <a:pt x="2332" y="513"/>
                  </a:lnTo>
                  <a:lnTo>
                    <a:pt x="2325" y="513"/>
                  </a:lnTo>
                  <a:lnTo>
                    <a:pt x="2320" y="513"/>
                  </a:lnTo>
                  <a:lnTo>
                    <a:pt x="2320" y="513"/>
                  </a:lnTo>
                  <a:lnTo>
                    <a:pt x="2309" y="513"/>
                  </a:lnTo>
                  <a:lnTo>
                    <a:pt x="2309" y="513"/>
                  </a:lnTo>
                  <a:lnTo>
                    <a:pt x="2297" y="513"/>
                  </a:lnTo>
                  <a:lnTo>
                    <a:pt x="2297" y="513"/>
                  </a:lnTo>
                  <a:lnTo>
                    <a:pt x="2271" y="513"/>
                  </a:lnTo>
                  <a:lnTo>
                    <a:pt x="2271" y="513"/>
                  </a:lnTo>
                  <a:lnTo>
                    <a:pt x="2259" y="513"/>
                  </a:lnTo>
                  <a:lnTo>
                    <a:pt x="2259" y="513"/>
                  </a:lnTo>
                  <a:lnTo>
                    <a:pt x="2236" y="513"/>
                  </a:lnTo>
                  <a:lnTo>
                    <a:pt x="2236" y="513"/>
                  </a:lnTo>
                  <a:lnTo>
                    <a:pt x="2188" y="513"/>
                  </a:lnTo>
                  <a:lnTo>
                    <a:pt x="2188" y="513"/>
                  </a:lnTo>
                  <a:lnTo>
                    <a:pt x="2188" y="502"/>
                  </a:lnTo>
                  <a:lnTo>
                    <a:pt x="2188" y="502"/>
                  </a:lnTo>
                  <a:lnTo>
                    <a:pt x="2188" y="490"/>
                  </a:lnTo>
                  <a:lnTo>
                    <a:pt x="2188" y="490"/>
                  </a:lnTo>
                  <a:lnTo>
                    <a:pt x="2188" y="483"/>
                  </a:lnTo>
                  <a:lnTo>
                    <a:pt x="2188" y="478"/>
                  </a:lnTo>
                  <a:lnTo>
                    <a:pt x="2188" y="478"/>
                  </a:lnTo>
                  <a:lnTo>
                    <a:pt x="2184" y="478"/>
                  </a:lnTo>
                  <a:lnTo>
                    <a:pt x="2177" y="478"/>
                  </a:lnTo>
                  <a:lnTo>
                    <a:pt x="2177" y="478"/>
                  </a:lnTo>
                  <a:lnTo>
                    <a:pt x="2177" y="476"/>
                  </a:lnTo>
                  <a:lnTo>
                    <a:pt x="2177" y="471"/>
                  </a:lnTo>
                  <a:lnTo>
                    <a:pt x="2177" y="469"/>
                  </a:lnTo>
                  <a:lnTo>
                    <a:pt x="2177" y="466"/>
                  </a:lnTo>
                  <a:lnTo>
                    <a:pt x="2177" y="466"/>
                  </a:lnTo>
                  <a:lnTo>
                    <a:pt x="2174" y="464"/>
                  </a:lnTo>
                  <a:lnTo>
                    <a:pt x="2172" y="466"/>
                  </a:lnTo>
                  <a:lnTo>
                    <a:pt x="2167" y="466"/>
                  </a:lnTo>
                  <a:lnTo>
                    <a:pt x="2165" y="466"/>
                  </a:lnTo>
                  <a:lnTo>
                    <a:pt x="2165" y="466"/>
                  </a:lnTo>
                  <a:lnTo>
                    <a:pt x="2165" y="464"/>
                  </a:lnTo>
                  <a:lnTo>
                    <a:pt x="2165" y="459"/>
                  </a:lnTo>
                  <a:lnTo>
                    <a:pt x="2165" y="452"/>
                  </a:lnTo>
                  <a:lnTo>
                    <a:pt x="2165" y="452"/>
                  </a:lnTo>
                  <a:lnTo>
                    <a:pt x="2153" y="452"/>
                  </a:lnTo>
                  <a:lnTo>
                    <a:pt x="2153" y="452"/>
                  </a:lnTo>
                  <a:lnTo>
                    <a:pt x="2130" y="452"/>
                  </a:lnTo>
                  <a:lnTo>
                    <a:pt x="2130" y="452"/>
                  </a:lnTo>
                  <a:lnTo>
                    <a:pt x="2082" y="452"/>
                  </a:lnTo>
                  <a:lnTo>
                    <a:pt x="2082" y="452"/>
                  </a:lnTo>
                  <a:lnTo>
                    <a:pt x="2059" y="452"/>
                  </a:lnTo>
                  <a:lnTo>
                    <a:pt x="2059" y="452"/>
                  </a:lnTo>
                  <a:lnTo>
                    <a:pt x="2052" y="452"/>
                  </a:lnTo>
                  <a:lnTo>
                    <a:pt x="2047" y="452"/>
                  </a:lnTo>
                  <a:lnTo>
                    <a:pt x="2047" y="452"/>
                  </a:lnTo>
                  <a:lnTo>
                    <a:pt x="2045" y="455"/>
                  </a:lnTo>
                  <a:lnTo>
                    <a:pt x="2047" y="459"/>
                  </a:lnTo>
                  <a:lnTo>
                    <a:pt x="2047" y="466"/>
                  </a:lnTo>
                  <a:lnTo>
                    <a:pt x="2047" y="466"/>
                  </a:lnTo>
                  <a:lnTo>
                    <a:pt x="2040" y="466"/>
                  </a:lnTo>
                  <a:lnTo>
                    <a:pt x="2035" y="466"/>
                  </a:lnTo>
                  <a:lnTo>
                    <a:pt x="2035" y="466"/>
                  </a:lnTo>
                  <a:lnTo>
                    <a:pt x="2035" y="452"/>
                  </a:lnTo>
                  <a:lnTo>
                    <a:pt x="2035" y="452"/>
                  </a:lnTo>
                  <a:lnTo>
                    <a:pt x="2028" y="452"/>
                  </a:lnTo>
                  <a:lnTo>
                    <a:pt x="2021" y="452"/>
                  </a:lnTo>
                  <a:lnTo>
                    <a:pt x="2021" y="452"/>
                  </a:lnTo>
                  <a:lnTo>
                    <a:pt x="2009" y="452"/>
                  </a:lnTo>
                  <a:lnTo>
                    <a:pt x="2009" y="452"/>
                  </a:lnTo>
                  <a:lnTo>
                    <a:pt x="2005" y="452"/>
                  </a:lnTo>
                  <a:lnTo>
                    <a:pt x="2000" y="452"/>
                  </a:lnTo>
                  <a:lnTo>
                    <a:pt x="1998" y="452"/>
                  </a:lnTo>
                  <a:lnTo>
                    <a:pt x="1998" y="452"/>
                  </a:lnTo>
                  <a:lnTo>
                    <a:pt x="1998" y="459"/>
                  </a:lnTo>
                  <a:lnTo>
                    <a:pt x="1998" y="466"/>
                  </a:lnTo>
                  <a:lnTo>
                    <a:pt x="1998" y="466"/>
                  </a:lnTo>
                  <a:lnTo>
                    <a:pt x="1993" y="466"/>
                  </a:lnTo>
                  <a:lnTo>
                    <a:pt x="1986" y="466"/>
                  </a:lnTo>
                  <a:lnTo>
                    <a:pt x="1986" y="466"/>
                  </a:lnTo>
                  <a:lnTo>
                    <a:pt x="1962" y="466"/>
                  </a:lnTo>
                  <a:lnTo>
                    <a:pt x="1962" y="466"/>
                  </a:lnTo>
                  <a:lnTo>
                    <a:pt x="1951" y="466"/>
                  </a:lnTo>
                  <a:lnTo>
                    <a:pt x="1951" y="466"/>
                  </a:lnTo>
                  <a:lnTo>
                    <a:pt x="1939" y="466"/>
                  </a:lnTo>
                  <a:lnTo>
                    <a:pt x="1939" y="466"/>
                  </a:lnTo>
                  <a:lnTo>
                    <a:pt x="1932" y="466"/>
                  </a:lnTo>
                  <a:lnTo>
                    <a:pt x="1927" y="466"/>
                  </a:lnTo>
                  <a:lnTo>
                    <a:pt x="1927" y="466"/>
                  </a:lnTo>
                  <a:lnTo>
                    <a:pt x="1927" y="464"/>
                  </a:lnTo>
                  <a:lnTo>
                    <a:pt x="1927" y="459"/>
                  </a:lnTo>
                  <a:lnTo>
                    <a:pt x="1927" y="452"/>
                  </a:lnTo>
                  <a:lnTo>
                    <a:pt x="1927" y="452"/>
                  </a:lnTo>
                  <a:lnTo>
                    <a:pt x="1903" y="452"/>
                  </a:lnTo>
                  <a:lnTo>
                    <a:pt x="1903" y="452"/>
                  </a:lnTo>
                  <a:lnTo>
                    <a:pt x="1903" y="459"/>
                  </a:lnTo>
                  <a:lnTo>
                    <a:pt x="1903" y="464"/>
                  </a:lnTo>
                  <a:lnTo>
                    <a:pt x="1903" y="466"/>
                  </a:lnTo>
                  <a:lnTo>
                    <a:pt x="1903" y="466"/>
                  </a:lnTo>
                  <a:lnTo>
                    <a:pt x="1901" y="466"/>
                  </a:lnTo>
                  <a:lnTo>
                    <a:pt x="1896" y="466"/>
                  </a:lnTo>
                  <a:lnTo>
                    <a:pt x="1894" y="464"/>
                  </a:lnTo>
                  <a:lnTo>
                    <a:pt x="1892" y="466"/>
                  </a:lnTo>
                  <a:lnTo>
                    <a:pt x="1892" y="466"/>
                  </a:lnTo>
                  <a:lnTo>
                    <a:pt x="1892" y="469"/>
                  </a:lnTo>
                  <a:lnTo>
                    <a:pt x="1892" y="471"/>
                  </a:lnTo>
                  <a:lnTo>
                    <a:pt x="1892" y="478"/>
                  </a:lnTo>
                  <a:lnTo>
                    <a:pt x="1892" y="478"/>
                  </a:lnTo>
                  <a:lnTo>
                    <a:pt x="1880" y="478"/>
                  </a:lnTo>
                  <a:lnTo>
                    <a:pt x="1880" y="478"/>
                  </a:lnTo>
                  <a:lnTo>
                    <a:pt x="1868" y="478"/>
                  </a:lnTo>
                  <a:lnTo>
                    <a:pt x="1868" y="478"/>
                  </a:lnTo>
                  <a:lnTo>
                    <a:pt x="1844" y="478"/>
                  </a:lnTo>
                  <a:lnTo>
                    <a:pt x="1844" y="478"/>
                  </a:lnTo>
                  <a:lnTo>
                    <a:pt x="1844" y="466"/>
                  </a:lnTo>
                  <a:lnTo>
                    <a:pt x="1844" y="466"/>
                  </a:lnTo>
                  <a:lnTo>
                    <a:pt x="1844" y="452"/>
                  </a:lnTo>
                  <a:lnTo>
                    <a:pt x="1844" y="452"/>
                  </a:lnTo>
                  <a:lnTo>
                    <a:pt x="1844" y="440"/>
                  </a:lnTo>
                  <a:lnTo>
                    <a:pt x="1844" y="440"/>
                  </a:lnTo>
                  <a:lnTo>
                    <a:pt x="1844" y="436"/>
                  </a:lnTo>
                  <a:lnTo>
                    <a:pt x="1844" y="429"/>
                  </a:lnTo>
                  <a:lnTo>
                    <a:pt x="1844" y="429"/>
                  </a:lnTo>
                  <a:lnTo>
                    <a:pt x="1842" y="429"/>
                  </a:lnTo>
                  <a:lnTo>
                    <a:pt x="1837" y="429"/>
                  </a:lnTo>
                  <a:lnTo>
                    <a:pt x="1833" y="429"/>
                  </a:lnTo>
                  <a:lnTo>
                    <a:pt x="1833" y="429"/>
                  </a:lnTo>
                  <a:lnTo>
                    <a:pt x="1833" y="405"/>
                  </a:lnTo>
                  <a:lnTo>
                    <a:pt x="1833" y="405"/>
                  </a:lnTo>
                  <a:lnTo>
                    <a:pt x="1821" y="405"/>
                  </a:lnTo>
                  <a:lnTo>
                    <a:pt x="1821" y="405"/>
                  </a:lnTo>
                  <a:lnTo>
                    <a:pt x="1797" y="405"/>
                  </a:lnTo>
                  <a:lnTo>
                    <a:pt x="1797" y="405"/>
                  </a:lnTo>
                  <a:lnTo>
                    <a:pt x="1797" y="393"/>
                  </a:lnTo>
                  <a:lnTo>
                    <a:pt x="1797" y="393"/>
                  </a:lnTo>
                  <a:lnTo>
                    <a:pt x="1797" y="346"/>
                  </a:lnTo>
                  <a:lnTo>
                    <a:pt x="1797" y="346"/>
                  </a:lnTo>
                  <a:lnTo>
                    <a:pt x="1797" y="252"/>
                  </a:lnTo>
                  <a:lnTo>
                    <a:pt x="1797" y="252"/>
                  </a:lnTo>
                  <a:lnTo>
                    <a:pt x="1797" y="240"/>
                  </a:lnTo>
                  <a:lnTo>
                    <a:pt x="1797" y="240"/>
                  </a:lnTo>
                  <a:lnTo>
                    <a:pt x="1797" y="228"/>
                  </a:lnTo>
                  <a:lnTo>
                    <a:pt x="1797" y="228"/>
                  </a:lnTo>
                  <a:lnTo>
                    <a:pt x="1797" y="217"/>
                  </a:lnTo>
                  <a:lnTo>
                    <a:pt x="1797" y="217"/>
                  </a:lnTo>
                  <a:lnTo>
                    <a:pt x="1795" y="209"/>
                  </a:lnTo>
                  <a:lnTo>
                    <a:pt x="1797" y="202"/>
                  </a:lnTo>
                  <a:lnTo>
                    <a:pt x="1797" y="202"/>
                  </a:lnTo>
                  <a:lnTo>
                    <a:pt x="1800" y="202"/>
                  </a:lnTo>
                  <a:lnTo>
                    <a:pt x="1802" y="202"/>
                  </a:lnTo>
                  <a:lnTo>
                    <a:pt x="1809" y="202"/>
                  </a:lnTo>
                  <a:lnTo>
                    <a:pt x="1809" y="202"/>
                  </a:lnTo>
                  <a:lnTo>
                    <a:pt x="1809" y="179"/>
                  </a:lnTo>
                  <a:lnTo>
                    <a:pt x="1809" y="179"/>
                  </a:lnTo>
                  <a:lnTo>
                    <a:pt x="1783" y="179"/>
                  </a:lnTo>
                  <a:lnTo>
                    <a:pt x="1783" y="179"/>
                  </a:lnTo>
                  <a:lnTo>
                    <a:pt x="1771" y="179"/>
                  </a:lnTo>
                  <a:lnTo>
                    <a:pt x="1771" y="179"/>
                  </a:lnTo>
                  <a:lnTo>
                    <a:pt x="1748" y="179"/>
                  </a:lnTo>
                  <a:lnTo>
                    <a:pt x="1748" y="179"/>
                  </a:lnTo>
                  <a:lnTo>
                    <a:pt x="1748" y="167"/>
                  </a:lnTo>
                  <a:lnTo>
                    <a:pt x="1748" y="167"/>
                  </a:lnTo>
                  <a:lnTo>
                    <a:pt x="1750" y="162"/>
                  </a:lnTo>
                  <a:lnTo>
                    <a:pt x="1748" y="155"/>
                  </a:lnTo>
                  <a:lnTo>
                    <a:pt x="1748" y="155"/>
                  </a:lnTo>
                  <a:lnTo>
                    <a:pt x="1743" y="155"/>
                  </a:lnTo>
                  <a:lnTo>
                    <a:pt x="1736" y="155"/>
                  </a:lnTo>
                  <a:lnTo>
                    <a:pt x="1736" y="155"/>
                  </a:lnTo>
                  <a:lnTo>
                    <a:pt x="1724" y="155"/>
                  </a:lnTo>
                  <a:lnTo>
                    <a:pt x="1724" y="155"/>
                  </a:lnTo>
                  <a:lnTo>
                    <a:pt x="1701" y="155"/>
                  </a:lnTo>
                  <a:lnTo>
                    <a:pt x="1701" y="155"/>
                  </a:lnTo>
                  <a:lnTo>
                    <a:pt x="1654" y="155"/>
                  </a:lnTo>
                  <a:lnTo>
                    <a:pt x="1654" y="155"/>
                  </a:lnTo>
                  <a:lnTo>
                    <a:pt x="1642" y="155"/>
                  </a:lnTo>
                  <a:lnTo>
                    <a:pt x="1642" y="155"/>
                  </a:lnTo>
                  <a:lnTo>
                    <a:pt x="1635" y="155"/>
                  </a:lnTo>
                  <a:lnTo>
                    <a:pt x="1630" y="155"/>
                  </a:lnTo>
                  <a:lnTo>
                    <a:pt x="1630" y="155"/>
                  </a:lnTo>
                  <a:lnTo>
                    <a:pt x="1630" y="158"/>
                  </a:lnTo>
                  <a:lnTo>
                    <a:pt x="1630" y="162"/>
                  </a:lnTo>
                  <a:lnTo>
                    <a:pt x="1630" y="167"/>
                  </a:lnTo>
                  <a:lnTo>
                    <a:pt x="1630" y="167"/>
                  </a:lnTo>
                  <a:lnTo>
                    <a:pt x="1607" y="167"/>
                  </a:lnTo>
                  <a:lnTo>
                    <a:pt x="1607" y="167"/>
                  </a:lnTo>
                  <a:lnTo>
                    <a:pt x="1607" y="179"/>
                  </a:lnTo>
                  <a:lnTo>
                    <a:pt x="1607" y="179"/>
                  </a:lnTo>
                  <a:lnTo>
                    <a:pt x="1607" y="186"/>
                  </a:lnTo>
                  <a:lnTo>
                    <a:pt x="1607" y="191"/>
                  </a:lnTo>
                  <a:lnTo>
                    <a:pt x="1607" y="191"/>
                  </a:lnTo>
                  <a:lnTo>
                    <a:pt x="1611" y="191"/>
                  </a:lnTo>
                  <a:lnTo>
                    <a:pt x="1618" y="191"/>
                  </a:lnTo>
                  <a:lnTo>
                    <a:pt x="1618" y="191"/>
                  </a:lnTo>
                  <a:lnTo>
                    <a:pt x="1618" y="202"/>
                  </a:lnTo>
                  <a:lnTo>
                    <a:pt x="1618" y="202"/>
                  </a:lnTo>
                  <a:lnTo>
                    <a:pt x="1618" y="228"/>
                  </a:lnTo>
                  <a:lnTo>
                    <a:pt x="1618" y="228"/>
                  </a:lnTo>
                  <a:lnTo>
                    <a:pt x="1611" y="228"/>
                  </a:lnTo>
                  <a:lnTo>
                    <a:pt x="1607" y="228"/>
                  </a:lnTo>
                  <a:lnTo>
                    <a:pt x="1607" y="228"/>
                  </a:lnTo>
                  <a:lnTo>
                    <a:pt x="1599" y="226"/>
                  </a:lnTo>
                  <a:lnTo>
                    <a:pt x="1595" y="228"/>
                  </a:lnTo>
                  <a:lnTo>
                    <a:pt x="1595" y="228"/>
                  </a:lnTo>
                  <a:lnTo>
                    <a:pt x="1588" y="228"/>
                  </a:lnTo>
                  <a:lnTo>
                    <a:pt x="1583" y="228"/>
                  </a:lnTo>
                  <a:lnTo>
                    <a:pt x="1583" y="228"/>
                  </a:lnTo>
                  <a:lnTo>
                    <a:pt x="1583" y="221"/>
                  </a:lnTo>
                  <a:lnTo>
                    <a:pt x="1583" y="217"/>
                  </a:lnTo>
                  <a:lnTo>
                    <a:pt x="1583" y="217"/>
                  </a:lnTo>
                  <a:lnTo>
                    <a:pt x="1583" y="217"/>
                  </a:lnTo>
                  <a:lnTo>
                    <a:pt x="1581" y="214"/>
                  </a:lnTo>
                  <a:lnTo>
                    <a:pt x="1583" y="209"/>
                  </a:lnTo>
                  <a:lnTo>
                    <a:pt x="1583" y="202"/>
                  </a:lnTo>
                  <a:lnTo>
                    <a:pt x="1583" y="202"/>
                  </a:lnTo>
                  <a:lnTo>
                    <a:pt x="1576" y="202"/>
                  </a:lnTo>
                  <a:lnTo>
                    <a:pt x="1571" y="202"/>
                  </a:lnTo>
                  <a:lnTo>
                    <a:pt x="1571" y="202"/>
                  </a:lnTo>
                  <a:lnTo>
                    <a:pt x="1559" y="202"/>
                  </a:lnTo>
                  <a:lnTo>
                    <a:pt x="1559" y="202"/>
                  </a:lnTo>
                  <a:lnTo>
                    <a:pt x="1548" y="202"/>
                  </a:lnTo>
                  <a:lnTo>
                    <a:pt x="1548" y="202"/>
                  </a:lnTo>
                  <a:lnTo>
                    <a:pt x="1522" y="202"/>
                  </a:lnTo>
                  <a:lnTo>
                    <a:pt x="1522" y="202"/>
                  </a:lnTo>
                  <a:lnTo>
                    <a:pt x="1510" y="202"/>
                  </a:lnTo>
                  <a:lnTo>
                    <a:pt x="1510" y="202"/>
                  </a:lnTo>
                  <a:lnTo>
                    <a:pt x="1505" y="202"/>
                  </a:lnTo>
                  <a:lnTo>
                    <a:pt x="1498" y="202"/>
                  </a:lnTo>
                  <a:lnTo>
                    <a:pt x="1498" y="202"/>
                  </a:lnTo>
                  <a:lnTo>
                    <a:pt x="1498" y="209"/>
                  </a:lnTo>
                  <a:lnTo>
                    <a:pt x="1498" y="217"/>
                  </a:lnTo>
                  <a:lnTo>
                    <a:pt x="1498" y="217"/>
                  </a:lnTo>
                  <a:lnTo>
                    <a:pt x="1493" y="217"/>
                  </a:lnTo>
                  <a:lnTo>
                    <a:pt x="1486" y="217"/>
                  </a:lnTo>
                  <a:lnTo>
                    <a:pt x="1486" y="217"/>
                  </a:lnTo>
                  <a:lnTo>
                    <a:pt x="1475" y="217"/>
                  </a:lnTo>
                  <a:lnTo>
                    <a:pt x="1475" y="217"/>
                  </a:lnTo>
                  <a:lnTo>
                    <a:pt x="1451" y="217"/>
                  </a:lnTo>
                  <a:lnTo>
                    <a:pt x="1451" y="217"/>
                  </a:lnTo>
                  <a:lnTo>
                    <a:pt x="1451" y="228"/>
                  </a:lnTo>
                  <a:lnTo>
                    <a:pt x="1451" y="228"/>
                  </a:lnTo>
                  <a:lnTo>
                    <a:pt x="1451" y="252"/>
                  </a:lnTo>
                  <a:lnTo>
                    <a:pt x="1451" y="252"/>
                  </a:lnTo>
                  <a:lnTo>
                    <a:pt x="1451" y="275"/>
                  </a:lnTo>
                  <a:lnTo>
                    <a:pt x="1451" y="275"/>
                  </a:lnTo>
                  <a:lnTo>
                    <a:pt x="1451" y="287"/>
                  </a:lnTo>
                  <a:lnTo>
                    <a:pt x="1451" y="287"/>
                  </a:lnTo>
                  <a:lnTo>
                    <a:pt x="1451" y="311"/>
                  </a:lnTo>
                  <a:lnTo>
                    <a:pt x="1451" y="311"/>
                  </a:lnTo>
                  <a:lnTo>
                    <a:pt x="1451" y="323"/>
                  </a:lnTo>
                  <a:lnTo>
                    <a:pt x="1451" y="323"/>
                  </a:lnTo>
                  <a:lnTo>
                    <a:pt x="1451" y="334"/>
                  </a:lnTo>
                  <a:lnTo>
                    <a:pt x="1451" y="334"/>
                  </a:lnTo>
                  <a:lnTo>
                    <a:pt x="1451" y="341"/>
                  </a:lnTo>
                  <a:lnTo>
                    <a:pt x="1451" y="346"/>
                  </a:lnTo>
                  <a:lnTo>
                    <a:pt x="1451" y="346"/>
                  </a:lnTo>
                  <a:lnTo>
                    <a:pt x="1449" y="346"/>
                  </a:lnTo>
                  <a:lnTo>
                    <a:pt x="1446" y="346"/>
                  </a:lnTo>
                  <a:lnTo>
                    <a:pt x="1439" y="346"/>
                  </a:lnTo>
                  <a:lnTo>
                    <a:pt x="1439" y="346"/>
                  </a:lnTo>
                  <a:lnTo>
                    <a:pt x="1439" y="353"/>
                  </a:lnTo>
                  <a:lnTo>
                    <a:pt x="1439" y="356"/>
                  </a:lnTo>
                  <a:lnTo>
                    <a:pt x="1439" y="358"/>
                  </a:lnTo>
                  <a:lnTo>
                    <a:pt x="1439" y="358"/>
                  </a:lnTo>
                  <a:lnTo>
                    <a:pt x="1435" y="358"/>
                  </a:lnTo>
                  <a:lnTo>
                    <a:pt x="1427" y="358"/>
                  </a:lnTo>
                  <a:lnTo>
                    <a:pt x="1427" y="358"/>
                  </a:lnTo>
                  <a:lnTo>
                    <a:pt x="1420" y="358"/>
                  </a:lnTo>
                  <a:lnTo>
                    <a:pt x="1416" y="358"/>
                  </a:lnTo>
                  <a:lnTo>
                    <a:pt x="1416" y="358"/>
                  </a:lnTo>
                  <a:lnTo>
                    <a:pt x="1416" y="353"/>
                  </a:lnTo>
                  <a:lnTo>
                    <a:pt x="1416" y="346"/>
                  </a:lnTo>
                  <a:lnTo>
                    <a:pt x="1416" y="346"/>
                  </a:lnTo>
                  <a:lnTo>
                    <a:pt x="1416" y="334"/>
                  </a:lnTo>
                  <a:lnTo>
                    <a:pt x="1416" y="334"/>
                  </a:lnTo>
                  <a:lnTo>
                    <a:pt x="1416" y="323"/>
                  </a:lnTo>
                  <a:lnTo>
                    <a:pt x="1416" y="323"/>
                  </a:lnTo>
                  <a:lnTo>
                    <a:pt x="1392" y="323"/>
                  </a:lnTo>
                  <a:lnTo>
                    <a:pt x="1392" y="323"/>
                  </a:lnTo>
                  <a:lnTo>
                    <a:pt x="1380" y="323"/>
                  </a:lnTo>
                  <a:lnTo>
                    <a:pt x="1380" y="323"/>
                  </a:lnTo>
                  <a:lnTo>
                    <a:pt x="1357" y="323"/>
                  </a:lnTo>
                  <a:lnTo>
                    <a:pt x="1357" y="323"/>
                  </a:lnTo>
                  <a:lnTo>
                    <a:pt x="1357" y="311"/>
                  </a:lnTo>
                  <a:lnTo>
                    <a:pt x="1357" y="311"/>
                  </a:lnTo>
                  <a:lnTo>
                    <a:pt x="1357" y="299"/>
                  </a:lnTo>
                  <a:lnTo>
                    <a:pt x="1357" y="299"/>
                  </a:lnTo>
                  <a:lnTo>
                    <a:pt x="1357" y="275"/>
                  </a:lnTo>
                  <a:lnTo>
                    <a:pt x="1357" y="275"/>
                  </a:lnTo>
                  <a:lnTo>
                    <a:pt x="1357" y="264"/>
                  </a:lnTo>
                  <a:lnTo>
                    <a:pt x="1357" y="264"/>
                  </a:lnTo>
                  <a:lnTo>
                    <a:pt x="1357" y="240"/>
                  </a:lnTo>
                  <a:lnTo>
                    <a:pt x="1357" y="240"/>
                  </a:lnTo>
                  <a:lnTo>
                    <a:pt x="1357" y="228"/>
                  </a:lnTo>
                  <a:lnTo>
                    <a:pt x="1357" y="228"/>
                  </a:lnTo>
                  <a:lnTo>
                    <a:pt x="1357" y="202"/>
                  </a:lnTo>
                  <a:lnTo>
                    <a:pt x="1357" y="202"/>
                  </a:lnTo>
                  <a:lnTo>
                    <a:pt x="1357" y="191"/>
                  </a:lnTo>
                  <a:lnTo>
                    <a:pt x="1357" y="191"/>
                  </a:lnTo>
                  <a:lnTo>
                    <a:pt x="1357" y="167"/>
                  </a:lnTo>
                  <a:lnTo>
                    <a:pt x="1357" y="167"/>
                  </a:lnTo>
                  <a:lnTo>
                    <a:pt x="1357" y="144"/>
                  </a:lnTo>
                  <a:lnTo>
                    <a:pt x="1357" y="144"/>
                  </a:lnTo>
                  <a:lnTo>
                    <a:pt x="1357" y="132"/>
                  </a:lnTo>
                  <a:lnTo>
                    <a:pt x="1357" y="132"/>
                  </a:lnTo>
                  <a:lnTo>
                    <a:pt x="1357" y="108"/>
                  </a:lnTo>
                  <a:lnTo>
                    <a:pt x="1357" y="108"/>
                  </a:lnTo>
                  <a:lnTo>
                    <a:pt x="1357" y="85"/>
                  </a:lnTo>
                  <a:lnTo>
                    <a:pt x="1357" y="85"/>
                  </a:lnTo>
                  <a:lnTo>
                    <a:pt x="1345" y="85"/>
                  </a:lnTo>
                  <a:lnTo>
                    <a:pt x="1345" y="85"/>
                  </a:lnTo>
                  <a:lnTo>
                    <a:pt x="1321" y="85"/>
                  </a:lnTo>
                  <a:lnTo>
                    <a:pt x="1321" y="85"/>
                  </a:lnTo>
                  <a:lnTo>
                    <a:pt x="1321" y="78"/>
                  </a:lnTo>
                  <a:lnTo>
                    <a:pt x="1321" y="75"/>
                  </a:lnTo>
                  <a:lnTo>
                    <a:pt x="1321" y="73"/>
                  </a:lnTo>
                  <a:lnTo>
                    <a:pt x="1321" y="73"/>
                  </a:lnTo>
                  <a:lnTo>
                    <a:pt x="1314" y="73"/>
                  </a:lnTo>
                  <a:lnTo>
                    <a:pt x="1310" y="73"/>
                  </a:lnTo>
                  <a:lnTo>
                    <a:pt x="1310" y="73"/>
                  </a:lnTo>
                  <a:lnTo>
                    <a:pt x="1303" y="73"/>
                  </a:lnTo>
                  <a:lnTo>
                    <a:pt x="1298" y="73"/>
                  </a:lnTo>
                  <a:lnTo>
                    <a:pt x="1298" y="73"/>
                  </a:lnTo>
                  <a:lnTo>
                    <a:pt x="1296" y="68"/>
                  </a:lnTo>
                  <a:lnTo>
                    <a:pt x="1298" y="61"/>
                  </a:lnTo>
                  <a:lnTo>
                    <a:pt x="1298" y="61"/>
                  </a:lnTo>
                  <a:lnTo>
                    <a:pt x="1284" y="61"/>
                  </a:lnTo>
                  <a:lnTo>
                    <a:pt x="1284" y="61"/>
                  </a:lnTo>
                  <a:lnTo>
                    <a:pt x="1272" y="61"/>
                  </a:lnTo>
                  <a:lnTo>
                    <a:pt x="1272" y="61"/>
                  </a:lnTo>
                  <a:lnTo>
                    <a:pt x="1260" y="61"/>
                  </a:lnTo>
                  <a:lnTo>
                    <a:pt x="1260" y="61"/>
                  </a:lnTo>
                  <a:lnTo>
                    <a:pt x="1248" y="61"/>
                  </a:lnTo>
                  <a:lnTo>
                    <a:pt x="1248" y="61"/>
                  </a:lnTo>
                  <a:lnTo>
                    <a:pt x="1244" y="61"/>
                  </a:lnTo>
                  <a:lnTo>
                    <a:pt x="1237" y="61"/>
                  </a:lnTo>
                  <a:lnTo>
                    <a:pt x="1237" y="61"/>
                  </a:lnTo>
                  <a:lnTo>
                    <a:pt x="1232" y="61"/>
                  </a:lnTo>
                  <a:lnTo>
                    <a:pt x="1225" y="61"/>
                  </a:lnTo>
                  <a:lnTo>
                    <a:pt x="1225" y="61"/>
                  </a:lnTo>
                  <a:lnTo>
                    <a:pt x="1225" y="63"/>
                  </a:lnTo>
                  <a:lnTo>
                    <a:pt x="1225" y="66"/>
                  </a:lnTo>
                  <a:lnTo>
                    <a:pt x="1225" y="70"/>
                  </a:lnTo>
                  <a:lnTo>
                    <a:pt x="1225" y="73"/>
                  </a:lnTo>
                  <a:lnTo>
                    <a:pt x="1225" y="73"/>
                  </a:lnTo>
                  <a:lnTo>
                    <a:pt x="1222" y="73"/>
                  </a:lnTo>
                  <a:lnTo>
                    <a:pt x="1220" y="73"/>
                  </a:lnTo>
                  <a:lnTo>
                    <a:pt x="1213" y="73"/>
                  </a:lnTo>
                  <a:lnTo>
                    <a:pt x="1213" y="73"/>
                  </a:lnTo>
                  <a:lnTo>
                    <a:pt x="1213" y="75"/>
                  </a:lnTo>
                  <a:lnTo>
                    <a:pt x="1213" y="78"/>
                  </a:lnTo>
                  <a:lnTo>
                    <a:pt x="1213" y="85"/>
                  </a:lnTo>
                  <a:lnTo>
                    <a:pt x="1213" y="85"/>
                  </a:lnTo>
                  <a:lnTo>
                    <a:pt x="1211" y="85"/>
                  </a:lnTo>
                  <a:lnTo>
                    <a:pt x="1208" y="85"/>
                  </a:lnTo>
                  <a:lnTo>
                    <a:pt x="1204" y="85"/>
                  </a:lnTo>
                  <a:lnTo>
                    <a:pt x="1201" y="85"/>
                  </a:lnTo>
                  <a:lnTo>
                    <a:pt x="1201" y="85"/>
                  </a:lnTo>
                  <a:lnTo>
                    <a:pt x="1201" y="87"/>
                  </a:lnTo>
                  <a:lnTo>
                    <a:pt x="1201" y="89"/>
                  </a:lnTo>
                  <a:lnTo>
                    <a:pt x="1201" y="96"/>
                  </a:lnTo>
                  <a:lnTo>
                    <a:pt x="1201" y="96"/>
                  </a:lnTo>
                  <a:lnTo>
                    <a:pt x="1199" y="96"/>
                  </a:lnTo>
                  <a:lnTo>
                    <a:pt x="1197" y="96"/>
                  </a:lnTo>
                  <a:lnTo>
                    <a:pt x="1189" y="96"/>
                  </a:lnTo>
                  <a:lnTo>
                    <a:pt x="1189" y="96"/>
                  </a:lnTo>
                  <a:lnTo>
                    <a:pt x="1189" y="99"/>
                  </a:lnTo>
                  <a:lnTo>
                    <a:pt x="1189" y="103"/>
                  </a:lnTo>
                  <a:lnTo>
                    <a:pt x="1189" y="106"/>
                  </a:lnTo>
                  <a:lnTo>
                    <a:pt x="1189" y="108"/>
                  </a:lnTo>
                  <a:lnTo>
                    <a:pt x="1189" y="108"/>
                  </a:lnTo>
                  <a:lnTo>
                    <a:pt x="1187" y="108"/>
                  </a:lnTo>
                  <a:lnTo>
                    <a:pt x="1185" y="108"/>
                  </a:lnTo>
                  <a:lnTo>
                    <a:pt x="1178" y="108"/>
                  </a:lnTo>
                  <a:lnTo>
                    <a:pt x="1178" y="108"/>
                  </a:lnTo>
                  <a:lnTo>
                    <a:pt x="1178" y="111"/>
                  </a:lnTo>
                  <a:lnTo>
                    <a:pt x="1178" y="115"/>
                  </a:lnTo>
                  <a:lnTo>
                    <a:pt x="1178" y="120"/>
                  </a:lnTo>
                  <a:lnTo>
                    <a:pt x="1178" y="120"/>
                  </a:lnTo>
                  <a:lnTo>
                    <a:pt x="1175" y="120"/>
                  </a:lnTo>
                  <a:lnTo>
                    <a:pt x="1173" y="120"/>
                  </a:lnTo>
                  <a:lnTo>
                    <a:pt x="1166" y="120"/>
                  </a:lnTo>
                  <a:lnTo>
                    <a:pt x="1166" y="120"/>
                  </a:lnTo>
                  <a:lnTo>
                    <a:pt x="1166" y="132"/>
                  </a:lnTo>
                  <a:lnTo>
                    <a:pt x="1166" y="132"/>
                  </a:lnTo>
                  <a:lnTo>
                    <a:pt x="1166" y="155"/>
                  </a:lnTo>
                  <a:lnTo>
                    <a:pt x="1166" y="155"/>
                  </a:lnTo>
                  <a:lnTo>
                    <a:pt x="1166" y="167"/>
                  </a:lnTo>
                  <a:lnTo>
                    <a:pt x="1166" y="167"/>
                  </a:lnTo>
                  <a:lnTo>
                    <a:pt x="1166" y="191"/>
                  </a:lnTo>
                  <a:lnTo>
                    <a:pt x="1166" y="191"/>
                  </a:lnTo>
                  <a:lnTo>
                    <a:pt x="1166" y="202"/>
                  </a:lnTo>
                  <a:lnTo>
                    <a:pt x="1166" y="202"/>
                  </a:lnTo>
                  <a:lnTo>
                    <a:pt x="1166" y="228"/>
                  </a:lnTo>
                  <a:lnTo>
                    <a:pt x="1166" y="228"/>
                  </a:lnTo>
                  <a:lnTo>
                    <a:pt x="1166" y="240"/>
                  </a:lnTo>
                  <a:lnTo>
                    <a:pt x="1166" y="240"/>
                  </a:lnTo>
                  <a:lnTo>
                    <a:pt x="1166" y="264"/>
                  </a:lnTo>
                  <a:lnTo>
                    <a:pt x="1166" y="264"/>
                  </a:lnTo>
                  <a:lnTo>
                    <a:pt x="1166" y="275"/>
                  </a:lnTo>
                  <a:lnTo>
                    <a:pt x="1166" y="275"/>
                  </a:lnTo>
                  <a:lnTo>
                    <a:pt x="1166" y="299"/>
                  </a:lnTo>
                  <a:lnTo>
                    <a:pt x="1166" y="299"/>
                  </a:lnTo>
                  <a:lnTo>
                    <a:pt x="1159" y="299"/>
                  </a:lnTo>
                  <a:lnTo>
                    <a:pt x="1154" y="299"/>
                  </a:lnTo>
                  <a:lnTo>
                    <a:pt x="1154" y="299"/>
                  </a:lnTo>
                  <a:lnTo>
                    <a:pt x="1147" y="299"/>
                  </a:lnTo>
                  <a:lnTo>
                    <a:pt x="1142" y="299"/>
                  </a:lnTo>
                  <a:lnTo>
                    <a:pt x="1142" y="299"/>
                  </a:lnTo>
                  <a:lnTo>
                    <a:pt x="1142" y="297"/>
                  </a:lnTo>
                  <a:lnTo>
                    <a:pt x="1142" y="292"/>
                  </a:lnTo>
                  <a:lnTo>
                    <a:pt x="1142" y="287"/>
                  </a:lnTo>
                  <a:lnTo>
                    <a:pt x="1142" y="287"/>
                  </a:lnTo>
                  <a:lnTo>
                    <a:pt x="1135" y="287"/>
                  </a:lnTo>
                  <a:lnTo>
                    <a:pt x="1131" y="287"/>
                  </a:lnTo>
                  <a:lnTo>
                    <a:pt x="1131" y="287"/>
                  </a:lnTo>
                  <a:lnTo>
                    <a:pt x="1119" y="287"/>
                  </a:lnTo>
                  <a:lnTo>
                    <a:pt x="1119" y="287"/>
                  </a:lnTo>
                  <a:lnTo>
                    <a:pt x="1107" y="287"/>
                  </a:lnTo>
                  <a:lnTo>
                    <a:pt x="1107" y="287"/>
                  </a:lnTo>
                  <a:lnTo>
                    <a:pt x="1083" y="287"/>
                  </a:lnTo>
                  <a:lnTo>
                    <a:pt x="1083" y="287"/>
                  </a:lnTo>
                  <a:lnTo>
                    <a:pt x="1060" y="287"/>
                  </a:lnTo>
                  <a:lnTo>
                    <a:pt x="1060" y="287"/>
                  </a:lnTo>
                  <a:lnTo>
                    <a:pt x="1053" y="287"/>
                  </a:lnTo>
                  <a:lnTo>
                    <a:pt x="1048" y="287"/>
                  </a:lnTo>
                  <a:lnTo>
                    <a:pt x="1046" y="287"/>
                  </a:lnTo>
                  <a:lnTo>
                    <a:pt x="1046" y="287"/>
                  </a:lnTo>
                  <a:lnTo>
                    <a:pt x="1046" y="290"/>
                  </a:lnTo>
                  <a:lnTo>
                    <a:pt x="1046" y="292"/>
                  </a:lnTo>
                  <a:lnTo>
                    <a:pt x="1046" y="299"/>
                  </a:lnTo>
                  <a:lnTo>
                    <a:pt x="1046" y="299"/>
                  </a:lnTo>
                  <a:lnTo>
                    <a:pt x="1048" y="304"/>
                  </a:lnTo>
                  <a:lnTo>
                    <a:pt x="1048" y="308"/>
                  </a:lnTo>
                  <a:lnTo>
                    <a:pt x="1046" y="311"/>
                  </a:lnTo>
                  <a:lnTo>
                    <a:pt x="1046" y="311"/>
                  </a:lnTo>
                  <a:lnTo>
                    <a:pt x="1043" y="311"/>
                  </a:lnTo>
                  <a:lnTo>
                    <a:pt x="1041" y="311"/>
                  </a:lnTo>
                  <a:lnTo>
                    <a:pt x="1034" y="311"/>
                  </a:lnTo>
                  <a:lnTo>
                    <a:pt x="1034" y="311"/>
                  </a:lnTo>
                  <a:lnTo>
                    <a:pt x="1029" y="311"/>
                  </a:lnTo>
                  <a:lnTo>
                    <a:pt x="1022" y="311"/>
                  </a:lnTo>
                  <a:lnTo>
                    <a:pt x="1022" y="311"/>
                  </a:lnTo>
                  <a:lnTo>
                    <a:pt x="1017" y="311"/>
                  </a:lnTo>
                  <a:lnTo>
                    <a:pt x="1010" y="311"/>
                  </a:lnTo>
                  <a:lnTo>
                    <a:pt x="1010" y="311"/>
                  </a:lnTo>
                  <a:lnTo>
                    <a:pt x="1010" y="316"/>
                  </a:lnTo>
                  <a:lnTo>
                    <a:pt x="1010" y="323"/>
                  </a:lnTo>
                  <a:lnTo>
                    <a:pt x="1010" y="323"/>
                  </a:lnTo>
                  <a:lnTo>
                    <a:pt x="1008" y="323"/>
                  </a:lnTo>
                  <a:lnTo>
                    <a:pt x="1006" y="323"/>
                  </a:lnTo>
                  <a:lnTo>
                    <a:pt x="999" y="323"/>
                  </a:lnTo>
                  <a:lnTo>
                    <a:pt x="999" y="323"/>
                  </a:lnTo>
                  <a:lnTo>
                    <a:pt x="975" y="323"/>
                  </a:lnTo>
                  <a:lnTo>
                    <a:pt x="975" y="323"/>
                  </a:lnTo>
                  <a:lnTo>
                    <a:pt x="975" y="275"/>
                  </a:lnTo>
                  <a:lnTo>
                    <a:pt x="975" y="275"/>
                  </a:lnTo>
                  <a:lnTo>
                    <a:pt x="975" y="252"/>
                  </a:lnTo>
                  <a:lnTo>
                    <a:pt x="975" y="252"/>
                  </a:lnTo>
                  <a:lnTo>
                    <a:pt x="970" y="252"/>
                  </a:lnTo>
                  <a:lnTo>
                    <a:pt x="966" y="252"/>
                  </a:lnTo>
                  <a:lnTo>
                    <a:pt x="963" y="252"/>
                  </a:lnTo>
                  <a:lnTo>
                    <a:pt x="963" y="252"/>
                  </a:lnTo>
                  <a:lnTo>
                    <a:pt x="963" y="240"/>
                  </a:lnTo>
                  <a:lnTo>
                    <a:pt x="963" y="240"/>
                  </a:lnTo>
                  <a:lnTo>
                    <a:pt x="963" y="228"/>
                  </a:lnTo>
                  <a:lnTo>
                    <a:pt x="963" y="228"/>
                  </a:lnTo>
                  <a:lnTo>
                    <a:pt x="963" y="217"/>
                  </a:lnTo>
                  <a:lnTo>
                    <a:pt x="963" y="217"/>
                  </a:lnTo>
                  <a:lnTo>
                    <a:pt x="963" y="202"/>
                  </a:lnTo>
                  <a:lnTo>
                    <a:pt x="963" y="202"/>
                  </a:lnTo>
                  <a:lnTo>
                    <a:pt x="963" y="179"/>
                  </a:lnTo>
                  <a:lnTo>
                    <a:pt x="963" y="179"/>
                  </a:lnTo>
                  <a:lnTo>
                    <a:pt x="959" y="179"/>
                  </a:lnTo>
                  <a:lnTo>
                    <a:pt x="951" y="179"/>
                  </a:lnTo>
                  <a:lnTo>
                    <a:pt x="951" y="179"/>
                  </a:lnTo>
                  <a:lnTo>
                    <a:pt x="951" y="167"/>
                  </a:lnTo>
                  <a:lnTo>
                    <a:pt x="951" y="167"/>
                  </a:lnTo>
                  <a:lnTo>
                    <a:pt x="951" y="155"/>
                  </a:lnTo>
                  <a:lnTo>
                    <a:pt x="951" y="155"/>
                  </a:lnTo>
                  <a:lnTo>
                    <a:pt x="904" y="155"/>
                  </a:lnTo>
                  <a:lnTo>
                    <a:pt x="904" y="155"/>
                  </a:lnTo>
                  <a:lnTo>
                    <a:pt x="881" y="155"/>
                  </a:lnTo>
                  <a:lnTo>
                    <a:pt x="881" y="155"/>
                  </a:lnTo>
                  <a:lnTo>
                    <a:pt x="881" y="132"/>
                  </a:lnTo>
                  <a:lnTo>
                    <a:pt x="881" y="132"/>
                  </a:lnTo>
                  <a:lnTo>
                    <a:pt x="874" y="132"/>
                  </a:lnTo>
                  <a:lnTo>
                    <a:pt x="871" y="132"/>
                  </a:lnTo>
                  <a:lnTo>
                    <a:pt x="869" y="132"/>
                  </a:lnTo>
                  <a:lnTo>
                    <a:pt x="869" y="132"/>
                  </a:lnTo>
                  <a:lnTo>
                    <a:pt x="869" y="127"/>
                  </a:lnTo>
                  <a:lnTo>
                    <a:pt x="869" y="120"/>
                  </a:lnTo>
                  <a:lnTo>
                    <a:pt x="869" y="120"/>
                  </a:lnTo>
                  <a:lnTo>
                    <a:pt x="869" y="108"/>
                  </a:lnTo>
                  <a:lnTo>
                    <a:pt x="869" y="108"/>
                  </a:lnTo>
                  <a:lnTo>
                    <a:pt x="869" y="96"/>
                  </a:lnTo>
                  <a:lnTo>
                    <a:pt x="869" y="96"/>
                  </a:lnTo>
                  <a:lnTo>
                    <a:pt x="857" y="96"/>
                  </a:lnTo>
                  <a:lnTo>
                    <a:pt x="857" y="96"/>
                  </a:lnTo>
                  <a:lnTo>
                    <a:pt x="845" y="96"/>
                  </a:lnTo>
                  <a:lnTo>
                    <a:pt x="845" y="96"/>
                  </a:lnTo>
                  <a:lnTo>
                    <a:pt x="838" y="96"/>
                  </a:lnTo>
                  <a:lnTo>
                    <a:pt x="834" y="96"/>
                  </a:lnTo>
                  <a:lnTo>
                    <a:pt x="834" y="96"/>
                  </a:lnTo>
                  <a:lnTo>
                    <a:pt x="831" y="99"/>
                  </a:lnTo>
                  <a:lnTo>
                    <a:pt x="834" y="101"/>
                  </a:lnTo>
                  <a:lnTo>
                    <a:pt x="834" y="108"/>
                  </a:lnTo>
                  <a:lnTo>
                    <a:pt x="834" y="108"/>
                  </a:lnTo>
                  <a:lnTo>
                    <a:pt x="827" y="108"/>
                  </a:lnTo>
                  <a:lnTo>
                    <a:pt x="824" y="108"/>
                  </a:lnTo>
                  <a:lnTo>
                    <a:pt x="822" y="108"/>
                  </a:lnTo>
                  <a:lnTo>
                    <a:pt x="822" y="108"/>
                  </a:lnTo>
                  <a:lnTo>
                    <a:pt x="820" y="111"/>
                  </a:lnTo>
                  <a:lnTo>
                    <a:pt x="822" y="115"/>
                  </a:lnTo>
                  <a:lnTo>
                    <a:pt x="822" y="118"/>
                  </a:lnTo>
                  <a:lnTo>
                    <a:pt x="822" y="120"/>
                  </a:lnTo>
                  <a:lnTo>
                    <a:pt x="822" y="120"/>
                  </a:lnTo>
                  <a:lnTo>
                    <a:pt x="820" y="120"/>
                  </a:lnTo>
                  <a:lnTo>
                    <a:pt x="815" y="120"/>
                  </a:lnTo>
                  <a:lnTo>
                    <a:pt x="812" y="120"/>
                  </a:lnTo>
                  <a:lnTo>
                    <a:pt x="810" y="120"/>
                  </a:lnTo>
                  <a:lnTo>
                    <a:pt x="810" y="120"/>
                  </a:lnTo>
                  <a:lnTo>
                    <a:pt x="808" y="122"/>
                  </a:lnTo>
                  <a:lnTo>
                    <a:pt x="808" y="127"/>
                  </a:lnTo>
                  <a:lnTo>
                    <a:pt x="810" y="132"/>
                  </a:lnTo>
                  <a:lnTo>
                    <a:pt x="810" y="132"/>
                  </a:lnTo>
                  <a:lnTo>
                    <a:pt x="803" y="132"/>
                  </a:lnTo>
                  <a:lnTo>
                    <a:pt x="796" y="132"/>
                  </a:lnTo>
                  <a:lnTo>
                    <a:pt x="796" y="132"/>
                  </a:lnTo>
                  <a:lnTo>
                    <a:pt x="796" y="139"/>
                  </a:lnTo>
                  <a:lnTo>
                    <a:pt x="796" y="144"/>
                  </a:lnTo>
                  <a:lnTo>
                    <a:pt x="796" y="144"/>
                  </a:lnTo>
                  <a:lnTo>
                    <a:pt x="796" y="155"/>
                  </a:lnTo>
                  <a:lnTo>
                    <a:pt x="796" y="155"/>
                  </a:lnTo>
                  <a:lnTo>
                    <a:pt x="796" y="167"/>
                  </a:lnTo>
                  <a:lnTo>
                    <a:pt x="796" y="167"/>
                  </a:lnTo>
                  <a:lnTo>
                    <a:pt x="796" y="217"/>
                  </a:lnTo>
                  <a:lnTo>
                    <a:pt x="796" y="217"/>
                  </a:lnTo>
                  <a:lnTo>
                    <a:pt x="784" y="217"/>
                  </a:lnTo>
                  <a:lnTo>
                    <a:pt x="784" y="217"/>
                  </a:lnTo>
                  <a:lnTo>
                    <a:pt x="761" y="217"/>
                  </a:lnTo>
                  <a:lnTo>
                    <a:pt x="761" y="217"/>
                  </a:lnTo>
                  <a:lnTo>
                    <a:pt x="761" y="264"/>
                  </a:lnTo>
                  <a:lnTo>
                    <a:pt x="761" y="264"/>
                  </a:lnTo>
                  <a:lnTo>
                    <a:pt x="761" y="311"/>
                  </a:lnTo>
                  <a:lnTo>
                    <a:pt x="761" y="311"/>
                  </a:lnTo>
                  <a:lnTo>
                    <a:pt x="749" y="311"/>
                  </a:lnTo>
                  <a:lnTo>
                    <a:pt x="749" y="311"/>
                  </a:lnTo>
                  <a:lnTo>
                    <a:pt x="744" y="311"/>
                  </a:lnTo>
                  <a:lnTo>
                    <a:pt x="737" y="311"/>
                  </a:lnTo>
                  <a:lnTo>
                    <a:pt x="737" y="311"/>
                  </a:lnTo>
                  <a:lnTo>
                    <a:pt x="737" y="304"/>
                  </a:lnTo>
                  <a:lnTo>
                    <a:pt x="737" y="299"/>
                  </a:lnTo>
                  <a:lnTo>
                    <a:pt x="737" y="299"/>
                  </a:lnTo>
                  <a:lnTo>
                    <a:pt x="737" y="287"/>
                  </a:lnTo>
                  <a:lnTo>
                    <a:pt x="737" y="287"/>
                  </a:lnTo>
                  <a:lnTo>
                    <a:pt x="737" y="275"/>
                  </a:lnTo>
                  <a:lnTo>
                    <a:pt x="737" y="275"/>
                  </a:lnTo>
                  <a:lnTo>
                    <a:pt x="737" y="252"/>
                  </a:lnTo>
                  <a:lnTo>
                    <a:pt x="737" y="252"/>
                  </a:lnTo>
                  <a:lnTo>
                    <a:pt x="690" y="252"/>
                  </a:lnTo>
                  <a:lnTo>
                    <a:pt x="690" y="252"/>
                  </a:lnTo>
                  <a:lnTo>
                    <a:pt x="678" y="252"/>
                  </a:lnTo>
                  <a:lnTo>
                    <a:pt x="678" y="252"/>
                  </a:lnTo>
                  <a:lnTo>
                    <a:pt x="655" y="252"/>
                  </a:lnTo>
                  <a:lnTo>
                    <a:pt x="655" y="252"/>
                  </a:lnTo>
                  <a:lnTo>
                    <a:pt x="655" y="202"/>
                  </a:lnTo>
                  <a:lnTo>
                    <a:pt x="655" y="202"/>
                  </a:lnTo>
                  <a:lnTo>
                    <a:pt x="655" y="155"/>
                  </a:lnTo>
                  <a:lnTo>
                    <a:pt x="655" y="155"/>
                  </a:lnTo>
                  <a:lnTo>
                    <a:pt x="655" y="144"/>
                  </a:lnTo>
                  <a:lnTo>
                    <a:pt x="655" y="144"/>
                  </a:lnTo>
                  <a:lnTo>
                    <a:pt x="648" y="144"/>
                  </a:lnTo>
                  <a:lnTo>
                    <a:pt x="645" y="144"/>
                  </a:lnTo>
                  <a:lnTo>
                    <a:pt x="643" y="144"/>
                  </a:lnTo>
                  <a:lnTo>
                    <a:pt x="643" y="144"/>
                  </a:lnTo>
                  <a:lnTo>
                    <a:pt x="643" y="141"/>
                  </a:lnTo>
                  <a:lnTo>
                    <a:pt x="643" y="139"/>
                  </a:lnTo>
                  <a:lnTo>
                    <a:pt x="643" y="132"/>
                  </a:lnTo>
                  <a:lnTo>
                    <a:pt x="643" y="132"/>
                  </a:lnTo>
                  <a:lnTo>
                    <a:pt x="643" y="127"/>
                  </a:lnTo>
                  <a:lnTo>
                    <a:pt x="643" y="120"/>
                  </a:lnTo>
                  <a:lnTo>
                    <a:pt x="643" y="120"/>
                  </a:lnTo>
                  <a:lnTo>
                    <a:pt x="640" y="120"/>
                  </a:lnTo>
                  <a:lnTo>
                    <a:pt x="636" y="120"/>
                  </a:lnTo>
                  <a:lnTo>
                    <a:pt x="631" y="120"/>
                  </a:lnTo>
                  <a:lnTo>
                    <a:pt x="631" y="120"/>
                  </a:lnTo>
                  <a:lnTo>
                    <a:pt x="631" y="118"/>
                  </a:lnTo>
                  <a:lnTo>
                    <a:pt x="631" y="115"/>
                  </a:lnTo>
                  <a:lnTo>
                    <a:pt x="631" y="108"/>
                  </a:lnTo>
                  <a:lnTo>
                    <a:pt x="631" y="108"/>
                  </a:lnTo>
                  <a:lnTo>
                    <a:pt x="631" y="96"/>
                  </a:lnTo>
                  <a:lnTo>
                    <a:pt x="631" y="96"/>
                  </a:lnTo>
                  <a:lnTo>
                    <a:pt x="631" y="73"/>
                  </a:lnTo>
                  <a:lnTo>
                    <a:pt x="631" y="73"/>
                  </a:lnTo>
                  <a:lnTo>
                    <a:pt x="631" y="49"/>
                  </a:lnTo>
                  <a:lnTo>
                    <a:pt x="631" y="49"/>
                  </a:lnTo>
                  <a:lnTo>
                    <a:pt x="607" y="49"/>
                  </a:lnTo>
                  <a:lnTo>
                    <a:pt x="607" y="49"/>
                  </a:lnTo>
                  <a:lnTo>
                    <a:pt x="607" y="73"/>
                  </a:lnTo>
                  <a:lnTo>
                    <a:pt x="607" y="73"/>
                  </a:lnTo>
                  <a:lnTo>
                    <a:pt x="607" y="120"/>
                  </a:lnTo>
                  <a:lnTo>
                    <a:pt x="607" y="120"/>
                  </a:lnTo>
                  <a:lnTo>
                    <a:pt x="600" y="120"/>
                  </a:lnTo>
                  <a:lnTo>
                    <a:pt x="596" y="120"/>
                  </a:lnTo>
                  <a:lnTo>
                    <a:pt x="596" y="120"/>
                  </a:lnTo>
                  <a:lnTo>
                    <a:pt x="593" y="118"/>
                  </a:lnTo>
                  <a:lnTo>
                    <a:pt x="596" y="115"/>
                  </a:lnTo>
                  <a:lnTo>
                    <a:pt x="596" y="108"/>
                  </a:lnTo>
                  <a:lnTo>
                    <a:pt x="596" y="108"/>
                  </a:lnTo>
                  <a:lnTo>
                    <a:pt x="584" y="108"/>
                  </a:lnTo>
                  <a:lnTo>
                    <a:pt x="584" y="108"/>
                  </a:lnTo>
                  <a:lnTo>
                    <a:pt x="572" y="108"/>
                  </a:lnTo>
                  <a:lnTo>
                    <a:pt x="572" y="108"/>
                  </a:lnTo>
                  <a:lnTo>
                    <a:pt x="523" y="108"/>
                  </a:lnTo>
                  <a:lnTo>
                    <a:pt x="523" y="108"/>
                  </a:lnTo>
                  <a:lnTo>
                    <a:pt x="523" y="120"/>
                  </a:lnTo>
                  <a:lnTo>
                    <a:pt x="523" y="120"/>
                  </a:lnTo>
                  <a:lnTo>
                    <a:pt x="525" y="127"/>
                  </a:lnTo>
                  <a:lnTo>
                    <a:pt x="523" y="132"/>
                  </a:lnTo>
                  <a:lnTo>
                    <a:pt x="523" y="132"/>
                  </a:lnTo>
                  <a:lnTo>
                    <a:pt x="520" y="132"/>
                  </a:lnTo>
                  <a:lnTo>
                    <a:pt x="518" y="132"/>
                  </a:lnTo>
                  <a:lnTo>
                    <a:pt x="513" y="132"/>
                  </a:lnTo>
                  <a:lnTo>
                    <a:pt x="511" y="132"/>
                  </a:lnTo>
                  <a:lnTo>
                    <a:pt x="511" y="132"/>
                  </a:lnTo>
                  <a:lnTo>
                    <a:pt x="511" y="134"/>
                  </a:lnTo>
                  <a:lnTo>
                    <a:pt x="511" y="139"/>
                  </a:lnTo>
                  <a:lnTo>
                    <a:pt x="511" y="144"/>
                  </a:lnTo>
                  <a:lnTo>
                    <a:pt x="511" y="144"/>
                  </a:lnTo>
                  <a:lnTo>
                    <a:pt x="499" y="144"/>
                  </a:lnTo>
                  <a:lnTo>
                    <a:pt x="499" y="144"/>
                  </a:lnTo>
                  <a:lnTo>
                    <a:pt x="487" y="144"/>
                  </a:lnTo>
                  <a:lnTo>
                    <a:pt x="487" y="144"/>
                  </a:lnTo>
                  <a:lnTo>
                    <a:pt x="487" y="155"/>
                  </a:lnTo>
                  <a:lnTo>
                    <a:pt x="487" y="155"/>
                  </a:lnTo>
                  <a:lnTo>
                    <a:pt x="487" y="162"/>
                  </a:lnTo>
                  <a:lnTo>
                    <a:pt x="487" y="167"/>
                  </a:lnTo>
                  <a:lnTo>
                    <a:pt x="487" y="167"/>
                  </a:lnTo>
                  <a:lnTo>
                    <a:pt x="494" y="167"/>
                  </a:lnTo>
                  <a:lnTo>
                    <a:pt x="499" y="167"/>
                  </a:lnTo>
                  <a:lnTo>
                    <a:pt x="499" y="167"/>
                  </a:lnTo>
                  <a:lnTo>
                    <a:pt x="501" y="169"/>
                  </a:lnTo>
                  <a:lnTo>
                    <a:pt x="499" y="174"/>
                  </a:lnTo>
                  <a:lnTo>
                    <a:pt x="499" y="179"/>
                  </a:lnTo>
                  <a:lnTo>
                    <a:pt x="499" y="179"/>
                  </a:lnTo>
                  <a:lnTo>
                    <a:pt x="499" y="191"/>
                  </a:lnTo>
                  <a:lnTo>
                    <a:pt x="499" y="191"/>
                  </a:lnTo>
                  <a:lnTo>
                    <a:pt x="499" y="202"/>
                  </a:lnTo>
                  <a:lnTo>
                    <a:pt x="499" y="202"/>
                  </a:lnTo>
                  <a:lnTo>
                    <a:pt x="499" y="209"/>
                  </a:lnTo>
                  <a:lnTo>
                    <a:pt x="499" y="217"/>
                  </a:lnTo>
                  <a:lnTo>
                    <a:pt x="499" y="217"/>
                  </a:lnTo>
                  <a:lnTo>
                    <a:pt x="497" y="217"/>
                  </a:lnTo>
                  <a:lnTo>
                    <a:pt x="494" y="217"/>
                  </a:lnTo>
                  <a:lnTo>
                    <a:pt x="487" y="217"/>
                  </a:lnTo>
                  <a:lnTo>
                    <a:pt x="487" y="217"/>
                  </a:lnTo>
                  <a:lnTo>
                    <a:pt x="487" y="209"/>
                  </a:lnTo>
                  <a:lnTo>
                    <a:pt x="487" y="205"/>
                  </a:lnTo>
                  <a:lnTo>
                    <a:pt x="487" y="202"/>
                  </a:lnTo>
                  <a:lnTo>
                    <a:pt x="487" y="202"/>
                  </a:lnTo>
                  <a:lnTo>
                    <a:pt x="483" y="202"/>
                  </a:lnTo>
                  <a:lnTo>
                    <a:pt x="476" y="202"/>
                  </a:lnTo>
                  <a:lnTo>
                    <a:pt x="476" y="202"/>
                  </a:lnTo>
                  <a:lnTo>
                    <a:pt x="476" y="198"/>
                  </a:lnTo>
                  <a:lnTo>
                    <a:pt x="476" y="191"/>
                  </a:lnTo>
                  <a:lnTo>
                    <a:pt x="476" y="191"/>
                  </a:lnTo>
                  <a:lnTo>
                    <a:pt x="476" y="179"/>
                  </a:lnTo>
                  <a:lnTo>
                    <a:pt x="476" y="179"/>
                  </a:lnTo>
                  <a:lnTo>
                    <a:pt x="476" y="167"/>
                  </a:lnTo>
                  <a:lnTo>
                    <a:pt x="476" y="167"/>
                  </a:lnTo>
                  <a:lnTo>
                    <a:pt x="476" y="144"/>
                  </a:lnTo>
                  <a:lnTo>
                    <a:pt x="476" y="144"/>
                  </a:lnTo>
                  <a:lnTo>
                    <a:pt x="476" y="120"/>
                  </a:lnTo>
                  <a:lnTo>
                    <a:pt x="476" y="120"/>
                  </a:lnTo>
                  <a:lnTo>
                    <a:pt x="471" y="120"/>
                  </a:lnTo>
                  <a:lnTo>
                    <a:pt x="464" y="120"/>
                  </a:lnTo>
                  <a:lnTo>
                    <a:pt x="464" y="120"/>
                  </a:lnTo>
                  <a:lnTo>
                    <a:pt x="464" y="118"/>
                  </a:lnTo>
                  <a:lnTo>
                    <a:pt x="464" y="115"/>
                  </a:lnTo>
                  <a:lnTo>
                    <a:pt x="464" y="108"/>
                  </a:lnTo>
                  <a:lnTo>
                    <a:pt x="464" y="108"/>
                  </a:lnTo>
                  <a:lnTo>
                    <a:pt x="457" y="108"/>
                  </a:lnTo>
                  <a:lnTo>
                    <a:pt x="452" y="108"/>
                  </a:lnTo>
                  <a:lnTo>
                    <a:pt x="452" y="108"/>
                  </a:lnTo>
                  <a:lnTo>
                    <a:pt x="452" y="103"/>
                  </a:lnTo>
                  <a:lnTo>
                    <a:pt x="452" y="96"/>
                  </a:lnTo>
                  <a:lnTo>
                    <a:pt x="452" y="96"/>
                  </a:lnTo>
                  <a:lnTo>
                    <a:pt x="452" y="85"/>
                  </a:lnTo>
                  <a:lnTo>
                    <a:pt x="452" y="85"/>
                  </a:lnTo>
                  <a:lnTo>
                    <a:pt x="452" y="78"/>
                  </a:lnTo>
                  <a:lnTo>
                    <a:pt x="452" y="73"/>
                  </a:lnTo>
                  <a:lnTo>
                    <a:pt x="452" y="73"/>
                  </a:lnTo>
                  <a:lnTo>
                    <a:pt x="450" y="73"/>
                  </a:lnTo>
                  <a:lnTo>
                    <a:pt x="447" y="73"/>
                  </a:lnTo>
                  <a:lnTo>
                    <a:pt x="440" y="73"/>
                  </a:lnTo>
                  <a:lnTo>
                    <a:pt x="440" y="73"/>
                  </a:lnTo>
                  <a:lnTo>
                    <a:pt x="440" y="49"/>
                  </a:lnTo>
                  <a:lnTo>
                    <a:pt x="440" y="49"/>
                  </a:lnTo>
                  <a:lnTo>
                    <a:pt x="440" y="37"/>
                  </a:lnTo>
                  <a:lnTo>
                    <a:pt x="440" y="37"/>
                  </a:lnTo>
                  <a:lnTo>
                    <a:pt x="440" y="26"/>
                  </a:lnTo>
                  <a:lnTo>
                    <a:pt x="440" y="26"/>
                  </a:lnTo>
                  <a:lnTo>
                    <a:pt x="440" y="14"/>
                  </a:lnTo>
                  <a:lnTo>
                    <a:pt x="440" y="14"/>
                  </a:lnTo>
                  <a:lnTo>
                    <a:pt x="440" y="7"/>
                  </a:lnTo>
                  <a:lnTo>
                    <a:pt x="440" y="2"/>
                  </a:lnTo>
                  <a:lnTo>
                    <a:pt x="440" y="2"/>
                  </a:lnTo>
                  <a:lnTo>
                    <a:pt x="438" y="0"/>
                  </a:lnTo>
                  <a:lnTo>
                    <a:pt x="435" y="2"/>
                  </a:lnTo>
                  <a:lnTo>
                    <a:pt x="428" y="2"/>
                  </a:lnTo>
                  <a:lnTo>
                    <a:pt x="428" y="2"/>
                  </a:lnTo>
                  <a:lnTo>
                    <a:pt x="428" y="14"/>
                  </a:lnTo>
                  <a:lnTo>
                    <a:pt x="428" y="14"/>
                  </a:lnTo>
                  <a:lnTo>
                    <a:pt x="428" y="26"/>
                  </a:lnTo>
                  <a:lnTo>
                    <a:pt x="428" y="26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28" y="42"/>
                  </a:lnTo>
                  <a:lnTo>
                    <a:pt x="428" y="49"/>
                  </a:lnTo>
                  <a:lnTo>
                    <a:pt x="428" y="49"/>
                  </a:lnTo>
                  <a:lnTo>
                    <a:pt x="421" y="49"/>
                  </a:lnTo>
                  <a:lnTo>
                    <a:pt x="417" y="49"/>
                  </a:lnTo>
                  <a:lnTo>
                    <a:pt x="417" y="49"/>
                  </a:lnTo>
                  <a:lnTo>
                    <a:pt x="417" y="54"/>
                  </a:lnTo>
                  <a:lnTo>
                    <a:pt x="417" y="61"/>
                  </a:lnTo>
                  <a:lnTo>
                    <a:pt x="417" y="61"/>
                  </a:lnTo>
                  <a:lnTo>
                    <a:pt x="417" y="66"/>
                  </a:lnTo>
                  <a:lnTo>
                    <a:pt x="417" y="73"/>
                  </a:lnTo>
                  <a:lnTo>
                    <a:pt x="417" y="73"/>
                  </a:lnTo>
                  <a:lnTo>
                    <a:pt x="410" y="73"/>
                  </a:lnTo>
                  <a:lnTo>
                    <a:pt x="405" y="73"/>
                  </a:lnTo>
                  <a:lnTo>
                    <a:pt x="405" y="73"/>
                  </a:lnTo>
                  <a:lnTo>
                    <a:pt x="405" y="75"/>
                  </a:lnTo>
                  <a:lnTo>
                    <a:pt x="405" y="78"/>
                  </a:lnTo>
                  <a:lnTo>
                    <a:pt x="405" y="85"/>
                  </a:lnTo>
                  <a:lnTo>
                    <a:pt x="405" y="85"/>
                  </a:lnTo>
                  <a:lnTo>
                    <a:pt x="405" y="108"/>
                  </a:lnTo>
                  <a:lnTo>
                    <a:pt x="405" y="108"/>
                  </a:lnTo>
                  <a:lnTo>
                    <a:pt x="393" y="108"/>
                  </a:lnTo>
                  <a:lnTo>
                    <a:pt x="393" y="108"/>
                  </a:lnTo>
                  <a:lnTo>
                    <a:pt x="370" y="108"/>
                  </a:lnTo>
                  <a:lnTo>
                    <a:pt x="370" y="108"/>
                  </a:lnTo>
                  <a:lnTo>
                    <a:pt x="370" y="155"/>
                  </a:lnTo>
                  <a:lnTo>
                    <a:pt x="370" y="155"/>
                  </a:lnTo>
                  <a:lnTo>
                    <a:pt x="370" y="179"/>
                  </a:lnTo>
                  <a:lnTo>
                    <a:pt x="370" y="179"/>
                  </a:lnTo>
                  <a:lnTo>
                    <a:pt x="370" y="191"/>
                  </a:lnTo>
                  <a:lnTo>
                    <a:pt x="370" y="191"/>
                  </a:lnTo>
                  <a:lnTo>
                    <a:pt x="370" y="198"/>
                  </a:lnTo>
                  <a:lnTo>
                    <a:pt x="370" y="202"/>
                  </a:lnTo>
                  <a:lnTo>
                    <a:pt x="370" y="202"/>
                  </a:lnTo>
                  <a:lnTo>
                    <a:pt x="362" y="205"/>
                  </a:lnTo>
                  <a:lnTo>
                    <a:pt x="358" y="202"/>
                  </a:lnTo>
                  <a:lnTo>
                    <a:pt x="358" y="202"/>
                  </a:lnTo>
                  <a:lnTo>
                    <a:pt x="358" y="252"/>
                  </a:lnTo>
                  <a:lnTo>
                    <a:pt x="358" y="252"/>
                  </a:lnTo>
                  <a:lnTo>
                    <a:pt x="351" y="252"/>
                  </a:lnTo>
                  <a:lnTo>
                    <a:pt x="346" y="252"/>
                  </a:lnTo>
                  <a:lnTo>
                    <a:pt x="346" y="252"/>
                  </a:lnTo>
                  <a:lnTo>
                    <a:pt x="344" y="245"/>
                  </a:lnTo>
                  <a:lnTo>
                    <a:pt x="346" y="240"/>
                  </a:lnTo>
                  <a:lnTo>
                    <a:pt x="346" y="240"/>
                  </a:lnTo>
                  <a:lnTo>
                    <a:pt x="346" y="228"/>
                  </a:lnTo>
                  <a:lnTo>
                    <a:pt x="346" y="228"/>
                  </a:lnTo>
                  <a:lnTo>
                    <a:pt x="346" y="202"/>
                  </a:lnTo>
                  <a:lnTo>
                    <a:pt x="346" y="202"/>
                  </a:lnTo>
                  <a:lnTo>
                    <a:pt x="346" y="179"/>
                  </a:lnTo>
                  <a:lnTo>
                    <a:pt x="346" y="179"/>
                  </a:lnTo>
                  <a:lnTo>
                    <a:pt x="322" y="179"/>
                  </a:lnTo>
                  <a:lnTo>
                    <a:pt x="322" y="179"/>
                  </a:lnTo>
                  <a:lnTo>
                    <a:pt x="308" y="179"/>
                  </a:lnTo>
                  <a:lnTo>
                    <a:pt x="308" y="179"/>
                  </a:lnTo>
                  <a:lnTo>
                    <a:pt x="304" y="181"/>
                  </a:lnTo>
                  <a:lnTo>
                    <a:pt x="296" y="179"/>
                  </a:lnTo>
                  <a:lnTo>
                    <a:pt x="296" y="179"/>
                  </a:lnTo>
                  <a:lnTo>
                    <a:pt x="296" y="174"/>
                  </a:lnTo>
                  <a:lnTo>
                    <a:pt x="296" y="167"/>
                  </a:lnTo>
                  <a:lnTo>
                    <a:pt x="296" y="167"/>
                  </a:lnTo>
                  <a:lnTo>
                    <a:pt x="296" y="144"/>
                  </a:lnTo>
                  <a:lnTo>
                    <a:pt x="296" y="144"/>
                  </a:lnTo>
                  <a:lnTo>
                    <a:pt x="273" y="144"/>
                  </a:lnTo>
                  <a:lnTo>
                    <a:pt x="273" y="144"/>
                  </a:lnTo>
                  <a:lnTo>
                    <a:pt x="249" y="144"/>
                  </a:lnTo>
                  <a:lnTo>
                    <a:pt x="249" y="144"/>
                  </a:lnTo>
                  <a:lnTo>
                    <a:pt x="238" y="144"/>
                  </a:lnTo>
                  <a:lnTo>
                    <a:pt x="238" y="144"/>
                  </a:lnTo>
                  <a:lnTo>
                    <a:pt x="214" y="144"/>
                  </a:lnTo>
                  <a:lnTo>
                    <a:pt x="214" y="144"/>
                  </a:lnTo>
                  <a:lnTo>
                    <a:pt x="214" y="155"/>
                  </a:lnTo>
                  <a:lnTo>
                    <a:pt x="214" y="155"/>
                  </a:lnTo>
                  <a:lnTo>
                    <a:pt x="214" y="179"/>
                  </a:lnTo>
                  <a:lnTo>
                    <a:pt x="214" y="179"/>
                  </a:lnTo>
                  <a:lnTo>
                    <a:pt x="202" y="179"/>
                  </a:lnTo>
                  <a:lnTo>
                    <a:pt x="202" y="179"/>
                  </a:lnTo>
                  <a:lnTo>
                    <a:pt x="179" y="179"/>
                  </a:lnTo>
                  <a:lnTo>
                    <a:pt x="179" y="179"/>
                  </a:lnTo>
                  <a:lnTo>
                    <a:pt x="179" y="191"/>
                  </a:lnTo>
                  <a:lnTo>
                    <a:pt x="179" y="191"/>
                  </a:lnTo>
                  <a:lnTo>
                    <a:pt x="179" y="217"/>
                  </a:lnTo>
                  <a:lnTo>
                    <a:pt x="179" y="217"/>
                  </a:lnTo>
                  <a:lnTo>
                    <a:pt x="179" y="240"/>
                  </a:lnTo>
                  <a:lnTo>
                    <a:pt x="179" y="240"/>
                  </a:lnTo>
                  <a:lnTo>
                    <a:pt x="172" y="240"/>
                  </a:lnTo>
                  <a:lnTo>
                    <a:pt x="169" y="238"/>
                  </a:lnTo>
                  <a:lnTo>
                    <a:pt x="167" y="240"/>
                  </a:lnTo>
                  <a:lnTo>
                    <a:pt x="167" y="240"/>
                  </a:lnTo>
                  <a:lnTo>
                    <a:pt x="167" y="242"/>
                  </a:lnTo>
                  <a:lnTo>
                    <a:pt x="167" y="245"/>
                  </a:lnTo>
                  <a:lnTo>
                    <a:pt x="167" y="250"/>
                  </a:lnTo>
                  <a:lnTo>
                    <a:pt x="167" y="252"/>
                  </a:lnTo>
                  <a:lnTo>
                    <a:pt x="167" y="252"/>
                  </a:lnTo>
                  <a:lnTo>
                    <a:pt x="165" y="252"/>
                  </a:lnTo>
                  <a:lnTo>
                    <a:pt x="160" y="252"/>
                  </a:lnTo>
                  <a:lnTo>
                    <a:pt x="155" y="252"/>
                  </a:lnTo>
                  <a:lnTo>
                    <a:pt x="155" y="252"/>
                  </a:lnTo>
                  <a:lnTo>
                    <a:pt x="155" y="264"/>
                  </a:lnTo>
                  <a:lnTo>
                    <a:pt x="155" y="264"/>
                  </a:lnTo>
                  <a:lnTo>
                    <a:pt x="155" y="275"/>
                  </a:lnTo>
                  <a:lnTo>
                    <a:pt x="155" y="275"/>
                  </a:lnTo>
                  <a:lnTo>
                    <a:pt x="148" y="275"/>
                  </a:lnTo>
                  <a:lnTo>
                    <a:pt x="143" y="275"/>
                  </a:lnTo>
                  <a:lnTo>
                    <a:pt x="143" y="275"/>
                  </a:lnTo>
                  <a:lnTo>
                    <a:pt x="143" y="280"/>
                  </a:lnTo>
                  <a:lnTo>
                    <a:pt x="143" y="287"/>
                  </a:lnTo>
                  <a:lnTo>
                    <a:pt x="143" y="287"/>
                  </a:lnTo>
                  <a:lnTo>
                    <a:pt x="143" y="299"/>
                  </a:lnTo>
                  <a:lnTo>
                    <a:pt x="143" y="299"/>
                  </a:lnTo>
                  <a:lnTo>
                    <a:pt x="143" y="323"/>
                  </a:lnTo>
                  <a:lnTo>
                    <a:pt x="143" y="323"/>
                  </a:lnTo>
                  <a:lnTo>
                    <a:pt x="143" y="334"/>
                  </a:lnTo>
                  <a:lnTo>
                    <a:pt x="143" y="334"/>
                  </a:lnTo>
                  <a:lnTo>
                    <a:pt x="143" y="358"/>
                  </a:lnTo>
                  <a:lnTo>
                    <a:pt x="143" y="358"/>
                  </a:lnTo>
                  <a:lnTo>
                    <a:pt x="136" y="358"/>
                  </a:lnTo>
                  <a:lnTo>
                    <a:pt x="132" y="358"/>
                  </a:lnTo>
                  <a:lnTo>
                    <a:pt x="132" y="358"/>
                  </a:lnTo>
                  <a:lnTo>
                    <a:pt x="124" y="358"/>
                  </a:lnTo>
                  <a:lnTo>
                    <a:pt x="120" y="358"/>
                  </a:lnTo>
                  <a:lnTo>
                    <a:pt x="120" y="358"/>
                  </a:lnTo>
                  <a:lnTo>
                    <a:pt x="120" y="353"/>
                  </a:lnTo>
                  <a:lnTo>
                    <a:pt x="120" y="346"/>
                  </a:lnTo>
                  <a:lnTo>
                    <a:pt x="120" y="346"/>
                  </a:lnTo>
                  <a:lnTo>
                    <a:pt x="120" y="341"/>
                  </a:lnTo>
                  <a:lnTo>
                    <a:pt x="120" y="334"/>
                  </a:lnTo>
                  <a:lnTo>
                    <a:pt x="120" y="334"/>
                  </a:lnTo>
                  <a:lnTo>
                    <a:pt x="120" y="327"/>
                  </a:lnTo>
                  <a:lnTo>
                    <a:pt x="120" y="323"/>
                  </a:lnTo>
                  <a:lnTo>
                    <a:pt x="120" y="323"/>
                  </a:lnTo>
                  <a:lnTo>
                    <a:pt x="117" y="323"/>
                  </a:lnTo>
                  <a:lnTo>
                    <a:pt x="113" y="323"/>
                  </a:lnTo>
                  <a:lnTo>
                    <a:pt x="108" y="323"/>
                  </a:lnTo>
                  <a:lnTo>
                    <a:pt x="108" y="323"/>
                  </a:lnTo>
                  <a:lnTo>
                    <a:pt x="108" y="299"/>
                  </a:lnTo>
                  <a:lnTo>
                    <a:pt x="108" y="299"/>
                  </a:lnTo>
                  <a:lnTo>
                    <a:pt x="11" y="299"/>
                  </a:lnTo>
                  <a:lnTo>
                    <a:pt x="11" y="299"/>
                  </a:lnTo>
                  <a:lnTo>
                    <a:pt x="0" y="299"/>
                  </a:lnTo>
                  <a:lnTo>
                    <a:pt x="0" y="561"/>
                  </a:lnTo>
                  <a:lnTo>
                    <a:pt x="0" y="561"/>
                  </a:lnTo>
                  <a:lnTo>
                    <a:pt x="11" y="561"/>
                  </a:lnTo>
                  <a:lnTo>
                    <a:pt x="11" y="561"/>
                  </a:lnTo>
                  <a:lnTo>
                    <a:pt x="35" y="561"/>
                  </a:lnTo>
                  <a:lnTo>
                    <a:pt x="35" y="561"/>
                  </a:lnTo>
                  <a:lnTo>
                    <a:pt x="47" y="561"/>
                  </a:lnTo>
                  <a:lnTo>
                    <a:pt x="47" y="561"/>
                  </a:lnTo>
                  <a:lnTo>
                    <a:pt x="70" y="561"/>
                  </a:lnTo>
                  <a:lnTo>
                    <a:pt x="70" y="561"/>
                  </a:lnTo>
                  <a:lnTo>
                    <a:pt x="84" y="561"/>
                  </a:lnTo>
                  <a:lnTo>
                    <a:pt x="84" y="561"/>
                  </a:lnTo>
                  <a:lnTo>
                    <a:pt x="108" y="561"/>
                  </a:lnTo>
                  <a:lnTo>
                    <a:pt x="108" y="561"/>
                  </a:lnTo>
                  <a:lnTo>
                    <a:pt x="120" y="561"/>
                  </a:lnTo>
                  <a:lnTo>
                    <a:pt x="120" y="561"/>
                  </a:lnTo>
                  <a:lnTo>
                    <a:pt x="143" y="561"/>
                  </a:lnTo>
                  <a:lnTo>
                    <a:pt x="143" y="561"/>
                  </a:lnTo>
                  <a:lnTo>
                    <a:pt x="155" y="561"/>
                  </a:lnTo>
                  <a:lnTo>
                    <a:pt x="155" y="561"/>
                  </a:lnTo>
                  <a:lnTo>
                    <a:pt x="179" y="561"/>
                  </a:lnTo>
                  <a:lnTo>
                    <a:pt x="179" y="561"/>
                  </a:lnTo>
                  <a:lnTo>
                    <a:pt x="190" y="561"/>
                  </a:lnTo>
                  <a:lnTo>
                    <a:pt x="190" y="561"/>
                  </a:lnTo>
                  <a:lnTo>
                    <a:pt x="214" y="561"/>
                  </a:lnTo>
                  <a:lnTo>
                    <a:pt x="214" y="561"/>
                  </a:lnTo>
                  <a:lnTo>
                    <a:pt x="226" y="561"/>
                  </a:lnTo>
                  <a:lnTo>
                    <a:pt x="226" y="561"/>
                  </a:lnTo>
                  <a:lnTo>
                    <a:pt x="273" y="561"/>
                  </a:lnTo>
                  <a:lnTo>
                    <a:pt x="273" y="561"/>
                  </a:lnTo>
                  <a:lnTo>
                    <a:pt x="285" y="561"/>
                  </a:lnTo>
                  <a:lnTo>
                    <a:pt x="285" y="561"/>
                  </a:lnTo>
                  <a:lnTo>
                    <a:pt x="308" y="561"/>
                  </a:lnTo>
                  <a:lnTo>
                    <a:pt x="308" y="561"/>
                  </a:lnTo>
                  <a:lnTo>
                    <a:pt x="322" y="561"/>
                  </a:lnTo>
                  <a:lnTo>
                    <a:pt x="322" y="561"/>
                  </a:lnTo>
                  <a:lnTo>
                    <a:pt x="346" y="561"/>
                  </a:lnTo>
                  <a:lnTo>
                    <a:pt x="346" y="561"/>
                  </a:lnTo>
                  <a:lnTo>
                    <a:pt x="358" y="561"/>
                  </a:lnTo>
                  <a:lnTo>
                    <a:pt x="358" y="561"/>
                  </a:lnTo>
                  <a:lnTo>
                    <a:pt x="381" y="561"/>
                  </a:lnTo>
                  <a:lnTo>
                    <a:pt x="381" y="561"/>
                  </a:lnTo>
                  <a:lnTo>
                    <a:pt x="393" y="561"/>
                  </a:lnTo>
                  <a:lnTo>
                    <a:pt x="393" y="561"/>
                  </a:lnTo>
                  <a:lnTo>
                    <a:pt x="417" y="561"/>
                  </a:lnTo>
                  <a:lnTo>
                    <a:pt x="417" y="561"/>
                  </a:lnTo>
                  <a:lnTo>
                    <a:pt x="428" y="561"/>
                  </a:lnTo>
                  <a:lnTo>
                    <a:pt x="428" y="561"/>
                  </a:lnTo>
                  <a:lnTo>
                    <a:pt x="452" y="561"/>
                  </a:lnTo>
                  <a:lnTo>
                    <a:pt x="452" y="561"/>
                  </a:lnTo>
                  <a:lnTo>
                    <a:pt x="464" y="561"/>
                  </a:lnTo>
                  <a:lnTo>
                    <a:pt x="464" y="561"/>
                  </a:lnTo>
                  <a:lnTo>
                    <a:pt x="487" y="561"/>
                  </a:lnTo>
                  <a:lnTo>
                    <a:pt x="487" y="561"/>
                  </a:lnTo>
                  <a:lnTo>
                    <a:pt x="499" y="561"/>
                  </a:lnTo>
                  <a:lnTo>
                    <a:pt x="499" y="561"/>
                  </a:lnTo>
                  <a:lnTo>
                    <a:pt x="546" y="561"/>
                  </a:lnTo>
                  <a:lnTo>
                    <a:pt x="546" y="561"/>
                  </a:lnTo>
                  <a:lnTo>
                    <a:pt x="558" y="561"/>
                  </a:lnTo>
                  <a:lnTo>
                    <a:pt x="558" y="561"/>
                  </a:lnTo>
                  <a:lnTo>
                    <a:pt x="584" y="561"/>
                  </a:lnTo>
                  <a:lnTo>
                    <a:pt x="584" y="561"/>
                  </a:lnTo>
                  <a:lnTo>
                    <a:pt x="596" y="561"/>
                  </a:lnTo>
                  <a:lnTo>
                    <a:pt x="596" y="561"/>
                  </a:lnTo>
                  <a:lnTo>
                    <a:pt x="619" y="561"/>
                  </a:lnTo>
                  <a:lnTo>
                    <a:pt x="619" y="561"/>
                  </a:lnTo>
                  <a:lnTo>
                    <a:pt x="631" y="561"/>
                  </a:lnTo>
                  <a:lnTo>
                    <a:pt x="631" y="561"/>
                  </a:lnTo>
                  <a:lnTo>
                    <a:pt x="655" y="561"/>
                  </a:lnTo>
                  <a:lnTo>
                    <a:pt x="655" y="561"/>
                  </a:lnTo>
                  <a:lnTo>
                    <a:pt x="666" y="561"/>
                  </a:lnTo>
                  <a:lnTo>
                    <a:pt x="666" y="561"/>
                  </a:lnTo>
                  <a:lnTo>
                    <a:pt x="690" y="561"/>
                  </a:lnTo>
                  <a:lnTo>
                    <a:pt x="690" y="561"/>
                  </a:lnTo>
                  <a:lnTo>
                    <a:pt x="702" y="561"/>
                  </a:lnTo>
                  <a:lnTo>
                    <a:pt x="702" y="561"/>
                  </a:lnTo>
                  <a:lnTo>
                    <a:pt x="725" y="561"/>
                  </a:lnTo>
                  <a:lnTo>
                    <a:pt x="725" y="561"/>
                  </a:lnTo>
                  <a:lnTo>
                    <a:pt x="737" y="561"/>
                  </a:lnTo>
                  <a:lnTo>
                    <a:pt x="737" y="561"/>
                  </a:lnTo>
                  <a:lnTo>
                    <a:pt x="761" y="561"/>
                  </a:lnTo>
                  <a:lnTo>
                    <a:pt x="761" y="561"/>
                  </a:lnTo>
                  <a:lnTo>
                    <a:pt x="772" y="561"/>
                  </a:lnTo>
                  <a:lnTo>
                    <a:pt x="772" y="561"/>
                  </a:lnTo>
                  <a:lnTo>
                    <a:pt x="796" y="561"/>
                  </a:lnTo>
                  <a:lnTo>
                    <a:pt x="796" y="561"/>
                  </a:lnTo>
                  <a:lnTo>
                    <a:pt x="810" y="561"/>
                  </a:lnTo>
                  <a:lnTo>
                    <a:pt x="810" y="561"/>
                  </a:lnTo>
                  <a:lnTo>
                    <a:pt x="834" y="561"/>
                  </a:lnTo>
                  <a:lnTo>
                    <a:pt x="834" y="561"/>
                  </a:lnTo>
                  <a:lnTo>
                    <a:pt x="845" y="561"/>
                  </a:lnTo>
                  <a:lnTo>
                    <a:pt x="845" y="561"/>
                  </a:lnTo>
                  <a:lnTo>
                    <a:pt x="869" y="561"/>
                  </a:lnTo>
                  <a:lnTo>
                    <a:pt x="869" y="561"/>
                  </a:lnTo>
                  <a:lnTo>
                    <a:pt x="881" y="561"/>
                  </a:lnTo>
                  <a:lnTo>
                    <a:pt x="881" y="561"/>
                  </a:lnTo>
                  <a:lnTo>
                    <a:pt x="904" y="561"/>
                  </a:lnTo>
                  <a:lnTo>
                    <a:pt x="904" y="561"/>
                  </a:lnTo>
                  <a:lnTo>
                    <a:pt x="916" y="561"/>
                  </a:lnTo>
                  <a:lnTo>
                    <a:pt x="916" y="561"/>
                  </a:lnTo>
                  <a:lnTo>
                    <a:pt x="940" y="561"/>
                  </a:lnTo>
                  <a:lnTo>
                    <a:pt x="940" y="561"/>
                  </a:lnTo>
                  <a:lnTo>
                    <a:pt x="951" y="561"/>
                  </a:lnTo>
                  <a:lnTo>
                    <a:pt x="951" y="561"/>
                  </a:lnTo>
                  <a:lnTo>
                    <a:pt x="975" y="561"/>
                  </a:lnTo>
                  <a:lnTo>
                    <a:pt x="975" y="561"/>
                  </a:lnTo>
                  <a:lnTo>
                    <a:pt x="987" y="561"/>
                  </a:lnTo>
                  <a:lnTo>
                    <a:pt x="987" y="561"/>
                  </a:lnTo>
                  <a:lnTo>
                    <a:pt x="1010" y="561"/>
                  </a:lnTo>
                  <a:lnTo>
                    <a:pt x="1010" y="561"/>
                  </a:lnTo>
                  <a:lnTo>
                    <a:pt x="1022" y="561"/>
                  </a:lnTo>
                  <a:lnTo>
                    <a:pt x="1022" y="561"/>
                  </a:lnTo>
                  <a:lnTo>
                    <a:pt x="1046" y="561"/>
                  </a:lnTo>
                  <a:lnTo>
                    <a:pt x="1046" y="561"/>
                  </a:lnTo>
                  <a:lnTo>
                    <a:pt x="1060" y="561"/>
                  </a:lnTo>
                  <a:lnTo>
                    <a:pt x="1060" y="561"/>
                  </a:lnTo>
                  <a:lnTo>
                    <a:pt x="1107" y="561"/>
                  </a:lnTo>
                  <a:lnTo>
                    <a:pt x="1107" y="561"/>
                  </a:lnTo>
                  <a:lnTo>
                    <a:pt x="1119" y="561"/>
                  </a:lnTo>
                  <a:lnTo>
                    <a:pt x="1119" y="561"/>
                  </a:lnTo>
                  <a:lnTo>
                    <a:pt x="1142" y="561"/>
                  </a:lnTo>
                  <a:lnTo>
                    <a:pt x="1142" y="561"/>
                  </a:lnTo>
                  <a:lnTo>
                    <a:pt x="1154" y="561"/>
                  </a:lnTo>
                  <a:lnTo>
                    <a:pt x="1154" y="561"/>
                  </a:lnTo>
                  <a:lnTo>
                    <a:pt x="1178" y="561"/>
                  </a:lnTo>
                  <a:lnTo>
                    <a:pt x="1178" y="561"/>
                  </a:lnTo>
                  <a:lnTo>
                    <a:pt x="1189" y="561"/>
                  </a:lnTo>
                  <a:lnTo>
                    <a:pt x="1189" y="561"/>
                  </a:lnTo>
                  <a:lnTo>
                    <a:pt x="1213" y="561"/>
                  </a:lnTo>
                  <a:lnTo>
                    <a:pt x="1213" y="561"/>
                  </a:lnTo>
                  <a:lnTo>
                    <a:pt x="1225" y="561"/>
                  </a:lnTo>
                  <a:lnTo>
                    <a:pt x="1225" y="561"/>
                  </a:lnTo>
                  <a:lnTo>
                    <a:pt x="1248" y="561"/>
                  </a:lnTo>
                  <a:lnTo>
                    <a:pt x="1248" y="561"/>
                  </a:lnTo>
                  <a:lnTo>
                    <a:pt x="1260" y="561"/>
                  </a:lnTo>
                  <a:lnTo>
                    <a:pt x="1260" y="561"/>
                  </a:lnTo>
                  <a:lnTo>
                    <a:pt x="1284" y="561"/>
                  </a:lnTo>
                  <a:lnTo>
                    <a:pt x="1284" y="561"/>
                  </a:lnTo>
                  <a:lnTo>
                    <a:pt x="1298" y="561"/>
                  </a:lnTo>
                  <a:lnTo>
                    <a:pt x="1298" y="561"/>
                  </a:lnTo>
                  <a:lnTo>
                    <a:pt x="1321" y="561"/>
                  </a:lnTo>
                  <a:lnTo>
                    <a:pt x="1321" y="561"/>
                  </a:lnTo>
                  <a:lnTo>
                    <a:pt x="1333" y="561"/>
                  </a:lnTo>
                  <a:lnTo>
                    <a:pt x="1333" y="561"/>
                  </a:lnTo>
                  <a:lnTo>
                    <a:pt x="1380" y="561"/>
                  </a:lnTo>
                  <a:lnTo>
                    <a:pt x="1380" y="561"/>
                  </a:lnTo>
                  <a:lnTo>
                    <a:pt x="1392" y="561"/>
                  </a:lnTo>
                  <a:lnTo>
                    <a:pt x="1392" y="561"/>
                  </a:lnTo>
                  <a:lnTo>
                    <a:pt x="1416" y="561"/>
                  </a:lnTo>
                  <a:lnTo>
                    <a:pt x="1416" y="561"/>
                  </a:lnTo>
                  <a:lnTo>
                    <a:pt x="1427" y="561"/>
                  </a:lnTo>
                  <a:lnTo>
                    <a:pt x="1427" y="561"/>
                  </a:lnTo>
                  <a:lnTo>
                    <a:pt x="1451" y="561"/>
                  </a:lnTo>
                  <a:lnTo>
                    <a:pt x="1451" y="561"/>
                  </a:lnTo>
                  <a:lnTo>
                    <a:pt x="1463" y="561"/>
                  </a:lnTo>
                  <a:lnTo>
                    <a:pt x="1463" y="561"/>
                  </a:lnTo>
                  <a:lnTo>
                    <a:pt x="1486" y="561"/>
                  </a:lnTo>
                  <a:lnTo>
                    <a:pt x="1486" y="561"/>
                  </a:lnTo>
                  <a:lnTo>
                    <a:pt x="1498" y="561"/>
                  </a:lnTo>
                  <a:lnTo>
                    <a:pt x="1498" y="561"/>
                  </a:lnTo>
                  <a:lnTo>
                    <a:pt x="1522" y="561"/>
                  </a:lnTo>
                  <a:lnTo>
                    <a:pt x="1522" y="561"/>
                  </a:lnTo>
                  <a:lnTo>
                    <a:pt x="1533" y="561"/>
                  </a:lnTo>
                  <a:lnTo>
                    <a:pt x="1533" y="561"/>
                  </a:lnTo>
                  <a:lnTo>
                    <a:pt x="1559" y="561"/>
                  </a:lnTo>
                  <a:lnTo>
                    <a:pt x="1559" y="561"/>
                  </a:lnTo>
                  <a:lnTo>
                    <a:pt x="1571" y="561"/>
                  </a:lnTo>
                  <a:lnTo>
                    <a:pt x="1571" y="561"/>
                  </a:lnTo>
                  <a:lnTo>
                    <a:pt x="1595" y="561"/>
                  </a:lnTo>
                  <a:lnTo>
                    <a:pt x="1595" y="561"/>
                  </a:lnTo>
                  <a:lnTo>
                    <a:pt x="1607" y="561"/>
                  </a:lnTo>
                  <a:lnTo>
                    <a:pt x="1607" y="561"/>
                  </a:lnTo>
                  <a:lnTo>
                    <a:pt x="1654" y="561"/>
                  </a:lnTo>
                  <a:lnTo>
                    <a:pt x="1654" y="561"/>
                  </a:lnTo>
                  <a:lnTo>
                    <a:pt x="1665" y="561"/>
                  </a:lnTo>
                  <a:lnTo>
                    <a:pt x="1665" y="561"/>
                  </a:lnTo>
                  <a:lnTo>
                    <a:pt x="1689" y="561"/>
                  </a:lnTo>
                  <a:lnTo>
                    <a:pt x="1689" y="561"/>
                  </a:lnTo>
                  <a:lnTo>
                    <a:pt x="1701" y="561"/>
                  </a:lnTo>
                  <a:lnTo>
                    <a:pt x="1701" y="561"/>
                  </a:lnTo>
                  <a:lnTo>
                    <a:pt x="1724" y="561"/>
                  </a:lnTo>
                  <a:lnTo>
                    <a:pt x="1724" y="561"/>
                  </a:lnTo>
                  <a:lnTo>
                    <a:pt x="1736" y="561"/>
                  </a:lnTo>
                  <a:lnTo>
                    <a:pt x="1736" y="561"/>
                  </a:lnTo>
                  <a:lnTo>
                    <a:pt x="1760" y="561"/>
                  </a:lnTo>
                  <a:lnTo>
                    <a:pt x="1760" y="561"/>
                  </a:lnTo>
                  <a:lnTo>
                    <a:pt x="1809" y="561"/>
                  </a:lnTo>
                  <a:lnTo>
                    <a:pt x="1809" y="561"/>
                  </a:lnTo>
                  <a:lnTo>
                    <a:pt x="1833" y="561"/>
                  </a:lnTo>
                  <a:lnTo>
                    <a:pt x="1833" y="561"/>
                  </a:lnTo>
                  <a:lnTo>
                    <a:pt x="1844" y="561"/>
                  </a:lnTo>
                  <a:lnTo>
                    <a:pt x="1844" y="561"/>
                  </a:lnTo>
                  <a:lnTo>
                    <a:pt x="1868" y="561"/>
                  </a:lnTo>
                  <a:lnTo>
                    <a:pt x="1868" y="561"/>
                  </a:lnTo>
                  <a:lnTo>
                    <a:pt x="1880" y="561"/>
                  </a:lnTo>
                  <a:lnTo>
                    <a:pt x="1880" y="561"/>
                  </a:lnTo>
                  <a:lnTo>
                    <a:pt x="1903" y="561"/>
                  </a:lnTo>
                  <a:lnTo>
                    <a:pt x="1903" y="561"/>
                  </a:lnTo>
                  <a:lnTo>
                    <a:pt x="1915" y="561"/>
                  </a:lnTo>
                  <a:lnTo>
                    <a:pt x="1915" y="561"/>
                  </a:lnTo>
                  <a:lnTo>
                    <a:pt x="1939" y="561"/>
                  </a:lnTo>
                  <a:lnTo>
                    <a:pt x="1939" y="561"/>
                  </a:lnTo>
                  <a:lnTo>
                    <a:pt x="1951" y="561"/>
                  </a:lnTo>
                  <a:lnTo>
                    <a:pt x="1951" y="561"/>
                  </a:lnTo>
                  <a:lnTo>
                    <a:pt x="1974" y="561"/>
                  </a:lnTo>
                  <a:lnTo>
                    <a:pt x="1974" y="561"/>
                  </a:lnTo>
                  <a:lnTo>
                    <a:pt x="1986" y="561"/>
                  </a:lnTo>
                  <a:lnTo>
                    <a:pt x="1986" y="561"/>
                  </a:lnTo>
                  <a:lnTo>
                    <a:pt x="2009" y="561"/>
                  </a:lnTo>
                  <a:lnTo>
                    <a:pt x="2009" y="561"/>
                  </a:lnTo>
                  <a:lnTo>
                    <a:pt x="2021" y="561"/>
                  </a:lnTo>
                  <a:lnTo>
                    <a:pt x="2021" y="561"/>
                  </a:lnTo>
                  <a:lnTo>
                    <a:pt x="2047" y="561"/>
                  </a:lnTo>
                  <a:lnTo>
                    <a:pt x="2047" y="561"/>
                  </a:lnTo>
                  <a:lnTo>
                    <a:pt x="2059" y="561"/>
                  </a:lnTo>
                  <a:lnTo>
                    <a:pt x="2059" y="561"/>
                  </a:lnTo>
                  <a:lnTo>
                    <a:pt x="2082" y="561"/>
                  </a:lnTo>
                  <a:lnTo>
                    <a:pt x="2082" y="561"/>
                  </a:lnTo>
                  <a:lnTo>
                    <a:pt x="2130" y="561"/>
                  </a:lnTo>
                  <a:lnTo>
                    <a:pt x="2130" y="561"/>
                  </a:lnTo>
                  <a:lnTo>
                    <a:pt x="2153" y="561"/>
                  </a:lnTo>
                  <a:lnTo>
                    <a:pt x="2153" y="561"/>
                  </a:lnTo>
                  <a:lnTo>
                    <a:pt x="2165" y="561"/>
                  </a:lnTo>
                  <a:lnTo>
                    <a:pt x="2165" y="561"/>
                  </a:lnTo>
                  <a:lnTo>
                    <a:pt x="2188" y="561"/>
                  </a:lnTo>
                  <a:lnTo>
                    <a:pt x="2188" y="561"/>
                  </a:lnTo>
                  <a:lnTo>
                    <a:pt x="2212" y="561"/>
                  </a:lnTo>
                  <a:lnTo>
                    <a:pt x="2212" y="561"/>
                  </a:lnTo>
                  <a:lnTo>
                    <a:pt x="2224" y="561"/>
                  </a:lnTo>
                  <a:lnTo>
                    <a:pt x="2224" y="561"/>
                  </a:lnTo>
                  <a:lnTo>
                    <a:pt x="2247" y="561"/>
                  </a:lnTo>
                  <a:lnTo>
                    <a:pt x="2247" y="561"/>
                  </a:lnTo>
                  <a:lnTo>
                    <a:pt x="2297" y="561"/>
                  </a:lnTo>
                  <a:lnTo>
                    <a:pt x="2297" y="561"/>
                  </a:lnTo>
                  <a:lnTo>
                    <a:pt x="2309" y="561"/>
                  </a:lnTo>
                  <a:lnTo>
                    <a:pt x="2309" y="561"/>
                  </a:lnTo>
                  <a:lnTo>
                    <a:pt x="2320" y="561"/>
                  </a:lnTo>
                  <a:lnTo>
                    <a:pt x="2320" y="561"/>
                  </a:lnTo>
                  <a:lnTo>
                    <a:pt x="2325" y="561"/>
                  </a:lnTo>
                  <a:lnTo>
                    <a:pt x="2332" y="561"/>
                  </a:lnTo>
                  <a:lnTo>
                    <a:pt x="2332" y="561"/>
                  </a:lnTo>
                  <a:lnTo>
                    <a:pt x="2332" y="558"/>
                  </a:lnTo>
                  <a:lnTo>
                    <a:pt x="2332" y="554"/>
                  </a:lnTo>
                  <a:lnTo>
                    <a:pt x="2332" y="549"/>
                  </a:lnTo>
                  <a:lnTo>
                    <a:pt x="2332" y="54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68"/>
            <p:cNvSpPr>
              <a:spLocks/>
            </p:cNvSpPr>
            <p:nvPr/>
          </p:nvSpPr>
          <p:spPr bwMode="auto">
            <a:xfrm>
              <a:off x="685800" y="3138663"/>
              <a:ext cx="3962400" cy="546100"/>
            </a:xfrm>
            <a:custGeom>
              <a:avLst/>
              <a:gdLst>
                <a:gd name="T0" fmla="*/ 2330 w 2366"/>
                <a:gd name="T1" fmla="*/ 106 h 344"/>
                <a:gd name="T2" fmla="*/ 2283 w 2366"/>
                <a:gd name="T3" fmla="*/ 58 h 344"/>
                <a:gd name="T4" fmla="*/ 2271 w 2366"/>
                <a:gd name="T5" fmla="*/ 11 h 344"/>
                <a:gd name="T6" fmla="*/ 2236 w 2366"/>
                <a:gd name="T7" fmla="*/ 23 h 344"/>
                <a:gd name="T8" fmla="*/ 2175 w 2366"/>
                <a:gd name="T9" fmla="*/ 58 h 344"/>
                <a:gd name="T10" fmla="*/ 2128 w 2366"/>
                <a:gd name="T11" fmla="*/ 188 h 344"/>
                <a:gd name="T12" fmla="*/ 2081 w 2366"/>
                <a:gd name="T13" fmla="*/ 165 h 344"/>
                <a:gd name="T14" fmla="*/ 2026 w 2366"/>
                <a:gd name="T15" fmla="*/ 188 h 344"/>
                <a:gd name="T16" fmla="*/ 1974 w 2366"/>
                <a:gd name="T17" fmla="*/ 188 h 344"/>
                <a:gd name="T18" fmla="*/ 1913 w 2366"/>
                <a:gd name="T19" fmla="*/ 200 h 344"/>
                <a:gd name="T20" fmla="*/ 1838 w 2366"/>
                <a:gd name="T21" fmla="*/ 153 h 344"/>
                <a:gd name="T22" fmla="*/ 1748 w 2366"/>
                <a:gd name="T23" fmla="*/ 129 h 344"/>
                <a:gd name="T24" fmla="*/ 1713 w 2366"/>
                <a:gd name="T25" fmla="*/ 141 h 344"/>
                <a:gd name="T26" fmla="*/ 1671 w 2366"/>
                <a:gd name="T27" fmla="*/ 82 h 344"/>
                <a:gd name="T28" fmla="*/ 1616 w 2366"/>
                <a:gd name="T29" fmla="*/ 106 h 344"/>
                <a:gd name="T30" fmla="*/ 1581 w 2366"/>
                <a:gd name="T31" fmla="*/ 108 h 344"/>
                <a:gd name="T32" fmla="*/ 1569 w 2366"/>
                <a:gd name="T33" fmla="*/ 165 h 344"/>
                <a:gd name="T34" fmla="*/ 1546 w 2366"/>
                <a:gd name="T35" fmla="*/ 160 h 344"/>
                <a:gd name="T36" fmla="*/ 1522 w 2366"/>
                <a:gd name="T37" fmla="*/ 117 h 344"/>
                <a:gd name="T38" fmla="*/ 1487 w 2366"/>
                <a:gd name="T39" fmla="*/ 63 h 344"/>
                <a:gd name="T40" fmla="*/ 1402 w 2366"/>
                <a:gd name="T41" fmla="*/ 47 h 344"/>
                <a:gd name="T42" fmla="*/ 1261 w 2366"/>
                <a:gd name="T43" fmla="*/ 188 h 344"/>
                <a:gd name="T44" fmla="*/ 1237 w 2366"/>
                <a:gd name="T45" fmla="*/ 249 h 344"/>
                <a:gd name="T46" fmla="*/ 1188 w 2366"/>
                <a:gd name="T47" fmla="*/ 249 h 344"/>
                <a:gd name="T48" fmla="*/ 1152 w 2366"/>
                <a:gd name="T49" fmla="*/ 235 h 344"/>
                <a:gd name="T50" fmla="*/ 1117 w 2366"/>
                <a:gd name="T51" fmla="*/ 261 h 344"/>
                <a:gd name="T52" fmla="*/ 1074 w 2366"/>
                <a:gd name="T53" fmla="*/ 285 h 344"/>
                <a:gd name="T54" fmla="*/ 961 w 2366"/>
                <a:gd name="T55" fmla="*/ 200 h 344"/>
                <a:gd name="T56" fmla="*/ 968 w 2366"/>
                <a:gd name="T57" fmla="*/ 285 h 344"/>
                <a:gd name="T58" fmla="*/ 902 w 2366"/>
                <a:gd name="T59" fmla="*/ 273 h 344"/>
                <a:gd name="T60" fmla="*/ 867 w 2366"/>
                <a:gd name="T61" fmla="*/ 261 h 344"/>
                <a:gd name="T62" fmla="*/ 832 w 2366"/>
                <a:gd name="T63" fmla="*/ 285 h 344"/>
                <a:gd name="T64" fmla="*/ 737 w 2366"/>
                <a:gd name="T65" fmla="*/ 235 h 344"/>
                <a:gd name="T66" fmla="*/ 653 w 2366"/>
                <a:gd name="T67" fmla="*/ 174 h 344"/>
                <a:gd name="T68" fmla="*/ 641 w 2366"/>
                <a:gd name="T69" fmla="*/ 261 h 344"/>
                <a:gd name="T70" fmla="*/ 558 w 2366"/>
                <a:gd name="T71" fmla="*/ 261 h 344"/>
                <a:gd name="T72" fmla="*/ 535 w 2366"/>
                <a:gd name="T73" fmla="*/ 261 h 344"/>
                <a:gd name="T74" fmla="*/ 481 w 2366"/>
                <a:gd name="T75" fmla="*/ 247 h 344"/>
                <a:gd name="T76" fmla="*/ 464 w 2366"/>
                <a:gd name="T77" fmla="*/ 242 h 344"/>
                <a:gd name="T78" fmla="*/ 426 w 2366"/>
                <a:gd name="T79" fmla="*/ 188 h 344"/>
                <a:gd name="T80" fmla="*/ 403 w 2366"/>
                <a:gd name="T81" fmla="*/ 129 h 344"/>
                <a:gd name="T82" fmla="*/ 379 w 2366"/>
                <a:gd name="T83" fmla="*/ 200 h 344"/>
                <a:gd name="T84" fmla="*/ 344 w 2366"/>
                <a:gd name="T85" fmla="*/ 261 h 344"/>
                <a:gd name="T86" fmla="*/ 297 w 2366"/>
                <a:gd name="T87" fmla="*/ 261 h 344"/>
                <a:gd name="T88" fmla="*/ 262 w 2366"/>
                <a:gd name="T89" fmla="*/ 266 h 344"/>
                <a:gd name="T90" fmla="*/ 196 w 2366"/>
                <a:gd name="T91" fmla="*/ 259 h 344"/>
                <a:gd name="T92" fmla="*/ 106 w 2366"/>
                <a:gd name="T93" fmla="*/ 249 h 344"/>
                <a:gd name="T94" fmla="*/ 64 w 2366"/>
                <a:gd name="T95" fmla="*/ 247 h 344"/>
                <a:gd name="T96" fmla="*/ 0 w 2366"/>
                <a:gd name="T97" fmla="*/ 320 h 344"/>
                <a:gd name="T98" fmla="*/ 177 w 2366"/>
                <a:gd name="T99" fmla="*/ 344 h 344"/>
                <a:gd name="T100" fmla="*/ 344 w 2366"/>
                <a:gd name="T101" fmla="*/ 344 h 344"/>
                <a:gd name="T102" fmla="*/ 558 w 2366"/>
                <a:gd name="T103" fmla="*/ 344 h 344"/>
                <a:gd name="T104" fmla="*/ 749 w 2366"/>
                <a:gd name="T105" fmla="*/ 344 h 344"/>
                <a:gd name="T106" fmla="*/ 902 w 2366"/>
                <a:gd name="T107" fmla="*/ 344 h 344"/>
                <a:gd name="T108" fmla="*/ 1093 w 2366"/>
                <a:gd name="T109" fmla="*/ 344 h 344"/>
                <a:gd name="T110" fmla="*/ 1272 w 2366"/>
                <a:gd name="T111" fmla="*/ 344 h 344"/>
                <a:gd name="T112" fmla="*/ 1437 w 2366"/>
                <a:gd name="T113" fmla="*/ 344 h 344"/>
                <a:gd name="T114" fmla="*/ 1616 w 2366"/>
                <a:gd name="T115" fmla="*/ 344 h 344"/>
                <a:gd name="T116" fmla="*/ 1807 w 2366"/>
                <a:gd name="T117" fmla="*/ 344 h 344"/>
                <a:gd name="T118" fmla="*/ 1998 w 2366"/>
                <a:gd name="T119" fmla="*/ 344 h 344"/>
                <a:gd name="T120" fmla="*/ 2163 w 2366"/>
                <a:gd name="T121" fmla="*/ 34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366" h="344">
                  <a:moveTo>
                    <a:pt x="2366" y="82"/>
                  </a:moveTo>
                  <a:lnTo>
                    <a:pt x="2366" y="82"/>
                  </a:lnTo>
                  <a:lnTo>
                    <a:pt x="2366" y="82"/>
                  </a:lnTo>
                  <a:lnTo>
                    <a:pt x="2361" y="82"/>
                  </a:lnTo>
                  <a:lnTo>
                    <a:pt x="2354" y="82"/>
                  </a:lnTo>
                  <a:lnTo>
                    <a:pt x="2354" y="82"/>
                  </a:lnTo>
                  <a:lnTo>
                    <a:pt x="2354" y="87"/>
                  </a:lnTo>
                  <a:lnTo>
                    <a:pt x="2354" y="94"/>
                  </a:lnTo>
                  <a:lnTo>
                    <a:pt x="2354" y="94"/>
                  </a:lnTo>
                  <a:lnTo>
                    <a:pt x="2349" y="94"/>
                  </a:lnTo>
                  <a:lnTo>
                    <a:pt x="2342" y="94"/>
                  </a:lnTo>
                  <a:lnTo>
                    <a:pt x="2342" y="94"/>
                  </a:lnTo>
                  <a:lnTo>
                    <a:pt x="2337" y="94"/>
                  </a:lnTo>
                  <a:lnTo>
                    <a:pt x="2330" y="94"/>
                  </a:lnTo>
                  <a:lnTo>
                    <a:pt x="2330" y="94"/>
                  </a:lnTo>
                  <a:lnTo>
                    <a:pt x="2330" y="99"/>
                  </a:lnTo>
                  <a:lnTo>
                    <a:pt x="2330" y="106"/>
                  </a:lnTo>
                  <a:lnTo>
                    <a:pt x="2330" y="106"/>
                  </a:lnTo>
                  <a:lnTo>
                    <a:pt x="2328" y="106"/>
                  </a:lnTo>
                  <a:lnTo>
                    <a:pt x="2326" y="106"/>
                  </a:lnTo>
                  <a:lnTo>
                    <a:pt x="2318" y="106"/>
                  </a:lnTo>
                  <a:lnTo>
                    <a:pt x="2318" y="106"/>
                  </a:lnTo>
                  <a:lnTo>
                    <a:pt x="2318" y="94"/>
                  </a:lnTo>
                  <a:lnTo>
                    <a:pt x="2318" y="94"/>
                  </a:lnTo>
                  <a:lnTo>
                    <a:pt x="2318" y="82"/>
                  </a:lnTo>
                  <a:lnTo>
                    <a:pt x="2318" y="82"/>
                  </a:lnTo>
                  <a:lnTo>
                    <a:pt x="2318" y="75"/>
                  </a:lnTo>
                  <a:lnTo>
                    <a:pt x="2318" y="70"/>
                  </a:lnTo>
                  <a:lnTo>
                    <a:pt x="2318" y="70"/>
                  </a:lnTo>
                  <a:lnTo>
                    <a:pt x="2316" y="70"/>
                  </a:lnTo>
                  <a:lnTo>
                    <a:pt x="2314" y="70"/>
                  </a:lnTo>
                  <a:lnTo>
                    <a:pt x="2307" y="70"/>
                  </a:lnTo>
                  <a:lnTo>
                    <a:pt x="2307" y="70"/>
                  </a:lnTo>
                  <a:lnTo>
                    <a:pt x="2283" y="70"/>
                  </a:lnTo>
                  <a:lnTo>
                    <a:pt x="2283" y="70"/>
                  </a:lnTo>
                  <a:lnTo>
                    <a:pt x="2283" y="58"/>
                  </a:lnTo>
                  <a:lnTo>
                    <a:pt x="2283" y="58"/>
                  </a:lnTo>
                  <a:lnTo>
                    <a:pt x="2283" y="47"/>
                  </a:lnTo>
                  <a:lnTo>
                    <a:pt x="2283" y="47"/>
                  </a:lnTo>
                  <a:lnTo>
                    <a:pt x="2283" y="35"/>
                  </a:lnTo>
                  <a:lnTo>
                    <a:pt x="2283" y="35"/>
                  </a:lnTo>
                  <a:lnTo>
                    <a:pt x="2283" y="28"/>
                  </a:lnTo>
                  <a:lnTo>
                    <a:pt x="2283" y="23"/>
                  </a:lnTo>
                  <a:lnTo>
                    <a:pt x="2283" y="23"/>
                  </a:lnTo>
                  <a:lnTo>
                    <a:pt x="2281" y="21"/>
                  </a:lnTo>
                  <a:lnTo>
                    <a:pt x="2276" y="23"/>
                  </a:lnTo>
                  <a:lnTo>
                    <a:pt x="2274" y="23"/>
                  </a:lnTo>
                  <a:lnTo>
                    <a:pt x="2271" y="23"/>
                  </a:lnTo>
                  <a:lnTo>
                    <a:pt x="2271" y="23"/>
                  </a:lnTo>
                  <a:lnTo>
                    <a:pt x="2271" y="21"/>
                  </a:lnTo>
                  <a:lnTo>
                    <a:pt x="2271" y="16"/>
                  </a:lnTo>
                  <a:lnTo>
                    <a:pt x="2271" y="14"/>
                  </a:lnTo>
                  <a:lnTo>
                    <a:pt x="2271" y="11"/>
                  </a:lnTo>
                  <a:lnTo>
                    <a:pt x="2271" y="11"/>
                  </a:lnTo>
                  <a:lnTo>
                    <a:pt x="2269" y="9"/>
                  </a:lnTo>
                  <a:lnTo>
                    <a:pt x="2264" y="9"/>
                  </a:lnTo>
                  <a:lnTo>
                    <a:pt x="2260" y="11"/>
                  </a:lnTo>
                  <a:lnTo>
                    <a:pt x="2260" y="11"/>
                  </a:lnTo>
                  <a:lnTo>
                    <a:pt x="2260" y="4"/>
                  </a:lnTo>
                  <a:lnTo>
                    <a:pt x="2260" y="2"/>
                  </a:lnTo>
                  <a:lnTo>
                    <a:pt x="2260" y="0"/>
                  </a:lnTo>
                  <a:lnTo>
                    <a:pt x="2260" y="0"/>
                  </a:lnTo>
                  <a:lnTo>
                    <a:pt x="2248" y="0"/>
                  </a:lnTo>
                  <a:lnTo>
                    <a:pt x="2248" y="0"/>
                  </a:lnTo>
                  <a:lnTo>
                    <a:pt x="2248" y="11"/>
                  </a:lnTo>
                  <a:lnTo>
                    <a:pt x="2248" y="11"/>
                  </a:lnTo>
                  <a:lnTo>
                    <a:pt x="2248" y="16"/>
                  </a:lnTo>
                  <a:lnTo>
                    <a:pt x="2248" y="23"/>
                  </a:lnTo>
                  <a:lnTo>
                    <a:pt x="2248" y="23"/>
                  </a:lnTo>
                  <a:lnTo>
                    <a:pt x="2241" y="23"/>
                  </a:lnTo>
                  <a:lnTo>
                    <a:pt x="2236" y="23"/>
                  </a:lnTo>
                  <a:lnTo>
                    <a:pt x="2236" y="23"/>
                  </a:lnTo>
                  <a:lnTo>
                    <a:pt x="2236" y="28"/>
                  </a:lnTo>
                  <a:lnTo>
                    <a:pt x="2236" y="35"/>
                  </a:lnTo>
                  <a:lnTo>
                    <a:pt x="2236" y="35"/>
                  </a:lnTo>
                  <a:lnTo>
                    <a:pt x="2229" y="35"/>
                  </a:lnTo>
                  <a:lnTo>
                    <a:pt x="2224" y="35"/>
                  </a:lnTo>
                  <a:lnTo>
                    <a:pt x="2224" y="35"/>
                  </a:lnTo>
                  <a:lnTo>
                    <a:pt x="2222" y="40"/>
                  </a:lnTo>
                  <a:lnTo>
                    <a:pt x="2224" y="47"/>
                  </a:lnTo>
                  <a:lnTo>
                    <a:pt x="2224" y="47"/>
                  </a:lnTo>
                  <a:lnTo>
                    <a:pt x="2224" y="58"/>
                  </a:lnTo>
                  <a:lnTo>
                    <a:pt x="2224" y="58"/>
                  </a:lnTo>
                  <a:lnTo>
                    <a:pt x="2212" y="58"/>
                  </a:lnTo>
                  <a:lnTo>
                    <a:pt x="2212" y="58"/>
                  </a:lnTo>
                  <a:lnTo>
                    <a:pt x="2201" y="58"/>
                  </a:lnTo>
                  <a:lnTo>
                    <a:pt x="2201" y="58"/>
                  </a:lnTo>
                  <a:lnTo>
                    <a:pt x="2187" y="58"/>
                  </a:lnTo>
                  <a:lnTo>
                    <a:pt x="2187" y="58"/>
                  </a:lnTo>
                  <a:lnTo>
                    <a:pt x="2175" y="58"/>
                  </a:lnTo>
                  <a:lnTo>
                    <a:pt x="2175" y="58"/>
                  </a:lnTo>
                  <a:lnTo>
                    <a:pt x="2170" y="58"/>
                  </a:lnTo>
                  <a:lnTo>
                    <a:pt x="2163" y="58"/>
                  </a:lnTo>
                  <a:lnTo>
                    <a:pt x="2163" y="58"/>
                  </a:lnTo>
                  <a:lnTo>
                    <a:pt x="2163" y="63"/>
                  </a:lnTo>
                  <a:lnTo>
                    <a:pt x="2163" y="70"/>
                  </a:lnTo>
                  <a:lnTo>
                    <a:pt x="2163" y="70"/>
                  </a:lnTo>
                  <a:lnTo>
                    <a:pt x="2161" y="70"/>
                  </a:lnTo>
                  <a:lnTo>
                    <a:pt x="2158" y="70"/>
                  </a:lnTo>
                  <a:lnTo>
                    <a:pt x="2151" y="70"/>
                  </a:lnTo>
                  <a:lnTo>
                    <a:pt x="2151" y="70"/>
                  </a:lnTo>
                  <a:lnTo>
                    <a:pt x="2128" y="70"/>
                  </a:lnTo>
                  <a:lnTo>
                    <a:pt x="2128" y="70"/>
                  </a:lnTo>
                  <a:lnTo>
                    <a:pt x="2128" y="94"/>
                  </a:lnTo>
                  <a:lnTo>
                    <a:pt x="2128" y="94"/>
                  </a:lnTo>
                  <a:lnTo>
                    <a:pt x="2128" y="141"/>
                  </a:lnTo>
                  <a:lnTo>
                    <a:pt x="2128" y="141"/>
                  </a:lnTo>
                  <a:lnTo>
                    <a:pt x="2128" y="188"/>
                  </a:lnTo>
                  <a:lnTo>
                    <a:pt x="2128" y="188"/>
                  </a:lnTo>
                  <a:lnTo>
                    <a:pt x="2123" y="188"/>
                  </a:lnTo>
                  <a:lnTo>
                    <a:pt x="2116" y="188"/>
                  </a:lnTo>
                  <a:lnTo>
                    <a:pt x="2116" y="188"/>
                  </a:lnTo>
                  <a:lnTo>
                    <a:pt x="2116" y="183"/>
                  </a:lnTo>
                  <a:lnTo>
                    <a:pt x="2116" y="176"/>
                  </a:lnTo>
                  <a:lnTo>
                    <a:pt x="2116" y="176"/>
                  </a:lnTo>
                  <a:lnTo>
                    <a:pt x="2116" y="172"/>
                  </a:lnTo>
                  <a:lnTo>
                    <a:pt x="2116" y="165"/>
                  </a:lnTo>
                  <a:lnTo>
                    <a:pt x="2116" y="165"/>
                  </a:lnTo>
                  <a:lnTo>
                    <a:pt x="2111" y="165"/>
                  </a:lnTo>
                  <a:lnTo>
                    <a:pt x="2104" y="165"/>
                  </a:lnTo>
                  <a:lnTo>
                    <a:pt x="2104" y="165"/>
                  </a:lnTo>
                  <a:lnTo>
                    <a:pt x="2099" y="165"/>
                  </a:lnTo>
                  <a:lnTo>
                    <a:pt x="2092" y="165"/>
                  </a:lnTo>
                  <a:lnTo>
                    <a:pt x="2092" y="165"/>
                  </a:lnTo>
                  <a:lnTo>
                    <a:pt x="2081" y="165"/>
                  </a:lnTo>
                  <a:lnTo>
                    <a:pt x="2081" y="165"/>
                  </a:lnTo>
                  <a:lnTo>
                    <a:pt x="2057" y="165"/>
                  </a:lnTo>
                  <a:lnTo>
                    <a:pt x="2057" y="165"/>
                  </a:lnTo>
                  <a:lnTo>
                    <a:pt x="2050" y="165"/>
                  </a:lnTo>
                  <a:lnTo>
                    <a:pt x="2048" y="165"/>
                  </a:lnTo>
                  <a:lnTo>
                    <a:pt x="2045" y="165"/>
                  </a:lnTo>
                  <a:lnTo>
                    <a:pt x="2045" y="165"/>
                  </a:lnTo>
                  <a:lnTo>
                    <a:pt x="2045" y="167"/>
                  </a:lnTo>
                  <a:lnTo>
                    <a:pt x="2045" y="172"/>
                  </a:lnTo>
                  <a:lnTo>
                    <a:pt x="2045" y="176"/>
                  </a:lnTo>
                  <a:lnTo>
                    <a:pt x="2045" y="176"/>
                  </a:lnTo>
                  <a:lnTo>
                    <a:pt x="2045" y="183"/>
                  </a:lnTo>
                  <a:lnTo>
                    <a:pt x="2045" y="186"/>
                  </a:lnTo>
                  <a:lnTo>
                    <a:pt x="2045" y="188"/>
                  </a:lnTo>
                  <a:lnTo>
                    <a:pt x="2045" y="188"/>
                  </a:lnTo>
                  <a:lnTo>
                    <a:pt x="2038" y="188"/>
                  </a:lnTo>
                  <a:lnTo>
                    <a:pt x="2033" y="188"/>
                  </a:lnTo>
                  <a:lnTo>
                    <a:pt x="2033" y="188"/>
                  </a:lnTo>
                  <a:lnTo>
                    <a:pt x="2026" y="188"/>
                  </a:lnTo>
                  <a:lnTo>
                    <a:pt x="2022" y="188"/>
                  </a:lnTo>
                  <a:lnTo>
                    <a:pt x="2022" y="188"/>
                  </a:lnTo>
                  <a:lnTo>
                    <a:pt x="2022" y="186"/>
                  </a:lnTo>
                  <a:lnTo>
                    <a:pt x="2022" y="183"/>
                  </a:lnTo>
                  <a:lnTo>
                    <a:pt x="2022" y="176"/>
                  </a:lnTo>
                  <a:lnTo>
                    <a:pt x="2022" y="176"/>
                  </a:lnTo>
                  <a:lnTo>
                    <a:pt x="1998" y="176"/>
                  </a:lnTo>
                  <a:lnTo>
                    <a:pt x="1998" y="176"/>
                  </a:lnTo>
                  <a:lnTo>
                    <a:pt x="1998" y="200"/>
                  </a:lnTo>
                  <a:lnTo>
                    <a:pt x="1998" y="200"/>
                  </a:lnTo>
                  <a:lnTo>
                    <a:pt x="1986" y="200"/>
                  </a:lnTo>
                  <a:lnTo>
                    <a:pt x="1986" y="200"/>
                  </a:lnTo>
                  <a:lnTo>
                    <a:pt x="1979" y="200"/>
                  </a:lnTo>
                  <a:lnTo>
                    <a:pt x="1974" y="200"/>
                  </a:lnTo>
                  <a:lnTo>
                    <a:pt x="1974" y="200"/>
                  </a:lnTo>
                  <a:lnTo>
                    <a:pt x="1972" y="198"/>
                  </a:lnTo>
                  <a:lnTo>
                    <a:pt x="1974" y="195"/>
                  </a:lnTo>
                  <a:lnTo>
                    <a:pt x="1974" y="188"/>
                  </a:lnTo>
                  <a:lnTo>
                    <a:pt x="1974" y="188"/>
                  </a:lnTo>
                  <a:lnTo>
                    <a:pt x="1951" y="188"/>
                  </a:lnTo>
                  <a:lnTo>
                    <a:pt x="1951" y="188"/>
                  </a:lnTo>
                  <a:lnTo>
                    <a:pt x="1951" y="200"/>
                  </a:lnTo>
                  <a:lnTo>
                    <a:pt x="1951" y="200"/>
                  </a:lnTo>
                  <a:lnTo>
                    <a:pt x="1951" y="207"/>
                  </a:lnTo>
                  <a:lnTo>
                    <a:pt x="1951" y="212"/>
                  </a:lnTo>
                  <a:lnTo>
                    <a:pt x="1951" y="212"/>
                  </a:lnTo>
                  <a:lnTo>
                    <a:pt x="1944" y="214"/>
                  </a:lnTo>
                  <a:lnTo>
                    <a:pt x="1937" y="212"/>
                  </a:lnTo>
                  <a:lnTo>
                    <a:pt x="1937" y="212"/>
                  </a:lnTo>
                  <a:lnTo>
                    <a:pt x="1937" y="200"/>
                  </a:lnTo>
                  <a:lnTo>
                    <a:pt x="1937" y="200"/>
                  </a:lnTo>
                  <a:lnTo>
                    <a:pt x="1932" y="200"/>
                  </a:lnTo>
                  <a:lnTo>
                    <a:pt x="1925" y="200"/>
                  </a:lnTo>
                  <a:lnTo>
                    <a:pt x="1925" y="200"/>
                  </a:lnTo>
                  <a:lnTo>
                    <a:pt x="1913" y="200"/>
                  </a:lnTo>
                  <a:lnTo>
                    <a:pt x="1913" y="200"/>
                  </a:lnTo>
                  <a:lnTo>
                    <a:pt x="1901" y="200"/>
                  </a:lnTo>
                  <a:lnTo>
                    <a:pt x="1901" y="200"/>
                  </a:lnTo>
                  <a:lnTo>
                    <a:pt x="1890" y="200"/>
                  </a:lnTo>
                  <a:lnTo>
                    <a:pt x="1890" y="200"/>
                  </a:lnTo>
                  <a:lnTo>
                    <a:pt x="1866" y="200"/>
                  </a:lnTo>
                  <a:lnTo>
                    <a:pt x="1866" y="200"/>
                  </a:lnTo>
                  <a:lnTo>
                    <a:pt x="1843" y="200"/>
                  </a:lnTo>
                  <a:lnTo>
                    <a:pt x="1843" y="200"/>
                  </a:lnTo>
                  <a:lnTo>
                    <a:pt x="1843" y="188"/>
                  </a:lnTo>
                  <a:lnTo>
                    <a:pt x="1843" y="188"/>
                  </a:lnTo>
                  <a:lnTo>
                    <a:pt x="1843" y="176"/>
                  </a:lnTo>
                  <a:lnTo>
                    <a:pt x="1843" y="176"/>
                  </a:lnTo>
                  <a:lnTo>
                    <a:pt x="1843" y="165"/>
                  </a:lnTo>
                  <a:lnTo>
                    <a:pt x="1843" y="165"/>
                  </a:lnTo>
                  <a:lnTo>
                    <a:pt x="1843" y="160"/>
                  </a:lnTo>
                  <a:lnTo>
                    <a:pt x="1843" y="153"/>
                  </a:lnTo>
                  <a:lnTo>
                    <a:pt x="1843" y="153"/>
                  </a:lnTo>
                  <a:lnTo>
                    <a:pt x="1838" y="153"/>
                  </a:lnTo>
                  <a:lnTo>
                    <a:pt x="1831" y="153"/>
                  </a:lnTo>
                  <a:lnTo>
                    <a:pt x="1831" y="153"/>
                  </a:lnTo>
                  <a:lnTo>
                    <a:pt x="1831" y="150"/>
                  </a:lnTo>
                  <a:lnTo>
                    <a:pt x="1831" y="148"/>
                  </a:lnTo>
                  <a:lnTo>
                    <a:pt x="1831" y="141"/>
                  </a:lnTo>
                  <a:lnTo>
                    <a:pt x="1831" y="141"/>
                  </a:lnTo>
                  <a:lnTo>
                    <a:pt x="1784" y="141"/>
                  </a:lnTo>
                  <a:lnTo>
                    <a:pt x="1784" y="141"/>
                  </a:lnTo>
                  <a:lnTo>
                    <a:pt x="1784" y="136"/>
                  </a:lnTo>
                  <a:lnTo>
                    <a:pt x="1784" y="132"/>
                  </a:lnTo>
                  <a:lnTo>
                    <a:pt x="1784" y="129"/>
                  </a:lnTo>
                  <a:lnTo>
                    <a:pt x="1784" y="129"/>
                  </a:lnTo>
                  <a:lnTo>
                    <a:pt x="1772" y="129"/>
                  </a:lnTo>
                  <a:lnTo>
                    <a:pt x="1772" y="129"/>
                  </a:lnTo>
                  <a:lnTo>
                    <a:pt x="1760" y="129"/>
                  </a:lnTo>
                  <a:lnTo>
                    <a:pt x="1760" y="129"/>
                  </a:lnTo>
                  <a:lnTo>
                    <a:pt x="1748" y="129"/>
                  </a:lnTo>
                  <a:lnTo>
                    <a:pt x="1748" y="129"/>
                  </a:lnTo>
                  <a:lnTo>
                    <a:pt x="1748" y="136"/>
                  </a:lnTo>
                  <a:lnTo>
                    <a:pt x="1748" y="139"/>
                  </a:lnTo>
                  <a:lnTo>
                    <a:pt x="1748" y="141"/>
                  </a:lnTo>
                  <a:lnTo>
                    <a:pt x="1748" y="141"/>
                  </a:lnTo>
                  <a:lnTo>
                    <a:pt x="1741" y="141"/>
                  </a:lnTo>
                  <a:lnTo>
                    <a:pt x="1737" y="141"/>
                  </a:lnTo>
                  <a:lnTo>
                    <a:pt x="1737" y="141"/>
                  </a:lnTo>
                  <a:lnTo>
                    <a:pt x="1734" y="148"/>
                  </a:lnTo>
                  <a:lnTo>
                    <a:pt x="1737" y="153"/>
                  </a:lnTo>
                  <a:lnTo>
                    <a:pt x="1737" y="153"/>
                  </a:lnTo>
                  <a:lnTo>
                    <a:pt x="1737" y="176"/>
                  </a:lnTo>
                  <a:lnTo>
                    <a:pt x="1737" y="176"/>
                  </a:lnTo>
                  <a:lnTo>
                    <a:pt x="1713" y="176"/>
                  </a:lnTo>
                  <a:lnTo>
                    <a:pt x="1713" y="176"/>
                  </a:lnTo>
                  <a:lnTo>
                    <a:pt x="1713" y="153"/>
                  </a:lnTo>
                  <a:lnTo>
                    <a:pt x="1713" y="153"/>
                  </a:lnTo>
                  <a:lnTo>
                    <a:pt x="1713" y="141"/>
                  </a:lnTo>
                  <a:lnTo>
                    <a:pt x="1713" y="141"/>
                  </a:lnTo>
                  <a:lnTo>
                    <a:pt x="1713" y="129"/>
                  </a:lnTo>
                  <a:lnTo>
                    <a:pt x="1713" y="129"/>
                  </a:lnTo>
                  <a:lnTo>
                    <a:pt x="1713" y="122"/>
                  </a:lnTo>
                  <a:lnTo>
                    <a:pt x="1713" y="117"/>
                  </a:lnTo>
                  <a:lnTo>
                    <a:pt x="1713" y="117"/>
                  </a:lnTo>
                  <a:lnTo>
                    <a:pt x="1713" y="110"/>
                  </a:lnTo>
                  <a:lnTo>
                    <a:pt x="1713" y="106"/>
                  </a:lnTo>
                  <a:lnTo>
                    <a:pt x="1713" y="106"/>
                  </a:lnTo>
                  <a:lnTo>
                    <a:pt x="1706" y="106"/>
                  </a:lnTo>
                  <a:lnTo>
                    <a:pt x="1699" y="106"/>
                  </a:lnTo>
                  <a:lnTo>
                    <a:pt x="1699" y="106"/>
                  </a:lnTo>
                  <a:lnTo>
                    <a:pt x="1687" y="106"/>
                  </a:lnTo>
                  <a:lnTo>
                    <a:pt x="1687" y="106"/>
                  </a:lnTo>
                  <a:lnTo>
                    <a:pt x="1687" y="82"/>
                  </a:lnTo>
                  <a:lnTo>
                    <a:pt x="1687" y="82"/>
                  </a:lnTo>
                  <a:lnTo>
                    <a:pt x="1675" y="82"/>
                  </a:lnTo>
                  <a:lnTo>
                    <a:pt x="1675" y="82"/>
                  </a:lnTo>
                  <a:lnTo>
                    <a:pt x="1671" y="82"/>
                  </a:lnTo>
                  <a:lnTo>
                    <a:pt x="1663" y="82"/>
                  </a:lnTo>
                  <a:lnTo>
                    <a:pt x="1663" y="82"/>
                  </a:lnTo>
                  <a:lnTo>
                    <a:pt x="1663" y="87"/>
                  </a:lnTo>
                  <a:lnTo>
                    <a:pt x="1666" y="91"/>
                  </a:lnTo>
                  <a:lnTo>
                    <a:pt x="1663" y="94"/>
                  </a:lnTo>
                  <a:lnTo>
                    <a:pt x="1663" y="94"/>
                  </a:lnTo>
                  <a:lnTo>
                    <a:pt x="1663" y="99"/>
                  </a:lnTo>
                  <a:lnTo>
                    <a:pt x="1663" y="106"/>
                  </a:lnTo>
                  <a:lnTo>
                    <a:pt x="1663" y="106"/>
                  </a:lnTo>
                  <a:lnTo>
                    <a:pt x="1659" y="106"/>
                  </a:lnTo>
                  <a:lnTo>
                    <a:pt x="1652" y="106"/>
                  </a:lnTo>
                  <a:lnTo>
                    <a:pt x="1652" y="106"/>
                  </a:lnTo>
                  <a:lnTo>
                    <a:pt x="1640" y="106"/>
                  </a:lnTo>
                  <a:lnTo>
                    <a:pt x="1640" y="106"/>
                  </a:lnTo>
                  <a:lnTo>
                    <a:pt x="1628" y="106"/>
                  </a:lnTo>
                  <a:lnTo>
                    <a:pt x="1628" y="106"/>
                  </a:lnTo>
                  <a:lnTo>
                    <a:pt x="1623" y="106"/>
                  </a:lnTo>
                  <a:lnTo>
                    <a:pt x="1616" y="106"/>
                  </a:lnTo>
                  <a:lnTo>
                    <a:pt x="1616" y="106"/>
                  </a:lnTo>
                  <a:lnTo>
                    <a:pt x="1616" y="101"/>
                  </a:lnTo>
                  <a:lnTo>
                    <a:pt x="1616" y="94"/>
                  </a:lnTo>
                  <a:lnTo>
                    <a:pt x="1616" y="94"/>
                  </a:lnTo>
                  <a:lnTo>
                    <a:pt x="1612" y="94"/>
                  </a:lnTo>
                  <a:lnTo>
                    <a:pt x="1605" y="94"/>
                  </a:lnTo>
                  <a:lnTo>
                    <a:pt x="1605" y="94"/>
                  </a:lnTo>
                  <a:lnTo>
                    <a:pt x="1600" y="94"/>
                  </a:lnTo>
                  <a:lnTo>
                    <a:pt x="1593" y="94"/>
                  </a:lnTo>
                  <a:lnTo>
                    <a:pt x="1593" y="94"/>
                  </a:lnTo>
                  <a:lnTo>
                    <a:pt x="1593" y="99"/>
                  </a:lnTo>
                  <a:lnTo>
                    <a:pt x="1593" y="106"/>
                  </a:lnTo>
                  <a:lnTo>
                    <a:pt x="1593" y="106"/>
                  </a:lnTo>
                  <a:lnTo>
                    <a:pt x="1586" y="106"/>
                  </a:lnTo>
                  <a:lnTo>
                    <a:pt x="1583" y="106"/>
                  </a:lnTo>
                  <a:lnTo>
                    <a:pt x="1581" y="106"/>
                  </a:lnTo>
                  <a:lnTo>
                    <a:pt x="1581" y="106"/>
                  </a:lnTo>
                  <a:lnTo>
                    <a:pt x="1581" y="108"/>
                  </a:lnTo>
                  <a:lnTo>
                    <a:pt x="1581" y="110"/>
                  </a:lnTo>
                  <a:lnTo>
                    <a:pt x="1581" y="117"/>
                  </a:lnTo>
                  <a:lnTo>
                    <a:pt x="1581" y="117"/>
                  </a:lnTo>
                  <a:lnTo>
                    <a:pt x="1581" y="124"/>
                  </a:lnTo>
                  <a:lnTo>
                    <a:pt x="1581" y="129"/>
                  </a:lnTo>
                  <a:lnTo>
                    <a:pt x="1581" y="129"/>
                  </a:lnTo>
                  <a:lnTo>
                    <a:pt x="1576" y="129"/>
                  </a:lnTo>
                  <a:lnTo>
                    <a:pt x="1569" y="129"/>
                  </a:lnTo>
                  <a:lnTo>
                    <a:pt x="1569" y="129"/>
                  </a:lnTo>
                  <a:lnTo>
                    <a:pt x="1569" y="134"/>
                  </a:lnTo>
                  <a:lnTo>
                    <a:pt x="1569" y="141"/>
                  </a:lnTo>
                  <a:lnTo>
                    <a:pt x="1569" y="141"/>
                  </a:lnTo>
                  <a:lnTo>
                    <a:pt x="1569" y="148"/>
                  </a:lnTo>
                  <a:lnTo>
                    <a:pt x="1569" y="153"/>
                  </a:lnTo>
                  <a:lnTo>
                    <a:pt x="1569" y="153"/>
                  </a:lnTo>
                  <a:lnTo>
                    <a:pt x="1569" y="160"/>
                  </a:lnTo>
                  <a:lnTo>
                    <a:pt x="1569" y="165"/>
                  </a:lnTo>
                  <a:lnTo>
                    <a:pt x="1569" y="165"/>
                  </a:lnTo>
                  <a:lnTo>
                    <a:pt x="1565" y="165"/>
                  </a:lnTo>
                  <a:lnTo>
                    <a:pt x="1557" y="165"/>
                  </a:lnTo>
                  <a:lnTo>
                    <a:pt x="1557" y="165"/>
                  </a:lnTo>
                  <a:lnTo>
                    <a:pt x="1557" y="172"/>
                  </a:lnTo>
                  <a:lnTo>
                    <a:pt x="1557" y="176"/>
                  </a:lnTo>
                  <a:lnTo>
                    <a:pt x="1557" y="176"/>
                  </a:lnTo>
                  <a:lnTo>
                    <a:pt x="1557" y="188"/>
                  </a:lnTo>
                  <a:lnTo>
                    <a:pt x="1557" y="188"/>
                  </a:lnTo>
                  <a:lnTo>
                    <a:pt x="1550" y="188"/>
                  </a:lnTo>
                  <a:lnTo>
                    <a:pt x="1548" y="190"/>
                  </a:lnTo>
                  <a:lnTo>
                    <a:pt x="1546" y="188"/>
                  </a:lnTo>
                  <a:lnTo>
                    <a:pt x="1546" y="188"/>
                  </a:lnTo>
                  <a:lnTo>
                    <a:pt x="1546" y="183"/>
                  </a:lnTo>
                  <a:lnTo>
                    <a:pt x="1546" y="176"/>
                  </a:lnTo>
                  <a:lnTo>
                    <a:pt x="1546" y="176"/>
                  </a:lnTo>
                  <a:lnTo>
                    <a:pt x="1546" y="165"/>
                  </a:lnTo>
                  <a:lnTo>
                    <a:pt x="1546" y="165"/>
                  </a:lnTo>
                  <a:lnTo>
                    <a:pt x="1546" y="160"/>
                  </a:lnTo>
                  <a:lnTo>
                    <a:pt x="1546" y="153"/>
                  </a:lnTo>
                  <a:lnTo>
                    <a:pt x="1546" y="153"/>
                  </a:lnTo>
                  <a:lnTo>
                    <a:pt x="1539" y="153"/>
                  </a:lnTo>
                  <a:lnTo>
                    <a:pt x="1534" y="153"/>
                  </a:lnTo>
                  <a:lnTo>
                    <a:pt x="1534" y="153"/>
                  </a:lnTo>
                  <a:lnTo>
                    <a:pt x="1534" y="148"/>
                  </a:lnTo>
                  <a:lnTo>
                    <a:pt x="1534" y="141"/>
                  </a:lnTo>
                  <a:lnTo>
                    <a:pt x="1534" y="141"/>
                  </a:lnTo>
                  <a:lnTo>
                    <a:pt x="1534" y="136"/>
                  </a:lnTo>
                  <a:lnTo>
                    <a:pt x="1534" y="129"/>
                  </a:lnTo>
                  <a:lnTo>
                    <a:pt x="1534" y="129"/>
                  </a:lnTo>
                  <a:lnTo>
                    <a:pt x="1532" y="129"/>
                  </a:lnTo>
                  <a:lnTo>
                    <a:pt x="1527" y="129"/>
                  </a:lnTo>
                  <a:lnTo>
                    <a:pt x="1522" y="129"/>
                  </a:lnTo>
                  <a:lnTo>
                    <a:pt x="1522" y="129"/>
                  </a:lnTo>
                  <a:lnTo>
                    <a:pt x="1520" y="127"/>
                  </a:lnTo>
                  <a:lnTo>
                    <a:pt x="1522" y="124"/>
                  </a:lnTo>
                  <a:lnTo>
                    <a:pt x="1522" y="117"/>
                  </a:lnTo>
                  <a:lnTo>
                    <a:pt x="1522" y="117"/>
                  </a:lnTo>
                  <a:lnTo>
                    <a:pt x="1522" y="94"/>
                  </a:lnTo>
                  <a:lnTo>
                    <a:pt x="1522" y="94"/>
                  </a:lnTo>
                  <a:lnTo>
                    <a:pt x="1510" y="94"/>
                  </a:lnTo>
                  <a:lnTo>
                    <a:pt x="1510" y="94"/>
                  </a:lnTo>
                  <a:lnTo>
                    <a:pt x="1503" y="94"/>
                  </a:lnTo>
                  <a:lnTo>
                    <a:pt x="1499" y="94"/>
                  </a:lnTo>
                  <a:lnTo>
                    <a:pt x="1499" y="94"/>
                  </a:lnTo>
                  <a:lnTo>
                    <a:pt x="1496" y="87"/>
                  </a:lnTo>
                  <a:lnTo>
                    <a:pt x="1499" y="82"/>
                  </a:lnTo>
                  <a:lnTo>
                    <a:pt x="1499" y="82"/>
                  </a:lnTo>
                  <a:lnTo>
                    <a:pt x="1499" y="70"/>
                  </a:lnTo>
                  <a:lnTo>
                    <a:pt x="1499" y="70"/>
                  </a:lnTo>
                  <a:lnTo>
                    <a:pt x="1491" y="70"/>
                  </a:lnTo>
                  <a:lnTo>
                    <a:pt x="1489" y="70"/>
                  </a:lnTo>
                  <a:lnTo>
                    <a:pt x="1487" y="70"/>
                  </a:lnTo>
                  <a:lnTo>
                    <a:pt x="1487" y="70"/>
                  </a:lnTo>
                  <a:lnTo>
                    <a:pt x="1487" y="63"/>
                  </a:lnTo>
                  <a:lnTo>
                    <a:pt x="1487" y="58"/>
                  </a:lnTo>
                  <a:lnTo>
                    <a:pt x="1487" y="58"/>
                  </a:lnTo>
                  <a:lnTo>
                    <a:pt x="1480" y="58"/>
                  </a:lnTo>
                  <a:lnTo>
                    <a:pt x="1475" y="58"/>
                  </a:lnTo>
                  <a:lnTo>
                    <a:pt x="1475" y="58"/>
                  </a:lnTo>
                  <a:lnTo>
                    <a:pt x="1449" y="58"/>
                  </a:lnTo>
                  <a:lnTo>
                    <a:pt x="1449" y="58"/>
                  </a:lnTo>
                  <a:lnTo>
                    <a:pt x="1437" y="58"/>
                  </a:lnTo>
                  <a:lnTo>
                    <a:pt x="1437" y="58"/>
                  </a:lnTo>
                  <a:lnTo>
                    <a:pt x="1425" y="58"/>
                  </a:lnTo>
                  <a:lnTo>
                    <a:pt x="1425" y="58"/>
                  </a:lnTo>
                  <a:lnTo>
                    <a:pt x="1414" y="58"/>
                  </a:lnTo>
                  <a:lnTo>
                    <a:pt x="1414" y="58"/>
                  </a:lnTo>
                  <a:lnTo>
                    <a:pt x="1414" y="51"/>
                  </a:lnTo>
                  <a:lnTo>
                    <a:pt x="1414" y="47"/>
                  </a:lnTo>
                  <a:lnTo>
                    <a:pt x="1414" y="47"/>
                  </a:lnTo>
                  <a:lnTo>
                    <a:pt x="1402" y="47"/>
                  </a:lnTo>
                  <a:lnTo>
                    <a:pt x="1402" y="47"/>
                  </a:lnTo>
                  <a:lnTo>
                    <a:pt x="1390" y="47"/>
                  </a:lnTo>
                  <a:lnTo>
                    <a:pt x="1390" y="47"/>
                  </a:lnTo>
                  <a:lnTo>
                    <a:pt x="1367" y="47"/>
                  </a:lnTo>
                  <a:lnTo>
                    <a:pt x="1367" y="47"/>
                  </a:lnTo>
                  <a:lnTo>
                    <a:pt x="1367" y="94"/>
                  </a:lnTo>
                  <a:lnTo>
                    <a:pt x="1367" y="94"/>
                  </a:lnTo>
                  <a:lnTo>
                    <a:pt x="1367" y="141"/>
                  </a:lnTo>
                  <a:lnTo>
                    <a:pt x="1367" y="141"/>
                  </a:lnTo>
                  <a:lnTo>
                    <a:pt x="1355" y="141"/>
                  </a:lnTo>
                  <a:lnTo>
                    <a:pt x="1355" y="141"/>
                  </a:lnTo>
                  <a:lnTo>
                    <a:pt x="1261" y="141"/>
                  </a:lnTo>
                  <a:lnTo>
                    <a:pt x="1261" y="141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1" y="176"/>
                  </a:lnTo>
                  <a:lnTo>
                    <a:pt x="1261" y="176"/>
                  </a:lnTo>
                  <a:lnTo>
                    <a:pt x="1261" y="188"/>
                  </a:lnTo>
                  <a:lnTo>
                    <a:pt x="1261" y="188"/>
                  </a:lnTo>
                  <a:lnTo>
                    <a:pt x="1261" y="200"/>
                  </a:lnTo>
                  <a:lnTo>
                    <a:pt x="1261" y="200"/>
                  </a:lnTo>
                  <a:lnTo>
                    <a:pt x="1261" y="207"/>
                  </a:lnTo>
                  <a:lnTo>
                    <a:pt x="1261" y="212"/>
                  </a:lnTo>
                  <a:lnTo>
                    <a:pt x="1261" y="212"/>
                  </a:lnTo>
                  <a:lnTo>
                    <a:pt x="1253" y="212"/>
                  </a:lnTo>
                  <a:lnTo>
                    <a:pt x="1249" y="212"/>
                  </a:lnTo>
                  <a:lnTo>
                    <a:pt x="1249" y="212"/>
                  </a:lnTo>
                  <a:lnTo>
                    <a:pt x="1249" y="219"/>
                  </a:lnTo>
                  <a:lnTo>
                    <a:pt x="1249" y="223"/>
                  </a:lnTo>
                  <a:lnTo>
                    <a:pt x="1249" y="223"/>
                  </a:lnTo>
                  <a:lnTo>
                    <a:pt x="1242" y="223"/>
                  </a:lnTo>
                  <a:lnTo>
                    <a:pt x="1237" y="223"/>
                  </a:lnTo>
                  <a:lnTo>
                    <a:pt x="1237" y="223"/>
                  </a:lnTo>
                  <a:lnTo>
                    <a:pt x="1235" y="230"/>
                  </a:lnTo>
                  <a:lnTo>
                    <a:pt x="1237" y="235"/>
                  </a:lnTo>
                  <a:lnTo>
                    <a:pt x="1237" y="235"/>
                  </a:lnTo>
                  <a:lnTo>
                    <a:pt x="1237" y="249"/>
                  </a:lnTo>
                  <a:lnTo>
                    <a:pt x="1237" y="249"/>
                  </a:lnTo>
                  <a:lnTo>
                    <a:pt x="1230" y="249"/>
                  </a:lnTo>
                  <a:lnTo>
                    <a:pt x="1225" y="249"/>
                  </a:lnTo>
                  <a:lnTo>
                    <a:pt x="1225" y="249"/>
                  </a:lnTo>
                  <a:lnTo>
                    <a:pt x="1218" y="249"/>
                  </a:lnTo>
                  <a:lnTo>
                    <a:pt x="1211" y="249"/>
                  </a:lnTo>
                  <a:lnTo>
                    <a:pt x="1211" y="249"/>
                  </a:lnTo>
                  <a:lnTo>
                    <a:pt x="1213" y="242"/>
                  </a:lnTo>
                  <a:lnTo>
                    <a:pt x="1211" y="235"/>
                  </a:lnTo>
                  <a:lnTo>
                    <a:pt x="1211" y="235"/>
                  </a:lnTo>
                  <a:lnTo>
                    <a:pt x="1206" y="235"/>
                  </a:lnTo>
                  <a:lnTo>
                    <a:pt x="1199" y="235"/>
                  </a:lnTo>
                  <a:lnTo>
                    <a:pt x="1199" y="235"/>
                  </a:lnTo>
                  <a:lnTo>
                    <a:pt x="1188" y="235"/>
                  </a:lnTo>
                  <a:lnTo>
                    <a:pt x="1188" y="235"/>
                  </a:lnTo>
                  <a:lnTo>
                    <a:pt x="1188" y="242"/>
                  </a:lnTo>
                  <a:lnTo>
                    <a:pt x="1190" y="247"/>
                  </a:lnTo>
                  <a:lnTo>
                    <a:pt x="1188" y="249"/>
                  </a:lnTo>
                  <a:lnTo>
                    <a:pt x="1188" y="249"/>
                  </a:lnTo>
                  <a:lnTo>
                    <a:pt x="1185" y="249"/>
                  </a:lnTo>
                  <a:lnTo>
                    <a:pt x="1183" y="249"/>
                  </a:lnTo>
                  <a:lnTo>
                    <a:pt x="1178" y="247"/>
                  </a:lnTo>
                  <a:lnTo>
                    <a:pt x="1176" y="249"/>
                  </a:lnTo>
                  <a:lnTo>
                    <a:pt x="1176" y="249"/>
                  </a:lnTo>
                  <a:lnTo>
                    <a:pt x="1176" y="252"/>
                  </a:lnTo>
                  <a:lnTo>
                    <a:pt x="1176" y="254"/>
                  </a:lnTo>
                  <a:lnTo>
                    <a:pt x="1178" y="259"/>
                  </a:lnTo>
                  <a:lnTo>
                    <a:pt x="1176" y="261"/>
                  </a:lnTo>
                  <a:lnTo>
                    <a:pt x="1176" y="261"/>
                  </a:lnTo>
                  <a:lnTo>
                    <a:pt x="1173" y="261"/>
                  </a:lnTo>
                  <a:lnTo>
                    <a:pt x="1171" y="261"/>
                  </a:lnTo>
                  <a:lnTo>
                    <a:pt x="1164" y="261"/>
                  </a:lnTo>
                  <a:lnTo>
                    <a:pt x="1164" y="261"/>
                  </a:lnTo>
                  <a:lnTo>
                    <a:pt x="1164" y="235"/>
                  </a:lnTo>
                  <a:lnTo>
                    <a:pt x="1164" y="235"/>
                  </a:lnTo>
                  <a:lnTo>
                    <a:pt x="1152" y="235"/>
                  </a:lnTo>
                  <a:lnTo>
                    <a:pt x="1152" y="235"/>
                  </a:lnTo>
                  <a:lnTo>
                    <a:pt x="1140" y="235"/>
                  </a:lnTo>
                  <a:lnTo>
                    <a:pt x="1140" y="235"/>
                  </a:lnTo>
                  <a:lnTo>
                    <a:pt x="1129" y="235"/>
                  </a:lnTo>
                  <a:lnTo>
                    <a:pt x="1129" y="235"/>
                  </a:lnTo>
                  <a:lnTo>
                    <a:pt x="1129" y="242"/>
                  </a:lnTo>
                  <a:lnTo>
                    <a:pt x="1129" y="247"/>
                  </a:lnTo>
                  <a:lnTo>
                    <a:pt x="1129" y="249"/>
                  </a:lnTo>
                  <a:lnTo>
                    <a:pt x="1129" y="249"/>
                  </a:lnTo>
                  <a:lnTo>
                    <a:pt x="1126" y="249"/>
                  </a:lnTo>
                  <a:lnTo>
                    <a:pt x="1124" y="249"/>
                  </a:lnTo>
                  <a:lnTo>
                    <a:pt x="1119" y="247"/>
                  </a:lnTo>
                  <a:lnTo>
                    <a:pt x="1117" y="249"/>
                  </a:lnTo>
                  <a:lnTo>
                    <a:pt x="1117" y="249"/>
                  </a:lnTo>
                  <a:lnTo>
                    <a:pt x="1117" y="252"/>
                  </a:lnTo>
                  <a:lnTo>
                    <a:pt x="1117" y="254"/>
                  </a:lnTo>
                  <a:lnTo>
                    <a:pt x="1117" y="259"/>
                  </a:lnTo>
                  <a:lnTo>
                    <a:pt x="1117" y="261"/>
                  </a:lnTo>
                  <a:lnTo>
                    <a:pt x="1117" y="261"/>
                  </a:lnTo>
                  <a:lnTo>
                    <a:pt x="1114" y="261"/>
                  </a:lnTo>
                  <a:lnTo>
                    <a:pt x="1112" y="261"/>
                  </a:lnTo>
                  <a:lnTo>
                    <a:pt x="1105" y="261"/>
                  </a:lnTo>
                  <a:lnTo>
                    <a:pt x="1105" y="261"/>
                  </a:lnTo>
                  <a:lnTo>
                    <a:pt x="1100" y="261"/>
                  </a:lnTo>
                  <a:lnTo>
                    <a:pt x="1093" y="261"/>
                  </a:lnTo>
                  <a:lnTo>
                    <a:pt x="1093" y="261"/>
                  </a:lnTo>
                  <a:lnTo>
                    <a:pt x="1086" y="259"/>
                  </a:lnTo>
                  <a:lnTo>
                    <a:pt x="1081" y="261"/>
                  </a:lnTo>
                  <a:lnTo>
                    <a:pt x="1081" y="261"/>
                  </a:lnTo>
                  <a:lnTo>
                    <a:pt x="1081" y="273"/>
                  </a:lnTo>
                  <a:lnTo>
                    <a:pt x="1081" y="273"/>
                  </a:lnTo>
                  <a:lnTo>
                    <a:pt x="1081" y="278"/>
                  </a:lnTo>
                  <a:lnTo>
                    <a:pt x="1081" y="285"/>
                  </a:lnTo>
                  <a:lnTo>
                    <a:pt x="1081" y="285"/>
                  </a:lnTo>
                  <a:lnTo>
                    <a:pt x="1079" y="285"/>
                  </a:lnTo>
                  <a:lnTo>
                    <a:pt x="1074" y="285"/>
                  </a:lnTo>
                  <a:lnTo>
                    <a:pt x="1070" y="285"/>
                  </a:lnTo>
                  <a:lnTo>
                    <a:pt x="1070" y="285"/>
                  </a:lnTo>
                  <a:lnTo>
                    <a:pt x="1070" y="188"/>
                  </a:lnTo>
                  <a:lnTo>
                    <a:pt x="1070" y="188"/>
                  </a:lnTo>
                  <a:lnTo>
                    <a:pt x="1058" y="188"/>
                  </a:lnTo>
                  <a:lnTo>
                    <a:pt x="1058" y="188"/>
                  </a:lnTo>
                  <a:lnTo>
                    <a:pt x="1034" y="188"/>
                  </a:lnTo>
                  <a:lnTo>
                    <a:pt x="1034" y="188"/>
                  </a:lnTo>
                  <a:lnTo>
                    <a:pt x="1034" y="165"/>
                  </a:lnTo>
                  <a:lnTo>
                    <a:pt x="1034" y="165"/>
                  </a:lnTo>
                  <a:lnTo>
                    <a:pt x="1011" y="165"/>
                  </a:lnTo>
                  <a:lnTo>
                    <a:pt x="1011" y="165"/>
                  </a:lnTo>
                  <a:lnTo>
                    <a:pt x="1011" y="188"/>
                  </a:lnTo>
                  <a:lnTo>
                    <a:pt x="1011" y="188"/>
                  </a:lnTo>
                  <a:lnTo>
                    <a:pt x="961" y="188"/>
                  </a:lnTo>
                  <a:lnTo>
                    <a:pt x="961" y="188"/>
                  </a:lnTo>
                  <a:lnTo>
                    <a:pt x="961" y="195"/>
                  </a:lnTo>
                  <a:lnTo>
                    <a:pt x="961" y="200"/>
                  </a:lnTo>
                  <a:lnTo>
                    <a:pt x="961" y="200"/>
                  </a:lnTo>
                  <a:lnTo>
                    <a:pt x="968" y="200"/>
                  </a:lnTo>
                  <a:lnTo>
                    <a:pt x="975" y="200"/>
                  </a:lnTo>
                  <a:lnTo>
                    <a:pt x="975" y="200"/>
                  </a:lnTo>
                  <a:lnTo>
                    <a:pt x="975" y="207"/>
                  </a:lnTo>
                  <a:lnTo>
                    <a:pt x="975" y="212"/>
                  </a:lnTo>
                  <a:lnTo>
                    <a:pt x="975" y="212"/>
                  </a:lnTo>
                  <a:lnTo>
                    <a:pt x="975" y="223"/>
                  </a:lnTo>
                  <a:lnTo>
                    <a:pt x="975" y="223"/>
                  </a:lnTo>
                  <a:lnTo>
                    <a:pt x="975" y="235"/>
                  </a:lnTo>
                  <a:lnTo>
                    <a:pt x="975" y="235"/>
                  </a:lnTo>
                  <a:lnTo>
                    <a:pt x="975" y="249"/>
                  </a:lnTo>
                  <a:lnTo>
                    <a:pt x="975" y="249"/>
                  </a:lnTo>
                  <a:lnTo>
                    <a:pt x="975" y="261"/>
                  </a:lnTo>
                  <a:lnTo>
                    <a:pt x="975" y="261"/>
                  </a:lnTo>
                  <a:lnTo>
                    <a:pt x="975" y="285"/>
                  </a:lnTo>
                  <a:lnTo>
                    <a:pt x="975" y="285"/>
                  </a:lnTo>
                  <a:lnTo>
                    <a:pt x="968" y="285"/>
                  </a:lnTo>
                  <a:lnTo>
                    <a:pt x="961" y="285"/>
                  </a:lnTo>
                  <a:lnTo>
                    <a:pt x="961" y="285"/>
                  </a:lnTo>
                  <a:lnTo>
                    <a:pt x="957" y="285"/>
                  </a:lnTo>
                  <a:lnTo>
                    <a:pt x="950" y="285"/>
                  </a:lnTo>
                  <a:lnTo>
                    <a:pt x="950" y="285"/>
                  </a:lnTo>
                  <a:lnTo>
                    <a:pt x="950" y="278"/>
                  </a:lnTo>
                  <a:lnTo>
                    <a:pt x="950" y="273"/>
                  </a:lnTo>
                  <a:lnTo>
                    <a:pt x="950" y="273"/>
                  </a:lnTo>
                  <a:lnTo>
                    <a:pt x="945" y="271"/>
                  </a:lnTo>
                  <a:lnTo>
                    <a:pt x="938" y="273"/>
                  </a:lnTo>
                  <a:lnTo>
                    <a:pt x="938" y="273"/>
                  </a:lnTo>
                  <a:lnTo>
                    <a:pt x="926" y="273"/>
                  </a:lnTo>
                  <a:lnTo>
                    <a:pt x="926" y="273"/>
                  </a:lnTo>
                  <a:lnTo>
                    <a:pt x="914" y="273"/>
                  </a:lnTo>
                  <a:lnTo>
                    <a:pt x="914" y="273"/>
                  </a:lnTo>
                  <a:lnTo>
                    <a:pt x="909" y="271"/>
                  </a:lnTo>
                  <a:lnTo>
                    <a:pt x="902" y="273"/>
                  </a:lnTo>
                  <a:lnTo>
                    <a:pt x="902" y="273"/>
                  </a:lnTo>
                  <a:lnTo>
                    <a:pt x="902" y="278"/>
                  </a:lnTo>
                  <a:lnTo>
                    <a:pt x="902" y="285"/>
                  </a:lnTo>
                  <a:lnTo>
                    <a:pt x="902" y="285"/>
                  </a:lnTo>
                  <a:lnTo>
                    <a:pt x="898" y="285"/>
                  </a:lnTo>
                  <a:lnTo>
                    <a:pt x="891" y="285"/>
                  </a:lnTo>
                  <a:lnTo>
                    <a:pt x="891" y="285"/>
                  </a:lnTo>
                  <a:lnTo>
                    <a:pt x="886" y="285"/>
                  </a:lnTo>
                  <a:lnTo>
                    <a:pt x="879" y="285"/>
                  </a:lnTo>
                  <a:lnTo>
                    <a:pt x="879" y="285"/>
                  </a:lnTo>
                  <a:lnTo>
                    <a:pt x="879" y="278"/>
                  </a:lnTo>
                  <a:lnTo>
                    <a:pt x="879" y="273"/>
                  </a:lnTo>
                  <a:lnTo>
                    <a:pt x="879" y="273"/>
                  </a:lnTo>
                  <a:lnTo>
                    <a:pt x="879" y="266"/>
                  </a:lnTo>
                  <a:lnTo>
                    <a:pt x="879" y="261"/>
                  </a:lnTo>
                  <a:lnTo>
                    <a:pt x="879" y="261"/>
                  </a:lnTo>
                  <a:lnTo>
                    <a:pt x="874" y="261"/>
                  </a:lnTo>
                  <a:lnTo>
                    <a:pt x="867" y="261"/>
                  </a:lnTo>
                  <a:lnTo>
                    <a:pt x="867" y="261"/>
                  </a:lnTo>
                  <a:lnTo>
                    <a:pt x="860" y="261"/>
                  </a:lnTo>
                  <a:lnTo>
                    <a:pt x="858" y="259"/>
                  </a:lnTo>
                  <a:lnTo>
                    <a:pt x="855" y="261"/>
                  </a:lnTo>
                  <a:lnTo>
                    <a:pt x="855" y="261"/>
                  </a:lnTo>
                  <a:lnTo>
                    <a:pt x="855" y="263"/>
                  </a:lnTo>
                  <a:lnTo>
                    <a:pt x="855" y="266"/>
                  </a:lnTo>
                  <a:lnTo>
                    <a:pt x="855" y="273"/>
                  </a:lnTo>
                  <a:lnTo>
                    <a:pt x="855" y="273"/>
                  </a:lnTo>
                  <a:lnTo>
                    <a:pt x="855" y="275"/>
                  </a:lnTo>
                  <a:lnTo>
                    <a:pt x="855" y="278"/>
                  </a:lnTo>
                  <a:lnTo>
                    <a:pt x="855" y="282"/>
                  </a:lnTo>
                  <a:lnTo>
                    <a:pt x="855" y="285"/>
                  </a:lnTo>
                  <a:lnTo>
                    <a:pt x="855" y="285"/>
                  </a:lnTo>
                  <a:lnTo>
                    <a:pt x="851" y="285"/>
                  </a:lnTo>
                  <a:lnTo>
                    <a:pt x="844" y="285"/>
                  </a:lnTo>
                  <a:lnTo>
                    <a:pt x="844" y="285"/>
                  </a:lnTo>
                  <a:lnTo>
                    <a:pt x="832" y="285"/>
                  </a:lnTo>
                  <a:lnTo>
                    <a:pt x="832" y="285"/>
                  </a:lnTo>
                  <a:lnTo>
                    <a:pt x="825" y="285"/>
                  </a:lnTo>
                  <a:lnTo>
                    <a:pt x="820" y="285"/>
                  </a:lnTo>
                  <a:lnTo>
                    <a:pt x="820" y="285"/>
                  </a:lnTo>
                  <a:lnTo>
                    <a:pt x="820" y="282"/>
                  </a:lnTo>
                  <a:lnTo>
                    <a:pt x="820" y="278"/>
                  </a:lnTo>
                  <a:lnTo>
                    <a:pt x="820" y="273"/>
                  </a:lnTo>
                  <a:lnTo>
                    <a:pt x="820" y="273"/>
                  </a:lnTo>
                  <a:lnTo>
                    <a:pt x="796" y="273"/>
                  </a:lnTo>
                  <a:lnTo>
                    <a:pt x="796" y="273"/>
                  </a:lnTo>
                  <a:lnTo>
                    <a:pt x="785" y="273"/>
                  </a:lnTo>
                  <a:lnTo>
                    <a:pt x="785" y="273"/>
                  </a:lnTo>
                  <a:lnTo>
                    <a:pt x="761" y="273"/>
                  </a:lnTo>
                  <a:lnTo>
                    <a:pt x="761" y="273"/>
                  </a:lnTo>
                  <a:lnTo>
                    <a:pt x="737" y="273"/>
                  </a:lnTo>
                  <a:lnTo>
                    <a:pt x="737" y="273"/>
                  </a:lnTo>
                  <a:lnTo>
                    <a:pt x="737" y="261"/>
                  </a:lnTo>
                  <a:lnTo>
                    <a:pt x="737" y="261"/>
                  </a:lnTo>
                  <a:lnTo>
                    <a:pt x="737" y="235"/>
                  </a:lnTo>
                  <a:lnTo>
                    <a:pt x="737" y="235"/>
                  </a:lnTo>
                  <a:lnTo>
                    <a:pt x="737" y="188"/>
                  </a:lnTo>
                  <a:lnTo>
                    <a:pt x="737" y="188"/>
                  </a:lnTo>
                  <a:lnTo>
                    <a:pt x="688" y="188"/>
                  </a:lnTo>
                  <a:lnTo>
                    <a:pt x="688" y="188"/>
                  </a:lnTo>
                  <a:lnTo>
                    <a:pt x="688" y="176"/>
                  </a:lnTo>
                  <a:lnTo>
                    <a:pt x="688" y="176"/>
                  </a:lnTo>
                  <a:lnTo>
                    <a:pt x="690" y="172"/>
                  </a:lnTo>
                  <a:lnTo>
                    <a:pt x="688" y="165"/>
                  </a:lnTo>
                  <a:lnTo>
                    <a:pt x="688" y="165"/>
                  </a:lnTo>
                  <a:lnTo>
                    <a:pt x="686" y="165"/>
                  </a:lnTo>
                  <a:lnTo>
                    <a:pt x="683" y="165"/>
                  </a:lnTo>
                  <a:lnTo>
                    <a:pt x="676" y="165"/>
                  </a:lnTo>
                  <a:lnTo>
                    <a:pt x="676" y="165"/>
                  </a:lnTo>
                  <a:lnTo>
                    <a:pt x="653" y="165"/>
                  </a:lnTo>
                  <a:lnTo>
                    <a:pt x="653" y="165"/>
                  </a:lnTo>
                  <a:lnTo>
                    <a:pt x="653" y="172"/>
                  </a:lnTo>
                  <a:lnTo>
                    <a:pt x="653" y="174"/>
                  </a:lnTo>
                  <a:lnTo>
                    <a:pt x="653" y="176"/>
                  </a:lnTo>
                  <a:lnTo>
                    <a:pt x="653" y="176"/>
                  </a:lnTo>
                  <a:lnTo>
                    <a:pt x="648" y="176"/>
                  </a:lnTo>
                  <a:lnTo>
                    <a:pt x="641" y="176"/>
                  </a:lnTo>
                  <a:lnTo>
                    <a:pt x="641" y="176"/>
                  </a:lnTo>
                  <a:lnTo>
                    <a:pt x="641" y="183"/>
                  </a:lnTo>
                  <a:lnTo>
                    <a:pt x="641" y="188"/>
                  </a:lnTo>
                  <a:lnTo>
                    <a:pt x="641" y="188"/>
                  </a:lnTo>
                  <a:lnTo>
                    <a:pt x="641" y="200"/>
                  </a:lnTo>
                  <a:lnTo>
                    <a:pt x="641" y="200"/>
                  </a:lnTo>
                  <a:lnTo>
                    <a:pt x="641" y="212"/>
                  </a:lnTo>
                  <a:lnTo>
                    <a:pt x="641" y="212"/>
                  </a:lnTo>
                  <a:lnTo>
                    <a:pt x="641" y="223"/>
                  </a:lnTo>
                  <a:lnTo>
                    <a:pt x="641" y="223"/>
                  </a:lnTo>
                  <a:lnTo>
                    <a:pt x="641" y="235"/>
                  </a:lnTo>
                  <a:lnTo>
                    <a:pt x="641" y="235"/>
                  </a:lnTo>
                  <a:lnTo>
                    <a:pt x="641" y="261"/>
                  </a:lnTo>
                  <a:lnTo>
                    <a:pt x="641" y="261"/>
                  </a:lnTo>
                  <a:lnTo>
                    <a:pt x="594" y="261"/>
                  </a:lnTo>
                  <a:lnTo>
                    <a:pt x="594" y="261"/>
                  </a:lnTo>
                  <a:lnTo>
                    <a:pt x="587" y="261"/>
                  </a:lnTo>
                  <a:lnTo>
                    <a:pt x="582" y="261"/>
                  </a:lnTo>
                  <a:lnTo>
                    <a:pt x="582" y="261"/>
                  </a:lnTo>
                  <a:lnTo>
                    <a:pt x="582" y="261"/>
                  </a:lnTo>
                  <a:lnTo>
                    <a:pt x="582" y="266"/>
                  </a:lnTo>
                  <a:lnTo>
                    <a:pt x="582" y="273"/>
                  </a:lnTo>
                  <a:lnTo>
                    <a:pt x="582" y="273"/>
                  </a:lnTo>
                  <a:lnTo>
                    <a:pt x="570" y="273"/>
                  </a:lnTo>
                  <a:lnTo>
                    <a:pt x="570" y="273"/>
                  </a:lnTo>
                  <a:lnTo>
                    <a:pt x="570" y="261"/>
                  </a:lnTo>
                  <a:lnTo>
                    <a:pt x="570" y="261"/>
                  </a:lnTo>
                  <a:lnTo>
                    <a:pt x="568" y="259"/>
                  </a:lnTo>
                  <a:lnTo>
                    <a:pt x="563" y="261"/>
                  </a:lnTo>
                  <a:lnTo>
                    <a:pt x="561" y="261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58" y="259"/>
                  </a:lnTo>
                  <a:lnTo>
                    <a:pt x="558" y="254"/>
                  </a:lnTo>
                  <a:lnTo>
                    <a:pt x="558" y="252"/>
                  </a:lnTo>
                  <a:lnTo>
                    <a:pt x="558" y="249"/>
                  </a:lnTo>
                  <a:lnTo>
                    <a:pt x="558" y="249"/>
                  </a:lnTo>
                  <a:lnTo>
                    <a:pt x="556" y="247"/>
                  </a:lnTo>
                  <a:lnTo>
                    <a:pt x="551" y="247"/>
                  </a:lnTo>
                  <a:lnTo>
                    <a:pt x="547" y="249"/>
                  </a:lnTo>
                  <a:lnTo>
                    <a:pt x="547" y="249"/>
                  </a:lnTo>
                  <a:lnTo>
                    <a:pt x="547" y="261"/>
                  </a:lnTo>
                  <a:lnTo>
                    <a:pt x="547" y="261"/>
                  </a:lnTo>
                  <a:lnTo>
                    <a:pt x="547" y="266"/>
                  </a:lnTo>
                  <a:lnTo>
                    <a:pt x="547" y="273"/>
                  </a:lnTo>
                  <a:lnTo>
                    <a:pt x="547" y="273"/>
                  </a:lnTo>
                  <a:lnTo>
                    <a:pt x="535" y="273"/>
                  </a:lnTo>
                  <a:lnTo>
                    <a:pt x="535" y="273"/>
                  </a:lnTo>
                  <a:lnTo>
                    <a:pt x="535" y="266"/>
                  </a:lnTo>
                  <a:lnTo>
                    <a:pt x="535" y="261"/>
                  </a:lnTo>
                  <a:lnTo>
                    <a:pt x="535" y="261"/>
                  </a:lnTo>
                  <a:lnTo>
                    <a:pt x="535" y="249"/>
                  </a:lnTo>
                  <a:lnTo>
                    <a:pt x="535" y="249"/>
                  </a:lnTo>
                  <a:lnTo>
                    <a:pt x="523" y="249"/>
                  </a:lnTo>
                  <a:lnTo>
                    <a:pt x="523" y="249"/>
                  </a:lnTo>
                  <a:lnTo>
                    <a:pt x="511" y="249"/>
                  </a:lnTo>
                  <a:lnTo>
                    <a:pt x="511" y="249"/>
                  </a:lnTo>
                  <a:lnTo>
                    <a:pt x="500" y="249"/>
                  </a:lnTo>
                  <a:lnTo>
                    <a:pt x="500" y="249"/>
                  </a:lnTo>
                  <a:lnTo>
                    <a:pt x="500" y="261"/>
                  </a:lnTo>
                  <a:lnTo>
                    <a:pt x="500" y="261"/>
                  </a:lnTo>
                  <a:lnTo>
                    <a:pt x="488" y="261"/>
                  </a:lnTo>
                  <a:lnTo>
                    <a:pt x="488" y="261"/>
                  </a:lnTo>
                  <a:lnTo>
                    <a:pt x="488" y="254"/>
                  </a:lnTo>
                  <a:lnTo>
                    <a:pt x="488" y="249"/>
                  </a:lnTo>
                  <a:lnTo>
                    <a:pt x="488" y="249"/>
                  </a:lnTo>
                  <a:lnTo>
                    <a:pt x="485" y="247"/>
                  </a:lnTo>
                  <a:lnTo>
                    <a:pt x="481" y="247"/>
                  </a:lnTo>
                  <a:lnTo>
                    <a:pt x="474" y="249"/>
                  </a:lnTo>
                  <a:lnTo>
                    <a:pt x="474" y="249"/>
                  </a:lnTo>
                  <a:lnTo>
                    <a:pt x="474" y="223"/>
                  </a:lnTo>
                  <a:lnTo>
                    <a:pt x="474" y="223"/>
                  </a:lnTo>
                  <a:lnTo>
                    <a:pt x="474" y="212"/>
                  </a:lnTo>
                  <a:lnTo>
                    <a:pt x="474" y="212"/>
                  </a:lnTo>
                  <a:lnTo>
                    <a:pt x="476" y="207"/>
                  </a:lnTo>
                  <a:lnTo>
                    <a:pt x="474" y="200"/>
                  </a:lnTo>
                  <a:lnTo>
                    <a:pt x="474" y="200"/>
                  </a:lnTo>
                  <a:lnTo>
                    <a:pt x="462" y="200"/>
                  </a:lnTo>
                  <a:lnTo>
                    <a:pt x="462" y="200"/>
                  </a:lnTo>
                  <a:lnTo>
                    <a:pt x="462" y="212"/>
                  </a:lnTo>
                  <a:lnTo>
                    <a:pt x="462" y="212"/>
                  </a:lnTo>
                  <a:lnTo>
                    <a:pt x="462" y="223"/>
                  </a:lnTo>
                  <a:lnTo>
                    <a:pt x="462" y="223"/>
                  </a:lnTo>
                  <a:lnTo>
                    <a:pt x="462" y="235"/>
                  </a:lnTo>
                  <a:lnTo>
                    <a:pt x="462" y="235"/>
                  </a:lnTo>
                  <a:lnTo>
                    <a:pt x="464" y="242"/>
                  </a:lnTo>
                  <a:lnTo>
                    <a:pt x="462" y="249"/>
                  </a:lnTo>
                  <a:lnTo>
                    <a:pt x="462" y="249"/>
                  </a:lnTo>
                  <a:lnTo>
                    <a:pt x="462" y="249"/>
                  </a:lnTo>
                  <a:lnTo>
                    <a:pt x="457" y="249"/>
                  </a:lnTo>
                  <a:lnTo>
                    <a:pt x="450" y="249"/>
                  </a:lnTo>
                  <a:lnTo>
                    <a:pt x="450" y="249"/>
                  </a:lnTo>
                  <a:lnTo>
                    <a:pt x="450" y="252"/>
                  </a:lnTo>
                  <a:lnTo>
                    <a:pt x="450" y="254"/>
                  </a:lnTo>
                  <a:lnTo>
                    <a:pt x="450" y="261"/>
                  </a:lnTo>
                  <a:lnTo>
                    <a:pt x="450" y="261"/>
                  </a:lnTo>
                  <a:lnTo>
                    <a:pt x="426" y="261"/>
                  </a:lnTo>
                  <a:lnTo>
                    <a:pt x="426" y="261"/>
                  </a:lnTo>
                  <a:lnTo>
                    <a:pt x="426" y="212"/>
                  </a:lnTo>
                  <a:lnTo>
                    <a:pt x="426" y="212"/>
                  </a:lnTo>
                  <a:lnTo>
                    <a:pt x="426" y="200"/>
                  </a:lnTo>
                  <a:lnTo>
                    <a:pt x="426" y="200"/>
                  </a:lnTo>
                  <a:lnTo>
                    <a:pt x="426" y="195"/>
                  </a:lnTo>
                  <a:lnTo>
                    <a:pt x="426" y="188"/>
                  </a:lnTo>
                  <a:lnTo>
                    <a:pt x="426" y="188"/>
                  </a:lnTo>
                  <a:lnTo>
                    <a:pt x="424" y="188"/>
                  </a:lnTo>
                  <a:lnTo>
                    <a:pt x="422" y="188"/>
                  </a:lnTo>
                  <a:lnTo>
                    <a:pt x="415" y="188"/>
                  </a:lnTo>
                  <a:lnTo>
                    <a:pt x="415" y="188"/>
                  </a:lnTo>
                  <a:lnTo>
                    <a:pt x="415" y="165"/>
                  </a:lnTo>
                  <a:lnTo>
                    <a:pt x="415" y="165"/>
                  </a:lnTo>
                  <a:lnTo>
                    <a:pt x="415" y="153"/>
                  </a:lnTo>
                  <a:lnTo>
                    <a:pt x="415" y="153"/>
                  </a:lnTo>
                  <a:lnTo>
                    <a:pt x="415" y="141"/>
                  </a:lnTo>
                  <a:lnTo>
                    <a:pt x="415" y="141"/>
                  </a:lnTo>
                  <a:lnTo>
                    <a:pt x="415" y="134"/>
                  </a:lnTo>
                  <a:lnTo>
                    <a:pt x="415" y="129"/>
                  </a:lnTo>
                  <a:lnTo>
                    <a:pt x="415" y="129"/>
                  </a:lnTo>
                  <a:lnTo>
                    <a:pt x="412" y="129"/>
                  </a:lnTo>
                  <a:lnTo>
                    <a:pt x="410" y="129"/>
                  </a:lnTo>
                  <a:lnTo>
                    <a:pt x="403" y="129"/>
                  </a:lnTo>
                  <a:lnTo>
                    <a:pt x="403" y="129"/>
                  </a:lnTo>
                  <a:lnTo>
                    <a:pt x="403" y="141"/>
                  </a:lnTo>
                  <a:lnTo>
                    <a:pt x="403" y="141"/>
                  </a:lnTo>
                  <a:lnTo>
                    <a:pt x="403" y="165"/>
                  </a:lnTo>
                  <a:lnTo>
                    <a:pt x="403" y="165"/>
                  </a:lnTo>
                  <a:lnTo>
                    <a:pt x="398" y="165"/>
                  </a:lnTo>
                  <a:lnTo>
                    <a:pt x="393" y="165"/>
                  </a:lnTo>
                  <a:lnTo>
                    <a:pt x="391" y="165"/>
                  </a:lnTo>
                  <a:lnTo>
                    <a:pt x="391" y="165"/>
                  </a:lnTo>
                  <a:lnTo>
                    <a:pt x="391" y="172"/>
                  </a:lnTo>
                  <a:lnTo>
                    <a:pt x="391" y="176"/>
                  </a:lnTo>
                  <a:lnTo>
                    <a:pt x="391" y="176"/>
                  </a:lnTo>
                  <a:lnTo>
                    <a:pt x="391" y="188"/>
                  </a:lnTo>
                  <a:lnTo>
                    <a:pt x="391" y="188"/>
                  </a:lnTo>
                  <a:lnTo>
                    <a:pt x="391" y="200"/>
                  </a:lnTo>
                  <a:lnTo>
                    <a:pt x="391" y="200"/>
                  </a:lnTo>
                  <a:lnTo>
                    <a:pt x="386" y="200"/>
                  </a:lnTo>
                  <a:lnTo>
                    <a:pt x="382" y="200"/>
                  </a:lnTo>
                  <a:lnTo>
                    <a:pt x="379" y="200"/>
                  </a:lnTo>
                  <a:lnTo>
                    <a:pt x="379" y="200"/>
                  </a:lnTo>
                  <a:lnTo>
                    <a:pt x="379" y="207"/>
                  </a:lnTo>
                  <a:lnTo>
                    <a:pt x="379" y="212"/>
                  </a:lnTo>
                  <a:lnTo>
                    <a:pt x="379" y="212"/>
                  </a:lnTo>
                  <a:lnTo>
                    <a:pt x="379" y="223"/>
                  </a:lnTo>
                  <a:lnTo>
                    <a:pt x="379" y="223"/>
                  </a:lnTo>
                  <a:lnTo>
                    <a:pt x="379" y="235"/>
                  </a:lnTo>
                  <a:lnTo>
                    <a:pt x="379" y="235"/>
                  </a:lnTo>
                  <a:lnTo>
                    <a:pt x="379" y="261"/>
                  </a:lnTo>
                  <a:lnTo>
                    <a:pt x="379" y="261"/>
                  </a:lnTo>
                  <a:lnTo>
                    <a:pt x="375" y="261"/>
                  </a:lnTo>
                  <a:lnTo>
                    <a:pt x="368" y="261"/>
                  </a:lnTo>
                  <a:lnTo>
                    <a:pt x="368" y="261"/>
                  </a:lnTo>
                  <a:lnTo>
                    <a:pt x="363" y="261"/>
                  </a:lnTo>
                  <a:lnTo>
                    <a:pt x="356" y="261"/>
                  </a:lnTo>
                  <a:lnTo>
                    <a:pt x="356" y="261"/>
                  </a:lnTo>
                  <a:lnTo>
                    <a:pt x="349" y="259"/>
                  </a:lnTo>
                  <a:lnTo>
                    <a:pt x="344" y="261"/>
                  </a:lnTo>
                  <a:lnTo>
                    <a:pt x="344" y="261"/>
                  </a:lnTo>
                  <a:lnTo>
                    <a:pt x="344" y="266"/>
                  </a:lnTo>
                  <a:lnTo>
                    <a:pt x="344" y="271"/>
                  </a:lnTo>
                  <a:lnTo>
                    <a:pt x="344" y="273"/>
                  </a:lnTo>
                  <a:lnTo>
                    <a:pt x="344" y="273"/>
                  </a:lnTo>
                  <a:lnTo>
                    <a:pt x="337" y="273"/>
                  </a:lnTo>
                  <a:lnTo>
                    <a:pt x="332" y="273"/>
                  </a:lnTo>
                  <a:lnTo>
                    <a:pt x="332" y="273"/>
                  </a:lnTo>
                  <a:lnTo>
                    <a:pt x="320" y="273"/>
                  </a:lnTo>
                  <a:lnTo>
                    <a:pt x="320" y="273"/>
                  </a:lnTo>
                  <a:lnTo>
                    <a:pt x="313" y="273"/>
                  </a:lnTo>
                  <a:lnTo>
                    <a:pt x="309" y="273"/>
                  </a:lnTo>
                  <a:lnTo>
                    <a:pt x="309" y="273"/>
                  </a:lnTo>
                  <a:lnTo>
                    <a:pt x="309" y="266"/>
                  </a:lnTo>
                  <a:lnTo>
                    <a:pt x="309" y="261"/>
                  </a:lnTo>
                  <a:lnTo>
                    <a:pt x="309" y="261"/>
                  </a:lnTo>
                  <a:lnTo>
                    <a:pt x="302" y="261"/>
                  </a:lnTo>
                  <a:lnTo>
                    <a:pt x="297" y="261"/>
                  </a:lnTo>
                  <a:lnTo>
                    <a:pt x="297" y="261"/>
                  </a:lnTo>
                  <a:lnTo>
                    <a:pt x="297" y="254"/>
                  </a:lnTo>
                  <a:lnTo>
                    <a:pt x="297" y="249"/>
                  </a:lnTo>
                  <a:lnTo>
                    <a:pt x="297" y="249"/>
                  </a:lnTo>
                  <a:lnTo>
                    <a:pt x="290" y="247"/>
                  </a:lnTo>
                  <a:lnTo>
                    <a:pt x="285" y="249"/>
                  </a:lnTo>
                  <a:lnTo>
                    <a:pt x="285" y="249"/>
                  </a:lnTo>
                  <a:lnTo>
                    <a:pt x="273" y="249"/>
                  </a:lnTo>
                  <a:lnTo>
                    <a:pt x="273" y="249"/>
                  </a:lnTo>
                  <a:lnTo>
                    <a:pt x="266" y="247"/>
                  </a:lnTo>
                  <a:lnTo>
                    <a:pt x="264" y="247"/>
                  </a:lnTo>
                  <a:lnTo>
                    <a:pt x="262" y="249"/>
                  </a:lnTo>
                  <a:lnTo>
                    <a:pt x="262" y="249"/>
                  </a:lnTo>
                  <a:lnTo>
                    <a:pt x="259" y="252"/>
                  </a:lnTo>
                  <a:lnTo>
                    <a:pt x="262" y="254"/>
                  </a:lnTo>
                  <a:lnTo>
                    <a:pt x="262" y="261"/>
                  </a:lnTo>
                  <a:lnTo>
                    <a:pt x="262" y="261"/>
                  </a:lnTo>
                  <a:lnTo>
                    <a:pt x="262" y="266"/>
                  </a:lnTo>
                  <a:lnTo>
                    <a:pt x="262" y="271"/>
                  </a:lnTo>
                  <a:lnTo>
                    <a:pt x="262" y="273"/>
                  </a:lnTo>
                  <a:lnTo>
                    <a:pt x="262" y="273"/>
                  </a:lnTo>
                  <a:lnTo>
                    <a:pt x="259" y="273"/>
                  </a:lnTo>
                  <a:lnTo>
                    <a:pt x="254" y="273"/>
                  </a:lnTo>
                  <a:lnTo>
                    <a:pt x="250" y="273"/>
                  </a:lnTo>
                  <a:lnTo>
                    <a:pt x="250" y="273"/>
                  </a:lnTo>
                  <a:lnTo>
                    <a:pt x="224" y="273"/>
                  </a:lnTo>
                  <a:lnTo>
                    <a:pt x="224" y="273"/>
                  </a:lnTo>
                  <a:lnTo>
                    <a:pt x="212" y="273"/>
                  </a:lnTo>
                  <a:lnTo>
                    <a:pt x="212" y="273"/>
                  </a:lnTo>
                  <a:lnTo>
                    <a:pt x="207" y="273"/>
                  </a:lnTo>
                  <a:lnTo>
                    <a:pt x="200" y="273"/>
                  </a:lnTo>
                  <a:lnTo>
                    <a:pt x="200" y="273"/>
                  </a:lnTo>
                  <a:lnTo>
                    <a:pt x="200" y="266"/>
                  </a:lnTo>
                  <a:lnTo>
                    <a:pt x="200" y="261"/>
                  </a:lnTo>
                  <a:lnTo>
                    <a:pt x="200" y="261"/>
                  </a:lnTo>
                  <a:lnTo>
                    <a:pt x="196" y="259"/>
                  </a:lnTo>
                  <a:lnTo>
                    <a:pt x="188" y="261"/>
                  </a:lnTo>
                  <a:lnTo>
                    <a:pt x="188" y="261"/>
                  </a:lnTo>
                  <a:lnTo>
                    <a:pt x="177" y="261"/>
                  </a:lnTo>
                  <a:lnTo>
                    <a:pt x="177" y="261"/>
                  </a:lnTo>
                  <a:lnTo>
                    <a:pt x="153" y="261"/>
                  </a:lnTo>
                  <a:lnTo>
                    <a:pt x="153" y="261"/>
                  </a:lnTo>
                  <a:lnTo>
                    <a:pt x="153" y="254"/>
                  </a:lnTo>
                  <a:lnTo>
                    <a:pt x="153" y="252"/>
                  </a:lnTo>
                  <a:lnTo>
                    <a:pt x="153" y="249"/>
                  </a:lnTo>
                  <a:lnTo>
                    <a:pt x="153" y="249"/>
                  </a:lnTo>
                  <a:lnTo>
                    <a:pt x="141" y="249"/>
                  </a:lnTo>
                  <a:lnTo>
                    <a:pt x="141" y="249"/>
                  </a:lnTo>
                  <a:lnTo>
                    <a:pt x="130" y="249"/>
                  </a:lnTo>
                  <a:lnTo>
                    <a:pt x="130" y="249"/>
                  </a:lnTo>
                  <a:lnTo>
                    <a:pt x="118" y="249"/>
                  </a:lnTo>
                  <a:lnTo>
                    <a:pt x="118" y="249"/>
                  </a:lnTo>
                  <a:lnTo>
                    <a:pt x="106" y="249"/>
                  </a:lnTo>
                  <a:lnTo>
                    <a:pt x="106" y="249"/>
                  </a:lnTo>
                  <a:lnTo>
                    <a:pt x="99" y="247"/>
                  </a:lnTo>
                  <a:lnTo>
                    <a:pt x="94" y="249"/>
                  </a:lnTo>
                  <a:lnTo>
                    <a:pt x="94" y="249"/>
                  </a:lnTo>
                  <a:lnTo>
                    <a:pt x="94" y="249"/>
                  </a:lnTo>
                  <a:lnTo>
                    <a:pt x="94" y="254"/>
                  </a:lnTo>
                  <a:lnTo>
                    <a:pt x="94" y="261"/>
                  </a:lnTo>
                  <a:lnTo>
                    <a:pt x="94" y="261"/>
                  </a:lnTo>
                  <a:lnTo>
                    <a:pt x="82" y="261"/>
                  </a:lnTo>
                  <a:lnTo>
                    <a:pt x="82" y="261"/>
                  </a:lnTo>
                  <a:lnTo>
                    <a:pt x="75" y="261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71" y="254"/>
                  </a:lnTo>
                  <a:lnTo>
                    <a:pt x="71" y="252"/>
                  </a:lnTo>
                  <a:lnTo>
                    <a:pt x="71" y="249"/>
                  </a:lnTo>
                  <a:lnTo>
                    <a:pt x="71" y="249"/>
                  </a:lnTo>
                  <a:lnTo>
                    <a:pt x="68" y="247"/>
                  </a:lnTo>
                  <a:lnTo>
                    <a:pt x="64" y="247"/>
                  </a:lnTo>
                  <a:lnTo>
                    <a:pt x="59" y="249"/>
                  </a:lnTo>
                  <a:lnTo>
                    <a:pt x="59" y="249"/>
                  </a:lnTo>
                  <a:lnTo>
                    <a:pt x="59" y="247"/>
                  </a:lnTo>
                  <a:lnTo>
                    <a:pt x="59" y="242"/>
                  </a:lnTo>
                  <a:lnTo>
                    <a:pt x="59" y="235"/>
                  </a:lnTo>
                  <a:lnTo>
                    <a:pt x="59" y="235"/>
                  </a:lnTo>
                  <a:lnTo>
                    <a:pt x="57" y="235"/>
                  </a:lnTo>
                  <a:lnTo>
                    <a:pt x="52" y="235"/>
                  </a:lnTo>
                  <a:lnTo>
                    <a:pt x="47" y="235"/>
                  </a:lnTo>
                  <a:lnTo>
                    <a:pt x="47" y="235"/>
                  </a:lnTo>
                  <a:lnTo>
                    <a:pt x="47" y="249"/>
                  </a:lnTo>
                  <a:lnTo>
                    <a:pt x="47" y="249"/>
                  </a:lnTo>
                  <a:lnTo>
                    <a:pt x="47" y="273"/>
                  </a:lnTo>
                  <a:lnTo>
                    <a:pt x="47" y="273"/>
                  </a:lnTo>
                  <a:lnTo>
                    <a:pt x="0" y="273"/>
                  </a:lnTo>
                  <a:lnTo>
                    <a:pt x="0" y="273"/>
                  </a:lnTo>
                  <a:lnTo>
                    <a:pt x="0" y="320"/>
                  </a:lnTo>
                  <a:lnTo>
                    <a:pt x="0" y="320"/>
                  </a:lnTo>
                  <a:lnTo>
                    <a:pt x="0" y="344"/>
                  </a:lnTo>
                  <a:lnTo>
                    <a:pt x="0" y="344"/>
                  </a:lnTo>
                  <a:lnTo>
                    <a:pt x="12" y="344"/>
                  </a:lnTo>
                  <a:lnTo>
                    <a:pt x="12" y="344"/>
                  </a:lnTo>
                  <a:lnTo>
                    <a:pt x="35" y="344"/>
                  </a:lnTo>
                  <a:lnTo>
                    <a:pt x="35" y="344"/>
                  </a:lnTo>
                  <a:lnTo>
                    <a:pt x="82" y="344"/>
                  </a:lnTo>
                  <a:lnTo>
                    <a:pt x="82" y="344"/>
                  </a:lnTo>
                  <a:lnTo>
                    <a:pt x="106" y="344"/>
                  </a:lnTo>
                  <a:lnTo>
                    <a:pt x="106" y="344"/>
                  </a:lnTo>
                  <a:lnTo>
                    <a:pt x="118" y="344"/>
                  </a:lnTo>
                  <a:lnTo>
                    <a:pt x="118" y="344"/>
                  </a:lnTo>
                  <a:lnTo>
                    <a:pt x="141" y="344"/>
                  </a:lnTo>
                  <a:lnTo>
                    <a:pt x="141" y="344"/>
                  </a:lnTo>
                  <a:lnTo>
                    <a:pt x="165" y="344"/>
                  </a:lnTo>
                  <a:lnTo>
                    <a:pt x="165" y="344"/>
                  </a:lnTo>
                  <a:lnTo>
                    <a:pt x="177" y="344"/>
                  </a:lnTo>
                  <a:lnTo>
                    <a:pt x="177" y="344"/>
                  </a:lnTo>
                  <a:lnTo>
                    <a:pt x="200" y="344"/>
                  </a:lnTo>
                  <a:lnTo>
                    <a:pt x="200" y="344"/>
                  </a:lnTo>
                  <a:lnTo>
                    <a:pt x="212" y="344"/>
                  </a:lnTo>
                  <a:lnTo>
                    <a:pt x="212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50" y="344"/>
                  </a:lnTo>
                  <a:lnTo>
                    <a:pt x="250" y="344"/>
                  </a:lnTo>
                  <a:lnTo>
                    <a:pt x="273" y="344"/>
                  </a:lnTo>
                  <a:lnTo>
                    <a:pt x="273" y="344"/>
                  </a:lnTo>
                  <a:lnTo>
                    <a:pt x="285" y="344"/>
                  </a:lnTo>
                  <a:lnTo>
                    <a:pt x="285" y="344"/>
                  </a:lnTo>
                  <a:lnTo>
                    <a:pt x="309" y="344"/>
                  </a:lnTo>
                  <a:lnTo>
                    <a:pt x="309" y="344"/>
                  </a:lnTo>
                  <a:lnTo>
                    <a:pt x="320" y="344"/>
                  </a:lnTo>
                  <a:lnTo>
                    <a:pt x="320" y="344"/>
                  </a:lnTo>
                  <a:lnTo>
                    <a:pt x="344" y="344"/>
                  </a:lnTo>
                  <a:lnTo>
                    <a:pt x="344" y="344"/>
                  </a:lnTo>
                  <a:lnTo>
                    <a:pt x="356" y="344"/>
                  </a:lnTo>
                  <a:lnTo>
                    <a:pt x="356" y="344"/>
                  </a:lnTo>
                  <a:lnTo>
                    <a:pt x="379" y="344"/>
                  </a:lnTo>
                  <a:lnTo>
                    <a:pt x="379" y="344"/>
                  </a:lnTo>
                  <a:lnTo>
                    <a:pt x="391" y="344"/>
                  </a:lnTo>
                  <a:lnTo>
                    <a:pt x="391" y="344"/>
                  </a:lnTo>
                  <a:lnTo>
                    <a:pt x="438" y="344"/>
                  </a:lnTo>
                  <a:lnTo>
                    <a:pt x="438" y="344"/>
                  </a:lnTo>
                  <a:lnTo>
                    <a:pt x="488" y="344"/>
                  </a:lnTo>
                  <a:lnTo>
                    <a:pt x="488" y="344"/>
                  </a:lnTo>
                  <a:lnTo>
                    <a:pt x="511" y="344"/>
                  </a:lnTo>
                  <a:lnTo>
                    <a:pt x="511" y="344"/>
                  </a:lnTo>
                  <a:lnTo>
                    <a:pt x="523" y="344"/>
                  </a:lnTo>
                  <a:lnTo>
                    <a:pt x="523" y="344"/>
                  </a:lnTo>
                  <a:lnTo>
                    <a:pt x="547" y="344"/>
                  </a:lnTo>
                  <a:lnTo>
                    <a:pt x="547" y="344"/>
                  </a:lnTo>
                  <a:lnTo>
                    <a:pt x="558" y="344"/>
                  </a:lnTo>
                  <a:lnTo>
                    <a:pt x="558" y="344"/>
                  </a:lnTo>
                  <a:lnTo>
                    <a:pt x="582" y="344"/>
                  </a:lnTo>
                  <a:lnTo>
                    <a:pt x="582" y="344"/>
                  </a:lnTo>
                  <a:lnTo>
                    <a:pt x="594" y="344"/>
                  </a:lnTo>
                  <a:lnTo>
                    <a:pt x="594" y="344"/>
                  </a:lnTo>
                  <a:lnTo>
                    <a:pt x="617" y="344"/>
                  </a:lnTo>
                  <a:lnTo>
                    <a:pt x="617" y="344"/>
                  </a:lnTo>
                  <a:lnTo>
                    <a:pt x="629" y="344"/>
                  </a:lnTo>
                  <a:lnTo>
                    <a:pt x="629" y="344"/>
                  </a:lnTo>
                  <a:lnTo>
                    <a:pt x="653" y="344"/>
                  </a:lnTo>
                  <a:lnTo>
                    <a:pt x="653" y="344"/>
                  </a:lnTo>
                  <a:lnTo>
                    <a:pt x="664" y="344"/>
                  </a:lnTo>
                  <a:lnTo>
                    <a:pt x="664" y="344"/>
                  </a:lnTo>
                  <a:lnTo>
                    <a:pt x="712" y="344"/>
                  </a:lnTo>
                  <a:lnTo>
                    <a:pt x="712" y="344"/>
                  </a:lnTo>
                  <a:lnTo>
                    <a:pt x="723" y="344"/>
                  </a:lnTo>
                  <a:lnTo>
                    <a:pt x="723" y="344"/>
                  </a:lnTo>
                  <a:lnTo>
                    <a:pt x="749" y="344"/>
                  </a:lnTo>
                  <a:lnTo>
                    <a:pt x="749" y="344"/>
                  </a:lnTo>
                  <a:lnTo>
                    <a:pt x="761" y="344"/>
                  </a:lnTo>
                  <a:lnTo>
                    <a:pt x="761" y="344"/>
                  </a:lnTo>
                  <a:lnTo>
                    <a:pt x="785" y="344"/>
                  </a:lnTo>
                  <a:lnTo>
                    <a:pt x="785" y="344"/>
                  </a:lnTo>
                  <a:lnTo>
                    <a:pt x="796" y="344"/>
                  </a:lnTo>
                  <a:lnTo>
                    <a:pt x="796" y="344"/>
                  </a:lnTo>
                  <a:lnTo>
                    <a:pt x="820" y="344"/>
                  </a:lnTo>
                  <a:lnTo>
                    <a:pt x="820" y="344"/>
                  </a:lnTo>
                  <a:lnTo>
                    <a:pt x="832" y="344"/>
                  </a:lnTo>
                  <a:lnTo>
                    <a:pt x="832" y="344"/>
                  </a:lnTo>
                  <a:lnTo>
                    <a:pt x="855" y="344"/>
                  </a:lnTo>
                  <a:lnTo>
                    <a:pt x="855" y="344"/>
                  </a:lnTo>
                  <a:lnTo>
                    <a:pt x="867" y="344"/>
                  </a:lnTo>
                  <a:lnTo>
                    <a:pt x="867" y="344"/>
                  </a:lnTo>
                  <a:lnTo>
                    <a:pt x="891" y="344"/>
                  </a:lnTo>
                  <a:lnTo>
                    <a:pt x="891" y="344"/>
                  </a:lnTo>
                  <a:lnTo>
                    <a:pt x="902" y="344"/>
                  </a:lnTo>
                  <a:lnTo>
                    <a:pt x="902" y="344"/>
                  </a:lnTo>
                  <a:lnTo>
                    <a:pt x="926" y="344"/>
                  </a:lnTo>
                  <a:lnTo>
                    <a:pt x="926" y="344"/>
                  </a:lnTo>
                  <a:lnTo>
                    <a:pt x="938" y="344"/>
                  </a:lnTo>
                  <a:lnTo>
                    <a:pt x="938" y="344"/>
                  </a:lnTo>
                  <a:lnTo>
                    <a:pt x="987" y="344"/>
                  </a:lnTo>
                  <a:lnTo>
                    <a:pt x="987" y="344"/>
                  </a:lnTo>
                  <a:lnTo>
                    <a:pt x="999" y="344"/>
                  </a:lnTo>
                  <a:lnTo>
                    <a:pt x="999" y="344"/>
                  </a:lnTo>
                  <a:lnTo>
                    <a:pt x="1023" y="344"/>
                  </a:lnTo>
                  <a:lnTo>
                    <a:pt x="1023" y="344"/>
                  </a:lnTo>
                  <a:lnTo>
                    <a:pt x="1034" y="344"/>
                  </a:lnTo>
                  <a:lnTo>
                    <a:pt x="1034" y="344"/>
                  </a:lnTo>
                  <a:lnTo>
                    <a:pt x="1058" y="344"/>
                  </a:lnTo>
                  <a:lnTo>
                    <a:pt x="1058" y="344"/>
                  </a:lnTo>
                  <a:lnTo>
                    <a:pt x="1070" y="344"/>
                  </a:lnTo>
                  <a:lnTo>
                    <a:pt x="1070" y="344"/>
                  </a:lnTo>
                  <a:lnTo>
                    <a:pt x="1093" y="344"/>
                  </a:lnTo>
                  <a:lnTo>
                    <a:pt x="1093" y="344"/>
                  </a:lnTo>
                  <a:lnTo>
                    <a:pt x="1105" y="344"/>
                  </a:lnTo>
                  <a:lnTo>
                    <a:pt x="1105" y="344"/>
                  </a:lnTo>
                  <a:lnTo>
                    <a:pt x="1129" y="344"/>
                  </a:lnTo>
                  <a:lnTo>
                    <a:pt x="1129" y="344"/>
                  </a:lnTo>
                  <a:lnTo>
                    <a:pt x="1140" y="344"/>
                  </a:lnTo>
                  <a:lnTo>
                    <a:pt x="1140" y="344"/>
                  </a:lnTo>
                  <a:lnTo>
                    <a:pt x="1164" y="344"/>
                  </a:lnTo>
                  <a:lnTo>
                    <a:pt x="1164" y="344"/>
                  </a:lnTo>
                  <a:lnTo>
                    <a:pt x="1176" y="344"/>
                  </a:lnTo>
                  <a:lnTo>
                    <a:pt x="1176" y="344"/>
                  </a:lnTo>
                  <a:lnTo>
                    <a:pt x="1199" y="344"/>
                  </a:lnTo>
                  <a:lnTo>
                    <a:pt x="1199" y="344"/>
                  </a:lnTo>
                  <a:lnTo>
                    <a:pt x="1211" y="344"/>
                  </a:lnTo>
                  <a:lnTo>
                    <a:pt x="1211" y="344"/>
                  </a:lnTo>
                  <a:lnTo>
                    <a:pt x="1261" y="344"/>
                  </a:lnTo>
                  <a:lnTo>
                    <a:pt x="1261" y="344"/>
                  </a:lnTo>
                  <a:lnTo>
                    <a:pt x="1272" y="344"/>
                  </a:lnTo>
                  <a:lnTo>
                    <a:pt x="1272" y="344"/>
                  </a:lnTo>
                  <a:lnTo>
                    <a:pt x="1296" y="344"/>
                  </a:lnTo>
                  <a:lnTo>
                    <a:pt x="1296" y="344"/>
                  </a:lnTo>
                  <a:lnTo>
                    <a:pt x="1308" y="344"/>
                  </a:lnTo>
                  <a:lnTo>
                    <a:pt x="1308" y="344"/>
                  </a:lnTo>
                  <a:lnTo>
                    <a:pt x="1331" y="344"/>
                  </a:lnTo>
                  <a:lnTo>
                    <a:pt x="1331" y="344"/>
                  </a:lnTo>
                  <a:lnTo>
                    <a:pt x="1343" y="344"/>
                  </a:lnTo>
                  <a:lnTo>
                    <a:pt x="1343" y="344"/>
                  </a:lnTo>
                  <a:lnTo>
                    <a:pt x="1367" y="344"/>
                  </a:lnTo>
                  <a:lnTo>
                    <a:pt x="1367" y="344"/>
                  </a:lnTo>
                  <a:lnTo>
                    <a:pt x="1378" y="344"/>
                  </a:lnTo>
                  <a:lnTo>
                    <a:pt x="1378" y="344"/>
                  </a:lnTo>
                  <a:lnTo>
                    <a:pt x="1402" y="344"/>
                  </a:lnTo>
                  <a:lnTo>
                    <a:pt x="1402" y="344"/>
                  </a:lnTo>
                  <a:lnTo>
                    <a:pt x="1414" y="344"/>
                  </a:lnTo>
                  <a:lnTo>
                    <a:pt x="1414" y="344"/>
                  </a:lnTo>
                  <a:lnTo>
                    <a:pt x="1437" y="344"/>
                  </a:lnTo>
                  <a:lnTo>
                    <a:pt x="1437" y="344"/>
                  </a:lnTo>
                  <a:lnTo>
                    <a:pt x="1449" y="344"/>
                  </a:lnTo>
                  <a:lnTo>
                    <a:pt x="1449" y="344"/>
                  </a:lnTo>
                  <a:lnTo>
                    <a:pt x="1475" y="344"/>
                  </a:lnTo>
                  <a:lnTo>
                    <a:pt x="1475" y="344"/>
                  </a:lnTo>
                  <a:lnTo>
                    <a:pt x="1487" y="344"/>
                  </a:lnTo>
                  <a:lnTo>
                    <a:pt x="1487" y="344"/>
                  </a:lnTo>
                  <a:lnTo>
                    <a:pt x="1534" y="344"/>
                  </a:lnTo>
                  <a:lnTo>
                    <a:pt x="1534" y="344"/>
                  </a:lnTo>
                  <a:lnTo>
                    <a:pt x="1546" y="344"/>
                  </a:lnTo>
                  <a:lnTo>
                    <a:pt x="1546" y="344"/>
                  </a:lnTo>
                  <a:lnTo>
                    <a:pt x="1569" y="344"/>
                  </a:lnTo>
                  <a:lnTo>
                    <a:pt x="1569" y="344"/>
                  </a:lnTo>
                  <a:lnTo>
                    <a:pt x="1581" y="344"/>
                  </a:lnTo>
                  <a:lnTo>
                    <a:pt x="1581" y="344"/>
                  </a:lnTo>
                  <a:lnTo>
                    <a:pt x="1605" y="344"/>
                  </a:lnTo>
                  <a:lnTo>
                    <a:pt x="1605" y="344"/>
                  </a:lnTo>
                  <a:lnTo>
                    <a:pt x="1616" y="344"/>
                  </a:lnTo>
                  <a:lnTo>
                    <a:pt x="1616" y="344"/>
                  </a:lnTo>
                  <a:lnTo>
                    <a:pt x="1640" y="344"/>
                  </a:lnTo>
                  <a:lnTo>
                    <a:pt x="1640" y="344"/>
                  </a:lnTo>
                  <a:lnTo>
                    <a:pt x="1652" y="344"/>
                  </a:lnTo>
                  <a:lnTo>
                    <a:pt x="1652" y="344"/>
                  </a:lnTo>
                  <a:lnTo>
                    <a:pt x="1675" y="344"/>
                  </a:lnTo>
                  <a:lnTo>
                    <a:pt x="1675" y="344"/>
                  </a:lnTo>
                  <a:lnTo>
                    <a:pt x="1687" y="344"/>
                  </a:lnTo>
                  <a:lnTo>
                    <a:pt x="1687" y="344"/>
                  </a:lnTo>
                  <a:lnTo>
                    <a:pt x="1713" y="344"/>
                  </a:lnTo>
                  <a:lnTo>
                    <a:pt x="1713" y="344"/>
                  </a:lnTo>
                  <a:lnTo>
                    <a:pt x="1725" y="344"/>
                  </a:lnTo>
                  <a:lnTo>
                    <a:pt x="1725" y="344"/>
                  </a:lnTo>
                  <a:lnTo>
                    <a:pt x="1748" y="344"/>
                  </a:lnTo>
                  <a:lnTo>
                    <a:pt x="1748" y="344"/>
                  </a:lnTo>
                  <a:lnTo>
                    <a:pt x="1760" y="344"/>
                  </a:lnTo>
                  <a:lnTo>
                    <a:pt x="1760" y="344"/>
                  </a:lnTo>
                  <a:lnTo>
                    <a:pt x="1807" y="344"/>
                  </a:lnTo>
                  <a:lnTo>
                    <a:pt x="1807" y="344"/>
                  </a:lnTo>
                  <a:lnTo>
                    <a:pt x="1854" y="344"/>
                  </a:lnTo>
                  <a:lnTo>
                    <a:pt x="1854" y="344"/>
                  </a:lnTo>
                  <a:lnTo>
                    <a:pt x="1878" y="344"/>
                  </a:lnTo>
                  <a:lnTo>
                    <a:pt x="1878" y="344"/>
                  </a:lnTo>
                  <a:lnTo>
                    <a:pt x="1890" y="344"/>
                  </a:lnTo>
                  <a:lnTo>
                    <a:pt x="1890" y="344"/>
                  </a:lnTo>
                  <a:lnTo>
                    <a:pt x="1913" y="344"/>
                  </a:lnTo>
                  <a:lnTo>
                    <a:pt x="1913" y="344"/>
                  </a:lnTo>
                  <a:lnTo>
                    <a:pt x="1925" y="344"/>
                  </a:lnTo>
                  <a:lnTo>
                    <a:pt x="1925" y="344"/>
                  </a:lnTo>
                  <a:lnTo>
                    <a:pt x="1951" y="344"/>
                  </a:lnTo>
                  <a:lnTo>
                    <a:pt x="1951" y="344"/>
                  </a:lnTo>
                  <a:lnTo>
                    <a:pt x="1963" y="344"/>
                  </a:lnTo>
                  <a:lnTo>
                    <a:pt x="1963" y="344"/>
                  </a:lnTo>
                  <a:lnTo>
                    <a:pt x="1986" y="344"/>
                  </a:lnTo>
                  <a:lnTo>
                    <a:pt x="1986" y="344"/>
                  </a:lnTo>
                  <a:lnTo>
                    <a:pt x="1998" y="344"/>
                  </a:lnTo>
                  <a:lnTo>
                    <a:pt x="1998" y="344"/>
                  </a:lnTo>
                  <a:lnTo>
                    <a:pt x="2022" y="344"/>
                  </a:lnTo>
                  <a:lnTo>
                    <a:pt x="2022" y="344"/>
                  </a:lnTo>
                  <a:lnTo>
                    <a:pt x="2033" y="344"/>
                  </a:lnTo>
                  <a:lnTo>
                    <a:pt x="2033" y="344"/>
                  </a:lnTo>
                  <a:lnTo>
                    <a:pt x="2057" y="344"/>
                  </a:lnTo>
                  <a:lnTo>
                    <a:pt x="2057" y="344"/>
                  </a:lnTo>
                  <a:lnTo>
                    <a:pt x="2069" y="344"/>
                  </a:lnTo>
                  <a:lnTo>
                    <a:pt x="2069" y="344"/>
                  </a:lnTo>
                  <a:lnTo>
                    <a:pt x="2092" y="344"/>
                  </a:lnTo>
                  <a:lnTo>
                    <a:pt x="2092" y="344"/>
                  </a:lnTo>
                  <a:lnTo>
                    <a:pt x="2104" y="344"/>
                  </a:lnTo>
                  <a:lnTo>
                    <a:pt x="2104" y="344"/>
                  </a:lnTo>
                  <a:lnTo>
                    <a:pt x="2128" y="344"/>
                  </a:lnTo>
                  <a:lnTo>
                    <a:pt x="2128" y="344"/>
                  </a:lnTo>
                  <a:lnTo>
                    <a:pt x="2139" y="344"/>
                  </a:lnTo>
                  <a:lnTo>
                    <a:pt x="2139" y="344"/>
                  </a:lnTo>
                  <a:lnTo>
                    <a:pt x="2163" y="344"/>
                  </a:lnTo>
                  <a:lnTo>
                    <a:pt x="2163" y="344"/>
                  </a:lnTo>
                  <a:lnTo>
                    <a:pt x="2175" y="344"/>
                  </a:lnTo>
                  <a:lnTo>
                    <a:pt x="2175" y="344"/>
                  </a:lnTo>
                  <a:lnTo>
                    <a:pt x="2201" y="344"/>
                  </a:lnTo>
                  <a:lnTo>
                    <a:pt x="2201" y="344"/>
                  </a:lnTo>
                  <a:lnTo>
                    <a:pt x="2248" y="344"/>
                  </a:lnTo>
                  <a:lnTo>
                    <a:pt x="2248" y="344"/>
                  </a:lnTo>
                  <a:lnTo>
                    <a:pt x="2271" y="344"/>
                  </a:lnTo>
                  <a:lnTo>
                    <a:pt x="2271" y="344"/>
                  </a:lnTo>
                  <a:lnTo>
                    <a:pt x="2283" y="344"/>
                  </a:lnTo>
                  <a:lnTo>
                    <a:pt x="2283" y="344"/>
                  </a:lnTo>
                  <a:lnTo>
                    <a:pt x="2307" y="344"/>
                  </a:lnTo>
                  <a:lnTo>
                    <a:pt x="2307" y="344"/>
                  </a:lnTo>
                  <a:lnTo>
                    <a:pt x="2318" y="344"/>
                  </a:lnTo>
                  <a:lnTo>
                    <a:pt x="2318" y="344"/>
                  </a:lnTo>
                  <a:lnTo>
                    <a:pt x="2366" y="344"/>
                  </a:lnTo>
                  <a:lnTo>
                    <a:pt x="2366" y="344"/>
                  </a:lnTo>
                  <a:lnTo>
                    <a:pt x="2366" y="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39" name="Picture 38"/>
          <p:cNvPicPr>
            <a:picLocks noChangeAspect="1"/>
          </p:cNvPicPr>
          <p:nvPr/>
        </p:nvPicPr>
        <p:blipFill>
          <a:blip r:embed="rId4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646" y="2712871"/>
            <a:ext cx="834528" cy="63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753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eQs59wdnUCXvFo9qsQC1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_L0l0C6gUmpYmek4kB0oA"/>
</p:tagLst>
</file>

<file path=ppt/theme/theme1.xml><?xml version="1.0" encoding="utf-8"?>
<a:theme xmlns:a="http://schemas.openxmlformats.org/drawingml/2006/main" name="Office Theme">
  <a:themeElements>
    <a:clrScheme name="Custom 27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DCE02"/>
      </a:accent1>
      <a:accent2>
        <a:srgbClr val="A5A5A5"/>
      </a:accent2>
      <a:accent3>
        <a:srgbClr val="757070"/>
      </a:accent3>
      <a:accent4>
        <a:srgbClr val="3A3838"/>
      </a:accent4>
      <a:accent5>
        <a:srgbClr val="2B2929"/>
      </a:accent5>
      <a:accent6>
        <a:srgbClr val="1D1B1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5177</TotalTime>
  <Words>1251</Words>
  <Application>Microsoft Office PowerPoint</Application>
  <PresentationFormat>Widescreen</PresentationFormat>
  <Paragraphs>462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7" baseType="lpstr">
      <vt:lpstr>Montserrat</vt:lpstr>
      <vt:lpstr>Open Sans Light</vt:lpstr>
      <vt:lpstr>Calibri Light</vt:lpstr>
      <vt:lpstr>Open Sans</vt:lpstr>
      <vt:lpstr>Lato Black</vt:lpstr>
      <vt:lpstr>Montserrat SemiBold</vt:lpstr>
      <vt:lpstr>Arial</vt:lpstr>
      <vt:lpstr>Roboto</vt:lpstr>
      <vt:lpstr>Helvetica Neue UltraLight</vt:lpstr>
      <vt:lpstr>Source Sans Pro</vt:lpstr>
      <vt:lpstr>Lato Regular</vt:lpstr>
      <vt:lpstr>Calibri</vt:lpstr>
      <vt:lpstr>Lato</vt:lpstr>
      <vt:lpstr>Roboto Light</vt:lpstr>
      <vt:lpstr>Lato Light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bissmilah alhamdulil</dc:creator>
  <cp:lastModifiedBy>Muhammad Anique</cp:lastModifiedBy>
  <cp:revision>366</cp:revision>
  <dcterms:created xsi:type="dcterms:W3CDTF">2019-09-20T05:49:38Z</dcterms:created>
  <dcterms:modified xsi:type="dcterms:W3CDTF">2021-05-27T05:59:41Z</dcterms:modified>
</cp:coreProperties>
</file>